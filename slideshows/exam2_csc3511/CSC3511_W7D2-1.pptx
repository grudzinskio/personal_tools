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1454" r:id="rId3"/>
    <p:sldId id="1136" r:id="rId4"/>
    <p:sldId id="1168" r:id="rId5"/>
    <p:sldId id="2632" r:id="rId6"/>
    <p:sldId id="1169" r:id="rId7"/>
    <p:sldId id="1170" r:id="rId8"/>
    <p:sldId id="1455" r:id="rId9"/>
    <p:sldId id="1257" r:id="rId10"/>
    <p:sldId id="1261" r:id="rId11"/>
    <p:sldId id="1262" r:id="rId12"/>
    <p:sldId id="1263" r:id="rId13"/>
    <p:sldId id="1264" r:id="rId14"/>
    <p:sldId id="1265" r:id="rId15"/>
    <p:sldId id="1266" r:id="rId16"/>
    <p:sldId id="1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855" autoAdjust="0"/>
  </p:normalViewPr>
  <p:slideViewPr>
    <p:cSldViewPr snapToGrid="0">
      <p:cViewPr varScale="1">
        <p:scale>
          <a:sx n="96" d="100"/>
          <a:sy n="96" d="100"/>
        </p:scale>
        <p:origin x="1445" y="77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83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325D3-F1C7-4B36-A88F-5BFB155084BF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CB26F-7BF5-4DA6-BA18-A0B7008BF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5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5A52A-2CA5-57D9-5C27-8DAA7399D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690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E8976-F6C2-C27D-BCBD-822F30AE8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8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bottom-right corner bit IS required and serves an important purpose: This is a check bit for the parity bits themselves!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Three equivalent methods (all give same result):</a:t>
            </a:r>
          </a:p>
          <a:p>
            <a:r>
              <a:rPr lang="en-US" dirty="0"/>
              <a:t>Method 1: Parity of all row parity bits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Calculate even parity of the rightmost column (all row parity bits)</a:t>
            </a:r>
          </a:p>
          <a:p>
            <a:r>
              <a:rPr lang="en-US" dirty="0"/>
              <a:t>Method 2: Parity of all column parity bits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Calculate even parity of the bottom row (all column parity bits)</a:t>
            </a:r>
          </a:p>
          <a:p>
            <a:r>
              <a:rPr lang="en-US" dirty="0"/>
              <a:t>Method 3: Parity of ALL data bits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Calculate even parity of the entire data matrix</a:t>
            </a:r>
          </a:p>
          <a:p>
            <a:endParaRPr lang="en-US" dirty="0"/>
          </a:p>
          <a:p>
            <a:r>
              <a:rPr lang="en-US" dirty="0"/>
              <a:t>Without the corner bit, you can't distinguish certain error patterns, such as an error in a parity bit itself.</a:t>
            </a:r>
          </a:p>
          <a:p>
            <a:endParaRPr lang="en-US" dirty="0"/>
          </a:p>
          <a:p>
            <a:r>
              <a:rPr lang="en-US" dirty="0"/>
              <a:t>E.g.,: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10101|0  ← ERROR HERE (should be 1)</a:t>
            </a:r>
          </a:p>
          <a:p>
            <a:r>
              <a:rPr lang="en-US" dirty="0"/>
              <a:t>11110|0</a:t>
            </a:r>
          </a:p>
          <a:p>
            <a:r>
              <a:rPr lang="en-US" dirty="0"/>
              <a:t>01110|1</a:t>
            </a:r>
          </a:p>
          <a:p>
            <a:r>
              <a:rPr lang="en-US" dirty="0"/>
              <a:t>------+-</a:t>
            </a:r>
          </a:p>
          <a:p>
            <a:r>
              <a:rPr lang="en-US" dirty="0"/>
              <a:t>00101|?(0)</a:t>
            </a:r>
          </a:p>
          <a:p>
            <a:endParaRPr lang="en-US" dirty="0"/>
          </a:p>
          <a:p>
            <a:r>
              <a:rPr lang="en-US" dirty="0"/>
              <a:t>Without corner bit: Can't tell if error is in data or parity bit!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97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F65B5-CA89-946D-5590-C4116B107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688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CRC does: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Detects errors very reliably (can detect burst errors, bit flips)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Cannot fix errors: Only tells you "this frame is corrupted“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Action on error: Discard the frame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Error Correction Schemes in Link Layer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Wi-Fi (802.11): LDPC (Low-Density Parity-Check) codes (802.11n/ac/ax)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Cellular Networks (4G/5G): Turbo codes (4G LTE), LDPC codes (5G)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Satellite Communications: Reed-Solomon codes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Reference: https://en.wikipedia.org/wiki/Error_correction_code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C4E93-BFD4-BDBA-5B10-B0120C186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480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888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730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857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98F-B827-13AD-265C-514C21622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41564-4F01-3DA7-30A5-41B696027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8C639-4AB9-F4D6-CFBA-209FE857A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7A7F-9979-7B59-A463-DCEBBA95B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0F76-7128-32CE-27E0-EA7B842C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64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79D5-059D-19DB-300F-B545C4C4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31340-A1E9-7CE3-85EA-7F1CF2ED7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681CF-4E42-18FC-F8CF-942C82B56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C2239-A774-E47F-618D-51D208E6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4B347-A921-E0AB-5A62-7830EDC8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3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AE5C-05CB-8274-A918-075C19B6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643FC-A248-C72E-7C55-AF40C95C9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C89F5-84BE-3CEF-33F5-F2CA26EE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EC82B-F092-F737-C6EC-4508B148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E09F0-8AE5-6C3F-D940-15869CCF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2350-D4AF-4F3C-CEE2-B8734DE1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3F635-D032-EB3F-AA91-8B6201523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6D8E9-1DD1-0647-572D-88AADC9B0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BC9E6-F832-C7D5-DD5F-43E7579F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2CA5-C7DE-C955-B48A-7E0F3888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8908E-669F-CB28-260B-78354401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1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4474-5433-09FA-BE28-C0DC57B6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AD488-42FB-58FC-4155-0D56C39BE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34D41-5957-DB0E-CB35-AC6249E0A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25178-5D33-EBD1-4C79-986B42DAD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3E2A5-4A98-031A-250D-CBFB1D938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FBD9DE-6FA7-D067-18F3-C04BBCDB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D33E4-2E0D-1662-B7BF-20E78E7C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DC47E-1E21-2424-6A7B-315D8AAF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5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CA65-C705-E6A3-485D-408F56B8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069A2-CE3D-6E6E-685B-1FE020EA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84AF1-31C9-84AC-0250-05744141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3C2AA-F699-ED5D-9FBA-C19002EB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63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332F3-879F-BB3B-698B-B2739723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D113C-0FB8-0400-99D8-6F134830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B956-7068-44C2-B72A-60BB293D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9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8B4E-A384-E57E-E42B-8DF0137C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95B01-185E-04BB-14A7-B258CA51C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7228C-5F12-7AF1-FC9F-8C1032F39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1407C-424A-E815-0FAD-6132348E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F71BD-8573-007D-3858-3535CBA0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C0FE8-99A5-4546-F000-62538D60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2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CAFE-88EA-C3CA-5268-51CB9598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2BC8C-DCDC-6F3B-EC4D-AD7E7D77A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F378A-43F4-65AF-61DB-1B261A99D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5D82-7B33-82FC-4CC1-372A7E7A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98B4F-C700-D100-E550-F1A34A23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C4BE6-38EC-0ED9-64CD-D1DBED13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2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76C-A078-6711-FF3C-E68ACE03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0CDEF-7F11-C385-F99C-1D079A466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33E6-8B7A-63A7-4B43-936C9C06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FD48-7F8C-2C53-C6E5-51FBBC2B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0E807-0A14-F9E7-D3C4-243C242B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3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52A6E-A9A4-3335-FD57-B09080704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A70CC-412C-59DD-E5F3-0B5222096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02B3D-CE4D-9039-CF20-3EA5A25A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8CD87-FDF1-2A7A-1BE7-FA7D6B71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8DFF-8601-30EC-83EF-AD74CA7E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4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7597A-B7A8-059C-160C-EC7CE288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534A4-186E-5F01-1F5B-80DF3841A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BDDF5-E321-EF03-3E6D-64F457503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72AB9-64A1-45BC-9C9A-78E398D2F99B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1B2B9-24D1-3FFE-9B16-BFA0BAC7B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9AEC6-3A77-F298-9C68-54B2F0065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4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gaia.cs.umass.edu/kurose_ross/interactive/2d_parity.ph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gaia.cs.umass.edu/kurose_ross/interactive/CRC.ph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 dirty="0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7, </a:t>
            </a:r>
            <a:r>
              <a:rPr lang="en-US"/>
              <a:t>Lecture 2: </a:t>
            </a:r>
            <a:r>
              <a:rPr lang="en-US" dirty="0"/>
              <a:t>Link Layer</a:t>
            </a:r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7150-11E1-4E49-FD8F-0D4856E6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3A119-4C91-122C-1A2D-8D1555DFC6CF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D35A41F-D26C-F9A2-93D8-1F4FB40C2036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Error Detection and CRC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Synthesis: A Day in the Life of a Web Request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184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reeform 111">
            <a:extLst>
              <a:ext uri="{FF2B5EF4-FFF2-40B4-BE49-F238E27FC236}">
                <a16:creationId xmlns:a16="http://schemas.microsoft.com/office/drawing/2014/main" id="{7F51B7E6-A68F-BE4A-979C-15563FEEBA73}"/>
              </a:ext>
            </a:extLst>
          </p:cNvPr>
          <p:cNvSpPr/>
          <p:nvPr/>
        </p:nvSpPr>
        <p:spPr>
          <a:xfrm>
            <a:off x="2093843" y="2862471"/>
            <a:ext cx="596348" cy="2902226"/>
          </a:xfrm>
          <a:custGeom>
            <a:avLst/>
            <a:gdLst>
              <a:gd name="connsiteX0" fmla="*/ 0 w 596348"/>
              <a:gd name="connsiteY0" fmla="*/ 0 h 2796209"/>
              <a:gd name="connsiteX1" fmla="*/ 0 w 596348"/>
              <a:gd name="connsiteY1" fmla="*/ 2796209 h 2796209"/>
              <a:gd name="connsiteX2" fmla="*/ 596348 w 596348"/>
              <a:gd name="connsiteY2" fmla="*/ 2796209 h 279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6348" h="2796209">
                <a:moveTo>
                  <a:pt x="0" y="0"/>
                </a:moveTo>
                <a:lnTo>
                  <a:pt x="0" y="2796209"/>
                </a:lnTo>
                <a:lnTo>
                  <a:pt x="596348" y="2796209"/>
                </a:lnTo>
              </a:path>
            </a:pathLst>
          </a:custGeom>
          <a:noFill/>
          <a:ln w="3175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D6B27-2D57-4249-8EF3-5AC82165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37"/>
            <a:ext cx="10515600" cy="726609"/>
          </a:xfrm>
        </p:spPr>
        <p:txBody>
          <a:bodyPr/>
          <a:lstStyle/>
          <a:p>
            <a:r>
              <a:rPr lang="en-US" b="0" dirty="0">
                <a:latin typeface="+mn-lt"/>
              </a:rPr>
              <a:t>Error Detection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B317981B-FC40-9845-ACEA-8C6C14F5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1221" y="1236150"/>
            <a:ext cx="986955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EDC: error detection and correction bits (e.g., redundancy)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D:  data protected by error checking, may include header fields 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81B18EEE-2CFF-5B46-9EEA-5C1698303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194" y="3028121"/>
            <a:ext cx="3724197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Error detection not 100% reliable!</a:t>
            </a:r>
          </a:p>
          <a:p>
            <a:pPr marL="460375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Protocol may miss some errors, but rarely</a:t>
            </a:r>
          </a:p>
          <a:p>
            <a:pPr marL="460375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i="0" dirty="0">
                <a:solidFill>
                  <a:prstClr val="black"/>
                </a:solidFill>
                <a:latin typeface="Calibri" panose="020F0502020204030204"/>
              </a:rPr>
              <a:t>L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arger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EDC field yields better detection and correction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7F3614-B8B3-7B47-811B-B113DE71CD9C}"/>
              </a:ext>
            </a:extLst>
          </p:cNvPr>
          <p:cNvGrpSpPr/>
          <p:nvPr/>
        </p:nvGrpSpPr>
        <p:grpSpPr>
          <a:xfrm>
            <a:off x="1550505" y="3048001"/>
            <a:ext cx="1656522" cy="400110"/>
            <a:chOff x="437322" y="2637183"/>
            <a:chExt cx="1656522" cy="40011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B25B757-9F36-8547-AD5E-F5695EE4E0A3}"/>
                </a:ext>
              </a:extLst>
            </p:cNvPr>
            <p:cNvSpPr/>
            <p:nvPr/>
          </p:nvSpPr>
          <p:spPr>
            <a:xfrm>
              <a:off x="437322" y="2690191"/>
              <a:ext cx="1656522" cy="2915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86D0A8-FCC7-6B4C-9159-12132B3971BD}"/>
                </a:ext>
              </a:extLst>
            </p:cNvPr>
            <p:cNvSpPr txBox="1"/>
            <p:nvPr/>
          </p:nvSpPr>
          <p:spPr>
            <a:xfrm>
              <a:off x="675860" y="2637183"/>
              <a:ext cx="11805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datagram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2561F8A-1D0B-DE40-8B84-1CA6B5491E56}"/>
              </a:ext>
            </a:extLst>
          </p:cNvPr>
          <p:cNvGrpSpPr/>
          <p:nvPr/>
        </p:nvGrpSpPr>
        <p:grpSpPr>
          <a:xfrm>
            <a:off x="1567043" y="4446000"/>
            <a:ext cx="2325599" cy="862266"/>
            <a:chOff x="1567043" y="4446000"/>
            <a:chExt cx="2325599" cy="86226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D1423F0-A1BA-FF4F-A8D3-75659E8A0BA4}"/>
                </a:ext>
              </a:extLst>
            </p:cNvPr>
            <p:cNvGrpSpPr/>
            <p:nvPr/>
          </p:nvGrpSpPr>
          <p:grpSpPr>
            <a:xfrm>
              <a:off x="1567043" y="4905756"/>
              <a:ext cx="2325599" cy="402510"/>
              <a:chOff x="1904400" y="5169547"/>
              <a:chExt cx="2325599" cy="40251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204CD8F-DCEE-174F-9DDC-16378D58D91B}"/>
                  </a:ext>
                </a:extLst>
              </p:cNvPr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02CF49-30A4-064E-AFB1-FC182192C60C}"/>
                  </a:ext>
                </a:extLst>
              </p:cNvPr>
              <p:cNvSpPr txBox="1"/>
              <p:nvPr/>
            </p:nvSpPr>
            <p:spPr>
              <a:xfrm>
                <a:off x="2617147" y="5171947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71317C-4216-4C43-B388-15C367B65BB8}"/>
                  </a:ext>
                </a:extLst>
              </p:cNvPr>
              <p:cNvSpPr txBox="1"/>
              <p:nvPr/>
            </p:nvSpPr>
            <p:spPr>
              <a:xfrm>
                <a:off x="3549850" y="5169547"/>
                <a:ext cx="6030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EDC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ABCC57A-846B-9445-8EC5-198834858081}"/>
                  </a:ext>
                </a:extLst>
              </p:cNvPr>
              <p:cNvCxnSpPr/>
              <p:nvPr/>
            </p:nvCxnSpPr>
            <p:spPr>
              <a:xfrm>
                <a:off x="3531600" y="5223600"/>
                <a:ext cx="0" cy="28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373B4EB-E4C9-6D47-8A33-AAF8C5FB5BC5}"/>
                </a:ext>
              </a:extLst>
            </p:cNvPr>
            <p:cNvGrpSpPr/>
            <p:nvPr/>
          </p:nvGrpSpPr>
          <p:grpSpPr>
            <a:xfrm>
              <a:off x="1571947" y="4446000"/>
              <a:ext cx="1645200" cy="400110"/>
              <a:chOff x="1897200" y="4446000"/>
              <a:chExt cx="1645200" cy="400110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30EFBDBE-EA98-A040-A650-F657EBD89B49}"/>
                  </a:ext>
                </a:extLst>
              </p:cNvPr>
              <p:cNvCxnSpPr/>
              <p:nvPr/>
            </p:nvCxnSpPr>
            <p:spPr>
              <a:xfrm>
                <a:off x="1897200" y="4665600"/>
                <a:ext cx="1638000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5EEAD09-901F-734E-87E5-21A3AC7FEB6F}"/>
                  </a:ext>
                </a:extLst>
              </p:cNvPr>
              <p:cNvSpPr/>
              <p:nvPr/>
            </p:nvSpPr>
            <p:spPr>
              <a:xfrm>
                <a:off x="2098800" y="4636800"/>
                <a:ext cx="12456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39C20D-EAD3-2B47-9B8D-073C1688C2E3}"/>
                  </a:ext>
                </a:extLst>
              </p:cNvPr>
              <p:cNvSpPr txBox="1"/>
              <p:nvPr/>
            </p:nvSpPr>
            <p:spPr>
              <a:xfrm>
                <a:off x="2088000" y="4446000"/>
                <a:ext cx="1278812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 data bits</a:t>
                </a:r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DA25F4C-C4F2-1145-882F-8365320D7B57}"/>
                  </a:ext>
                </a:extLst>
              </p:cNvPr>
              <p:cNvCxnSpPr/>
              <p:nvPr/>
            </p:nvCxnSpPr>
            <p:spPr>
              <a:xfrm>
                <a:off x="3542400" y="4572000"/>
                <a:ext cx="0" cy="187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53742D6-A287-9242-A316-ACB86B5DE59A}"/>
                  </a:ext>
                </a:extLst>
              </p:cNvPr>
              <p:cNvCxnSpPr/>
              <p:nvPr/>
            </p:nvCxnSpPr>
            <p:spPr>
              <a:xfrm>
                <a:off x="1902000" y="4569600"/>
                <a:ext cx="0" cy="187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EAA84A3-6E3A-7849-BCAA-4977D967CF20}"/>
              </a:ext>
            </a:extLst>
          </p:cNvPr>
          <p:cNvGrpSpPr/>
          <p:nvPr/>
        </p:nvGrpSpPr>
        <p:grpSpPr>
          <a:xfrm>
            <a:off x="2714378" y="5528580"/>
            <a:ext cx="2679258" cy="434898"/>
            <a:chOff x="3244465" y="6071919"/>
            <a:chExt cx="2679258" cy="434898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D9E3893F-ACB5-AD40-A8E9-EAFB99935222}"/>
                </a:ext>
              </a:extLst>
            </p:cNvPr>
            <p:cNvGrpSpPr/>
            <p:nvPr/>
          </p:nvGrpSpPr>
          <p:grpSpPr>
            <a:xfrm>
              <a:off x="3244465" y="6071919"/>
              <a:ext cx="2679258" cy="434898"/>
              <a:chOff x="3244464" y="6071919"/>
              <a:chExt cx="2864787" cy="43489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08EC3E2-ECED-4F4A-AA94-8EC7D14E1C96}"/>
                  </a:ext>
                </a:extLst>
              </p:cNvPr>
              <p:cNvSpPr/>
              <p:nvPr/>
            </p:nvSpPr>
            <p:spPr>
              <a:xfrm>
                <a:off x="3320909" y="6071919"/>
                <a:ext cx="2711898" cy="434898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>
                      <a:lumMod val="75000"/>
                    </a:schemeClr>
                  </a:gs>
                  <a:gs pos="52000">
                    <a:srgbClr val="7ACCF4"/>
                  </a:gs>
                </a:gsLst>
                <a:lin ang="16200000" scaled="0"/>
              </a:gra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D0958D5-2A1C-BB4F-9037-EF68A07E340F}"/>
                  </a:ext>
                </a:extLst>
              </p:cNvPr>
              <p:cNvSpPr/>
              <p:nvPr/>
            </p:nvSpPr>
            <p:spPr>
              <a:xfrm>
                <a:off x="3244464" y="6071919"/>
                <a:ext cx="152890" cy="434896"/>
              </a:xfrm>
              <a:prstGeom prst="ellipse">
                <a:avLst/>
              </a:prstGeom>
              <a:solidFill>
                <a:srgbClr val="7ACCF4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48D02393-68D8-2B41-B21C-E454A7B124E0}"/>
                  </a:ext>
                </a:extLst>
              </p:cNvPr>
              <p:cNvSpPr/>
              <p:nvPr/>
            </p:nvSpPr>
            <p:spPr>
              <a:xfrm>
                <a:off x="5956361" y="6071919"/>
                <a:ext cx="152890" cy="43489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>
                      <a:lumMod val="75000"/>
                    </a:schemeClr>
                  </a:gs>
                  <a:gs pos="50000">
                    <a:srgbClr val="7ACCF4"/>
                  </a:gs>
                </a:gsLst>
                <a:lin ang="16200000" scaled="0"/>
                <a:tileRect/>
              </a:gra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07898BB2-AD26-6D40-9691-3F368167B652}"/>
                  </a:ext>
                </a:extLst>
              </p:cNvPr>
              <p:cNvSpPr/>
              <p:nvPr/>
            </p:nvSpPr>
            <p:spPr>
              <a:xfrm>
                <a:off x="5752507" y="6071919"/>
                <a:ext cx="280299" cy="434896"/>
              </a:xfrm>
              <a:prstGeom prst="rect">
                <a:avLst/>
              </a:prstGeom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>
                      <a:lumMod val="75000"/>
                    </a:schemeClr>
                  </a:gs>
                  <a:gs pos="52000">
                    <a:srgbClr val="7ACCF4"/>
                  </a:gs>
                </a:gsLst>
                <a:lin ang="16200000" scaled="0"/>
              </a:gradFill>
              <a:ln w="635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503C8C1-772E-0A43-A380-E4B70DBD5FAE}"/>
                </a:ext>
              </a:extLst>
            </p:cNvPr>
            <p:cNvSpPr txBox="1"/>
            <p:nvPr/>
          </p:nvSpPr>
          <p:spPr>
            <a:xfrm>
              <a:off x="3568996" y="6078283"/>
              <a:ext cx="21372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bit-error prone link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6C5B5BB-AE5C-774A-A52D-9FA9A80A5C3B}"/>
              </a:ext>
            </a:extLst>
          </p:cNvPr>
          <p:cNvGrpSpPr/>
          <p:nvPr/>
        </p:nvGrpSpPr>
        <p:grpSpPr>
          <a:xfrm>
            <a:off x="4661425" y="4717774"/>
            <a:ext cx="2325599" cy="1033670"/>
            <a:chOff x="4661425" y="4717774"/>
            <a:chExt cx="2325599" cy="1033670"/>
          </a:xfrm>
        </p:grpSpPr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F835B0D2-C006-D94E-8669-286F102B1A07}"/>
                </a:ext>
              </a:extLst>
            </p:cNvPr>
            <p:cNvSpPr/>
            <p:nvPr/>
          </p:nvSpPr>
          <p:spPr>
            <a:xfrm>
              <a:off x="5486400" y="4717774"/>
              <a:ext cx="238539" cy="1033670"/>
            </a:xfrm>
            <a:custGeom>
              <a:avLst/>
              <a:gdLst>
                <a:gd name="connsiteX0" fmla="*/ 0 w 238539"/>
                <a:gd name="connsiteY0" fmla="*/ 1033670 h 1033670"/>
                <a:gd name="connsiteX1" fmla="*/ 238539 w 238539"/>
                <a:gd name="connsiteY1" fmla="*/ 1033670 h 1033670"/>
                <a:gd name="connsiteX2" fmla="*/ 238539 w 238539"/>
                <a:gd name="connsiteY2" fmla="*/ 0 h 1033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539" h="1033670">
                  <a:moveTo>
                    <a:pt x="0" y="1033670"/>
                  </a:moveTo>
                  <a:lnTo>
                    <a:pt x="238539" y="1033670"/>
                  </a:lnTo>
                  <a:lnTo>
                    <a:pt x="238539" y="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D6E86C6F-6BC6-244B-8ECE-6E6E56AD43C2}"/>
                </a:ext>
              </a:extLst>
            </p:cNvPr>
            <p:cNvGrpSpPr/>
            <p:nvPr/>
          </p:nvGrpSpPr>
          <p:grpSpPr>
            <a:xfrm>
              <a:off x="4661425" y="4890052"/>
              <a:ext cx="2325599" cy="402510"/>
              <a:chOff x="1904400" y="5169547"/>
              <a:chExt cx="2325599" cy="402510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E4A7AA7B-0175-DB46-B3C6-ACC0A348568C}"/>
                  </a:ext>
                </a:extLst>
              </p:cNvPr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B3B62150-9929-094D-8252-E74930AA6ADF}"/>
                  </a:ext>
                </a:extLst>
              </p:cNvPr>
              <p:cNvSpPr txBox="1"/>
              <p:nvPr/>
            </p:nvSpPr>
            <p:spPr>
              <a:xfrm>
                <a:off x="2617147" y="5171947"/>
                <a:ext cx="4062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D’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04AB006-6F9E-2C4F-8C02-58009DF0B39D}"/>
                  </a:ext>
                </a:extLst>
              </p:cNvPr>
              <p:cNvSpPr txBox="1"/>
              <p:nvPr/>
            </p:nvSpPr>
            <p:spPr>
              <a:xfrm>
                <a:off x="3549850" y="5169547"/>
                <a:ext cx="6783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EDC’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9B0DF45A-EDEF-A04A-AC62-14DB9CE04992}"/>
                  </a:ext>
                </a:extLst>
              </p:cNvPr>
              <p:cNvCxnSpPr/>
              <p:nvPr/>
            </p:nvCxnSpPr>
            <p:spPr>
              <a:xfrm>
                <a:off x="3531600" y="5223600"/>
                <a:ext cx="0" cy="28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7477719-8F6B-0B49-9CE6-E154E3E98AC3}"/>
              </a:ext>
            </a:extLst>
          </p:cNvPr>
          <p:cNvGrpSpPr/>
          <p:nvPr/>
        </p:nvGrpSpPr>
        <p:grpSpPr>
          <a:xfrm>
            <a:off x="4996068" y="3670851"/>
            <a:ext cx="2457775" cy="1037317"/>
            <a:chOff x="4996068" y="3670851"/>
            <a:chExt cx="2457775" cy="1037317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ECD2F859-5B67-AD47-A017-0D9D677086AC}"/>
                </a:ext>
              </a:extLst>
            </p:cNvPr>
            <p:cNvGrpSpPr/>
            <p:nvPr/>
          </p:nvGrpSpPr>
          <p:grpSpPr>
            <a:xfrm>
              <a:off x="4996068" y="3670851"/>
              <a:ext cx="1431235" cy="1037317"/>
              <a:chOff x="6718851" y="5632173"/>
              <a:chExt cx="1431235" cy="1037317"/>
            </a:xfrm>
          </p:grpSpPr>
          <p:sp>
            <p:nvSpPr>
              <p:cNvPr id="122" name="Diamond 121">
                <a:extLst>
                  <a:ext uri="{FF2B5EF4-FFF2-40B4-BE49-F238E27FC236}">
                    <a16:creationId xmlns:a16="http://schemas.microsoft.com/office/drawing/2014/main" id="{77C3078E-D70D-1947-AB61-5F3F5BA57ECC}"/>
                  </a:ext>
                </a:extLst>
              </p:cNvPr>
              <p:cNvSpPr/>
              <p:nvPr/>
            </p:nvSpPr>
            <p:spPr>
              <a:xfrm>
                <a:off x="6718851" y="5632173"/>
                <a:ext cx="1431235" cy="993913"/>
              </a:xfrm>
              <a:prstGeom prst="diamond">
                <a:avLst/>
              </a:prstGeom>
              <a:solidFill>
                <a:schemeClr val="bg1"/>
              </a:solidFill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9534033-F306-E14B-A719-79E2267ED6B6}"/>
                  </a:ext>
                </a:extLst>
              </p:cNvPr>
              <p:cNvSpPr txBox="1"/>
              <p:nvPr/>
            </p:nvSpPr>
            <p:spPr>
              <a:xfrm>
                <a:off x="6932490" y="5737183"/>
                <a:ext cx="1007327" cy="932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all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bits in D’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?</a:t>
                </a:r>
              </a:p>
            </p:txBody>
          </p:sp>
        </p:grp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021AD68-3E2D-D64B-A328-B57D61FCD5C4}"/>
                </a:ext>
              </a:extLst>
            </p:cNvPr>
            <p:cNvSpPr txBox="1"/>
            <p:nvPr/>
          </p:nvSpPr>
          <p:spPr>
            <a:xfrm>
              <a:off x="6440556" y="3843131"/>
              <a:ext cx="3497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B0E09AF-3DA9-004F-B45F-5B25A613D13D}"/>
                </a:ext>
              </a:extLst>
            </p:cNvPr>
            <p:cNvSpPr txBox="1"/>
            <p:nvPr/>
          </p:nvSpPr>
          <p:spPr>
            <a:xfrm>
              <a:off x="6380921" y="4207566"/>
              <a:ext cx="1072922" cy="4925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detected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error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01D339A-38B5-234B-AAEE-DB7358965F0D}"/>
                </a:ext>
              </a:extLst>
            </p:cNvPr>
            <p:cNvCxnSpPr/>
            <p:nvPr/>
          </p:nvCxnSpPr>
          <p:spPr>
            <a:xfrm>
              <a:off x="6440557" y="4161183"/>
              <a:ext cx="715618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7A71D88-0E4D-8640-B2F7-F9EA635D4AEB}"/>
              </a:ext>
            </a:extLst>
          </p:cNvPr>
          <p:cNvGrpSpPr/>
          <p:nvPr/>
        </p:nvGrpSpPr>
        <p:grpSpPr>
          <a:xfrm>
            <a:off x="4684642" y="2888974"/>
            <a:ext cx="1656522" cy="845626"/>
            <a:chOff x="4658138" y="2928730"/>
            <a:chExt cx="1656522" cy="845626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464D525-07D1-0C4E-9322-3E346C68F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808" y="3492294"/>
              <a:ext cx="176213" cy="1936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AE07FFAD-256D-DD4C-A8F2-98E5BA8111F5}"/>
                </a:ext>
              </a:extLst>
            </p:cNvPr>
            <p:cNvCxnSpPr/>
            <p:nvPr/>
          </p:nvCxnSpPr>
          <p:spPr>
            <a:xfrm flipV="1">
              <a:off x="5685182" y="2928730"/>
              <a:ext cx="0" cy="72887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7ACBF32-D0BC-034B-96C6-CAF273BAE74C}"/>
                </a:ext>
              </a:extLst>
            </p:cNvPr>
            <p:cNvSpPr txBox="1"/>
            <p:nvPr/>
          </p:nvSpPr>
          <p:spPr>
            <a:xfrm>
              <a:off x="4696239" y="3498575"/>
              <a:ext cx="1022524" cy="2757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otherwise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8FC1D4C-50F1-EC40-9F28-B36E987206D4}"/>
                </a:ext>
              </a:extLst>
            </p:cNvPr>
            <p:cNvGrpSpPr/>
            <p:nvPr/>
          </p:nvGrpSpPr>
          <p:grpSpPr>
            <a:xfrm>
              <a:off x="4658138" y="3028123"/>
              <a:ext cx="1656522" cy="400110"/>
              <a:chOff x="437322" y="2637183"/>
              <a:chExt cx="1656522" cy="40011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BFD95C2-2A13-AB48-A445-E8C6B69B2D0C}"/>
                  </a:ext>
                </a:extLst>
              </p:cNvPr>
              <p:cNvSpPr/>
              <p:nvPr/>
            </p:nvSpPr>
            <p:spPr>
              <a:xfrm>
                <a:off x="437322" y="2690191"/>
                <a:ext cx="1656522" cy="29154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D69FDB-BEE6-4247-8A0A-7662AB11262C}"/>
                  </a:ext>
                </a:extLst>
              </p:cNvPr>
              <p:cNvSpPr txBox="1"/>
              <p:nvPr/>
            </p:nvSpPr>
            <p:spPr>
              <a:xfrm>
                <a:off x="675860" y="2637183"/>
                <a:ext cx="11805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datagram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345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687" y="247041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Checksum </a:t>
            </a:r>
            <a:r>
              <a:rPr lang="en-US" sz="2800" dirty="0"/>
              <a:t>(Review, see W3D2 UDP)</a:t>
            </a:r>
            <a:endParaRPr lang="en-US" sz="440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1698387-9861-714A-B5A0-B2C8BE36CD3A}"/>
              </a:ext>
            </a:extLst>
          </p:cNvPr>
          <p:cNvSpPr txBox="1">
            <a:spLocks noChangeArrowheads="1"/>
          </p:cNvSpPr>
          <p:nvPr/>
        </p:nvSpPr>
        <p:spPr>
          <a:xfrm>
            <a:off x="545687" y="2266121"/>
            <a:ext cx="5318968" cy="44780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60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Sender (UDP)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R="0" lvl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Prepare the UDP packet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spcAft>
                <a:spcPts val="600"/>
              </a:spcAft>
              <a:buClrTx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Header: </a:t>
            </a: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source &amp; destination port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, checksum (initialized as 0)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spcAft>
                <a:spcPts val="600"/>
              </a:spcAft>
              <a:buClrTx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Data: The actual payload</a:t>
            </a:r>
          </a:p>
          <a:p>
            <a:pPr marR="0" lvl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Create the pseudo-header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spcAft>
                <a:spcPts val="600"/>
              </a:spcAft>
              <a:buClrTx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Source IP, destination IP, protocol number (17 for UDP), total length (header &amp; data)</a:t>
            </a:r>
          </a:p>
          <a:p>
            <a:pPr marR="0" lvl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Compute &amp; insert checksum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spcAft>
                <a:spcPts val="600"/>
              </a:spcAft>
              <a:buClrTx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A special case: if the computed checksum is zero; it’s transmitted as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0xFFFF</a:t>
            </a:r>
          </a:p>
          <a:p>
            <a:pPr lvl="1">
              <a:lnSpc>
                <a:spcPct val="80000"/>
              </a:lnSpc>
              <a:spcBef>
                <a:spcPts val="1000"/>
              </a:spcBef>
              <a:spcAft>
                <a:spcPts val="600"/>
              </a:spcAft>
              <a:buClrTx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673A6B1C-AEDF-5947-AFDF-9232983233A4}"/>
              </a:ext>
            </a:extLst>
          </p:cNvPr>
          <p:cNvSpPr txBox="1">
            <a:spLocks noChangeArrowheads="1"/>
          </p:cNvSpPr>
          <p:nvPr/>
        </p:nvSpPr>
        <p:spPr>
          <a:xfrm>
            <a:off x="5864655" y="2266121"/>
            <a:ext cx="5728855" cy="408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Receiver</a:t>
            </a:r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(UDP)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:</a:t>
            </a:r>
          </a:p>
          <a:p>
            <a:pPr lvl="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Receive the UDP packet</a:t>
            </a:r>
          </a:p>
          <a:p>
            <a:pPr lvl="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Rebuild the pseudo-header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Verify checksum of received segment:</a:t>
            </a:r>
          </a:p>
          <a:p>
            <a:pPr lvl="1">
              <a:spcBef>
                <a:spcPts val="1000"/>
              </a:spcBef>
              <a:spcAft>
                <a:spcPts val="600"/>
              </a:spcAft>
              <a:buClrTx/>
              <a:defRPr/>
            </a:pP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Add everything together, verify if the result is all 1s </a:t>
            </a:r>
            <a:r>
              <a:rPr lang="en-US" altLang="en-US" sz="2000" dirty="0">
                <a:solidFill>
                  <a:prstClr val="black"/>
                </a:solidFill>
                <a:latin typeface="Calibri"/>
              </a:rPr>
              <a:t>(1111 1111 1111 1111)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Not all 1s </a:t>
            </a: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  <a:sym typeface="Wingdings" panose="05000000000000000000" pitchFamily="2" charset="2"/>
              </a:rPr>
              <a:t>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 </a:t>
            </a:r>
            <a:r>
              <a:rPr lang="en-US" altLang="en-US" sz="20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Error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 detected</a:t>
            </a: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All 1s </a:t>
            </a: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  <a:sym typeface="Wingdings" panose="05000000000000000000" pitchFamily="2" charset="2"/>
              </a:rPr>
              <a:t>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 </a:t>
            </a: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N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o error detected.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But maybe errors nonetheless?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panose="020B0600070205080204" pitchFamily="34" charset="-128"/>
              </a:rPr>
              <a:t> More later ….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 panose="020B0600070205080204" pitchFamily="34" charset="-128"/>
            </a:endParaRP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F6F1E6ED-F1FB-7542-8156-6A1C186D4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32" y="1338089"/>
            <a:ext cx="11247536" cy="48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lvl="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Goal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 Detect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errors (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i.e.,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flipped bits) in transmitted datagrams/</a:t>
            </a:r>
            <a:r>
              <a:rPr lang="en-US" altLang="ja-JP" sz="2800" dirty="0">
                <a:solidFill>
                  <a:prstClr val="black"/>
                </a:solidFill>
                <a:latin typeface="+mn-lt"/>
              </a:rPr>
              <a:t>segments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310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6B27-2D57-4249-8EF3-5AC82165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830" y="26466"/>
            <a:ext cx="10515600" cy="690760"/>
          </a:xfrm>
        </p:spPr>
        <p:txBody>
          <a:bodyPr>
            <a:normAutofit fontScale="90000"/>
          </a:bodyPr>
          <a:lstStyle/>
          <a:p>
            <a:r>
              <a:rPr lang="en-US" b="0" dirty="0">
                <a:latin typeface="+mn-lt"/>
              </a:rPr>
              <a:t>Parity Checking</a:t>
            </a:r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9E977DCF-A5D5-D941-A85F-41D595E74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285" y="586273"/>
            <a:ext cx="540601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3363" indent="-233363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Single bit parity: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 </a:t>
            </a:r>
          </a:p>
          <a:p>
            <a:pPr marL="4603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Add one extra bit to make the total number of 1s either even or odd</a:t>
            </a:r>
          </a:p>
          <a:p>
            <a:pPr marL="4603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Detect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single bit errors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4A8807-E53F-544F-951E-4EEC55AED5AF}"/>
              </a:ext>
            </a:extLst>
          </p:cNvPr>
          <p:cNvSpPr/>
          <p:nvPr/>
        </p:nvSpPr>
        <p:spPr>
          <a:xfrm>
            <a:off x="908463" y="3581244"/>
            <a:ext cx="2407444" cy="3821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3EB88-53EC-9343-A0EB-51B17E90A4BE}"/>
              </a:ext>
            </a:extLst>
          </p:cNvPr>
          <p:cNvSpPr txBox="1"/>
          <p:nvPr/>
        </p:nvSpPr>
        <p:spPr>
          <a:xfrm>
            <a:off x="947753" y="3588388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0111000110101011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D6C8C67-D55F-4949-8CB8-AA48957614DA}"/>
              </a:ext>
            </a:extLst>
          </p:cNvPr>
          <p:cNvCxnSpPr>
            <a:cxnSpLocks/>
          </p:cNvCxnSpPr>
          <p:nvPr/>
        </p:nvCxnSpPr>
        <p:spPr>
          <a:xfrm>
            <a:off x="887974" y="4200220"/>
            <a:ext cx="2077615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1496D49-E042-0042-963F-F4D7F6508310}"/>
              </a:ext>
            </a:extLst>
          </p:cNvPr>
          <p:cNvCxnSpPr/>
          <p:nvPr/>
        </p:nvCxnSpPr>
        <p:spPr>
          <a:xfrm>
            <a:off x="2975366" y="4106620"/>
            <a:ext cx="0" cy="18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4B9B26C-C48D-D541-B0C4-CE8674EAC315}"/>
              </a:ext>
            </a:extLst>
          </p:cNvPr>
          <p:cNvCxnSpPr/>
          <p:nvPr/>
        </p:nvCxnSpPr>
        <p:spPr>
          <a:xfrm>
            <a:off x="894020" y="4104220"/>
            <a:ext cx="0" cy="18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6E17DF6-8FA0-3248-ACFA-3B0441E6E0F7}"/>
              </a:ext>
            </a:extLst>
          </p:cNvPr>
          <p:cNvGrpSpPr/>
          <p:nvPr/>
        </p:nvGrpSpPr>
        <p:grpSpPr>
          <a:xfrm>
            <a:off x="2864350" y="3587197"/>
            <a:ext cx="2077614" cy="1201960"/>
            <a:chOff x="2978479" y="2669786"/>
            <a:chExt cx="2077614" cy="1201960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77D1C61-D575-204F-B00C-8AF81CED2FA8}"/>
                </a:ext>
              </a:extLst>
            </p:cNvPr>
            <p:cNvSpPr txBox="1"/>
            <p:nvPr/>
          </p:nvSpPr>
          <p:spPr>
            <a:xfrm>
              <a:off x="3093089" y="266978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63440E5-B865-5441-BB06-030B90DDD147}"/>
                </a:ext>
              </a:extLst>
            </p:cNvPr>
            <p:cNvSpPr txBox="1"/>
            <p:nvPr/>
          </p:nvSpPr>
          <p:spPr>
            <a:xfrm>
              <a:off x="2978479" y="3527036"/>
              <a:ext cx="2077614" cy="3447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dirty="0">
                  <a:solidFill>
                    <a:prstClr val="black"/>
                  </a:solidFill>
                  <a:latin typeface="Calibri" panose="020F0502020204030204"/>
                </a:rPr>
                <a:t>(even) p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arity bit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88AC37A-7C69-2A4B-A29F-A98AFD09B784}"/>
                </a:ext>
              </a:extLst>
            </p:cNvPr>
            <p:cNvCxnSpPr/>
            <p:nvPr/>
          </p:nvCxnSpPr>
          <p:spPr>
            <a:xfrm>
              <a:off x="3244610" y="3167702"/>
              <a:ext cx="0" cy="4247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71D3D2-CCCB-5845-A95B-3738A1C04862}"/>
              </a:ext>
            </a:extLst>
          </p:cNvPr>
          <p:cNvCxnSpPr>
            <a:cxnSpLocks/>
          </p:cNvCxnSpPr>
          <p:nvPr/>
        </p:nvCxnSpPr>
        <p:spPr>
          <a:xfrm>
            <a:off x="2978081" y="3582942"/>
            <a:ext cx="0" cy="3872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842BAE3-D3AC-CD49-9147-12EDA7BFAFE5}"/>
              </a:ext>
            </a:extLst>
          </p:cNvPr>
          <p:cNvSpPr txBox="1"/>
          <p:nvPr/>
        </p:nvSpPr>
        <p:spPr>
          <a:xfrm>
            <a:off x="1244445" y="4025809"/>
            <a:ext cx="1464791" cy="5909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 (16)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data bits, nine 1s</a:t>
            </a:r>
          </a:p>
        </p:txBody>
      </p:sp>
      <p:sp>
        <p:nvSpPr>
          <p:cNvPr id="77" name="Text Box 6">
            <a:extLst>
              <a:ext uri="{FF2B5EF4-FFF2-40B4-BE49-F238E27FC236}">
                <a16:creationId xmlns:a16="http://schemas.microsoft.com/office/drawing/2014/main" id="{51CC5DA7-C934-BA4D-AD2C-59DF1BDF9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596" y="627043"/>
            <a:ext cx="5237174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Two-</a:t>
            </a:r>
            <a:r>
              <a:rPr lang="en-US" sz="2400" i="0" dirty="0">
                <a:solidFill>
                  <a:prstClr val="black"/>
                </a:solidFill>
                <a:latin typeface="+mn-lt"/>
              </a:rPr>
              <a:t>dimensional parity: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Detect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and correct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single bit errors </a:t>
            </a:r>
            <a:r>
              <a:rPr lang="en-US" sz="2400" i="0" dirty="0">
                <a:latin typeface="+mn-lt"/>
              </a:rPr>
              <a:t>(without  retransmission!)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i="0" dirty="0">
                <a:latin typeface="+mn-lt"/>
              </a:rPr>
              <a:t>See the even parity example below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C8C37ED-BA12-F647-B652-095F6C8D89DE}"/>
              </a:ext>
            </a:extLst>
          </p:cNvPr>
          <p:cNvGrpSpPr/>
          <p:nvPr/>
        </p:nvGrpSpPr>
        <p:grpSpPr>
          <a:xfrm>
            <a:off x="6724650" y="2387876"/>
            <a:ext cx="4015247" cy="2312023"/>
            <a:chOff x="7427845" y="2584175"/>
            <a:chExt cx="3683372" cy="2054406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DE48D5F-A407-C04B-A9C2-E5D98B0C44D3}"/>
                </a:ext>
              </a:extLst>
            </p:cNvPr>
            <p:cNvGrpSpPr/>
            <p:nvPr/>
          </p:nvGrpSpPr>
          <p:grpSpPr>
            <a:xfrm>
              <a:off x="8263305" y="2908577"/>
              <a:ext cx="697811" cy="1261499"/>
              <a:chOff x="6586330" y="2915478"/>
              <a:chExt cx="697811" cy="126149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44698D-E6CC-C449-A789-8924D0498FBB}"/>
                  </a:ext>
                </a:extLst>
              </p:cNvPr>
              <p:cNvSpPr txBox="1"/>
              <p:nvPr/>
            </p:nvSpPr>
            <p:spPr>
              <a:xfrm>
                <a:off x="6586330" y="2915478"/>
                <a:ext cx="5357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1,1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D039C23-D73F-5448-A103-2F2CF92B8164}"/>
                  </a:ext>
                </a:extLst>
              </p:cNvPr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2,1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A2BF1DC-83F3-C249-9145-C7CA5434E98C}"/>
                  </a:ext>
                </a:extLst>
              </p:cNvPr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i,1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6D22450-166D-9C48-8C6B-D1175FAF9404}"/>
                  </a:ext>
                </a:extLst>
              </p:cNvPr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 . .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CBE1618-E8B9-6748-BC30-FB0ED8C27B44}"/>
                </a:ext>
              </a:extLst>
            </p:cNvPr>
            <p:cNvGrpSpPr/>
            <p:nvPr/>
          </p:nvGrpSpPr>
          <p:grpSpPr>
            <a:xfrm>
              <a:off x="10324987" y="2929914"/>
              <a:ext cx="697811" cy="1261499"/>
              <a:chOff x="6586330" y="2915478"/>
              <a:chExt cx="697811" cy="1261499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40664BB-FF10-8E40-9786-2DB15D82D03E}"/>
                  </a:ext>
                </a:extLst>
              </p:cNvPr>
              <p:cNvSpPr txBox="1"/>
              <p:nvPr/>
            </p:nvSpPr>
            <p:spPr>
              <a:xfrm>
                <a:off x="6586330" y="2915478"/>
                <a:ext cx="6623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1,j+1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757CDDD-B6F5-CB41-9A45-7536B85F31BC}"/>
                  </a:ext>
                </a:extLst>
              </p:cNvPr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2,j+1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A09D6BC-B9C0-F343-90A3-B758C9CDE995}"/>
                  </a:ext>
                </a:extLst>
              </p:cNvPr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i,j+1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439B942-1521-4148-92A1-4DF98667A5C4}"/>
                  </a:ext>
                </a:extLst>
              </p:cNvPr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 . .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237B252-F326-3D41-A273-920CA835FE83}"/>
                </a:ext>
              </a:extLst>
            </p:cNvPr>
            <p:cNvSpPr txBox="1"/>
            <p:nvPr/>
          </p:nvSpPr>
          <p:spPr>
            <a:xfrm>
              <a:off x="9118145" y="4177312"/>
              <a:ext cx="628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. .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871CB392-B504-9D4B-B190-2D8CE6EC381B}"/>
                </a:ext>
              </a:extLst>
            </p:cNvPr>
            <p:cNvGrpSpPr/>
            <p:nvPr/>
          </p:nvGrpSpPr>
          <p:grpSpPr>
            <a:xfrm>
              <a:off x="9722377" y="2910339"/>
              <a:ext cx="697811" cy="1261499"/>
              <a:chOff x="6586330" y="2915478"/>
              <a:chExt cx="697811" cy="1261499"/>
            </a:xfrm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13C2A54-86CC-EE45-930A-2F1B5F76F1C6}"/>
                  </a:ext>
                </a:extLst>
              </p:cNvPr>
              <p:cNvSpPr txBox="1"/>
              <p:nvPr/>
            </p:nvSpPr>
            <p:spPr>
              <a:xfrm>
                <a:off x="6586330" y="2915478"/>
                <a:ext cx="4908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1,j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D2317C2-620E-B441-B816-82ABFCA865CE}"/>
                  </a:ext>
                </a:extLst>
              </p:cNvPr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2,j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3E4A7B0-DEC7-9840-9098-E16CFD3E48DB}"/>
                  </a:ext>
                </a:extLst>
              </p:cNvPr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i,j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AD0FFBC-3E5D-B747-A2D9-8C7CCF8AF033}"/>
                  </a:ext>
                </a:extLst>
              </p:cNvPr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 . .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8299630-3B5D-FA41-BE50-0635687D6C07}"/>
                </a:ext>
              </a:extLst>
            </p:cNvPr>
            <p:cNvGrpSpPr/>
            <p:nvPr/>
          </p:nvGrpSpPr>
          <p:grpSpPr>
            <a:xfrm>
              <a:off x="8262620" y="4202830"/>
              <a:ext cx="2848597" cy="435751"/>
              <a:chOff x="8262620" y="4431427"/>
              <a:chExt cx="2848597" cy="435751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9FC4B06-FE86-0241-A54D-2E39511522A6}"/>
                  </a:ext>
                </a:extLst>
              </p:cNvPr>
              <p:cNvSpPr txBox="1"/>
              <p:nvPr/>
            </p:nvSpPr>
            <p:spPr>
              <a:xfrm>
                <a:off x="8262620" y="4431427"/>
                <a:ext cx="6815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i+1,1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81BBA99-E820-A847-ADAB-D0C1352EF8AF}"/>
                  </a:ext>
                </a:extLst>
              </p:cNvPr>
              <p:cNvSpPr txBox="1"/>
              <p:nvPr/>
            </p:nvSpPr>
            <p:spPr>
              <a:xfrm>
                <a:off x="10329998" y="4467068"/>
                <a:ext cx="7812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i+1,j+1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3A70BE1-4344-514A-9FD8-EEDB3D90BE1F}"/>
                  </a:ext>
                </a:extLst>
              </p:cNvPr>
              <p:cNvSpPr txBox="1"/>
              <p:nvPr/>
            </p:nvSpPr>
            <p:spPr>
              <a:xfrm>
                <a:off x="9727388" y="4447493"/>
                <a:ext cx="7812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i+1,j</a:t>
                </a:r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A192B66-3D53-C344-8E15-4A113F550BCC}"/>
                </a:ext>
              </a:extLst>
            </p:cNvPr>
            <p:cNvCxnSpPr>
              <a:cxnSpLocks/>
            </p:cNvCxnSpPr>
            <p:nvPr/>
          </p:nvCxnSpPr>
          <p:spPr>
            <a:xfrm>
              <a:off x="8343900" y="4214192"/>
              <a:ext cx="208721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3EDC64F-75DF-3544-940A-FF23612E68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25100" y="3064566"/>
              <a:ext cx="0" cy="12887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4B65393-F205-D44E-859B-6DDFD00A54AB}"/>
                </a:ext>
              </a:extLst>
            </p:cNvPr>
            <p:cNvSpPr txBox="1"/>
            <p:nvPr/>
          </p:nvSpPr>
          <p:spPr>
            <a:xfrm>
              <a:off x="9111519" y="3792998"/>
              <a:ext cx="628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. .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F246479-82B6-CC42-AA75-38590A7183FB}"/>
                </a:ext>
              </a:extLst>
            </p:cNvPr>
            <p:cNvSpPr txBox="1"/>
            <p:nvPr/>
          </p:nvSpPr>
          <p:spPr>
            <a:xfrm>
              <a:off x="9104893" y="3478259"/>
              <a:ext cx="628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. .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8E25CB-A5E5-7746-A6CE-70F20EABDD13}"/>
                </a:ext>
              </a:extLst>
            </p:cNvPr>
            <p:cNvSpPr txBox="1"/>
            <p:nvPr/>
          </p:nvSpPr>
          <p:spPr>
            <a:xfrm>
              <a:off x="9108206" y="3183395"/>
              <a:ext cx="628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. .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1623188-ECD3-CD45-9B38-1810F9AC34B4}"/>
                </a:ext>
              </a:extLst>
            </p:cNvPr>
            <p:cNvSpPr txBox="1"/>
            <p:nvPr/>
          </p:nvSpPr>
          <p:spPr>
            <a:xfrm>
              <a:off x="9111519" y="2878596"/>
              <a:ext cx="628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. 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75C454A-9055-274C-8AE9-BC10FD110ACF}"/>
                </a:ext>
              </a:extLst>
            </p:cNvPr>
            <p:cNvSpPr txBox="1"/>
            <p:nvPr/>
          </p:nvSpPr>
          <p:spPr>
            <a:xfrm>
              <a:off x="9670775" y="2584175"/>
              <a:ext cx="10413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row parity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6F66526-ADFA-E742-BBA6-59931424B985}"/>
                </a:ext>
              </a:extLst>
            </p:cNvPr>
            <p:cNvSpPr txBox="1"/>
            <p:nvPr/>
          </p:nvSpPr>
          <p:spPr>
            <a:xfrm>
              <a:off x="7427845" y="3998845"/>
              <a:ext cx="803297" cy="4912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column</a:t>
              </a:r>
            </a:p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parity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C8D069-C2ED-A44C-9956-17294561F5BD}"/>
                </a:ext>
              </a:extLst>
            </p:cNvPr>
            <p:cNvCxnSpPr/>
            <p:nvPr/>
          </p:nvCxnSpPr>
          <p:spPr>
            <a:xfrm>
              <a:off x="9760226" y="2922104"/>
              <a:ext cx="854766" cy="0"/>
            </a:xfrm>
            <a:prstGeom prst="straightConnector1">
              <a:avLst/>
            </a:prstGeom>
            <a:ln w="22225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40D686DE-0503-804F-B89F-FF5DF77D52F2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7795591" y="4137991"/>
              <a:ext cx="854766" cy="0"/>
            </a:xfrm>
            <a:prstGeom prst="straightConnector1">
              <a:avLst/>
            </a:prstGeom>
            <a:ln w="22225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4EC65261-0C24-C74C-8E9A-2A56766B1C75}"/>
              </a:ext>
            </a:extLst>
          </p:cNvPr>
          <p:cNvSpPr txBox="1"/>
          <p:nvPr/>
        </p:nvSpPr>
        <p:spPr>
          <a:xfrm>
            <a:off x="6996399" y="5656116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0 1 0 1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9272CE8-BCAC-9C4C-9705-97A73B0CF4DC}"/>
              </a:ext>
            </a:extLst>
          </p:cNvPr>
          <p:cNvGrpSpPr/>
          <p:nvPr/>
        </p:nvGrpSpPr>
        <p:grpSpPr>
          <a:xfrm>
            <a:off x="6988036" y="4811287"/>
            <a:ext cx="1112530" cy="1123229"/>
            <a:chOff x="6988036" y="4811287"/>
            <a:chExt cx="1112530" cy="1123229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DDE17ED-6E8D-F04B-9604-B0A5821E38CF}"/>
                </a:ext>
              </a:extLst>
            </p:cNvPr>
            <p:cNvSpPr txBox="1"/>
            <p:nvPr/>
          </p:nvSpPr>
          <p:spPr>
            <a:xfrm>
              <a:off x="6988036" y="5364459"/>
              <a:ext cx="981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0 1 1 1 0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E00D9F1-D52C-844A-BE08-19ADE51A3710}"/>
                </a:ext>
              </a:extLst>
            </p:cNvPr>
            <p:cNvSpPr txBox="1"/>
            <p:nvPr/>
          </p:nvSpPr>
          <p:spPr>
            <a:xfrm>
              <a:off x="7001286" y="4811287"/>
              <a:ext cx="981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1 0 1 0 1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4D5B75B-274E-994B-B768-CAAFF3CC0506}"/>
                </a:ext>
              </a:extLst>
            </p:cNvPr>
            <p:cNvSpPr txBox="1"/>
            <p:nvPr/>
          </p:nvSpPr>
          <p:spPr>
            <a:xfrm>
              <a:off x="6994660" y="5092897"/>
              <a:ext cx="981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1 1 1 1 0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153A1B6-BE52-3A4D-8CDE-7C98D4727C7E}"/>
                </a:ext>
              </a:extLst>
            </p:cNvPr>
            <p:cNvCxnSpPr/>
            <p:nvPr/>
          </p:nvCxnSpPr>
          <p:spPr>
            <a:xfrm>
              <a:off x="7081235" y="5722156"/>
              <a:ext cx="10193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F6AD3BF-7B3D-5B44-8D09-3017B18E808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428508" y="5424851"/>
              <a:ext cx="10193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A1B2F7C9-BA8F-734E-AE49-FE038EB1EE2D}"/>
              </a:ext>
            </a:extLst>
          </p:cNvPr>
          <p:cNvSpPr txBox="1"/>
          <p:nvPr/>
        </p:nvSpPr>
        <p:spPr>
          <a:xfrm>
            <a:off x="7917960" y="48101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121A369-07B3-9847-8A6A-A16A48324B3B}"/>
              </a:ext>
            </a:extLst>
          </p:cNvPr>
          <p:cNvSpPr txBox="1"/>
          <p:nvPr/>
        </p:nvSpPr>
        <p:spPr>
          <a:xfrm>
            <a:off x="7913410" y="50956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163229F-F15C-4A48-A59E-D1181FDA985E}"/>
              </a:ext>
            </a:extLst>
          </p:cNvPr>
          <p:cNvSpPr txBox="1"/>
          <p:nvPr/>
        </p:nvSpPr>
        <p:spPr>
          <a:xfrm>
            <a:off x="7913410" y="53788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102871F-98D3-C94B-9B9D-9EDFBD1DA591}"/>
              </a:ext>
            </a:extLst>
          </p:cNvPr>
          <p:cNvSpPr txBox="1"/>
          <p:nvPr/>
        </p:nvSpPr>
        <p:spPr>
          <a:xfrm>
            <a:off x="7919097" y="56642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4EFFD78-C794-F24E-BE55-B812FA8E6373}"/>
              </a:ext>
            </a:extLst>
          </p:cNvPr>
          <p:cNvSpPr txBox="1"/>
          <p:nvPr/>
        </p:nvSpPr>
        <p:spPr>
          <a:xfrm>
            <a:off x="5884529" y="4804713"/>
            <a:ext cx="110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errors: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EF81C9D-B95D-2C44-BE40-11AABF659EE6}"/>
              </a:ext>
            </a:extLst>
          </p:cNvPr>
          <p:cNvGrpSpPr/>
          <p:nvPr/>
        </p:nvGrpSpPr>
        <p:grpSpPr>
          <a:xfrm>
            <a:off x="9880003" y="5062723"/>
            <a:ext cx="1778682" cy="359137"/>
            <a:chOff x="9880003" y="5062723"/>
            <a:chExt cx="1778682" cy="359137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73E8487-5115-ED45-91CD-12473E6CE35C}"/>
                </a:ext>
              </a:extLst>
            </p:cNvPr>
            <p:cNvSpPr txBox="1"/>
            <p:nvPr/>
          </p:nvSpPr>
          <p:spPr>
            <a:xfrm>
              <a:off x="11111740" y="5062723"/>
              <a:ext cx="546945" cy="3591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parity</a:t>
              </a:r>
            </a:p>
            <a:p>
              <a:pPr marL="0" marR="0" lvl="0" indent="0" algn="l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error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6D1057B9-5603-6B48-B071-08FE0B7172F9}"/>
                </a:ext>
              </a:extLst>
            </p:cNvPr>
            <p:cNvCxnSpPr>
              <a:stCxn id="145" idx="1"/>
            </p:cNvCxnSpPr>
            <p:nvPr/>
          </p:nvCxnSpPr>
          <p:spPr>
            <a:xfrm flipV="1">
              <a:off x="9880003" y="5232612"/>
              <a:ext cx="1303277" cy="7611"/>
            </a:xfrm>
            <a:prstGeom prst="straightConnector1">
              <a:avLst/>
            </a:prstGeom>
            <a:ln w="158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7093EA-088C-E94A-9077-958AC4C824B7}"/>
              </a:ext>
            </a:extLst>
          </p:cNvPr>
          <p:cNvGrpSpPr/>
          <p:nvPr/>
        </p:nvGrpSpPr>
        <p:grpSpPr>
          <a:xfrm>
            <a:off x="9930014" y="4772156"/>
            <a:ext cx="546945" cy="1621566"/>
            <a:chOff x="9930014" y="4772156"/>
            <a:chExt cx="546945" cy="1621566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34B127E-41D4-8C49-8FF0-07C5874E8EF9}"/>
                </a:ext>
              </a:extLst>
            </p:cNvPr>
            <p:cNvSpPr txBox="1"/>
            <p:nvPr/>
          </p:nvSpPr>
          <p:spPr>
            <a:xfrm>
              <a:off x="9930014" y="6034585"/>
              <a:ext cx="546945" cy="3591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error</a:t>
              </a: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CCC6F7F0-B384-914D-A818-618271BAAA4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551132" y="5419989"/>
              <a:ext cx="1303277" cy="7611"/>
            </a:xfrm>
            <a:prstGeom prst="straightConnector1">
              <a:avLst/>
            </a:prstGeom>
            <a:ln w="158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3C287F-C7E3-0347-8FC0-F420618EE025}"/>
              </a:ext>
            </a:extLst>
          </p:cNvPr>
          <p:cNvGrpSpPr/>
          <p:nvPr/>
        </p:nvGrpSpPr>
        <p:grpSpPr>
          <a:xfrm>
            <a:off x="8346385" y="4773947"/>
            <a:ext cx="2744420" cy="1243263"/>
            <a:chOff x="8346385" y="4773947"/>
            <a:chExt cx="2744420" cy="12432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4505FCD-484D-0344-B9C0-4C24ED7C7920}"/>
                </a:ext>
              </a:extLst>
            </p:cNvPr>
            <p:cNvGrpSpPr/>
            <p:nvPr/>
          </p:nvGrpSpPr>
          <p:grpSpPr>
            <a:xfrm>
              <a:off x="9873379" y="4773947"/>
              <a:ext cx="1217426" cy="1214161"/>
              <a:chOff x="9873379" y="4773947"/>
              <a:chExt cx="1217426" cy="1214161"/>
            </a:xfrm>
          </p:grpSpPr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B89F2045-70A1-F94B-8859-95531C4604F9}"/>
                  </a:ext>
                </a:extLst>
              </p:cNvPr>
              <p:cNvSpPr txBox="1"/>
              <p:nvPr/>
            </p:nvSpPr>
            <p:spPr>
              <a:xfrm>
                <a:off x="9873379" y="5327119"/>
                <a:ext cx="1204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0 1 1 1 0  1</a:t>
                </a:r>
              </a:p>
            </p:txBody>
          </p: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C319AFE-17A7-2B4C-8668-7FE48598E0BE}"/>
                  </a:ext>
                </a:extLst>
              </p:cNvPr>
              <p:cNvGrpSpPr/>
              <p:nvPr/>
            </p:nvGrpSpPr>
            <p:grpSpPr>
              <a:xfrm>
                <a:off x="9880003" y="4773947"/>
                <a:ext cx="1210802" cy="1214161"/>
                <a:chOff x="6394173" y="4840358"/>
                <a:chExt cx="1210802" cy="1214161"/>
              </a:xfrm>
            </p:grpSpPr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0E8F038-35AD-0946-9AF8-3B82D62EFAD1}"/>
                    </a:ext>
                  </a:extLst>
                </p:cNvPr>
                <p:cNvSpPr txBox="1"/>
                <p:nvPr/>
              </p:nvSpPr>
              <p:spPr>
                <a:xfrm>
                  <a:off x="6400799" y="4840358"/>
                  <a:ext cx="12041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1 0 1 0 1  1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1B46CC5B-41FC-3046-A483-F2909BFB7D31}"/>
                    </a:ext>
                  </a:extLst>
                </p:cNvPr>
                <p:cNvSpPr txBox="1"/>
                <p:nvPr/>
              </p:nvSpPr>
              <p:spPr>
                <a:xfrm>
                  <a:off x="6394173" y="5121968"/>
                  <a:ext cx="12041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 </a:t>
                  </a: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1 1 0  0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46418A9F-75BF-B047-85AA-68BAE639890F}"/>
                    </a:ext>
                  </a:extLst>
                </p:cNvPr>
                <p:cNvSpPr txBox="1"/>
                <p:nvPr/>
              </p:nvSpPr>
              <p:spPr>
                <a:xfrm>
                  <a:off x="6395912" y="5685187"/>
                  <a:ext cx="12041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dirty="0">
                      <a:solidFill>
                        <a:prstClr val="black"/>
                      </a:solidFill>
                      <a:latin typeface="Calibri" panose="020F0502020204030204"/>
                    </a:rPr>
                    <a:t>0</a:t>
                  </a: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0 1 0 1  </a:t>
                  </a: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0</a:t>
                  </a:r>
                </a:p>
              </p:txBody>
            </p: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A7665A79-628F-EF47-A9DA-75CCD8B6F9D1}"/>
                    </a:ext>
                  </a:extLst>
                </p:cNvPr>
                <p:cNvCxnSpPr/>
                <p:nvPr/>
              </p:nvCxnSpPr>
              <p:spPr>
                <a:xfrm>
                  <a:off x="6480748" y="5751227"/>
                  <a:ext cx="1019331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506629B4-5BDA-B443-9A30-1237824981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6828021" y="5453922"/>
                  <a:ext cx="1019331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248BD76-7CB1-F24E-9D14-EBFA827837AC}"/>
                </a:ext>
              </a:extLst>
            </p:cNvPr>
            <p:cNvSpPr txBox="1"/>
            <p:nvPr/>
          </p:nvSpPr>
          <p:spPr>
            <a:xfrm>
              <a:off x="8346385" y="4811367"/>
              <a:ext cx="1411353" cy="1205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detected</a:t>
              </a:r>
            </a:p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and</a:t>
              </a:r>
            </a:p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correctable</a:t>
              </a:r>
            </a:p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single-bit</a:t>
              </a:r>
            </a:p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error: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D901A173-DAE6-384F-9E84-A6924D058027}"/>
              </a:ext>
            </a:extLst>
          </p:cNvPr>
          <p:cNvSpPr txBox="1"/>
          <p:nvPr/>
        </p:nvSpPr>
        <p:spPr>
          <a:xfrm>
            <a:off x="347836" y="2143419"/>
            <a:ext cx="5662024" cy="132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 parity: 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number of 1s (including the parity bit) should be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Odd parity: 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number of 1s (including the parity bit) should be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odd</a:t>
            </a:r>
          </a:p>
        </p:txBody>
      </p:sp>
      <p:sp>
        <p:nvSpPr>
          <p:cNvPr id="151" name="TextBox 1">
            <a:extLst>
              <a:ext uri="{FF2B5EF4-FFF2-40B4-BE49-F238E27FC236}">
                <a16:creationId xmlns:a16="http://schemas.microsoft.com/office/drawing/2014/main" id="{676B03FA-F97E-8D4F-A163-CA316F4C5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075" y="6389262"/>
            <a:ext cx="103048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* Check out the online interactive exercises for more examples: </a:t>
            </a:r>
            <a:r>
              <a:rPr lang="en-US" sz="1400" dirty="0">
                <a:solidFill>
                  <a:prstClr val="black"/>
                </a:solidFill>
                <a:hlinkClick r:id="rId3"/>
              </a:rPr>
              <a:t>http://gaia.cs.umass.edu/kurose_ross/interactive/2d_parity.php</a:t>
            </a:r>
            <a:r>
              <a:rPr lang="en-US" sz="1400" dirty="0">
                <a:solidFill>
                  <a:prstClr val="black"/>
                </a:solidFill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C89C6F-5DA4-294F-83CF-68C618AD67A3}"/>
              </a:ext>
            </a:extLst>
          </p:cNvPr>
          <p:cNvSpPr txBox="1"/>
          <p:nvPr/>
        </p:nvSpPr>
        <p:spPr>
          <a:xfrm>
            <a:off x="347836" y="4709494"/>
            <a:ext cx="4888367" cy="157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00A8"/>
                </a:solidFill>
                <a:latin typeface="Calibri" panose="020F0502020204030204"/>
              </a:rPr>
              <a:t>At receiver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Compute parity of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received bits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Compare with received parity bit – if different than error detected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4214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138" grpId="0"/>
      <p:bldP spid="82" grpId="0"/>
      <p:bldP spid="90" grpId="0"/>
      <p:bldP spid="93" grpId="0"/>
      <p:bldP spid="98" grpId="0"/>
      <p:bldP spid="76" grpId="0"/>
      <p:bldP spid="151" grpId="0"/>
      <p:bldP spid="7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656" y="4784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Cyclic Redundancy Check (CRC)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ECB38E-687E-C946-9EB7-A4D36B2DC890}"/>
              </a:ext>
            </a:extLst>
          </p:cNvPr>
          <p:cNvSpPr txBox="1">
            <a:spLocks noChangeArrowheads="1"/>
          </p:cNvSpPr>
          <p:nvPr/>
        </p:nvSpPr>
        <p:spPr>
          <a:xfrm>
            <a:off x="774000" y="893105"/>
            <a:ext cx="10573954" cy="2195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M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ore powerful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error-detection coding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Treat data as 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polynomial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, divide by 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generator polynomial (G)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, use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remainder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as checksum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+mn-ea"/>
                <a:cs typeface="+mn-cs"/>
              </a:rPr>
              <a:t>D: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data bits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(given, think of these as a binary number)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+mn-ea"/>
                <a:cs typeface="+mn-cs"/>
              </a:rPr>
              <a:t>G: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bit pattern (generator), of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r+1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bits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(given, specified in CRC standard)</a:t>
            </a:r>
          </a:p>
        </p:txBody>
      </p:sp>
      <p:sp>
        <p:nvSpPr>
          <p:cNvPr id="259" name="Rectangle 3">
            <a:extLst>
              <a:ext uri="{FF2B5EF4-FFF2-40B4-BE49-F238E27FC236}">
                <a16:creationId xmlns:a16="http://schemas.microsoft.com/office/drawing/2014/main" id="{E85D3352-49EB-A34F-8ADF-7171A325499F}"/>
              </a:ext>
            </a:extLst>
          </p:cNvPr>
          <p:cNvSpPr txBox="1">
            <a:spLocks noChangeArrowheads="1"/>
          </p:cNvSpPr>
          <p:nvPr/>
        </p:nvSpPr>
        <p:spPr>
          <a:xfrm>
            <a:off x="732301" y="4941861"/>
            <a:ext cx="11036502" cy="18682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1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CRC bits,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such that &lt;D,R&gt;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exactly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divisible by G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(mod 2)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Receiver knows G, divides &lt;D,R&gt; by G.  If non-zero remainder: error detected!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detect all burst errors less than r+1 bits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Widely used in practice (Ethernet, 802.11 WiFi)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E5A70A-21CD-7941-AAFD-93513551C59A}"/>
              </a:ext>
            </a:extLst>
          </p:cNvPr>
          <p:cNvGrpSpPr/>
          <p:nvPr/>
        </p:nvGrpSpPr>
        <p:grpSpPr>
          <a:xfrm>
            <a:off x="3836274" y="4166343"/>
            <a:ext cx="6922203" cy="492873"/>
            <a:chOff x="3954671" y="3889513"/>
            <a:chExt cx="6922203" cy="49287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D5FE7C0-449C-C24C-94F1-976D8F7F07BD}"/>
                </a:ext>
              </a:extLst>
            </p:cNvPr>
            <p:cNvGrpSpPr/>
            <p:nvPr/>
          </p:nvGrpSpPr>
          <p:grpSpPr>
            <a:xfrm>
              <a:off x="3954671" y="3896138"/>
              <a:ext cx="2934586" cy="486248"/>
              <a:chOff x="8759687" y="3087756"/>
              <a:chExt cx="2934586" cy="486248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2DC7EC-5CAB-E046-AF27-F4F1BE4C8967}"/>
                  </a:ext>
                </a:extLst>
              </p:cNvPr>
              <p:cNvSpPr txBox="1"/>
              <p:nvPr/>
            </p:nvSpPr>
            <p:spPr>
              <a:xfrm>
                <a:off x="8759687" y="3087756"/>
                <a:ext cx="2934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&lt;D,R&gt; = D  2</a:t>
                </a:r>
                <a:r>
                  <a:rPr kumimoji="0" lang="en-US" sz="24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XOR  R  </a:t>
                </a: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679D954-E2CF-FE4F-B7E7-75DBBBD56E8B}"/>
                  </a:ext>
                </a:extLst>
              </p:cNvPr>
              <p:cNvSpPr txBox="1"/>
              <p:nvPr/>
            </p:nvSpPr>
            <p:spPr>
              <a:xfrm>
                <a:off x="9972262" y="3173894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*</a:t>
                </a:r>
              </a:p>
            </p:txBody>
          </p:sp>
        </p:grp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D334B737-73F4-0C4A-860A-265D4A3D7E47}"/>
                </a:ext>
              </a:extLst>
            </p:cNvPr>
            <p:cNvSpPr txBox="1"/>
            <p:nvPr/>
          </p:nvSpPr>
          <p:spPr>
            <a:xfrm>
              <a:off x="7997688" y="3889513"/>
              <a:ext cx="28791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formula for these bits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13443DA-FCD3-914F-8EC2-A5BA2DA70B77}"/>
                </a:ext>
              </a:extLst>
            </p:cNvPr>
            <p:cNvCxnSpPr/>
            <p:nvPr/>
          </p:nvCxnSpPr>
          <p:spPr>
            <a:xfrm>
              <a:off x="6811619" y="4134678"/>
              <a:ext cx="11926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60FD657-AC1B-3B4B-9C86-1AB0D8168AC3}"/>
              </a:ext>
            </a:extLst>
          </p:cNvPr>
          <p:cNvGrpSpPr/>
          <p:nvPr/>
        </p:nvGrpSpPr>
        <p:grpSpPr>
          <a:xfrm>
            <a:off x="4125585" y="3047814"/>
            <a:ext cx="5397512" cy="1096490"/>
            <a:chOff x="4243982" y="2770984"/>
            <a:chExt cx="5397512" cy="10964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9E989F3-EA4C-7E47-801E-2273E78A0D67}"/>
                </a:ext>
              </a:extLst>
            </p:cNvPr>
            <p:cNvGrpSpPr/>
            <p:nvPr/>
          </p:nvGrpSpPr>
          <p:grpSpPr>
            <a:xfrm>
              <a:off x="4243982" y="2770984"/>
              <a:ext cx="2691529" cy="1072438"/>
              <a:chOff x="2335669" y="2731227"/>
              <a:chExt cx="2691529" cy="1072438"/>
            </a:xfrm>
          </p:grpSpPr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29C4AA4F-9EB8-1848-8793-F6CDF1CD0D68}"/>
                  </a:ext>
                </a:extLst>
              </p:cNvPr>
              <p:cNvGrpSpPr/>
              <p:nvPr/>
            </p:nvGrpSpPr>
            <p:grpSpPr>
              <a:xfrm>
                <a:off x="3847708" y="2731227"/>
                <a:ext cx="1179490" cy="669878"/>
                <a:chOff x="2714347" y="4114405"/>
                <a:chExt cx="1179490" cy="669878"/>
              </a:xfrm>
            </p:grpSpPr>
            <p:cxnSp>
              <p:nvCxnSpPr>
                <p:cNvPr id="264" name="Straight Arrow Connector 263">
                  <a:extLst>
                    <a:ext uri="{FF2B5EF4-FFF2-40B4-BE49-F238E27FC236}">
                      <a16:creationId xmlns:a16="http://schemas.microsoft.com/office/drawing/2014/main" id="{E3F5CF1B-09D1-CC47-B116-7240726371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4160" y="4686615"/>
                  <a:ext cx="648763" cy="0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3059E882-1BA5-064B-9CE1-43F225240291}"/>
                    </a:ext>
                  </a:extLst>
                </p:cNvPr>
                <p:cNvSpPr txBox="1"/>
                <p:nvPr/>
              </p:nvSpPr>
              <p:spPr>
                <a:xfrm>
                  <a:off x="2714347" y="4114405"/>
                  <a:ext cx="1179490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</a:t>
                  </a: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CRC bits</a:t>
                  </a:r>
                </a:p>
              </p:txBody>
            </p:sp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176F67FC-CEC0-E145-8840-3B220D064D41}"/>
                    </a:ext>
                  </a:extLst>
                </p:cNvPr>
                <p:cNvCxnSpPr/>
                <p:nvPr/>
              </p:nvCxnSpPr>
              <p:spPr>
                <a:xfrm>
                  <a:off x="3527907" y="4597083"/>
                  <a:ext cx="0" cy="18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133DDAB8-AED0-B44C-B8AA-A792E69DA7CC}"/>
                  </a:ext>
                </a:extLst>
              </p:cNvPr>
              <p:cNvGrpSpPr/>
              <p:nvPr/>
            </p:nvGrpSpPr>
            <p:grpSpPr>
              <a:xfrm>
                <a:off x="2335669" y="3063331"/>
                <a:ext cx="1630504" cy="400110"/>
                <a:chOff x="1756641" y="4448183"/>
                <a:chExt cx="1630504" cy="400110"/>
              </a:xfrm>
            </p:grpSpPr>
            <p:cxnSp>
              <p:nvCxnSpPr>
                <p:cNvPr id="290" name="Straight Arrow Connector 289">
                  <a:extLst>
                    <a:ext uri="{FF2B5EF4-FFF2-40B4-BE49-F238E27FC236}">
                      <a16:creationId xmlns:a16="http://schemas.microsoft.com/office/drawing/2014/main" id="{B73F57ED-8511-DE46-AFFF-EB1F2B4DD0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3279" y="4678134"/>
                  <a:ext cx="1620562" cy="0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2" name="TextBox 291">
                  <a:extLst>
                    <a:ext uri="{FF2B5EF4-FFF2-40B4-BE49-F238E27FC236}">
                      <a16:creationId xmlns:a16="http://schemas.microsoft.com/office/drawing/2014/main" id="{9CB76609-999D-2D49-9C0A-E32FE50AF48D}"/>
                    </a:ext>
                  </a:extLst>
                </p:cNvPr>
                <p:cNvSpPr txBox="1"/>
                <p:nvPr/>
              </p:nvSpPr>
              <p:spPr>
                <a:xfrm>
                  <a:off x="1963601" y="4448183"/>
                  <a:ext cx="1278812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 data bits</a:t>
                  </a:r>
                </a:p>
              </p:txBody>
            </p: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E22D3181-9FAA-B541-A443-8DF2B83F5119}"/>
                    </a:ext>
                  </a:extLst>
                </p:cNvPr>
                <p:cNvCxnSpPr/>
                <p:nvPr/>
              </p:nvCxnSpPr>
              <p:spPr>
                <a:xfrm>
                  <a:off x="3387145" y="4594689"/>
                  <a:ext cx="0" cy="18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>
                  <a:extLst>
                    <a:ext uri="{FF2B5EF4-FFF2-40B4-BE49-F238E27FC236}">
                      <a16:creationId xmlns:a16="http://schemas.microsoft.com/office/drawing/2014/main" id="{241989A3-AA8F-EB4B-B54B-64685377702A}"/>
                    </a:ext>
                  </a:extLst>
                </p:cNvPr>
                <p:cNvCxnSpPr/>
                <p:nvPr/>
              </p:nvCxnSpPr>
              <p:spPr>
                <a:xfrm>
                  <a:off x="1756641" y="4588919"/>
                  <a:ext cx="0" cy="18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E8DCF7DE-A8C5-3A48-A607-43071E3845EB}"/>
                  </a:ext>
                </a:extLst>
              </p:cNvPr>
              <p:cNvGrpSpPr/>
              <p:nvPr/>
            </p:nvGrpSpPr>
            <p:grpSpPr>
              <a:xfrm>
                <a:off x="2335669" y="3342000"/>
                <a:ext cx="2325599" cy="461665"/>
                <a:chOff x="1904400" y="5143043"/>
                <a:chExt cx="2325599" cy="461665"/>
              </a:xfrm>
            </p:grpSpPr>
            <p:sp>
              <p:nvSpPr>
                <p:cNvPr id="269" name="Rectangle 268">
                  <a:extLst>
                    <a:ext uri="{FF2B5EF4-FFF2-40B4-BE49-F238E27FC236}">
                      <a16:creationId xmlns:a16="http://schemas.microsoft.com/office/drawing/2014/main" id="{F9356EE8-B88E-354C-B22C-C3AE0C4CCEC0}"/>
                    </a:ext>
                  </a:extLst>
                </p:cNvPr>
                <p:cNvSpPr/>
                <p:nvPr/>
              </p:nvSpPr>
              <p:spPr>
                <a:xfrm>
                  <a:off x="1904400" y="5221355"/>
                  <a:ext cx="2325599" cy="29154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8C616664-1678-F94A-9D03-7836F153E4E8}"/>
                    </a:ext>
                  </a:extLst>
                </p:cNvPr>
                <p:cNvSpPr txBox="1"/>
                <p:nvPr/>
              </p:nvSpPr>
              <p:spPr>
                <a:xfrm>
                  <a:off x="2617147" y="5171947"/>
                  <a:ext cx="34176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8C3ABF98-D5C1-734D-9F57-D1EEEEBAFD1C}"/>
                    </a:ext>
                  </a:extLst>
                </p:cNvPr>
                <p:cNvSpPr txBox="1"/>
                <p:nvPr/>
              </p:nvSpPr>
              <p:spPr>
                <a:xfrm>
                  <a:off x="3708874" y="5143043"/>
                  <a:ext cx="35137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</a:t>
                  </a: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693A86FD-0E91-F84C-AD1B-5E7BF4B8B76C}"/>
                    </a:ext>
                  </a:extLst>
                </p:cNvPr>
                <p:cNvCxnSpPr/>
                <p:nvPr/>
              </p:nvCxnSpPr>
              <p:spPr>
                <a:xfrm>
                  <a:off x="3531600" y="5223600"/>
                  <a:ext cx="0" cy="2880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8932362-DCB4-EB40-9B1C-58CF349F31F1}"/>
                </a:ext>
              </a:extLst>
            </p:cNvPr>
            <p:cNvSpPr txBox="1"/>
            <p:nvPr/>
          </p:nvSpPr>
          <p:spPr>
            <a:xfrm>
              <a:off x="8004315" y="3405809"/>
              <a:ext cx="16371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bits to send</a:t>
              </a:r>
            </a:p>
          </p:txBody>
        </p: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B1D8A448-DD38-3A4F-8E01-5FD4EA57EB3C}"/>
                </a:ext>
              </a:extLst>
            </p:cNvPr>
            <p:cNvCxnSpPr/>
            <p:nvPr/>
          </p:nvCxnSpPr>
          <p:spPr>
            <a:xfrm>
              <a:off x="6791741" y="3637722"/>
              <a:ext cx="11926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046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B759CC00-BF06-854E-86A2-B83BD2F0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611" y="3288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Cyclic Redundancy Check (CRC): Example</a:t>
            </a:r>
            <a:endParaRPr lang="en-US" sz="4400" dirty="0"/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E9268402-B537-304A-80D7-4F08E8DE947C}"/>
              </a:ext>
            </a:extLst>
          </p:cNvPr>
          <p:cNvSpPr txBox="1">
            <a:spLocks noChangeArrowheads="1"/>
          </p:cNvSpPr>
          <p:nvPr/>
        </p:nvSpPr>
        <p:spPr>
          <a:xfrm>
            <a:off x="52110" y="1056655"/>
            <a:ext cx="5236685" cy="13351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+mn-ea"/>
                <a:cs typeface="+mn-cs"/>
              </a:rPr>
              <a:t>Sender wants to compute</a:t>
            </a:r>
            <a:r>
              <a:rPr lang="en-US" sz="3200" dirty="0">
                <a:solidFill>
                  <a:srgbClr val="000099"/>
                </a:solidFill>
              </a:rPr>
              <a:t> R, such that: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75000"/>
              </a:lnSpc>
              <a:spcBef>
                <a:spcPts val="500"/>
              </a:spcBef>
              <a:spcAft>
                <a:spcPts val="600"/>
              </a:spcAft>
              <a:buClr>
                <a:srgbClr val="0000A8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 </a:t>
            </a:r>
            <a:r>
              <a:rPr kumimoji="0" lang="en-US" sz="3000" b="0" i="1" u="none" strike="noStrike" kern="1200" cap="none" spc="0" normalizeH="0" baseline="26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3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XOR  R = nG</a:t>
            </a:r>
          </a:p>
        </p:txBody>
      </p:sp>
      <p:sp>
        <p:nvSpPr>
          <p:cNvPr id="36" name="TextBox 1">
            <a:extLst>
              <a:ext uri="{FF2B5EF4-FFF2-40B4-BE49-F238E27FC236}">
                <a16:creationId xmlns:a16="http://schemas.microsoft.com/office/drawing/2014/main" id="{5F06603C-08A5-9845-B758-7BDABC3C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166" y="6173238"/>
            <a:ext cx="56755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Check out the online interactive exercises for more examples:</a:t>
            </a:r>
          </a:p>
          <a:p>
            <a:pPr lvl="0">
              <a:defRPr/>
            </a:pPr>
            <a:r>
              <a:rPr lang="en-US" sz="1400" dirty="0">
                <a:solidFill>
                  <a:prstClr val="black"/>
                </a:solidFill>
              </a:rPr>
              <a:t>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hlinkClick r:id="rId3"/>
              </a:rPr>
              <a:t>http://gaia.cs.umass.edu/kurose_ross/interactive/CRC.php</a:t>
            </a:r>
            <a:r>
              <a:rPr lang="en-US" sz="1400" dirty="0">
                <a:solidFill>
                  <a:prstClr val="black"/>
                </a:solidFill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9F3C04-8A75-924D-8CE9-D51AC0954E3F}"/>
              </a:ext>
            </a:extLst>
          </p:cNvPr>
          <p:cNvGrpSpPr/>
          <p:nvPr/>
        </p:nvGrpSpPr>
        <p:grpSpPr>
          <a:xfrm>
            <a:off x="458719" y="4976462"/>
            <a:ext cx="2788271" cy="822325"/>
            <a:chOff x="1783729" y="4359275"/>
            <a:chExt cx="2788271" cy="822325"/>
          </a:xfrm>
        </p:grpSpPr>
        <p:sp>
          <p:nvSpPr>
            <p:cNvPr id="37" name="Text Box 6">
              <a:extLst>
                <a:ext uri="{FF2B5EF4-FFF2-40B4-BE49-F238E27FC236}">
                  <a16:creationId xmlns:a16="http://schemas.microsoft.com/office/drawing/2014/main" id="{0D2B5DE6-30BC-384D-967C-0752A15E6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4939" y="4359275"/>
              <a:ext cx="1336675" cy="82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</a:t>
              </a:r>
              <a:r>
                <a:rPr kumimoji="0" lang="en-US" sz="2400" b="0" i="1" u="none" strike="noStrike" kern="1200" cap="none" spc="0" normalizeH="0" baseline="26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.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2</a:t>
              </a:r>
              <a:r>
                <a:rPr kumimoji="0" lang="en-US" sz="2400" b="0" i="1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G</a:t>
              </a:r>
            </a:p>
          </p:txBody>
        </p:sp>
        <p:sp>
          <p:nvSpPr>
            <p:cNvPr id="38" name="Line 7">
              <a:extLst>
                <a:ext uri="{FF2B5EF4-FFF2-40B4-BE49-F238E27FC236}">
                  <a16:creationId xmlns:a16="http://schemas.microsoft.com/office/drawing/2014/main" id="{7EDB71CD-D11F-5D42-AAAF-99C7646A0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839" y="4775200"/>
              <a:ext cx="631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 Box 5">
              <a:extLst>
                <a:ext uri="{FF2B5EF4-FFF2-40B4-BE49-F238E27FC236}">
                  <a16:creationId xmlns:a16="http://schemas.microsoft.com/office/drawing/2014/main" id="{727CD607-1F6A-FE44-BD7A-6D2EAB93B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729" y="4504911"/>
              <a:ext cx="2788271" cy="471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= remainder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[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       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]</a:t>
              </a:r>
              <a:endPara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1" name="Rectangle 4">
            <a:extLst>
              <a:ext uri="{FF2B5EF4-FFF2-40B4-BE49-F238E27FC236}">
                <a16:creationId xmlns:a16="http://schemas.microsoft.com/office/drawing/2014/main" id="{0277089F-1489-B940-903E-43BA205BCEA6}"/>
              </a:ext>
            </a:extLst>
          </p:cNvPr>
          <p:cNvSpPr txBox="1">
            <a:spLocks noChangeArrowheads="1"/>
          </p:cNvSpPr>
          <p:nvPr/>
        </p:nvSpPr>
        <p:spPr>
          <a:xfrm>
            <a:off x="52110" y="2379691"/>
            <a:ext cx="5252642" cy="9468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117475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+mn-ea"/>
                <a:cs typeface="+mn-cs"/>
              </a:rPr>
              <a:t>... or equivalently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+mn-ea"/>
                <a:cs typeface="+mn-cs"/>
              </a:rPr>
              <a:t>(XOR R both sides):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75000"/>
              </a:lnSpc>
              <a:spcBef>
                <a:spcPts val="500"/>
              </a:spcBef>
              <a:spcAft>
                <a:spcPts val="600"/>
              </a:spcAft>
              <a:buClr>
                <a:srgbClr val="0000A8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 </a:t>
            </a:r>
            <a:r>
              <a:rPr kumimoji="0" lang="en-US" sz="2800" b="0" i="1" u="none" strike="noStrike" kern="1200" cap="none" spc="0" normalizeH="0" baseline="26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nG  XOR  R </a:t>
            </a:r>
          </a:p>
        </p:txBody>
      </p:sp>
      <p:sp>
        <p:nvSpPr>
          <p:cNvPr id="102" name="Rectangle 4">
            <a:extLst>
              <a:ext uri="{FF2B5EF4-FFF2-40B4-BE49-F238E27FC236}">
                <a16:creationId xmlns:a16="http://schemas.microsoft.com/office/drawing/2014/main" id="{2D27A16A-ED66-A64E-999A-8DE379B7B5C0}"/>
              </a:ext>
            </a:extLst>
          </p:cNvPr>
          <p:cNvSpPr txBox="1">
            <a:spLocks noChangeArrowheads="1"/>
          </p:cNvSpPr>
          <p:nvPr/>
        </p:nvSpPr>
        <p:spPr>
          <a:xfrm>
            <a:off x="52110" y="3314425"/>
            <a:ext cx="4984888" cy="1354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117475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</a:rPr>
              <a:t>... </a:t>
            </a:r>
            <a:r>
              <a:rPr lang="en-US" dirty="0">
                <a:solidFill>
                  <a:srgbClr val="000099"/>
                </a:solidFill>
              </a:rPr>
              <a:t>which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</a:rPr>
              <a:t> says: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 </a:t>
            </a:r>
          </a:p>
          <a:p>
            <a:pPr marL="457200" marR="0" lvl="0" indent="-2349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if we divide D </a:t>
            </a:r>
            <a:r>
              <a:rPr kumimoji="0" lang="en-US" sz="2800" b="0" i="0" u="none" strike="noStrike" kern="1200" cap="none" spc="0" normalizeH="0" baseline="26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by G, we want remainder R to satisfy: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709EF1B-AB47-6D41-949D-2E4338243C54}"/>
              </a:ext>
            </a:extLst>
          </p:cNvPr>
          <p:cNvSpPr txBox="1"/>
          <p:nvPr/>
        </p:nvSpPr>
        <p:spPr>
          <a:xfrm>
            <a:off x="7942223" y="2571903"/>
            <a:ext cx="1220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1  0  0  1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35AA9A8-6F10-FC46-8C63-1F24C136BDC7}"/>
              </a:ext>
            </a:extLst>
          </p:cNvPr>
          <p:cNvSpPr txBox="1"/>
          <p:nvPr/>
        </p:nvSpPr>
        <p:spPr>
          <a:xfrm>
            <a:off x="8512067" y="3466425"/>
            <a:ext cx="1220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1  0  1  0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EA0B225-9161-C044-9CCB-C8A2548A0D0E}"/>
              </a:ext>
            </a:extLst>
          </p:cNvPr>
          <p:cNvSpPr txBox="1"/>
          <p:nvPr/>
        </p:nvSpPr>
        <p:spPr>
          <a:xfrm>
            <a:off x="8512068" y="2876706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1  0  1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489F494-99AA-074F-8182-D3D7196530B7}"/>
              </a:ext>
            </a:extLst>
          </p:cNvPr>
          <p:cNvSpPr txBox="1"/>
          <p:nvPr/>
        </p:nvSpPr>
        <p:spPr>
          <a:xfrm>
            <a:off x="8525318" y="3181508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0  0  0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DFD980A-60DC-134A-A8B3-E03AA7433300}"/>
              </a:ext>
            </a:extLst>
          </p:cNvPr>
          <p:cNvSpPr txBox="1"/>
          <p:nvPr/>
        </p:nvSpPr>
        <p:spPr>
          <a:xfrm>
            <a:off x="8518692" y="3764599"/>
            <a:ext cx="1220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1  0  0  1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BFAC571-4E2C-784B-9D01-75A389FD3D84}"/>
              </a:ext>
            </a:extLst>
          </p:cNvPr>
          <p:cNvGrpSpPr/>
          <p:nvPr/>
        </p:nvGrpSpPr>
        <p:grpSpPr>
          <a:xfrm>
            <a:off x="9088537" y="4089280"/>
            <a:ext cx="1505129" cy="2259494"/>
            <a:chOff x="8825948" y="3664228"/>
            <a:chExt cx="1505129" cy="2259494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889B67E-A072-AB41-A01A-7F865D34C541}"/>
                </a:ext>
              </a:extLst>
            </p:cNvPr>
            <p:cNvSpPr txBox="1"/>
            <p:nvPr/>
          </p:nvSpPr>
          <p:spPr>
            <a:xfrm>
              <a:off x="8832573" y="4558747"/>
              <a:ext cx="1220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1  0  0  1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771E71D-3FEA-E24D-A9F2-3C6E914C90B6}"/>
                </a:ext>
              </a:extLst>
            </p:cNvPr>
            <p:cNvSpPr txBox="1"/>
            <p:nvPr/>
          </p:nvSpPr>
          <p:spPr>
            <a:xfrm>
              <a:off x="9110869" y="5155096"/>
              <a:ext cx="1220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1  0  0  1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DDCBC3-5B80-7048-9A15-D7F72168F895}"/>
                </a:ext>
              </a:extLst>
            </p:cNvPr>
            <p:cNvSpPr txBox="1"/>
            <p:nvPr/>
          </p:nvSpPr>
          <p:spPr>
            <a:xfrm>
              <a:off x="8845821" y="3962406"/>
              <a:ext cx="926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0  0  0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083236F-E8E8-3543-B2CA-BFEC7F79BEE0}"/>
                </a:ext>
              </a:extLst>
            </p:cNvPr>
            <p:cNvSpPr txBox="1"/>
            <p:nvPr/>
          </p:nvSpPr>
          <p:spPr>
            <a:xfrm>
              <a:off x="8825949" y="3664228"/>
              <a:ext cx="926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1  1  0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20BB746-0ABB-D447-AF3A-94FD526E5ED6}"/>
                </a:ext>
              </a:extLst>
            </p:cNvPr>
            <p:cNvSpPr txBox="1"/>
            <p:nvPr/>
          </p:nvSpPr>
          <p:spPr>
            <a:xfrm>
              <a:off x="8825948" y="4253947"/>
              <a:ext cx="1220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1  1  0  0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EB22599-A868-F240-9967-17E8EF7F998A}"/>
                </a:ext>
              </a:extLst>
            </p:cNvPr>
            <p:cNvSpPr txBox="1"/>
            <p:nvPr/>
          </p:nvSpPr>
          <p:spPr>
            <a:xfrm>
              <a:off x="9110871" y="4856920"/>
              <a:ext cx="1220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1  0  1  0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B9F6BC8-86AC-5D4D-BE74-BC8DA0EAD36F}"/>
                </a:ext>
              </a:extLst>
            </p:cNvPr>
            <p:cNvSpPr txBox="1"/>
            <p:nvPr/>
          </p:nvSpPr>
          <p:spPr>
            <a:xfrm>
              <a:off x="9395794" y="5462057"/>
              <a:ext cx="926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0  1  1</a:t>
              </a: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7CE2820A-3665-2B4D-A5CA-35AFC4BC3720}"/>
              </a:ext>
            </a:extLst>
          </p:cNvPr>
          <p:cNvSpPr txBox="1"/>
          <p:nvPr/>
        </p:nvSpPr>
        <p:spPr>
          <a:xfrm>
            <a:off x="9525476" y="1876161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0  1  1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E3B34AB-8291-AF4C-95AB-CD958EF54DB2}"/>
              </a:ext>
            </a:extLst>
          </p:cNvPr>
          <p:cNvSpPr txBox="1"/>
          <p:nvPr/>
        </p:nvSpPr>
        <p:spPr>
          <a:xfrm>
            <a:off x="10261353" y="2962843"/>
            <a:ext cx="405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4DA620B-908B-B44C-9BDF-C09E9B5A8569}"/>
              </a:ext>
            </a:extLst>
          </p:cNvPr>
          <p:cNvSpPr txBox="1"/>
          <p:nvPr/>
        </p:nvSpPr>
        <p:spPr>
          <a:xfrm>
            <a:off x="9963178" y="6388529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119" name="Right Brace 118">
            <a:extLst>
              <a:ext uri="{FF2B5EF4-FFF2-40B4-BE49-F238E27FC236}">
                <a16:creationId xmlns:a16="http://schemas.microsoft.com/office/drawing/2014/main" id="{A8D7C83E-1AF7-554B-AEBC-D0B417EC78D6}"/>
              </a:ext>
            </a:extLst>
          </p:cNvPr>
          <p:cNvSpPr/>
          <p:nvPr/>
        </p:nvSpPr>
        <p:spPr>
          <a:xfrm rot="5400000">
            <a:off x="10011979" y="6034930"/>
            <a:ext cx="185531" cy="680698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A387E02-0869-A343-8D42-E08DDDF8DF68}"/>
              </a:ext>
            </a:extLst>
          </p:cNvPr>
          <p:cNvGrpSpPr/>
          <p:nvPr/>
        </p:nvGrpSpPr>
        <p:grpSpPr>
          <a:xfrm>
            <a:off x="6630259" y="1644253"/>
            <a:ext cx="1220206" cy="1064637"/>
            <a:chOff x="6367670" y="1219201"/>
            <a:chExt cx="1220206" cy="1064637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F6FA86E-8575-FE41-8A7D-57A1A6D3671A}"/>
                </a:ext>
              </a:extLst>
            </p:cNvPr>
            <p:cNvSpPr txBox="1"/>
            <p:nvPr/>
          </p:nvSpPr>
          <p:spPr>
            <a:xfrm>
              <a:off x="6367670" y="1822173"/>
              <a:ext cx="1220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1  0  0  1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1C2439F-EA3A-1744-8F2A-DE51769C22B5}"/>
                </a:ext>
              </a:extLst>
            </p:cNvPr>
            <p:cNvSpPr txBox="1"/>
            <p:nvPr/>
          </p:nvSpPr>
          <p:spPr>
            <a:xfrm>
              <a:off x="6745358" y="1219201"/>
              <a:ext cx="4106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23" name="Right Brace 122">
              <a:extLst>
                <a:ext uri="{FF2B5EF4-FFF2-40B4-BE49-F238E27FC236}">
                  <a16:creationId xmlns:a16="http://schemas.microsoft.com/office/drawing/2014/main" id="{30F89C6E-5B55-814C-A678-DF151635B08C}"/>
                </a:ext>
              </a:extLst>
            </p:cNvPr>
            <p:cNvSpPr/>
            <p:nvPr/>
          </p:nvSpPr>
          <p:spPr>
            <a:xfrm rot="16200000">
              <a:off x="6831499" y="1265579"/>
              <a:ext cx="231910" cy="1000543"/>
            </a:xfrm>
            <a:prstGeom prst="rightBrac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07599B5-1DC7-7B44-87F1-7FFE1BEE0273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9101789" y="2624913"/>
            <a:ext cx="1159564" cy="59954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6D67B0D-4D6B-8A46-B8C0-A7A1E67CD0AE}"/>
              </a:ext>
            </a:extLst>
          </p:cNvPr>
          <p:cNvGrpSpPr/>
          <p:nvPr/>
        </p:nvGrpSpPr>
        <p:grpSpPr>
          <a:xfrm>
            <a:off x="7812740" y="2298854"/>
            <a:ext cx="2658302" cy="323298"/>
            <a:chOff x="7550151" y="1873802"/>
            <a:chExt cx="2658302" cy="32329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9B3616B2-31C8-0340-A40E-1391DD88EC4E}"/>
                </a:ext>
              </a:extLst>
            </p:cNvPr>
            <p:cNvGrpSpPr/>
            <p:nvPr/>
          </p:nvGrpSpPr>
          <p:grpSpPr>
            <a:xfrm>
              <a:off x="7550151" y="1873802"/>
              <a:ext cx="2658302" cy="323298"/>
              <a:chOff x="7572376" y="1842052"/>
              <a:chExt cx="2658302" cy="323298"/>
            </a:xfrm>
          </p:grpSpPr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08901261-BA86-0940-AD87-917B05B4E106}"/>
                  </a:ext>
                </a:extLst>
              </p:cNvPr>
              <p:cNvCxnSpPr/>
              <p:nvPr/>
            </p:nvCxnSpPr>
            <p:spPr>
              <a:xfrm>
                <a:off x="7659757" y="1842052"/>
                <a:ext cx="257092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Pie 128">
                <a:extLst>
                  <a:ext uri="{FF2B5EF4-FFF2-40B4-BE49-F238E27FC236}">
                    <a16:creationId xmlns:a16="http://schemas.microsoft.com/office/drawing/2014/main" id="{00815B2F-6609-A742-801E-A82E23AA6B2C}"/>
                  </a:ext>
                </a:extLst>
              </p:cNvPr>
              <p:cNvSpPr/>
              <p:nvPr/>
            </p:nvSpPr>
            <p:spPr>
              <a:xfrm rot="16200000">
                <a:off x="7488045" y="1927002"/>
                <a:ext cx="322679" cy="154018"/>
              </a:xfrm>
              <a:prstGeom prst="pie">
                <a:avLst>
                  <a:gd name="adj1" fmla="val 0"/>
                  <a:gd name="adj2" fmla="val 10753547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2601E522-EFA7-8343-9D8C-C4CE6F34EE10}"/>
                </a:ext>
              </a:extLst>
            </p:cNvPr>
            <p:cNvSpPr/>
            <p:nvPr/>
          </p:nvSpPr>
          <p:spPr>
            <a:xfrm>
              <a:off x="7585075" y="1882775"/>
              <a:ext cx="85725" cy="3079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1FDA5430-A6B0-834B-BE48-437D3487D1C3}"/>
              </a:ext>
            </a:extLst>
          </p:cNvPr>
          <p:cNvSpPr txBox="1"/>
          <p:nvPr/>
        </p:nvSpPr>
        <p:spPr>
          <a:xfrm>
            <a:off x="9668716" y="2247225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0  0  0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AA5CF5C-1769-FD4E-892C-DE8A33C74C01}"/>
              </a:ext>
            </a:extLst>
          </p:cNvPr>
          <p:cNvSpPr txBox="1"/>
          <p:nvPr/>
        </p:nvSpPr>
        <p:spPr>
          <a:xfrm>
            <a:off x="7935597" y="2253850"/>
            <a:ext cx="1806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1  0  1  1  1  0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A5C44807-2247-784F-B540-295D00EBEC83}"/>
              </a:ext>
            </a:extLst>
          </p:cNvPr>
          <p:cNvSpPr/>
          <p:nvPr/>
        </p:nvSpPr>
        <p:spPr>
          <a:xfrm>
            <a:off x="7975355" y="2306861"/>
            <a:ext cx="2597426" cy="331304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583F49F-5180-5D4F-8B8E-E8B400A05296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9983058" y="2644791"/>
            <a:ext cx="278295" cy="579662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1EA7DEF7-E301-BD4B-9C57-DFAFB6204A6F}"/>
              </a:ext>
            </a:extLst>
          </p:cNvPr>
          <p:cNvSpPr txBox="1"/>
          <p:nvPr/>
        </p:nvSpPr>
        <p:spPr>
          <a:xfrm>
            <a:off x="10639036" y="2969470"/>
            <a:ext cx="1482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(here, r=3)</a:t>
            </a:r>
            <a:endParaRPr kumimoji="0" lang="en-US" sz="2800" b="0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B53CD48-3690-8946-A52D-ED09BA2D0443}"/>
              </a:ext>
            </a:extLst>
          </p:cNvPr>
          <p:cNvSpPr txBox="1"/>
          <p:nvPr/>
        </p:nvSpPr>
        <p:spPr>
          <a:xfrm>
            <a:off x="10489955" y="306223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BC69377-C795-514D-9135-191092B5D840}"/>
              </a:ext>
            </a:extLst>
          </p:cNvPr>
          <p:cNvSpPr txBox="1"/>
          <p:nvPr/>
        </p:nvSpPr>
        <p:spPr>
          <a:xfrm>
            <a:off x="8786433" y="186669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0DE5684-3F65-874B-8116-C643C79124D1}"/>
              </a:ext>
            </a:extLst>
          </p:cNvPr>
          <p:cNvSpPr txBox="1"/>
          <p:nvPr/>
        </p:nvSpPr>
        <p:spPr>
          <a:xfrm>
            <a:off x="9073304" y="187566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886DF09-4CAB-0A49-B8FB-6B0C7333B9BC}"/>
              </a:ext>
            </a:extLst>
          </p:cNvPr>
          <p:cNvSpPr txBox="1"/>
          <p:nvPr/>
        </p:nvSpPr>
        <p:spPr>
          <a:xfrm>
            <a:off x="9360175" y="186669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2A026-1E79-6E4F-BB2B-9F601BFFF743}"/>
              </a:ext>
            </a:extLst>
          </p:cNvPr>
          <p:cNvSpPr txBox="1"/>
          <p:nvPr/>
        </p:nvSpPr>
        <p:spPr>
          <a:xfrm>
            <a:off x="3323190" y="5055837"/>
            <a:ext cx="1905715" cy="722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i="1" dirty="0">
                <a:solidFill>
                  <a:srgbClr val="C00000"/>
                </a:solidFill>
              </a:rPr>
              <a:t>algorithm for </a:t>
            </a:r>
          </a:p>
          <a:p>
            <a:pPr>
              <a:lnSpc>
                <a:spcPct val="85000"/>
              </a:lnSpc>
            </a:pPr>
            <a:r>
              <a:rPr lang="en-US" sz="2400" i="1" dirty="0">
                <a:solidFill>
                  <a:srgbClr val="C00000"/>
                </a:solidFill>
              </a:rPr>
              <a:t>computing 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3119A0-F2D0-BF4D-A6DF-32CE329EF4A3}"/>
              </a:ext>
            </a:extLst>
          </p:cNvPr>
          <p:cNvSpPr/>
          <p:nvPr/>
        </p:nvSpPr>
        <p:spPr>
          <a:xfrm>
            <a:off x="218040" y="4808187"/>
            <a:ext cx="3162300" cy="112395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DC9CA-D017-6F3B-2B55-4AAD566B5781}"/>
              </a:ext>
            </a:extLst>
          </p:cNvPr>
          <p:cNvSpPr txBox="1"/>
          <p:nvPr/>
        </p:nvSpPr>
        <p:spPr>
          <a:xfrm>
            <a:off x="6096000" y="3304339"/>
            <a:ext cx="20822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CRC uses </a:t>
            </a:r>
          </a:p>
          <a:p>
            <a:r>
              <a:rPr lang="fr-FR" b="1" dirty="0">
                <a:solidFill>
                  <a:srgbClr val="C00000"/>
                </a:solidFill>
              </a:rPr>
              <a:t>modulo-2 division (XOR)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C739DF-3AA0-9A3B-6FFE-15842DF04828}"/>
              </a:ext>
            </a:extLst>
          </p:cNvPr>
          <p:cNvCxnSpPr>
            <a:cxnSpLocks/>
            <a:stCxn id="8" idx="0"/>
            <a:endCxn id="105" idx="1"/>
          </p:cNvCxnSpPr>
          <p:nvPr/>
        </p:nvCxnSpPr>
        <p:spPr>
          <a:xfrm flipV="1">
            <a:off x="7137145" y="3107539"/>
            <a:ext cx="1374923" cy="1968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5DD4D3E-232D-E66D-BD8E-FAB4DE927AF6}"/>
              </a:ext>
            </a:extLst>
          </p:cNvPr>
          <p:cNvSpPr/>
          <p:nvPr/>
        </p:nvSpPr>
        <p:spPr>
          <a:xfrm>
            <a:off x="8525318" y="2962843"/>
            <a:ext cx="650361" cy="3053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F2BF27-646C-E5C4-2E8A-7F498B7BB2DB}"/>
              </a:ext>
            </a:extLst>
          </p:cNvPr>
          <p:cNvSpPr txBox="1"/>
          <p:nvPr/>
        </p:nvSpPr>
        <p:spPr>
          <a:xfrm>
            <a:off x="5677589" y="749631"/>
            <a:ext cx="60971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Generator polynomial: x³ + 1 → Binary: 1001 (4 bits)</a:t>
            </a:r>
          </a:p>
          <a:p>
            <a:pPr>
              <a:spcAft>
                <a:spcPts val="600"/>
              </a:spcAft>
            </a:pPr>
            <a:r>
              <a:rPr lang="en-US" dirty="0"/>
              <a:t>Data to send: 101110 (6 bits)</a:t>
            </a:r>
          </a:p>
          <a:p>
            <a:pPr>
              <a:spcAft>
                <a:spcPts val="600"/>
              </a:spcAft>
            </a:pPr>
            <a:r>
              <a:rPr lang="en-US" b="1" dirty="0"/>
              <a:t>Step 1:</a:t>
            </a:r>
            <a:r>
              <a:rPr lang="en-US" dirty="0"/>
              <a:t> Append 3 zeros to data (degree of generator = 3)</a:t>
            </a:r>
          </a:p>
        </p:txBody>
      </p:sp>
    </p:spTree>
    <p:extLst>
      <p:ext uri="{BB962C8B-B14F-4D97-AF65-F5344CB8AC3E}">
        <p14:creationId xmlns:p14="http://schemas.microsoft.com/office/powerpoint/2010/main" val="380021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16" grpId="0"/>
      <p:bldP spid="117" grpId="0"/>
      <p:bldP spid="118" grpId="0"/>
      <p:bldP spid="119" grpId="0" animBg="1"/>
      <p:bldP spid="130" grpId="0"/>
      <p:bldP spid="131" grpId="0"/>
      <p:bldP spid="132" grpId="0" animBg="1"/>
      <p:bldP spid="132" grpId="1" animBg="1"/>
      <p:bldP spid="134" grpId="0"/>
      <p:bldP spid="135" grpId="0"/>
      <p:bldP spid="136" grpId="0"/>
      <p:bldP spid="137" grpId="0"/>
      <p:bldP spid="138" grpId="0"/>
      <p:bldP spid="3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953A-E469-69D2-E5BF-603895E2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CD6CF-489B-4636-F50D-B21840576FFD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A76565A-EB33-ADB1-8646-8F26F92D9503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 Detection and CRC</a:t>
            </a: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Synthesis: A Day in the Life of a Web Request</a:t>
            </a:r>
            <a:r>
              <a:rPr lang="zh-CN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92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Calibri" panose="020F0502020204030204"/>
              </a:rPr>
              <a:t>Synthesis: A Day in the Life of a Web Request</a:t>
            </a:r>
            <a:endParaRPr lang="en-US" sz="4400" b="0" dirty="0">
              <a:latin typeface="+mn-lt"/>
            </a:endParaRP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A4B12346-C21D-2B4E-816C-10F5298F6A06}"/>
              </a:ext>
            </a:extLst>
          </p:cNvPr>
          <p:cNvSpPr txBox="1">
            <a:spLocks noChangeArrowheads="1"/>
          </p:cNvSpPr>
          <p:nvPr/>
        </p:nvSpPr>
        <p:spPr>
          <a:xfrm>
            <a:off x="459441" y="1735829"/>
            <a:ext cx="11273118" cy="3836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3200" dirty="0"/>
              <a:t>Our journey down the protocol stack is now complete!</a:t>
            </a:r>
          </a:p>
          <a:p>
            <a:pPr lvl="1">
              <a:spcAft>
                <a:spcPts val="600"/>
              </a:spcAft>
              <a:buClrTx/>
              <a:defRPr/>
            </a:pPr>
            <a:r>
              <a:rPr lang="en-US" sz="2800" dirty="0"/>
              <a:t>Application, transport, network, link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3200" dirty="0"/>
              <a:t>Putting-it-all-together: synthesis!</a:t>
            </a:r>
          </a:p>
          <a:p>
            <a:pPr lvl="1">
              <a:spcAft>
                <a:spcPts val="600"/>
              </a:spcAft>
              <a:buClrTx/>
              <a:defRPr/>
            </a:pPr>
            <a:r>
              <a:rPr lang="en-US" sz="2800" i="1" dirty="0">
                <a:solidFill>
                  <a:srgbClr val="C00000"/>
                </a:solidFill>
              </a:rPr>
              <a:t>Goal: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identify, review, understand protocols (at all layers) involved in seemingly simple scenario: requesting www page</a:t>
            </a:r>
          </a:p>
          <a:p>
            <a:pPr lvl="1">
              <a:spcAft>
                <a:spcPts val="600"/>
              </a:spcAft>
              <a:buClrTx/>
              <a:defRPr/>
            </a:pPr>
            <a:r>
              <a:rPr lang="en-US" sz="2800" i="1" dirty="0">
                <a:solidFill>
                  <a:srgbClr val="C00000"/>
                </a:solidFill>
              </a:rPr>
              <a:t>Scenario: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student attaches laptop to campus network, requests/receives www.google.com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1497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258"/>
            <a:ext cx="10515600" cy="1325563"/>
          </a:xfrm>
        </p:spPr>
        <p:txBody>
          <a:bodyPr/>
          <a:lstStyle/>
          <a:p>
            <a:r>
              <a:rPr lang="en-US" dirty="0"/>
              <a:t>A Day in the Life: Scenario</a:t>
            </a:r>
          </a:p>
        </p:txBody>
      </p:sp>
      <p:sp>
        <p:nvSpPr>
          <p:cNvPr id="294" name="Freeform 406">
            <a:extLst>
              <a:ext uri="{FF2B5EF4-FFF2-40B4-BE49-F238E27FC236}">
                <a16:creationId xmlns:a16="http://schemas.microsoft.com/office/drawing/2014/main" id="{DCFC0C20-D1CF-7E43-8947-76A7AA00BE54}"/>
              </a:ext>
            </a:extLst>
          </p:cNvPr>
          <p:cNvSpPr>
            <a:spLocks/>
          </p:cNvSpPr>
          <p:nvPr/>
        </p:nvSpPr>
        <p:spPr bwMode="auto">
          <a:xfrm>
            <a:off x="5037166" y="1832733"/>
            <a:ext cx="3494531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6" name="Text Box 34">
            <a:extLst>
              <a:ext uri="{FF2B5EF4-FFF2-40B4-BE49-F238E27FC236}">
                <a16:creationId xmlns:a16="http://schemas.microsoft.com/office/drawing/2014/main" id="{0EC90E30-BDF4-6845-B171-AFEA17208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669" y="2394135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5" name="Line 93">
            <a:extLst>
              <a:ext uri="{FF2B5EF4-FFF2-40B4-BE49-F238E27FC236}">
                <a16:creationId xmlns:a16="http://schemas.microsoft.com/office/drawing/2014/main" id="{902226A1-23A8-5E45-B02B-D52E29D10C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5382" y="2772055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6" name="Freeform 94">
            <a:extLst>
              <a:ext uri="{FF2B5EF4-FFF2-40B4-BE49-F238E27FC236}">
                <a16:creationId xmlns:a16="http://schemas.microsoft.com/office/drawing/2014/main" id="{07E407AD-1B7D-E549-AA8A-0678AF643944}"/>
              </a:ext>
            </a:extLst>
          </p:cNvPr>
          <p:cNvSpPr>
            <a:spLocks/>
          </p:cNvSpPr>
          <p:nvPr/>
        </p:nvSpPr>
        <p:spPr bwMode="auto">
          <a:xfrm>
            <a:off x="1169707" y="47516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2" name="Line 134">
            <a:extLst>
              <a:ext uri="{FF2B5EF4-FFF2-40B4-BE49-F238E27FC236}">
                <a16:creationId xmlns:a16="http://schemas.microsoft.com/office/drawing/2014/main" id="{AC887D7C-204D-A748-960E-D69E195B2E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0607" y="36801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3" name="Text Box 135">
            <a:extLst>
              <a:ext uri="{FF2B5EF4-FFF2-40B4-BE49-F238E27FC236}">
                <a16:creationId xmlns:a16="http://schemas.microsoft.com/office/drawing/2014/main" id="{D67BC013-3254-664B-A94F-9584B5921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495" y="5623205"/>
            <a:ext cx="18097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</a:t>
            </a:r>
            <a:r>
              <a:rPr lang="ja-JP" altLang="en-US" sz="1600" i="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US" altLang="ja-JP" sz="1600" i="0" dirty="0">
                <a:solidFill>
                  <a:srgbClr val="000000"/>
                </a:solidFill>
                <a:latin typeface="Arial" charset="0"/>
              </a:rPr>
              <a:t>s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64.233.160.0/19 </a:t>
            </a:r>
          </a:p>
        </p:txBody>
      </p:sp>
      <p:sp>
        <p:nvSpPr>
          <p:cNvPr id="384" name="Line 136">
            <a:extLst>
              <a:ext uri="{FF2B5EF4-FFF2-40B4-BE49-F238E27FC236}">
                <a16:creationId xmlns:a16="http://schemas.microsoft.com/office/drawing/2014/main" id="{2E2C2A25-D917-F543-AD3E-DCBDD122CE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9795" y="54993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5" name="Text Box 137">
            <a:extLst>
              <a:ext uri="{FF2B5EF4-FFF2-40B4-BE49-F238E27FC236}">
                <a16:creationId xmlns:a16="http://schemas.microsoft.com/office/drawing/2014/main" id="{6A8FAC84-3043-6D45-97D6-4021E3C55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357" y="58914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86" name="Text Box 138">
            <a:extLst>
              <a:ext uri="{FF2B5EF4-FFF2-40B4-BE49-F238E27FC236}">
                <a16:creationId xmlns:a16="http://schemas.microsoft.com/office/drawing/2014/main" id="{255B4B55-A4E8-1B4E-A407-15BF2F1BD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607" y="5597805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sp>
        <p:nvSpPr>
          <p:cNvPr id="387" name="Text Box 139">
            <a:extLst>
              <a:ext uri="{FF2B5EF4-FFF2-40B4-BE49-F238E27FC236}">
                <a16:creationId xmlns:a16="http://schemas.microsoft.com/office/drawing/2014/main" id="{FEDEE7BD-5BB3-834E-9E96-6E5E6F328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855" y="1962523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server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406" name="Group 167">
            <a:extLst>
              <a:ext uri="{FF2B5EF4-FFF2-40B4-BE49-F238E27FC236}">
                <a16:creationId xmlns:a16="http://schemas.microsoft.com/office/drawing/2014/main" id="{4B437F21-E39F-2D47-801D-47D6E1DCFF2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90932" y="3667405"/>
            <a:ext cx="400050" cy="152400"/>
            <a:chOff x="3228" y="1776"/>
            <a:chExt cx="252" cy="96"/>
          </a:xfrm>
        </p:grpSpPr>
        <p:sp>
          <p:nvSpPr>
            <p:cNvPr id="407" name="Line 168">
              <a:extLst>
                <a:ext uri="{FF2B5EF4-FFF2-40B4-BE49-F238E27FC236}">
                  <a16:creationId xmlns:a16="http://schemas.microsoft.com/office/drawing/2014/main" id="{FD263C27-58D8-2D47-ADBE-98E05BF46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Line 169">
              <a:extLst>
                <a:ext uri="{FF2B5EF4-FFF2-40B4-BE49-F238E27FC236}">
                  <a16:creationId xmlns:a16="http://schemas.microsoft.com/office/drawing/2014/main" id="{1376D243-074B-CA4C-9F9E-2BB1CDAD7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9" name="Group 170">
            <a:extLst>
              <a:ext uri="{FF2B5EF4-FFF2-40B4-BE49-F238E27FC236}">
                <a16:creationId xmlns:a16="http://schemas.microsoft.com/office/drawing/2014/main" id="{89C5EF8B-605B-7041-AC6D-4101A34A58A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6043332" y="3143530"/>
            <a:ext cx="400050" cy="152400"/>
            <a:chOff x="3228" y="1776"/>
            <a:chExt cx="252" cy="96"/>
          </a:xfrm>
        </p:grpSpPr>
        <p:sp>
          <p:nvSpPr>
            <p:cNvPr id="410" name="Line 171">
              <a:extLst>
                <a:ext uri="{FF2B5EF4-FFF2-40B4-BE49-F238E27FC236}">
                  <a16:creationId xmlns:a16="http://schemas.microsoft.com/office/drawing/2014/main" id="{5BFB55E0-99B2-EC4D-9167-5F6A684114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1" name="Line 172">
              <a:extLst>
                <a:ext uri="{FF2B5EF4-FFF2-40B4-BE49-F238E27FC236}">
                  <a16:creationId xmlns:a16="http://schemas.microsoft.com/office/drawing/2014/main" id="{95837E2C-9EAD-CF49-A1EF-B21C973DFA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2" name="Group 173">
            <a:extLst>
              <a:ext uri="{FF2B5EF4-FFF2-40B4-BE49-F238E27FC236}">
                <a16:creationId xmlns:a16="http://schemas.microsoft.com/office/drawing/2014/main" id="{F6A40979-43D2-704B-969C-6B0676980AD1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8143595" y="3834092"/>
            <a:ext cx="400050" cy="152400"/>
            <a:chOff x="3228" y="1776"/>
            <a:chExt cx="252" cy="96"/>
          </a:xfrm>
        </p:grpSpPr>
        <p:sp>
          <p:nvSpPr>
            <p:cNvPr id="413" name="Line 174">
              <a:extLst>
                <a:ext uri="{FF2B5EF4-FFF2-40B4-BE49-F238E27FC236}">
                  <a16:creationId xmlns:a16="http://schemas.microsoft.com/office/drawing/2014/main" id="{D6D8176C-16F1-C248-BB4F-CB9E2BF4DA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Line 175">
              <a:extLst>
                <a:ext uri="{FF2B5EF4-FFF2-40B4-BE49-F238E27FC236}">
                  <a16:creationId xmlns:a16="http://schemas.microsoft.com/office/drawing/2014/main" id="{8D77D5DF-B71C-D140-B9A7-018DB4E320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5" name="Group 176">
            <a:extLst>
              <a:ext uri="{FF2B5EF4-FFF2-40B4-BE49-F238E27FC236}">
                <a16:creationId xmlns:a16="http://schemas.microsoft.com/office/drawing/2014/main" id="{9BF7D1D3-B886-864B-9B3F-F3E421F73C9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319682" y="3853142"/>
            <a:ext cx="295275" cy="114300"/>
            <a:chOff x="3228" y="1776"/>
            <a:chExt cx="252" cy="96"/>
          </a:xfrm>
        </p:grpSpPr>
        <p:sp>
          <p:nvSpPr>
            <p:cNvPr id="416" name="Line 177">
              <a:extLst>
                <a:ext uri="{FF2B5EF4-FFF2-40B4-BE49-F238E27FC236}">
                  <a16:creationId xmlns:a16="http://schemas.microsoft.com/office/drawing/2014/main" id="{4250E1AF-18F0-8443-8630-B06C6E212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Line 178">
              <a:extLst>
                <a:ext uri="{FF2B5EF4-FFF2-40B4-BE49-F238E27FC236}">
                  <a16:creationId xmlns:a16="http://schemas.microsoft.com/office/drawing/2014/main" id="{2F337031-708D-0345-B849-EFBB00027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8" name="Group 179">
            <a:extLst>
              <a:ext uri="{FF2B5EF4-FFF2-40B4-BE49-F238E27FC236}">
                <a16:creationId xmlns:a16="http://schemas.microsoft.com/office/drawing/2014/main" id="{17458F55-A4E9-E343-A909-61C9FE09D648}"/>
              </a:ext>
            </a:extLst>
          </p:cNvPr>
          <p:cNvGrpSpPr>
            <a:grpSpLocks/>
          </p:cNvGrpSpPr>
          <p:nvPr/>
        </p:nvGrpSpPr>
        <p:grpSpPr bwMode="auto">
          <a:xfrm rot="409689" flipH="1" flipV="1">
            <a:off x="7591145" y="3195917"/>
            <a:ext cx="452437" cy="57150"/>
            <a:chOff x="3228" y="1776"/>
            <a:chExt cx="252" cy="96"/>
          </a:xfrm>
        </p:grpSpPr>
        <p:sp>
          <p:nvSpPr>
            <p:cNvPr id="419" name="Line 180">
              <a:extLst>
                <a:ext uri="{FF2B5EF4-FFF2-40B4-BE49-F238E27FC236}">
                  <a16:creationId xmlns:a16="http://schemas.microsoft.com/office/drawing/2014/main" id="{A5F6AD72-9626-8349-ABF3-0102515337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0" name="Line 181">
              <a:extLst>
                <a:ext uri="{FF2B5EF4-FFF2-40B4-BE49-F238E27FC236}">
                  <a16:creationId xmlns:a16="http://schemas.microsoft.com/office/drawing/2014/main" id="{DEE5409B-29C8-524D-AE34-7C4D42D5F9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1" name="Group 182">
            <a:extLst>
              <a:ext uri="{FF2B5EF4-FFF2-40B4-BE49-F238E27FC236}">
                <a16:creationId xmlns:a16="http://schemas.microsoft.com/office/drawing/2014/main" id="{9D12F4D2-1155-9D4D-B6B0-6F1CD5C9D7EC}"/>
              </a:ext>
            </a:extLst>
          </p:cNvPr>
          <p:cNvGrpSpPr>
            <a:grpSpLocks/>
          </p:cNvGrpSpPr>
          <p:nvPr/>
        </p:nvGrpSpPr>
        <p:grpSpPr bwMode="auto">
          <a:xfrm>
            <a:off x="6733895" y="3400705"/>
            <a:ext cx="295275" cy="114300"/>
            <a:chOff x="3228" y="1776"/>
            <a:chExt cx="252" cy="96"/>
          </a:xfrm>
        </p:grpSpPr>
        <p:sp>
          <p:nvSpPr>
            <p:cNvPr id="422" name="Line 183">
              <a:extLst>
                <a:ext uri="{FF2B5EF4-FFF2-40B4-BE49-F238E27FC236}">
                  <a16:creationId xmlns:a16="http://schemas.microsoft.com/office/drawing/2014/main" id="{D1974B22-4265-D74B-B7F0-C9FC82538D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184">
              <a:extLst>
                <a:ext uri="{FF2B5EF4-FFF2-40B4-BE49-F238E27FC236}">
                  <a16:creationId xmlns:a16="http://schemas.microsoft.com/office/drawing/2014/main" id="{F76668FA-365B-9340-9C68-9DF2CCC88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4" name="Group 185">
            <a:extLst>
              <a:ext uri="{FF2B5EF4-FFF2-40B4-BE49-F238E27FC236}">
                <a16:creationId xmlns:a16="http://schemas.microsoft.com/office/drawing/2014/main" id="{93EE81E8-57E8-A74D-A86D-F04EBC78377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72070" y="3400705"/>
            <a:ext cx="295275" cy="114300"/>
            <a:chOff x="3228" y="1776"/>
            <a:chExt cx="252" cy="96"/>
          </a:xfrm>
        </p:grpSpPr>
        <p:sp>
          <p:nvSpPr>
            <p:cNvPr id="425" name="Line 186">
              <a:extLst>
                <a:ext uri="{FF2B5EF4-FFF2-40B4-BE49-F238E27FC236}">
                  <a16:creationId xmlns:a16="http://schemas.microsoft.com/office/drawing/2014/main" id="{651EF8CB-186A-BE47-904E-5976B7E8B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6" name="Line 187">
              <a:extLst>
                <a:ext uri="{FF2B5EF4-FFF2-40B4-BE49-F238E27FC236}">
                  <a16:creationId xmlns:a16="http://schemas.microsoft.com/office/drawing/2014/main" id="{8A988057-1892-544E-BF10-27FD203EF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7" name="Group 188">
            <a:extLst>
              <a:ext uri="{FF2B5EF4-FFF2-40B4-BE49-F238E27FC236}">
                <a16:creationId xmlns:a16="http://schemas.microsoft.com/office/drawing/2014/main" id="{215EB25C-038C-054D-BC89-CF04D9A19EEA}"/>
              </a:ext>
            </a:extLst>
          </p:cNvPr>
          <p:cNvGrpSpPr>
            <a:grpSpLocks/>
          </p:cNvGrpSpPr>
          <p:nvPr/>
        </p:nvGrpSpPr>
        <p:grpSpPr bwMode="auto">
          <a:xfrm>
            <a:off x="5786157" y="5348567"/>
            <a:ext cx="295275" cy="114300"/>
            <a:chOff x="3228" y="1776"/>
            <a:chExt cx="252" cy="96"/>
          </a:xfrm>
        </p:grpSpPr>
        <p:sp>
          <p:nvSpPr>
            <p:cNvPr id="428" name="Line 189">
              <a:extLst>
                <a:ext uri="{FF2B5EF4-FFF2-40B4-BE49-F238E27FC236}">
                  <a16:creationId xmlns:a16="http://schemas.microsoft.com/office/drawing/2014/main" id="{3B82F97E-C192-7342-B085-36B102ECD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9" name="Line 190">
              <a:extLst>
                <a:ext uri="{FF2B5EF4-FFF2-40B4-BE49-F238E27FC236}">
                  <a16:creationId xmlns:a16="http://schemas.microsoft.com/office/drawing/2014/main" id="{9A37EBF3-9533-FD41-808F-6C0609986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0" name="Group 191">
            <a:extLst>
              <a:ext uri="{FF2B5EF4-FFF2-40B4-BE49-F238E27FC236}">
                <a16:creationId xmlns:a16="http://schemas.microsoft.com/office/drawing/2014/main" id="{B32F95ED-229D-6648-9BFC-AFD7ABF83F4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24332" y="5348567"/>
            <a:ext cx="295275" cy="114300"/>
            <a:chOff x="3228" y="1776"/>
            <a:chExt cx="252" cy="96"/>
          </a:xfrm>
        </p:grpSpPr>
        <p:sp>
          <p:nvSpPr>
            <p:cNvPr id="431" name="Line 192">
              <a:extLst>
                <a:ext uri="{FF2B5EF4-FFF2-40B4-BE49-F238E27FC236}">
                  <a16:creationId xmlns:a16="http://schemas.microsoft.com/office/drawing/2014/main" id="{65E8BC10-05D3-C34C-943F-DDBD70967F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Line 193">
              <a:extLst>
                <a:ext uri="{FF2B5EF4-FFF2-40B4-BE49-F238E27FC236}">
                  <a16:creationId xmlns:a16="http://schemas.microsoft.com/office/drawing/2014/main" id="{F56DE982-F6BE-2E4E-B482-BD554EF993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3" name="Group 194">
            <a:extLst>
              <a:ext uri="{FF2B5EF4-FFF2-40B4-BE49-F238E27FC236}">
                <a16:creationId xmlns:a16="http://schemas.microsoft.com/office/drawing/2014/main" id="{B5251DF1-1955-4844-9BEA-E14C7EF19014}"/>
              </a:ext>
            </a:extLst>
          </p:cNvPr>
          <p:cNvGrpSpPr>
            <a:grpSpLocks/>
          </p:cNvGrpSpPr>
          <p:nvPr/>
        </p:nvGrpSpPr>
        <p:grpSpPr bwMode="auto">
          <a:xfrm>
            <a:off x="4019270" y="5705755"/>
            <a:ext cx="295275" cy="114300"/>
            <a:chOff x="3228" y="1776"/>
            <a:chExt cx="252" cy="96"/>
          </a:xfrm>
        </p:grpSpPr>
        <p:sp>
          <p:nvSpPr>
            <p:cNvPr id="434" name="Line 195">
              <a:extLst>
                <a:ext uri="{FF2B5EF4-FFF2-40B4-BE49-F238E27FC236}">
                  <a16:creationId xmlns:a16="http://schemas.microsoft.com/office/drawing/2014/main" id="{5B08B7F4-6EB5-564D-BE13-B4FEB3CBB5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5" name="Line 196">
              <a:extLst>
                <a:ext uri="{FF2B5EF4-FFF2-40B4-BE49-F238E27FC236}">
                  <a16:creationId xmlns:a16="http://schemas.microsoft.com/office/drawing/2014/main" id="{946C2213-325C-E84B-9659-2AFC1000D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6" name="Group 197">
            <a:extLst>
              <a:ext uri="{FF2B5EF4-FFF2-40B4-BE49-F238E27FC236}">
                <a16:creationId xmlns:a16="http://schemas.microsoft.com/office/drawing/2014/main" id="{216FE334-0B3A-BB4D-935E-B7579EF70E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657445" y="5705755"/>
            <a:ext cx="295275" cy="114300"/>
            <a:chOff x="3228" y="1776"/>
            <a:chExt cx="252" cy="96"/>
          </a:xfrm>
        </p:grpSpPr>
        <p:sp>
          <p:nvSpPr>
            <p:cNvPr id="437" name="Line 198">
              <a:extLst>
                <a:ext uri="{FF2B5EF4-FFF2-40B4-BE49-F238E27FC236}">
                  <a16:creationId xmlns:a16="http://schemas.microsoft.com/office/drawing/2014/main" id="{5EF8F833-297C-2547-A52E-393B13D32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Line 199">
              <a:extLst>
                <a:ext uri="{FF2B5EF4-FFF2-40B4-BE49-F238E27FC236}">
                  <a16:creationId xmlns:a16="http://schemas.microsoft.com/office/drawing/2014/main" id="{53D60A8F-075E-9247-822F-ADFF08B95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9" name="Group 200">
            <a:extLst>
              <a:ext uri="{FF2B5EF4-FFF2-40B4-BE49-F238E27FC236}">
                <a16:creationId xmlns:a16="http://schemas.microsoft.com/office/drawing/2014/main" id="{6CA836E5-5453-874C-898E-6388424546B7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862232" y="5410480"/>
            <a:ext cx="295275" cy="114300"/>
            <a:chOff x="3228" y="1776"/>
            <a:chExt cx="252" cy="96"/>
          </a:xfrm>
        </p:grpSpPr>
        <p:sp>
          <p:nvSpPr>
            <p:cNvPr id="440" name="Line 201">
              <a:extLst>
                <a:ext uri="{FF2B5EF4-FFF2-40B4-BE49-F238E27FC236}">
                  <a16:creationId xmlns:a16="http://schemas.microsoft.com/office/drawing/2014/main" id="{98AC627A-5198-EE48-8EF3-D196EFC39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1" name="Line 202">
              <a:extLst>
                <a:ext uri="{FF2B5EF4-FFF2-40B4-BE49-F238E27FC236}">
                  <a16:creationId xmlns:a16="http://schemas.microsoft.com/office/drawing/2014/main" id="{DB13157A-201E-1441-90AA-E7B6C48D20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42" name="Text Box 34">
            <a:extLst>
              <a:ext uri="{FF2B5EF4-FFF2-40B4-BE49-F238E27FC236}">
                <a16:creationId xmlns:a16="http://schemas.microsoft.com/office/drawing/2014/main" id="{9910609B-BB13-F84A-BC05-D467BC066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42" y="3666845"/>
            <a:ext cx="15954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school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68.80.2.0/24</a:t>
            </a:r>
          </a:p>
        </p:txBody>
      </p:sp>
      <p:grpSp>
        <p:nvGrpSpPr>
          <p:cNvPr id="445" name="Group 405">
            <a:extLst>
              <a:ext uri="{FF2B5EF4-FFF2-40B4-BE49-F238E27FC236}">
                <a16:creationId xmlns:a16="http://schemas.microsoft.com/office/drawing/2014/main" id="{7ADC43EB-565B-D74B-B4AD-8DAAC293AFE6}"/>
              </a:ext>
            </a:extLst>
          </p:cNvPr>
          <p:cNvGrpSpPr>
            <a:grpSpLocks/>
          </p:cNvGrpSpPr>
          <p:nvPr/>
        </p:nvGrpSpPr>
        <p:grpSpPr bwMode="auto">
          <a:xfrm>
            <a:off x="849686" y="1873155"/>
            <a:ext cx="1473201" cy="1119188"/>
            <a:chOff x="135" y="833"/>
            <a:chExt cx="928" cy="705"/>
          </a:xfrm>
        </p:grpSpPr>
        <p:grpSp>
          <p:nvGrpSpPr>
            <p:cNvPr id="446" name="Group 400">
              <a:extLst>
                <a:ext uri="{FF2B5EF4-FFF2-40B4-BE49-F238E27FC236}">
                  <a16:creationId xmlns:a16="http://schemas.microsoft.com/office/drawing/2014/main" id="{C938F6AC-3134-154F-9613-9F35FFB58D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" y="833"/>
              <a:ext cx="928" cy="705"/>
              <a:chOff x="135" y="833"/>
              <a:chExt cx="928" cy="705"/>
            </a:xfrm>
          </p:grpSpPr>
          <p:sp>
            <p:nvSpPr>
              <p:cNvPr id="448" name="Freeform 398">
                <a:extLst>
                  <a:ext uri="{FF2B5EF4-FFF2-40B4-BE49-F238E27FC236}">
                    <a16:creationId xmlns:a16="http://schemas.microsoft.com/office/drawing/2014/main" id="{C179A28F-2595-1D4A-A69C-95773C4D6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" y="836"/>
                <a:ext cx="928" cy="70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connsiteX0" fmla="*/ 10000 w 10000"/>
                  <a:gd name="connsiteY0" fmla="*/ 10000 h 10000"/>
                  <a:gd name="connsiteX1" fmla="*/ 0 w 10000"/>
                  <a:gd name="connsiteY1" fmla="*/ 7215 h 10000"/>
                  <a:gd name="connsiteX2" fmla="*/ 6179 w 10000"/>
                  <a:gd name="connsiteY2" fmla="*/ 5246 h 10000"/>
                  <a:gd name="connsiteX3" fmla="*/ 7573 w 10000"/>
                  <a:gd name="connsiteY3" fmla="*/ 0 h 10000"/>
                  <a:gd name="connsiteX4" fmla="*/ 9561 w 10000"/>
                  <a:gd name="connsiteY4" fmla="*/ 7933 h 10000"/>
                  <a:gd name="connsiteX5" fmla="*/ 10000 w 10000"/>
                  <a:gd name="connsiteY5" fmla="*/ 10000 h 10000"/>
                  <a:gd name="connsiteX0" fmla="*/ 10000 w 10180"/>
                  <a:gd name="connsiteY0" fmla="*/ 10000 h 10000"/>
                  <a:gd name="connsiteX1" fmla="*/ 0 w 10180"/>
                  <a:gd name="connsiteY1" fmla="*/ 7215 h 10000"/>
                  <a:gd name="connsiteX2" fmla="*/ 6179 w 10180"/>
                  <a:gd name="connsiteY2" fmla="*/ 5246 h 10000"/>
                  <a:gd name="connsiteX3" fmla="*/ 7573 w 10180"/>
                  <a:gd name="connsiteY3" fmla="*/ 0 h 10000"/>
                  <a:gd name="connsiteX4" fmla="*/ 10151 w 10180"/>
                  <a:gd name="connsiteY4" fmla="*/ 8116 h 10000"/>
                  <a:gd name="connsiteX5" fmla="*/ 10000 w 10180"/>
                  <a:gd name="connsiteY5" fmla="*/ 10000 h 10000"/>
                  <a:gd name="connsiteX0" fmla="*/ 9573 w 10167"/>
                  <a:gd name="connsiteY0" fmla="*/ 10658 h 10658"/>
                  <a:gd name="connsiteX1" fmla="*/ 0 w 10167"/>
                  <a:gd name="connsiteY1" fmla="*/ 7215 h 10658"/>
                  <a:gd name="connsiteX2" fmla="*/ 6179 w 10167"/>
                  <a:gd name="connsiteY2" fmla="*/ 5246 h 10658"/>
                  <a:gd name="connsiteX3" fmla="*/ 7573 w 10167"/>
                  <a:gd name="connsiteY3" fmla="*/ 0 h 10658"/>
                  <a:gd name="connsiteX4" fmla="*/ 10151 w 10167"/>
                  <a:gd name="connsiteY4" fmla="*/ 8116 h 10658"/>
                  <a:gd name="connsiteX5" fmla="*/ 9573 w 10167"/>
                  <a:gd name="connsiteY5" fmla="*/ 10658 h 10658"/>
                  <a:gd name="connsiteX0" fmla="*/ 9573 w 10167"/>
                  <a:gd name="connsiteY0" fmla="*/ 10658 h 10658"/>
                  <a:gd name="connsiteX1" fmla="*/ 0 w 10167"/>
                  <a:gd name="connsiteY1" fmla="*/ 7215 h 10658"/>
                  <a:gd name="connsiteX2" fmla="*/ 7688 w 10167"/>
                  <a:gd name="connsiteY2" fmla="*/ 7111 h 10658"/>
                  <a:gd name="connsiteX3" fmla="*/ 7573 w 10167"/>
                  <a:gd name="connsiteY3" fmla="*/ 0 h 10658"/>
                  <a:gd name="connsiteX4" fmla="*/ 10151 w 10167"/>
                  <a:gd name="connsiteY4" fmla="*/ 8116 h 10658"/>
                  <a:gd name="connsiteX5" fmla="*/ 9573 w 10167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788"/>
                  <a:gd name="connsiteY0" fmla="*/ 10658 h 10658"/>
                  <a:gd name="connsiteX1" fmla="*/ 0 w 10788"/>
                  <a:gd name="connsiteY1" fmla="*/ 7178 h 10658"/>
                  <a:gd name="connsiteX2" fmla="*/ 8180 w 10788"/>
                  <a:gd name="connsiteY2" fmla="*/ 7111 h 10658"/>
                  <a:gd name="connsiteX3" fmla="*/ 8065 w 10788"/>
                  <a:gd name="connsiteY3" fmla="*/ 0 h 10658"/>
                  <a:gd name="connsiteX4" fmla="*/ 10774 w 10788"/>
                  <a:gd name="connsiteY4" fmla="*/ 8153 h 10658"/>
                  <a:gd name="connsiteX5" fmla="*/ 10065 w 10788"/>
                  <a:gd name="connsiteY5" fmla="*/ 10658 h 10658"/>
                  <a:gd name="connsiteX0" fmla="*/ 10065 w 10788"/>
                  <a:gd name="connsiteY0" fmla="*/ 10658 h 10658"/>
                  <a:gd name="connsiteX1" fmla="*/ 0 w 10788"/>
                  <a:gd name="connsiteY1" fmla="*/ 7178 h 10658"/>
                  <a:gd name="connsiteX2" fmla="*/ 8180 w 10788"/>
                  <a:gd name="connsiteY2" fmla="*/ 7111 h 10658"/>
                  <a:gd name="connsiteX3" fmla="*/ 8065 w 10788"/>
                  <a:gd name="connsiteY3" fmla="*/ 0 h 10658"/>
                  <a:gd name="connsiteX4" fmla="*/ 10774 w 10788"/>
                  <a:gd name="connsiteY4" fmla="*/ 8153 h 10658"/>
                  <a:gd name="connsiteX5" fmla="*/ 10065 w 10788"/>
                  <a:gd name="connsiteY5" fmla="*/ 10658 h 10658"/>
                  <a:gd name="connsiteX0" fmla="*/ 10065 w 10788"/>
                  <a:gd name="connsiteY0" fmla="*/ 9086 h 9086"/>
                  <a:gd name="connsiteX1" fmla="*/ 0 w 10788"/>
                  <a:gd name="connsiteY1" fmla="*/ 5606 h 9086"/>
                  <a:gd name="connsiteX2" fmla="*/ 8180 w 10788"/>
                  <a:gd name="connsiteY2" fmla="*/ 5539 h 9086"/>
                  <a:gd name="connsiteX3" fmla="*/ 8196 w 10788"/>
                  <a:gd name="connsiteY3" fmla="*/ 0 h 9086"/>
                  <a:gd name="connsiteX4" fmla="*/ 10774 w 10788"/>
                  <a:gd name="connsiteY4" fmla="*/ 6581 h 9086"/>
                  <a:gd name="connsiteX5" fmla="*/ 10065 w 10788"/>
                  <a:gd name="connsiteY5" fmla="*/ 9086 h 9086"/>
                  <a:gd name="connsiteX0" fmla="*/ 9330 w 10000"/>
                  <a:gd name="connsiteY0" fmla="*/ 10000 h 10000"/>
                  <a:gd name="connsiteX1" fmla="*/ 0 w 10000"/>
                  <a:gd name="connsiteY1" fmla="*/ 6170 h 10000"/>
                  <a:gd name="connsiteX2" fmla="*/ 7582 w 10000"/>
                  <a:gd name="connsiteY2" fmla="*/ 6096 h 10000"/>
                  <a:gd name="connsiteX3" fmla="*/ 7597 w 10000"/>
                  <a:gd name="connsiteY3" fmla="*/ 0 h 10000"/>
                  <a:gd name="connsiteX4" fmla="*/ 9987 w 10000"/>
                  <a:gd name="connsiteY4" fmla="*/ 7243 h 10000"/>
                  <a:gd name="connsiteX5" fmla="*/ 9330 w 10000"/>
                  <a:gd name="connsiteY5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9330" y="10000"/>
                    </a:moveTo>
                    <a:cubicBezTo>
                      <a:pt x="6768" y="8563"/>
                      <a:pt x="6152" y="7769"/>
                      <a:pt x="0" y="6170"/>
                    </a:cubicBezTo>
                    <a:lnTo>
                      <a:pt x="7582" y="6096"/>
                    </a:lnTo>
                    <a:cubicBezTo>
                      <a:pt x="7547" y="3488"/>
                      <a:pt x="7633" y="2608"/>
                      <a:pt x="7597" y="0"/>
                    </a:cubicBezTo>
                    <a:cubicBezTo>
                      <a:pt x="8698" y="5472"/>
                      <a:pt x="8887" y="5795"/>
                      <a:pt x="9987" y="7243"/>
                    </a:cubicBezTo>
                    <a:cubicBezTo>
                      <a:pt x="10122" y="8001"/>
                      <a:pt x="9194" y="9242"/>
                      <a:pt x="9330" y="10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chemeClr val="bg1">
                      <a:lumMod val="75000"/>
                    </a:schemeClr>
                  </a:gs>
                </a:gsLst>
                <a:lin ang="12900000" scaled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49" name="Group 392">
                <a:extLst>
                  <a:ext uri="{FF2B5EF4-FFF2-40B4-BE49-F238E27FC236}">
                    <a16:creationId xmlns:a16="http://schemas.microsoft.com/office/drawing/2014/main" id="{83AD51F0-9101-A543-80D3-A9F7AF82FF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" y="840"/>
                <a:ext cx="694" cy="432"/>
                <a:chOff x="2579" y="1533"/>
                <a:chExt cx="1078" cy="507"/>
              </a:xfrm>
            </p:grpSpPr>
            <p:pic>
              <p:nvPicPr>
                <p:cNvPr id="451" name="Picture 393">
                  <a:extLst>
                    <a:ext uri="{FF2B5EF4-FFF2-40B4-BE49-F238E27FC236}">
                      <a16:creationId xmlns:a16="http://schemas.microsoft.com/office/drawing/2014/main" id="{1BCDC5B2-F988-9143-89C7-9C8B60430D4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533"/>
                  <a:ext cx="1078" cy="5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52" name="Rectangle 394">
                  <a:extLst>
                    <a:ext uri="{FF2B5EF4-FFF2-40B4-BE49-F238E27FC236}">
                      <a16:creationId xmlns:a16="http://schemas.microsoft.com/office/drawing/2014/main" id="{901E2284-7277-BA40-BA42-E36F213101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33" y="1580"/>
                  <a:ext cx="957" cy="41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50" name="Rectangle 399">
                <a:extLst>
                  <a:ext uri="{FF2B5EF4-FFF2-40B4-BE49-F238E27FC236}">
                    <a16:creationId xmlns:a16="http://schemas.microsoft.com/office/drawing/2014/main" id="{6C65E453-463D-E84E-A45A-FC0C58E3D9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" y="833"/>
                <a:ext cx="696" cy="43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47" name="Text Box 402">
              <a:extLst>
                <a:ext uri="{FF2B5EF4-FFF2-40B4-BE49-F238E27FC236}">
                  <a16:creationId xmlns:a16="http://schemas.microsoft.com/office/drawing/2014/main" id="{3C4B58BF-EC83-3448-9336-11CAA5654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" y="938"/>
              <a:ext cx="51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browser</a:t>
              </a:r>
            </a:p>
          </p:txBody>
        </p:sp>
      </p:grpSp>
      <p:grpSp>
        <p:nvGrpSpPr>
          <p:cNvPr id="514" name="Group 248">
            <a:extLst>
              <a:ext uri="{FF2B5EF4-FFF2-40B4-BE49-F238E27FC236}">
                <a16:creationId xmlns:a16="http://schemas.microsoft.com/office/drawing/2014/main" id="{91C14C6F-2EE6-3240-8AAA-3947FAB43848}"/>
              </a:ext>
            </a:extLst>
          </p:cNvPr>
          <p:cNvGrpSpPr>
            <a:grpSpLocks/>
          </p:cNvGrpSpPr>
          <p:nvPr/>
        </p:nvGrpSpPr>
        <p:grpSpPr bwMode="auto">
          <a:xfrm>
            <a:off x="7299045" y="2164042"/>
            <a:ext cx="358775" cy="623888"/>
            <a:chOff x="4140" y="429"/>
            <a:chExt cx="1425" cy="2396"/>
          </a:xfrm>
        </p:grpSpPr>
        <p:sp>
          <p:nvSpPr>
            <p:cNvPr id="515" name="Freeform 148">
              <a:extLst>
                <a:ext uri="{FF2B5EF4-FFF2-40B4-BE49-F238E27FC236}">
                  <a16:creationId xmlns:a16="http://schemas.microsoft.com/office/drawing/2014/main" id="{FC56F9D5-F006-AE4F-BA67-7D1F703E6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6" name="Rectangle 149">
              <a:extLst>
                <a:ext uri="{FF2B5EF4-FFF2-40B4-BE49-F238E27FC236}">
                  <a16:creationId xmlns:a16="http://schemas.microsoft.com/office/drawing/2014/main" id="{8E14C426-4828-3846-9E1A-A00801760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7" name="Freeform 150">
              <a:extLst>
                <a:ext uri="{FF2B5EF4-FFF2-40B4-BE49-F238E27FC236}">
                  <a16:creationId xmlns:a16="http://schemas.microsoft.com/office/drawing/2014/main" id="{990610A6-3D92-C54C-95B3-9B1B16EE6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8" name="Freeform 151">
              <a:extLst>
                <a:ext uri="{FF2B5EF4-FFF2-40B4-BE49-F238E27FC236}">
                  <a16:creationId xmlns:a16="http://schemas.microsoft.com/office/drawing/2014/main" id="{C6D5BA6D-F609-0B41-9849-C02719D4F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9" name="Rectangle 152">
              <a:extLst>
                <a:ext uri="{FF2B5EF4-FFF2-40B4-BE49-F238E27FC236}">
                  <a16:creationId xmlns:a16="http://schemas.microsoft.com/office/drawing/2014/main" id="{AD421E89-6D59-A94B-BAB4-497A316D0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0" name="Group 153">
              <a:extLst>
                <a:ext uri="{FF2B5EF4-FFF2-40B4-BE49-F238E27FC236}">
                  <a16:creationId xmlns:a16="http://schemas.microsoft.com/office/drawing/2014/main" id="{270B98D5-4811-2E48-AAAD-CB85678ED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45" name="AutoShape 154">
                <a:extLst>
                  <a:ext uri="{FF2B5EF4-FFF2-40B4-BE49-F238E27FC236}">
                    <a16:creationId xmlns:a16="http://schemas.microsoft.com/office/drawing/2014/main" id="{46178474-736E-FD41-A5E3-5728F65BB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6" name="AutoShape 155">
                <a:extLst>
                  <a:ext uri="{FF2B5EF4-FFF2-40B4-BE49-F238E27FC236}">
                    <a16:creationId xmlns:a16="http://schemas.microsoft.com/office/drawing/2014/main" id="{F736FB7D-255C-A44D-8B6A-3CB3FF40B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1" name="Rectangle 156">
              <a:extLst>
                <a:ext uri="{FF2B5EF4-FFF2-40B4-BE49-F238E27FC236}">
                  <a16:creationId xmlns:a16="http://schemas.microsoft.com/office/drawing/2014/main" id="{7C75FE92-DDC8-1C4D-9889-6547F1459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2" name="Group 157">
              <a:extLst>
                <a:ext uri="{FF2B5EF4-FFF2-40B4-BE49-F238E27FC236}">
                  <a16:creationId xmlns:a16="http://schemas.microsoft.com/office/drawing/2014/main" id="{45DBCF88-E72F-4043-B48F-B52AFDDB99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3" name="AutoShape 158">
                <a:extLst>
                  <a:ext uri="{FF2B5EF4-FFF2-40B4-BE49-F238E27FC236}">
                    <a16:creationId xmlns:a16="http://schemas.microsoft.com/office/drawing/2014/main" id="{4A3AA05D-99CF-9749-BDB7-B2547C333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4" name="AutoShape 159">
                <a:extLst>
                  <a:ext uri="{FF2B5EF4-FFF2-40B4-BE49-F238E27FC236}">
                    <a16:creationId xmlns:a16="http://schemas.microsoft.com/office/drawing/2014/main" id="{BD8E6385-6030-7E42-A02E-B6327F244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3" name="Rectangle 160">
              <a:extLst>
                <a:ext uri="{FF2B5EF4-FFF2-40B4-BE49-F238E27FC236}">
                  <a16:creationId xmlns:a16="http://schemas.microsoft.com/office/drawing/2014/main" id="{B7E80E74-2AC2-8D44-B363-37DF3DA37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4" name="Rectangle 161">
              <a:extLst>
                <a:ext uri="{FF2B5EF4-FFF2-40B4-BE49-F238E27FC236}">
                  <a16:creationId xmlns:a16="http://schemas.microsoft.com/office/drawing/2014/main" id="{4BB73F60-D5F2-F641-A0BF-68E3179F4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5" name="Group 162">
              <a:extLst>
                <a:ext uri="{FF2B5EF4-FFF2-40B4-BE49-F238E27FC236}">
                  <a16:creationId xmlns:a16="http://schemas.microsoft.com/office/drawing/2014/main" id="{4039A5BF-4E86-3D4C-91D1-FB1220CD6B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41" name="AutoShape 163">
                <a:extLst>
                  <a:ext uri="{FF2B5EF4-FFF2-40B4-BE49-F238E27FC236}">
                    <a16:creationId xmlns:a16="http://schemas.microsoft.com/office/drawing/2014/main" id="{0E533812-E28D-7848-8C40-F91ACED2A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2" name="AutoShape 164">
                <a:extLst>
                  <a:ext uri="{FF2B5EF4-FFF2-40B4-BE49-F238E27FC236}">
                    <a16:creationId xmlns:a16="http://schemas.microsoft.com/office/drawing/2014/main" id="{65D9F596-07A5-F04C-9DFA-F58CB2440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6" name="Freeform 165">
              <a:extLst>
                <a:ext uri="{FF2B5EF4-FFF2-40B4-BE49-F238E27FC236}">
                  <a16:creationId xmlns:a16="http://schemas.microsoft.com/office/drawing/2014/main" id="{EA1FDC25-5341-AF46-8920-AA0044E93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7" name="Group 166">
              <a:extLst>
                <a:ext uri="{FF2B5EF4-FFF2-40B4-BE49-F238E27FC236}">
                  <a16:creationId xmlns:a16="http://schemas.microsoft.com/office/drawing/2014/main" id="{75ABD85A-8A59-734C-BBAD-F1E8418B6E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39" name="AutoShape 167">
                <a:extLst>
                  <a:ext uri="{FF2B5EF4-FFF2-40B4-BE49-F238E27FC236}">
                    <a16:creationId xmlns:a16="http://schemas.microsoft.com/office/drawing/2014/main" id="{9A2B943C-2EE9-7B42-8D3F-004CD139D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AutoShape 168">
                <a:extLst>
                  <a:ext uri="{FF2B5EF4-FFF2-40B4-BE49-F238E27FC236}">
                    <a16:creationId xmlns:a16="http://schemas.microsoft.com/office/drawing/2014/main" id="{99435929-42EB-3B4A-9284-715A6D22E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8" name="Rectangle 169">
              <a:extLst>
                <a:ext uri="{FF2B5EF4-FFF2-40B4-BE49-F238E27FC236}">
                  <a16:creationId xmlns:a16="http://schemas.microsoft.com/office/drawing/2014/main" id="{D89E839B-0009-FA43-A322-5B355B725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9" name="Freeform 170">
              <a:extLst>
                <a:ext uri="{FF2B5EF4-FFF2-40B4-BE49-F238E27FC236}">
                  <a16:creationId xmlns:a16="http://schemas.microsoft.com/office/drawing/2014/main" id="{39547BFB-A126-9548-89DA-27B118EDA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0" name="Freeform 171">
              <a:extLst>
                <a:ext uri="{FF2B5EF4-FFF2-40B4-BE49-F238E27FC236}">
                  <a16:creationId xmlns:a16="http://schemas.microsoft.com/office/drawing/2014/main" id="{68DD62BA-94AA-4D4F-8F5B-49633C1D4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1" name="Oval 172">
              <a:extLst>
                <a:ext uri="{FF2B5EF4-FFF2-40B4-BE49-F238E27FC236}">
                  <a16:creationId xmlns:a16="http://schemas.microsoft.com/office/drawing/2014/main" id="{C54F0D87-7775-9345-B4FE-8867291DC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2" name="Freeform 173">
              <a:extLst>
                <a:ext uri="{FF2B5EF4-FFF2-40B4-BE49-F238E27FC236}">
                  <a16:creationId xmlns:a16="http://schemas.microsoft.com/office/drawing/2014/main" id="{AC478874-8B70-6F4C-8BFB-278D3D497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3" name="AutoShape 174">
              <a:extLst>
                <a:ext uri="{FF2B5EF4-FFF2-40B4-BE49-F238E27FC236}">
                  <a16:creationId xmlns:a16="http://schemas.microsoft.com/office/drawing/2014/main" id="{25F181E9-ECE8-6C45-9630-9E557CD92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4" name="AutoShape 175">
              <a:extLst>
                <a:ext uri="{FF2B5EF4-FFF2-40B4-BE49-F238E27FC236}">
                  <a16:creationId xmlns:a16="http://schemas.microsoft.com/office/drawing/2014/main" id="{1E3D4F85-FE81-8540-903A-A59235E02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5" name="Oval 176">
              <a:extLst>
                <a:ext uri="{FF2B5EF4-FFF2-40B4-BE49-F238E27FC236}">
                  <a16:creationId xmlns:a16="http://schemas.microsoft.com/office/drawing/2014/main" id="{BCFB597E-34FF-A143-A5DA-83836FAF5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6" name="Oval 177">
              <a:extLst>
                <a:ext uri="{FF2B5EF4-FFF2-40B4-BE49-F238E27FC236}">
                  <a16:creationId xmlns:a16="http://schemas.microsoft.com/office/drawing/2014/main" id="{A42D8F35-29EC-5646-B86B-9F691B5B6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7" name="Oval 178">
              <a:extLst>
                <a:ext uri="{FF2B5EF4-FFF2-40B4-BE49-F238E27FC236}">
                  <a16:creationId xmlns:a16="http://schemas.microsoft.com/office/drawing/2014/main" id="{CF075237-D0D9-CF4B-A3B2-26C45C78A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8" name="Rectangle 179">
              <a:extLst>
                <a:ext uri="{FF2B5EF4-FFF2-40B4-BE49-F238E27FC236}">
                  <a16:creationId xmlns:a16="http://schemas.microsoft.com/office/drawing/2014/main" id="{253DDF8F-80F2-B14F-97BA-109570D96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7" name="Group 596">
            <a:extLst>
              <a:ext uri="{FF2B5EF4-FFF2-40B4-BE49-F238E27FC236}">
                <a16:creationId xmlns:a16="http://schemas.microsoft.com/office/drawing/2014/main" id="{D93E1841-88BD-D448-9F73-830397405006}"/>
              </a:ext>
            </a:extLst>
          </p:cNvPr>
          <p:cNvGrpSpPr/>
          <p:nvPr/>
        </p:nvGrpSpPr>
        <p:grpSpPr>
          <a:xfrm>
            <a:off x="5430426" y="3270309"/>
            <a:ext cx="853832" cy="472456"/>
            <a:chOff x="7493876" y="2774731"/>
            <a:chExt cx="1481958" cy="894622"/>
          </a:xfrm>
        </p:grpSpPr>
        <p:sp>
          <p:nvSpPr>
            <p:cNvPr id="598" name="Freeform 597">
              <a:extLst>
                <a:ext uri="{FF2B5EF4-FFF2-40B4-BE49-F238E27FC236}">
                  <a16:creationId xmlns:a16="http://schemas.microsoft.com/office/drawing/2014/main" id="{B359CA66-9104-9E46-ABBC-385E1E4483E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B2D08667-01C3-CD4F-B7A4-167AA296748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0" name="Group 599">
              <a:extLst>
                <a:ext uri="{FF2B5EF4-FFF2-40B4-BE49-F238E27FC236}">
                  <a16:creationId xmlns:a16="http://schemas.microsoft.com/office/drawing/2014/main" id="{4D73295F-19B2-9F4D-BF15-1339ED79C2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1" name="Freeform 600">
                <a:extLst>
                  <a:ext uri="{FF2B5EF4-FFF2-40B4-BE49-F238E27FC236}">
                    <a16:creationId xmlns:a16="http://schemas.microsoft.com/office/drawing/2014/main" id="{FE20BD82-3369-5A43-99ED-4E445A65AB4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617A137B-1D45-8C4F-8899-54EAB8E1C4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3" name="Freeform 602">
                <a:extLst>
                  <a:ext uri="{FF2B5EF4-FFF2-40B4-BE49-F238E27FC236}">
                    <a16:creationId xmlns:a16="http://schemas.microsoft.com/office/drawing/2014/main" id="{CD807370-376F-5540-BD24-28420E4B43F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4" name="Freeform 603">
                <a:extLst>
                  <a:ext uri="{FF2B5EF4-FFF2-40B4-BE49-F238E27FC236}">
                    <a16:creationId xmlns:a16="http://schemas.microsoft.com/office/drawing/2014/main" id="{6B1DEE97-A3C3-2C4C-B320-BEE84FF767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51081915-1C7C-2048-A0F4-CFE36C5B63E9}"/>
              </a:ext>
            </a:extLst>
          </p:cNvPr>
          <p:cNvGrpSpPr/>
          <p:nvPr/>
        </p:nvGrpSpPr>
        <p:grpSpPr>
          <a:xfrm>
            <a:off x="6752719" y="3019298"/>
            <a:ext cx="853832" cy="472456"/>
            <a:chOff x="7493876" y="2774731"/>
            <a:chExt cx="1481958" cy="894622"/>
          </a:xfrm>
        </p:grpSpPr>
        <p:sp>
          <p:nvSpPr>
            <p:cNvPr id="606" name="Freeform 605">
              <a:extLst>
                <a:ext uri="{FF2B5EF4-FFF2-40B4-BE49-F238E27FC236}">
                  <a16:creationId xmlns:a16="http://schemas.microsoft.com/office/drawing/2014/main" id="{2CCD670D-FB4E-4F45-9A28-734AABF3C6D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6B17EE1A-2279-4B41-8A72-8598678AD94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8" name="Group 607">
              <a:extLst>
                <a:ext uri="{FF2B5EF4-FFF2-40B4-BE49-F238E27FC236}">
                  <a16:creationId xmlns:a16="http://schemas.microsoft.com/office/drawing/2014/main" id="{3ECBE2AF-8C50-C347-AA66-6781018D86E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9" name="Freeform 608">
                <a:extLst>
                  <a:ext uri="{FF2B5EF4-FFF2-40B4-BE49-F238E27FC236}">
                    <a16:creationId xmlns:a16="http://schemas.microsoft.com/office/drawing/2014/main" id="{4481D58B-EEDD-EE45-B268-B4EA2246FBE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0" name="Freeform 609">
                <a:extLst>
                  <a:ext uri="{FF2B5EF4-FFF2-40B4-BE49-F238E27FC236}">
                    <a16:creationId xmlns:a16="http://schemas.microsoft.com/office/drawing/2014/main" id="{9896F39B-E74D-2D41-8D9B-5A9CFD8DF4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1" name="Freeform 610">
                <a:extLst>
                  <a:ext uri="{FF2B5EF4-FFF2-40B4-BE49-F238E27FC236}">
                    <a16:creationId xmlns:a16="http://schemas.microsoft.com/office/drawing/2014/main" id="{25BF311A-BCE1-C643-803E-A3F3469DD4D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2" name="Freeform 611">
                <a:extLst>
                  <a:ext uri="{FF2B5EF4-FFF2-40B4-BE49-F238E27FC236}">
                    <a16:creationId xmlns:a16="http://schemas.microsoft.com/office/drawing/2014/main" id="{17FD2B9C-75D3-134E-AC55-315AA4BE8FC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3" name="Group 612">
            <a:extLst>
              <a:ext uri="{FF2B5EF4-FFF2-40B4-BE49-F238E27FC236}">
                <a16:creationId xmlns:a16="http://schemas.microsoft.com/office/drawing/2014/main" id="{60A20BD4-E117-2C49-9814-962578CBD00D}"/>
              </a:ext>
            </a:extLst>
          </p:cNvPr>
          <p:cNvGrpSpPr/>
          <p:nvPr/>
        </p:nvGrpSpPr>
        <p:grpSpPr>
          <a:xfrm>
            <a:off x="7496789" y="3749923"/>
            <a:ext cx="853832" cy="472456"/>
            <a:chOff x="7493876" y="2774731"/>
            <a:chExt cx="1481958" cy="894622"/>
          </a:xfrm>
        </p:grpSpPr>
        <p:sp>
          <p:nvSpPr>
            <p:cNvPr id="614" name="Freeform 613">
              <a:extLst>
                <a:ext uri="{FF2B5EF4-FFF2-40B4-BE49-F238E27FC236}">
                  <a16:creationId xmlns:a16="http://schemas.microsoft.com/office/drawing/2014/main" id="{4E4A0CD1-58ED-A54D-BBFF-12C92719E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C158890B-E991-FF49-8AA1-72A42547860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6" name="Group 615">
              <a:extLst>
                <a:ext uri="{FF2B5EF4-FFF2-40B4-BE49-F238E27FC236}">
                  <a16:creationId xmlns:a16="http://schemas.microsoft.com/office/drawing/2014/main" id="{E8B134DC-D1F8-B34A-9AA5-C82E19D265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7" name="Freeform 616">
                <a:extLst>
                  <a:ext uri="{FF2B5EF4-FFF2-40B4-BE49-F238E27FC236}">
                    <a16:creationId xmlns:a16="http://schemas.microsoft.com/office/drawing/2014/main" id="{46A021F0-A4AA-9D4C-B3CA-33BBC2B3989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8" name="Freeform 617">
                <a:extLst>
                  <a:ext uri="{FF2B5EF4-FFF2-40B4-BE49-F238E27FC236}">
                    <a16:creationId xmlns:a16="http://schemas.microsoft.com/office/drawing/2014/main" id="{05568410-5821-3848-8CFE-24A7B103648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1F622DFA-BD68-F84E-B93E-A50B5AFFF14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3CD0E9D0-4C11-1E4C-BDBC-0878BE70EF4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D25D3FA7-4E6E-854A-AA36-AA556C5A251C}"/>
              </a:ext>
            </a:extLst>
          </p:cNvPr>
          <p:cNvGrpSpPr/>
          <p:nvPr/>
        </p:nvGrpSpPr>
        <p:grpSpPr>
          <a:xfrm>
            <a:off x="4139507" y="5298141"/>
            <a:ext cx="809010" cy="502026"/>
            <a:chOff x="7493876" y="2774731"/>
            <a:chExt cx="1481958" cy="894622"/>
          </a:xfrm>
        </p:grpSpPr>
        <p:sp>
          <p:nvSpPr>
            <p:cNvPr id="622" name="Freeform 621">
              <a:extLst>
                <a:ext uri="{FF2B5EF4-FFF2-40B4-BE49-F238E27FC236}">
                  <a16:creationId xmlns:a16="http://schemas.microsoft.com/office/drawing/2014/main" id="{5FD51C8E-8595-104A-839D-0A7CCF6C839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3" name="Oval 622">
              <a:extLst>
                <a:ext uri="{FF2B5EF4-FFF2-40B4-BE49-F238E27FC236}">
                  <a16:creationId xmlns:a16="http://schemas.microsoft.com/office/drawing/2014/main" id="{7BF2815A-C8DA-D545-BC77-1CE42331895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4" name="Group 623">
              <a:extLst>
                <a:ext uri="{FF2B5EF4-FFF2-40B4-BE49-F238E27FC236}">
                  <a16:creationId xmlns:a16="http://schemas.microsoft.com/office/drawing/2014/main" id="{72683926-F4A5-734E-95F4-F7A096F17A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5" name="Freeform 624">
                <a:extLst>
                  <a:ext uri="{FF2B5EF4-FFF2-40B4-BE49-F238E27FC236}">
                    <a16:creationId xmlns:a16="http://schemas.microsoft.com/office/drawing/2014/main" id="{2B87A071-D3E2-BF49-BA3E-65F560A24C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6" name="Freeform 625">
                <a:extLst>
                  <a:ext uri="{FF2B5EF4-FFF2-40B4-BE49-F238E27FC236}">
                    <a16:creationId xmlns:a16="http://schemas.microsoft.com/office/drawing/2014/main" id="{D2B17A90-DD53-0F40-85E2-5616E727EB1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91E68B9D-2945-4D42-8E64-070106085C1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FF72236A-B234-BB44-8D95-3F909B257A3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1113BD39-40DA-4143-8341-7A1BCEE81256}"/>
              </a:ext>
            </a:extLst>
          </p:cNvPr>
          <p:cNvGrpSpPr/>
          <p:nvPr/>
        </p:nvGrpSpPr>
        <p:grpSpPr>
          <a:xfrm>
            <a:off x="5872016" y="4978459"/>
            <a:ext cx="809010" cy="502026"/>
            <a:chOff x="7493876" y="2774731"/>
            <a:chExt cx="1481958" cy="894622"/>
          </a:xfrm>
        </p:grpSpPr>
        <p:sp>
          <p:nvSpPr>
            <p:cNvPr id="630" name="Freeform 629">
              <a:extLst>
                <a:ext uri="{FF2B5EF4-FFF2-40B4-BE49-F238E27FC236}">
                  <a16:creationId xmlns:a16="http://schemas.microsoft.com/office/drawing/2014/main" id="{779B4EA8-4BF9-6E4B-95A5-61AE828BF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F142A987-761B-994C-B2CF-AA70DDB50D2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BB8863E3-F134-5C44-AA71-F1EB9E7FAC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3" name="Freeform 632">
                <a:extLst>
                  <a:ext uri="{FF2B5EF4-FFF2-40B4-BE49-F238E27FC236}">
                    <a16:creationId xmlns:a16="http://schemas.microsoft.com/office/drawing/2014/main" id="{13EFE091-51A0-A84D-8C74-7D49F49E7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4" name="Freeform 633">
                <a:extLst>
                  <a:ext uri="{FF2B5EF4-FFF2-40B4-BE49-F238E27FC236}">
                    <a16:creationId xmlns:a16="http://schemas.microsoft.com/office/drawing/2014/main" id="{2007E57F-D7CB-A74F-B077-7439C454C46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5" name="Freeform 634">
                <a:extLst>
                  <a:ext uri="{FF2B5EF4-FFF2-40B4-BE49-F238E27FC236}">
                    <a16:creationId xmlns:a16="http://schemas.microsoft.com/office/drawing/2014/main" id="{1A7A87E3-0D33-1342-9288-FE279ABD0C9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6" name="Freeform 635">
                <a:extLst>
                  <a:ext uri="{FF2B5EF4-FFF2-40B4-BE49-F238E27FC236}">
                    <a16:creationId xmlns:a16="http://schemas.microsoft.com/office/drawing/2014/main" id="{5752FA50-1B28-BD4A-9158-8D5053B30B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3" name="Right Arrow 672">
            <a:extLst>
              <a:ext uri="{FF2B5EF4-FFF2-40B4-BE49-F238E27FC236}">
                <a16:creationId xmlns:a16="http://schemas.microsoft.com/office/drawing/2014/main" id="{B97D521A-528F-F144-A8F1-1DBCAE203C92}"/>
              </a:ext>
            </a:extLst>
          </p:cNvPr>
          <p:cNvSpPr/>
          <p:nvPr/>
        </p:nvSpPr>
        <p:spPr>
          <a:xfrm>
            <a:off x="685800" y="2756646"/>
            <a:ext cx="1313330" cy="511526"/>
          </a:xfrm>
          <a:prstGeom prst="rightArrow">
            <a:avLst/>
          </a:prstGeom>
          <a:gradFill>
            <a:gsLst>
              <a:gs pos="0">
                <a:srgbClr val="FFFFFF">
                  <a:alpha val="67000"/>
                </a:srgbClr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82" name="Group 681">
            <a:extLst>
              <a:ext uri="{FF2B5EF4-FFF2-40B4-BE49-F238E27FC236}">
                <a16:creationId xmlns:a16="http://schemas.microsoft.com/office/drawing/2014/main" id="{3683399D-A639-394A-8DF7-7F9B7AB6D7B6}"/>
              </a:ext>
            </a:extLst>
          </p:cNvPr>
          <p:cNvGrpSpPr/>
          <p:nvPr/>
        </p:nvGrpSpPr>
        <p:grpSpPr>
          <a:xfrm>
            <a:off x="1373964" y="4541734"/>
            <a:ext cx="1607995" cy="1127080"/>
            <a:chOff x="1373964" y="4541734"/>
            <a:chExt cx="1607995" cy="1127080"/>
          </a:xfrm>
        </p:grpSpPr>
        <p:sp>
          <p:nvSpPr>
            <p:cNvPr id="444" name="Text Box 404">
              <a:extLst>
                <a:ext uri="{FF2B5EF4-FFF2-40B4-BE49-F238E27FC236}">
                  <a16:creationId xmlns:a16="http://schemas.microsoft.com/office/drawing/2014/main" id="{E62F71C0-17AC-E842-AF41-29E05880C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3964" y="4541734"/>
              <a:ext cx="8901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i="0" dirty="0">
                  <a:solidFill>
                    <a:srgbClr val="C00000"/>
                  </a:solidFill>
                  <a:latin typeface="+mn-lt"/>
                </a:rPr>
                <a:t>web page</a:t>
              </a:r>
            </a:p>
          </p:txBody>
        </p:sp>
        <p:sp>
          <p:nvSpPr>
            <p:cNvPr id="677" name="Freeform 398">
              <a:extLst>
                <a:ext uri="{FF2B5EF4-FFF2-40B4-BE49-F238E27FC236}">
                  <a16:creationId xmlns:a16="http://schemas.microsoft.com/office/drawing/2014/main" id="{80939846-FA86-F748-B1A5-ABCAB9226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329" y="4799922"/>
              <a:ext cx="1531630" cy="868892"/>
            </a:xfrm>
            <a:custGeom>
              <a:avLst/>
              <a:gdLst>
                <a:gd name="T0" fmla="*/ 861 w 861"/>
                <a:gd name="T1" fmla="*/ 772 h 772"/>
                <a:gd name="T2" fmla="*/ 0 w 861"/>
                <a:gd name="T3" fmla="*/ 557 h 772"/>
                <a:gd name="T4" fmla="*/ 532 w 861"/>
                <a:gd name="T5" fmla="*/ 405 h 772"/>
                <a:gd name="T6" fmla="*/ 652 w 861"/>
                <a:gd name="T7" fmla="*/ 0 h 772"/>
                <a:gd name="T8" fmla="*/ 861 w 861"/>
                <a:gd name="T9" fmla="*/ 772 h 7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0000 w 10000"/>
                <a:gd name="connsiteY0" fmla="*/ 10000 h 10000"/>
                <a:gd name="connsiteX1" fmla="*/ 0 w 10000"/>
                <a:gd name="connsiteY1" fmla="*/ 7215 h 10000"/>
                <a:gd name="connsiteX2" fmla="*/ 6179 w 10000"/>
                <a:gd name="connsiteY2" fmla="*/ 5246 h 10000"/>
                <a:gd name="connsiteX3" fmla="*/ 7573 w 10000"/>
                <a:gd name="connsiteY3" fmla="*/ 0 h 10000"/>
                <a:gd name="connsiteX4" fmla="*/ 9561 w 10000"/>
                <a:gd name="connsiteY4" fmla="*/ 7933 h 10000"/>
                <a:gd name="connsiteX5" fmla="*/ 10000 w 10000"/>
                <a:gd name="connsiteY5" fmla="*/ 10000 h 10000"/>
                <a:gd name="connsiteX0" fmla="*/ 10000 w 10180"/>
                <a:gd name="connsiteY0" fmla="*/ 10000 h 10000"/>
                <a:gd name="connsiteX1" fmla="*/ 0 w 10180"/>
                <a:gd name="connsiteY1" fmla="*/ 7215 h 10000"/>
                <a:gd name="connsiteX2" fmla="*/ 6179 w 10180"/>
                <a:gd name="connsiteY2" fmla="*/ 5246 h 10000"/>
                <a:gd name="connsiteX3" fmla="*/ 7573 w 10180"/>
                <a:gd name="connsiteY3" fmla="*/ 0 h 10000"/>
                <a:gd name="connsiteX4" fmla="*/ 10151 w 10180"/>
                <a:gd name="connsiteY4" fmla="*/ 8116 h 10000"/>
                <a:gd name="connsiteX5" fmla="*/ 10000 w 10180"/>
                <a:gd name="connsiteY5" fmla="*/ 10000 h 10000"/>
                <a:gd name="connsiteX0" fmla="*/ 9573 w 10167"/>
                <a:gd name="connsiteY0" fmla="*/ 10658 h 10658"/>
                <a:gd name="connsiteX1" fmla="*/ 0 w 10167"/>
                <a:gd name="connsiteY1" fmla="*/ 7215 h 10658"/>
                <a:gd name="connsiteX2" fmla="*/ 6179 w 10167"/>
                <a:gd name="connsiteY2" fmla="*/ 5246 h 10658"/>
                <a:gd name="connsiteX3" fmla="*/ 7573 w 10167"/>
                <a:gd name="connsiteY3" fmla="*/ 0 h 10658"/>
                <a:gd name="connsiteX4" fmla="*/ 10151 w 10167"/>
                <a:gd name="connsiteY4" fmla="*/ 8116 h 10658"/>
                <a:gd name="connsiteX5" fmla="*/ 9573 w 10167"/>
                <a:gd name="connsiteY5" fmla="*/ 10658 h 10658"/>
                <a:gd name="connsiteX0" fmla="*/ 9573 w 10167"/>
                <a:gd name="connsiteY0" fmla="*/ 10658 h 10658"/>
                <a:gd name="connsiteX1" fmla="*/ 0 w 10167"/>
                <a:gd name="connsiteY1" fmla="*/ 7215 h 10658"/>
                <a:gd name="connsiteX2" fmla="*/ 7688 w 10167"/>
                <a:gd name="connsiteY2" fmla="*/ 7111 h 10658"/>
                <a:gd name="connsiteX3" fmla="*/ 7573 w 10167"/>
                <a:gd name="connsiteY3" fmla="*/ 0 h 10658"/>
                <a:gd name="connsiteX4" fmla="*/ 10151 w 10167"/>
                <a:gd name="connsiteY4" fmla="*/ 8116 h 10658"/>
                <a:gd name="connsiteX5" fmla="*/ 9573 w 10167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788"/>
                <a:gd name="connsiteY0" fmla="*/ 10658 h 10658"/>
                <a:gd name="connsiteX1" fmla="*/ 0 w 10788"/>
                <a:gd name="connsiteY1" fmla="*/ 7178 h 10658"/>
                <a:gd name="connsiteX2" fmla="*/ 8180 w 10788"/>
                <a:gd name="connsiteY2" fmla="*/ 7111 h 10658"/>
                <a:gd name="connsiteX3" fmla="*/ 8065 w 10788"/>
                <a:gd name="connsiteY3" fmla="*/ 0 h 10658"/>
                <a:gd name="connsiteX4" fmla="*/ 10774 w 10788"/>
                <a:gd name="connsiteY4" fmla="*/ 8153 h 10658"/>
                <a:gd name="connsiteX5" fmla="*/ 10065 w 10788"/>
                <a:gd name="connsiteY5" fmla="*/ 10658 h 10658"/>
                <a:gd name="connsiteX0" fmla="*/ 10065 w 10788"/>
                <a:gd name="connsiteY0" fmla="*/ 10658 h 10658"/>
                <a:gd name="connsiteX1" fmla="*/ 0 w 10788"/>
                <a:gd name="connsiteY1" fmla="*/ 7178 h 10658"/>
                <a:gd name="connsiteX2" fmla="*/ 8180 w 10788"/>
                <a:gd name="connsiteY2" fmla="*/ 7111 h 10658"/>
                <a:gd name="connsiteX3" fmla="*/ 8065 w 10788"/>
                <a:gd name="connsiteY3" fmla="*/ 0 h 10658"/>
                <a:gd name="connsiteX4" fmla="*/ 10774 w 10788"/>
                <a:gd name="connsiteY4" fmla="*/ 8153 h 10658"/>
                <a:gd name="connsiteX5" fmla="*/ 10065 w 10788"/>
                <a:gd name="connsiteY5" fmla="*/ 10658 h 10658"/>
                <a:gd name="connsiteX0" fmla="*/ 10065 w 10788"/>
                <a:gd name="connsiteY0" fmla="*/ 9086 h 9086"/>
                <a:gd name="connsiteX1" fmla="*/ 0 w 10788"/>
                <a:gd name="connsiteY1" fmla="*/ 5606 h 9086"/>
                <a:gd name="connsiteX2" fmla="*/ 8180 w 10788"/>
                <a:gd name="connsiteY2" fmla="*/ 5539 h 9086"/>
                <a:gd name="connsiteX3" fmla="*/ 8196 w 10788"/>
                <a:gd name="connsiteY3" fmla="*/ 0 h 9086"/>
                <a:gd name="connsiteX4" fmla="*/ 10774 w 10788"/>
                <a:gd name="connsiteY4" fmla="*/ 6581 h 9086"/>
                <a:gd name="connsiteX5" fmla="*/ 10065 w 10788"/>
                <a:gd name="connsiteY5" fmla="*/ 9086 h 9086"/>
                <a:gd name="connsiteX0" fmla="*/ 9330 w 10000"/>
                <a:gd name="connsiteY0" fmla="*/ 10000 h 10000"/>
                <a:gd name="connsiteX1" fmla="*/ 0 w 10000"/>
                <a:gd name="connsiteY1" fmla="*/ 6170 h 10000"/>
                <a:gd name="connsiteX2" fmla="*/ 7582 w 10000"/>
                <a:gd name="connsiteY2" fmla="*/ 6096 h 10000"/>
                <a:gd name="connsiteX3" fmla="*/ 7597 w 10000"/>
                <a:gd name="connsiteY3" fmla="*/ 0 h 10000"/>
                <a:gd name="connsiteX4" fmla="*/ 9987 w 10000"/>
                <a:gd name="connsiteY4" fmla="*/ 7243 h 10000"/>
                <a:gd name="connsiteX5" fmla="*/ 9330 w 10000"/>
                <a:gd name="connsiteY5" fmla="*/ 10000 h 10000"/>
                <a:gd name="connsiteX0" fmla="*/ 8799 w 9995"/>
                <a:gd name="connsiteY0" fmla="*/ 9361 h 9361"/>
                <a:gd name="connsiteX1" fmla="*/ 0 w 9995"/>
                <a:gd name="connsiteY1" fmla="*/ 6170 h 9361"/>
                <a:gd name="connsiteX2" fmla="*/ 7582 w 9995"/>
                <a:gd name="connsiteY2" fmla="*/ 6096 h 9361"/>
                <a:gd name="connsiteX3" fmla="*/ 7597 w 9995"/>
                <a:gd name="connsiteY3" fmla="*/ 0 h 9361"/>
                <a:gd name="connsiteX4" fmla="*/ 9987 w 9995"/>
                <a:gd name="connsiteY4" fmla="*/ 7243 h 9361"/>
                <a:gd name="connsiteX5" fmla="*/ 8799 w 9995"/>
                <a:gd name="connsiteY5" fmla="*/ 9361 h 9361"/>
                <a:gd name="connsiteX0" fmla="*/ 8803 w 8911"/>
                <a:gd name="connsiteY0" fmla="*/ 10000 h 10000"/>
                <a:gd name="connsiteX1" fmla="*/ 0 w 8911"/>
                <a:gd name="connsiteY1" fmla="*/ 6591 h 10000"/>
                <a:gd name="connsiteX2" fmla="*/ 7586 w 8911"/>
                <a:gd name="connsiteY2" fmla="*/ 6512 h 10000"/>
                <a:gd name="connsiteX3" fmla="*/ 7601 w 8911"/>
                <a:gd name="connsiteY3" fmla="*/ 0 h 10000"/>
                <a:gd name="connsiteX4" fmla="*/ 8880 w 8911"/>
                <a:gd name="connsiteY4" fmla="*/ 6748 h 10000"/>
                <a:gd name="connsiteX5" fmla="*/ 8803 w 8911"/>
                <a:gd name="connsiteY5" fmla="*/ 10000 h 10000"/>
                <a:gd name="connsiteX0" fmla="*/ 9879 w 9965"/>
                <a:gd name="connsiteY0" fmla="*/ 10000 h 10000"/>
                <a:gd name="connsiteX1" fmla="*/ 0 w 9965"/>
                <a:gd name="connsiteY1" fmla="*/ 6591 h 10000"/>
                <a:gd name="connsiteX2" fmla="*/ 8513 w 9965"/>
                <a:gd name="connsiteY2" fmla="*/ 6512 h 10000"/>
                <a:gd name="connsiteX3" fmla="*/ 8530 w 9965"/>
                <a:gd name="connsiteY3" fmla="*/ 0 h 10000"/>
                <a:gd name="connsiteX4" fmla="*/ 9965 w 9965"/>
                <a:gd name="connsiteY4" fmla="*/ 6748 h 10000"/>
                <a:gd name="connsiteX5" fmla="*/ 9879 w 9965"/>
                <a:gd name="connsiteY5" fmla="*/ 10000 h 10000"/>
                <a:gd name="connsiteX0" fmla="*/ 9914 w 10000"/>
                <a:gd name="connsiteY0" fmla="*/ 10000 h 10000"/>
                <a:gd name="connsiteX1" fmla="*/ 0 w 10000"/>
                <a:gd name="connsiteY1" fmla="*/ 6591 h 10000"/>
                <a:gd name="connsiteX2" fmla="*/ 8543 w 10000"/>
                <a:gd name="connsiteY2" fmla="*/ 6512 h 10000"/>
                <a:gd name="connsiteX3" fmla="*/ 8560 w 10000"/>
                <a:gd name="connsiteY3" fmla="*/ 0 h 10000"/>
                <a:gd name="connsiteX4" fmla="*/ 10000 w 10000"/>
                <a:gd name="connsiteY4" fmla="*/ 6748 h 10000"/>
                <a:gd name="connsiteX5" fmla="*/ 9914 w 10000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10257 w 11714"/>
                <a:gd name="connsiteY2" fmla="*/ 6512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31 w 11714"/>
                <a:gd name="connsiteY2" fmla="*/ 8797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261"/>
                <a:gd name="connsiteX1" fmla="*/ 0 w 11714"/>
                <a:gd name="connsiteY1" fmla="*/ 9319 h 10261"/>
                <a:gd name="connsiteX2" fmla="*/ 9631 w 11714"/>
                <a:gd name="connsiteY2" fmla="*/ 8797 h 10261"/>
                <a:gd name="connsiteX3" fmla="*/ 10274 w 11714"/>
                <a:gd name="connsiteY3" fmla="*/ 0 h 10261"/>
                <a:gd name="connsiteX4" fmla="*/ 11714 w 11714"/>
                <a:gd name="connsiteY4" fmla="*/ 6748 h 10261"/>
                <a:gd name="connsiteX5" fmla="*/ 11628 w 11714"/>
                <a:gd name="connsiteY5" fmla="*/ 10000 h 10261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31 w 11714"/>
                <a:gd name="connsiteY2" fmla="*/ 8797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58 w 11714"/>
                <a:gd name="connsiteY2" fmla="*/ 9070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8329 h 8329"/>
                <a:gd name="connsiteX1" fmla="*/ 0 w 11714"/>
                <a:gd name="connsiteY1" fmla="*/ 7648 h 8329"/>
                <a:gd name="connsiteX2" fmla="*/ 9658 w 11714"/>
                <a:gd name="connsiteY2" fmla="*/ 7399 h 8329"/>
                <a:gd name="connsiteX3" fmla="*/ 9784 w 11714"/>
                <a:gd name="connsiteY3" fmla="*/ 0 h 8329"/>
                <a:gd name="connsiteX4" fmla="*/ 11714 w 11714"/>
                <a:gd name="connsiteY4" fmla="*/ 5077 h 8329"/>
                <a:gd name="connsiteX5" fmla="*/ 11628 w 11714"/>
                <a:gd name="connsiteY5" fmla="*/ 8329 h 8329"/>
                <a:gd name="connsiteX0" fmla="*/ 9927 w 10000"/>
                <a:gd name="connsiteY0" fmla="*/ 10000 h 10000"/>
                <a:gd name="connsiteX1" fmla="*/ 0 w 10000"/>
                <a:gd name="connsiteY1" fmla="*/ 9182 h 10000"/>
                <a:gd name="connsiteX2" fmla="*/ 8245 w 10000"/>
                <a:gd name="connsiteY2" fmla="*/ 8883 h 10000"/>
                <a:gd name="connsiteX3" fmla="*/ 8352 w 10000"/>
                <a:gd name="connsiteY3" fmla="*/ 0 h 10000"/>
                <a:gd name="connsiteX4" fmla="*/ 10000 w 10000"/>
                <a:gd name="connsiteY4" fmla="*/ 6096 h 10000"/>
                <a:gd name="connsiteX5" fmla="*/ 9927 w 10000"/>
                <a:gd name="connsiteY5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9927" y="10000"/>
                  </a:moveTo>
                  <a:cubicBezTo>
                    <a:pt x="7231" y="9836"/>
                    <a:pt x="6474" y="9595"/>
                    <a:pt x="0" y="9182"/>
                  </a:cubicBezTo>
                  <a:lnTo>
                    <a:pt x="8245" y="8883"/>
                  </a:lnTo>
                  <a:cubicBezTo>
                    <a:pt x="8212" y="5538"/>
                    <a:pt x="8387" y="3345"/>
                    <a:pt x="8352" y="0"/>
                  </a:cubicBezTo>
                  <a:cubicBezTo>
                    <a:pt x="8852" y="3416"/>
                    <a:pt x="8942" y="4239"/>
                    <a:pt x="10000" y="6096"/>
                  </a:cubicBezTo>
                  <a:cubicBezTo>
                    <a:pt x="9991" y="7928"/>
                    <a:pt x="9934" y="8700"/>
                    <a:pt x="9927" y="10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chemeClr val="bg1">
                    <a:lumMod val="75000"/>
                  </a:schemeClr>
                </a:gs>
              </a:gsLst>
              <a:lin ang="129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443" name="Picture 401">
              <a:extLst>
                <a:ext uri="{FF2B5EF4-FFF2-40B4-BE49-F238E27FC236}">
                  <a16:creationId xmlns:a16="http://schemas.microsoft.com/office/drawing/2014/main" id="{6E2D6C5A-5878-8249-B10C-04E17B9327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4743" y="4817138"/>
              <a:ext cx="1243012" cy="76835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547" name="Group 248">
            <a:extLst>
              <a:ext uri="{FF2B5EF4-FFF2-40B4-BE49-F238E27FC236}">
                <a16:creationId xmlns:a16="http://schemas.microsoft.com/office/drawing/2014/main" id="{DD74A46B-8CFF-C14D-B141-BB4A8B9E896A}"/>
              </a:ext>
            </a:extLst>
          </p:cNvPr>
          <p:cNvGrpSpPr>
            <a:grpSpLocks/>
          </p:cNvGrpSpPr>
          <p:nvPr/>
        </p:nvGrpSpPr>
        <p:grpSpPr bwMode="auto">
          <a:xfrm>
            <a:off x="2957232" y="5059642"/>
            <a:ext cx="358775" cy="623888"/>
            <a:chOff x="4140" y="429"/>
            <a:chExt cx="1425" cy="2396"/>
          </a:xfrm>
        </p:grpSpPr>
        <p:sp>
          <p:nvSpPr>
            <p:cNvPr id="548" name="Freeform 148">
              <a:extLst>
                <a:ext uri="{FF2B5EF4-FFF2-40B4-BE49-F238E27FC236}">
                  <a16:creationId xmlns:a16="http://schemas.microsoft.com/office/drawing/2014/main" id="{E26405AF-3E42-AA41-BFD2-3B7948531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9" name="Rectangle 149">
              <a:extLst>
                <a:ext uri="{FF2B5EF4-FFF2-40B4-BE49-F238E27FC236}">
                  <a16:creationId xmlns:a16="http://schemas.microsoft.com/office/drawing/2014/main" id="{47D37451-2947-344E-8E7A-210E7A2D6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0" name="Freeform 150">
              <a:extLst>
                <a:ext uri="{FF2B5EF4-FFF2-40B4-BE49-F238E27FC236}">
                  <a16:creationId xmlns:a16="http://schemas.microsoft.com/office/drawing/2014/main" id="{794051DE-EDD2-9D49-9A64-72D78C5AF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1" name="Freeform 151">
              <a:extLst>
                <a:ext uri="{FF2B5EF4-FFF2-40B4-BE49-F238E27FC236}">
                  <a16:creationId xmlns:a16="http://schemas.microsoft.com/office/drawing/2014/main" id="{6B3A31B2-65E4-2D43-AF3A-C267D9818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2" name="Rectangle 152">
              <a:extLst>
                <a:ext uri="{FF2B5EF4-FFF2-40B4-BE49-F238E27FC236}">
                  <a16:creationId xmlns:a16="http://schemas.microsoft.com/office/drawing/2014/main" id="{5BDB8D32-4034-0648-9A9C-461080F06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3" name="Group 153">
              <a:extLst>
                <a:ext uri="{FF2B5EF4-FFF2-40B4-BE49-F238E27FC236}">
                  <a16:creationId xmlns:a16="http://schemas.microsoft.com/office/drawing/2014/main" id="{98227220-D87B-BF44-BAA0-CA8B03DA61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8" name="AutoShape 154">
                <a:extLst>
                  <a:ext uri="{FF2B5EF4-FFF2-40B4-BE49-F238E27FC236}">
                    <a16:creationId xmlns:a16="http://schemas.microsoft.com/office/drawing/2014/main" id="{250B641D-BA68-CF4E-8F1A-14F5DEB8A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9" name="AutoShape 155">
                <a:extLst>
                  <a:ext uri="{FF2B5EF4-FFF2-40B4-BE49-F238E27FC236}">
                    <a16:creationId xmlns:a16="http://schemas.microsoft.com/office/drawing/2014/main" id="{787D2112-54A6-DD4C-91A7-7982CA3DD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4" name="Rectangle 156">
              <a:extLst>
                <a:ext uri="{FF2B5EF4-FFF2-40B4-BE49-F238E27FC236}">
                  <a16:creationId xmlns:a16="http://schemas.microsoft.com/office/drawing/2014/main" id="{ED074C77-4F92-864B-A252-8CABF356F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5" name="Group 157">
              <a:extLst>
                <a:ext uri="{FF2B5EF4-FFF2-40B4-BE49-F238E27FC236}">
                  <a16:creationId xmlns:a16="http://schemas.microsoft.com/office/drawing/2014/main" id="{E45C5AAE-9CEA-5D45-9B1F-D1201EA7A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76" name="AutoShape 158">
                <a:extLst>
                  <a:ext uri="{FF2B5EF4-FFF2-40B4-BE49-F238E27FC236}">
                    <a16:creationId xmlns:a16="http://schemas.microsoft.com/office/drawing/2014/main" id="{23A4FF84-0E8C-5B4F-8656-A4C26D3FB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7" name="AutoShape 159">
                <a:extLst>
                  <a:ext uri="{FF2B5EF4-FFF2-40B4-BE49-F238E27FC236}">
                    <a16:creationId xmlns:a16="http://schemas.microsoft.com/office/drawing/2014/main" id="{3A8A84FE-F7E1-EA40-BE3B-E5A1F1A193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6" name="Rectangle 160">
              <a:extLst>
                <a:ext uri="{FF2B5EF4-FFF2-40B4-BE49-F238E27FC236}">
                  <a16:creationId xmlns:a16="http://schemas.microsoft.com/office/drawing/2014/main" id="{5A74EA63-0B5F-FB48-AA96-CDECA8668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7" name="Rectangle 161">
              <a:extLst>
                <a:ext uri="{FF2B5EF4-FFF2-40B4-BE49-F238E27FC236}">
                  <a16:creationId xmlns:a16="http://schemas.microsoft.com/office/drawing/2014/main" id="{58A4912C-FD7F-3745-98E7-736F73EB1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8" name="Group 162">
              <a:extLst>
                <a:ext uri="{FF2B5EF4-FFF2-40B4-BE49-F238E27FC236}">
                  <a16:creationId xmlns:a16="http://schemas.microsoft.com/office/drawing/2014/main" id="{A7ED305B-1858-0C4C-8889-5F08D18EEA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74" name="AutoShape 163">
                <a:extLst>
                  <a:ext uri="{FF2B5EF4-FFF2-40B4-BE49-F238E27FC236}">
                    <a16:creationId xmlns:a16="http://schemas.microsoft.com/office/drawing/2014/main" id="{E0A7BB14-4EE6-E649-A054-B7ACF2A8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5" name="AutoShape 164">
                <a:extLst>
                  <a:ext uri="{FF2B5EF4-FFF2-40B4-BE49-F238E27FC236}">
                    <a16:creationId xmlns:a16="http://schemas.microsoft.com/office/drawing/2014/main" id="{87C1BCDA-D3DA-3C44-A348-6B38470DD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9" name="Freeform 165">
              <a:extLst>
                <a:ext uri="{FF2B5EF4-FFF2-40B4-BE49-F238E27FC236}">
                  <a16:creationId xmlns:a16="http://schemas.microsoft.com/office/drawing/2014/main" id="{353439C9-DEEB-6349-ABEB-ED29E03E8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60" name="Group 166">
              <a:extLst>
                <a:ext uri="{FF2B5EF4-FFF2-40B4-BE49-F238E27FC236}">
                  <a16:creationId xmlns:a16="http://schemas.microsoft.com/office/drawing/2014/main" id="{B5D33585-759B-2A49-99A7-061236F884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72" name="AutoShape 167">
                <a:extLst>
                  <a:ext uri="{FF2B5EF4-FFF2-40B4-BE49-F238E27FC236}">
                    <a16:creationId xmlns:a16="http://schemas.microsoft.com/office/drawing/2014/main" id="{CA773528-AD84-7D48-8019-9201E6A9C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" name="AutoShape 168">
                <a:extLst>
                  <a:ext uri="{FF2B5EF4-FFF2-40B4-BE49-F238E27FC236}">
                    <a16:creationId xmlns:a16="http://schemas.microsoft.com/office/drawing/2014/main" id="{472F7D5E-1AD1-264C-9D28-AFB2CA688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61" name="Rectangle 169">
              <a:extLst>
                <a:ext uri="{FF2B5EF4-FFF2-40B4-BE49-F238E27FC236}">
                  <a16:creationId xmlns:a16="http://schemas.microsoft.com/office/drawing/2014/main" id="{1E31944B-126C-0C48-8360-3955ACFF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2" name="Freeform 170">
              <a:extLst>
                <a:ext uri="{FF2B5EF4-FFF2-40B4-BE49-F238E27FC236}">
                  <a16:creationId xmlns:a16="http://schemas.microsoft.com/office/drawing/2014/main" id="{AF8E0510-EA92-E34B-BAF8-A7129AFAD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3" name="Freeform 171">
              <a:extLst>
                <a:ext uri="{FF2B5EF4-FFF2-40B4-BE49-F238E27FC236}">
                  <a16:creationId xmlns:a16="http://schemas.microsoft.com/office/drawing/2014/main" id="{794611B1-1F70-D644-A04B-BCECE318F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4" name="Oval 172">
              <a:extLst>
                <a:ext uri="{FF2B5EF4-FFF2-40B4-BE49-F238E27FC236}">
                  <a16:creationId xmlns:a16="http://schemas.microsoft.com/office/drawing/2014/main" id="{A637D4FD-E378-BA4B-B33A-0D90745CB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5" name="Freeform 173">
              <a:extLst>
                <a:ext uri="{FF2B5EF4-FFF2-40B4-BE49-F238E27FC236}">
                  <a16:creationId xmlns:a16="http://schemas.microsoft.com/office/drawing/2014/main" id="{9422064F-7319-E348-881D-6E240552A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6" name="AutoShape 174">
              <a:extLst>
                <a:ext uri="{FF2B5EF4-FFF2-40B4-BE49-F238E27FC236}">
                  <a16:creationId xmlns:a16="http://schemas.microsoft.com/office/drawing/2014/main" id="{2F2D8D29-4918-BC40-B587-0167A6D7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7" name="AutoShape 175">
              <a:extLst>
                <a:ext uri="{FF2B5EF4-FFF2-40B4-BE49-F238E27FC236}">
                  <a16:creationId xmlns:a16="http://schemas.microsoft.com/office/drawing/2014/main" id="{CA9837DA-B6EB-3E4C-8ABD-BA649DD5B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8" name="Oval 176">
              <a:extLst>
                <a:ext uri="{FF2B5EF4-FFF2-40B4-BE49-F238E27FC236}">
                  <a16:creationId xmlns:a16="http://schemas.microsoft.com/office/drawing/2014/main" id="{292FD403-2A63-E04F-A616-3EFB915BE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9" name="Oval 177">
              <a:extLst>
                <a:ext uri="{FF2B5EF4-FFF2-40B4-BE49-F238E27FC236}">
                  <a16:creationId xmlns:a16="http://schemas.microsoft.com/office/drawing/2014/main" id="{B38211AD-96E2-E840-ABF7-46912AF88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0" name="Oval 178">
              <a:extLst>
                <a:ext uri="{FF2B5EF4-FFF2-40B4-BE49-F238E27FC236}">
                  <a16:creationId xmlns:a16="http://schemas.microsoft.com/office/drawing/2014/main" id="{33893241-FF92-AC41-AD12-42C30CE70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1" name="Rectangle 179">
              <a:extLst>
                <a:ext uri="{FF2B5EF4-FFF2-40B4-BE49-F238E27FC236}">
                  <a16:creationId xmlns:a16="http://schemas.microsoft.com/office/drawing/2014/main" id="{7D299A7B-FEF5-C342-9684-CEEEDE5EA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83" name="Rectangle 3">
            <a:extLst>
              <a:ext uri="{FF2B5EF4-FFF2-40B4-BE49-F238E27FC236}">
                <a16:creationId xmlns:a16="http://schemas.microsoft.com/office/drawing/2014/main" id="{1A556173-0263-214D-9BE3-6EA12C023ADE}"/>
              </a:ext>
            </a:extLst>
          </p:cNvPr>
          <p:cNvSpPr txBox="1">
            <a:spLocks noChangeArrowheads="1"/>
          </p:cNvSpPr>
          <p:nvPr/>
        </p:nvSpPr>
        <p:spPr>
          <a:xfrm>
            <a:off x="8877300" y="1833563"/>
            <a:ext cx="2878418" cy="1316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69875">
              <a:defRPr/>
            </a:pPr>
            <a:r>
              <a:rPr lang="en-US" dirty="0"/>
              <a:t>Arriving mobile client attaches to network …</a:t>
            </a:r>
            <a:endParaRPr lang="en-US" sz="2400" dirty="0"/>
          </a:p>
          <a:p>
            <a:pPr>
              <a:defRPr/>
            </a:pPr>
            <a:endParaRPr lang="en-US" sz="3200" dirty="0"/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684" name="Rectangle 3">
            <a:extLst>
              <a:ext uri="{FF2B5EF4-FFF2-40B4-BE49-F238E27FC236}">
                <a16:creationId xmlns:a16="http://schemas.microsoft.com/office/drawing/2014/main" id="{4045A4E3-35EE-8C46-A982-26140CFF7B8E}"/>
              </a:ext>
            </a:extLst>
          </p:cNvPr>
          <p:cNvSpPr txBox="1">
            <a:spLocks noChangeArrowheads="1"/>
          </p:cNvSpPr>
          <p:nvPr/>
        </p:nvSpPr>
        <p:spPr>
          <a:xfrm>
            <a:off x="8877300" y="3179763"/>
            <a:ext cx="2878418" cy="13160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69875">
              <a:defRPr/>
            </a:pPr>
            <a:r>
              <a:rPr lang="en-US" sz="3000" dirty="0"/>
              <a:t>Requests web page: </a:t>
            </a:r>
            <a:r>
              <a:rPr lang="en-US" sz="2600" dirty="0"/>
              <a:t>www.google.com</a:t>
            </a:r>
            <a:endParaRPr lang="en-US" sz="2400" dirty="0"/>
          </a:p>
          <a:p>
            <a:pPr>
              <a:defRPr/>
            </a:pPr>
            <a:endParaRPr lang="en-US" sz="3200" dirty="0"/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685" name="TextBox 684">
            <a:extLst>
              <a:ext uri="{FF2B5EF4-FFF2-40B4-BE49-F238E27FC236}">
                <a16:creationId xmlns:a16="http://schemas.microsoft.com/office/drawing/2014/main" id="{A1FC4D17-5B36-134E-BB1F-D0DFCB5FB268}"/>
              </a:ext>
            </a:extLst>
          </p:cNvPr>
          <p:cNvSpPr txBox="1"/>
          <p:nvPr/>
        </p:nvSpPr>
        <p:spPr>
          <a:xfrm>
            <a:off x="8737600" y="1181100"/>
            <a:ext cx="16514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A8"/>
                </a:solidFill>
              </a:rPr>
              <a:t>scenario</a:t>
            </a:r>
            <a:r>
              <a:rPr lang="en-US" dirty="0"/>
              <a:t>:</a:t>
            </a:r>
          </a:p>
        </p:txBody>
      </p:sp>
      <p:grpSp>
        <p:nvGrpSpPr>
          <p:cNvPr id="689" name="Group 688">
            <a:extLst>
              <a:ext uri="{FF2B5EF4-FFF2-40B4-BE49-F238E27FC236}">
                <a16:creationId xmlns:a16="http://schemas.microsoft.com/office/drawing/2014/main" id="{230ABE4F-8AF2-9E4F-BDBA-55842C20F2DE}"/>
              </a:ext>
            </a:extLst>
          </p:cNvPr>
          <p:cNvGrpSpPr/>
          <p:nvPr/>
        </p:nvGrpSpPr>
        <p:grpSpPr>
          <a:xfrm>
            <a:off x="9296400" y="4451350"/>
            <a:ext cx="2425700" cy="1612900"/>
            <a:chOff x="9296400" y="4451350"/>
            <a:chExt cx="2425700" cy="1612900"/>
          </a:xfrm>
        </p:grpSpPr>
        <p:pic>
          <p:nvPicPr>
            <p:cNvPr id="687" name="Picture 686" descr="A picture containing table, drawing&#10;&#10;Description automatically generated">
              <a:extLst>
                <a:ext uri="{FF2B5EF4-FFF2-40B4-BE49-F238E27FC236}">
                  <a16:creationId xmlns:a16="http://schemas.microsoft.com/office/drawing/2014/main" id="{567E3F56-C964-6B44-9119-9470EAA0B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09200" y="4451350"/>
              <a:ext cx="1612900" cy="1612900"/>
            </a:xfrm>
            <a:prstGeom prst="rect">
              <a:avLst/>
            </a:prstGeom>
          </p:spPr>
        </p:pic>
        <p:sp>
          <p:nvSpPr>
            <p:cNvPr id="688" name="TextBox 687">
              <a:extLst>
                <a:ext uri="{FF2B5EF4-FFF2-40B4-BE49-F238E27FC236}">
                  <a16:creationId xmlns:a16="http://schemas.microsoft.com/office/drawing/2014/main" id="{04B87FED-359F-224A-9E8E-D78A200B02F9}"/>
                </a:ext>
              </a:extLst>
            </p:cNvPr>
            <p:cNvSpPr txBox="1"/>
            <p:nvPr/>
          </p:nvSpPr>
          <p:spPr>
            <a:xfrm>
              <a:off x="9296400" y="4744591"/>
              <a:ext cx="1492716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i="1" dirty="0">
                  <a:solidFill>
                    <a:srgbClr val="00B050"/>
                  </a:solidFill>
                </a:rPr>
                <a:t>Sounds </a:t>
              </a:r>
            </a:p>
            <a:p>
              <a:pPr algn="ctr"/>
              <a:r>
                <a:rPr lang="en-US" sz="3200" i="1" dirty="0">
                  <a:solidFill>
                    <a:srgbClr val="00B050"/>
                  </a:solidFill>
                </a:rPr>
                <a:t>simple!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899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" grpId="0" animBg="1"/>
      <p:bldP spid="683" grpId="0"/>
      <p:bldP spid="68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/>
          <a:lstStyle/>
          <a:p>
            <a:r>
              <a:rPr lang="en-US" dirty="0"/>
              <a:t>A Day in the Life: Connecting to the Internet</a:t>
            </a:r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DHCP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DHCP client</a:t>
            </a:r>
          </a:p>
        </p:txBody>
      </p:sp>
      <p:sp>
        <p:nvSpPr>
          <p:cNvPr id="913" name="Rectangle 189">
            <a:extLst>
              <a:ext uri="{FF2B5EF4-FFF2-40B4-BE49-F238E27FC236}">
                <a16:creationId xmlns:a16="http://schemas.microsoft.com/office/drawing/2014/main" id="{7F20F080-1B74-4740-BF0E-68EDFD770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985" y="1377950"/>
            <a:ext cx="6691630" cy="116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1775" indent="-231775">
              <a:defRPr/>
            </a:pPr>
            <a:r>
              <a:rPr lang="en-US" kern="0" dirty="0">
                <a:cs typeface="+mn-cs"/>
              </a:rPr>
              <a:t>Connecting laptop needs to get its own IP address, addr of first-hop router, addr of DNS server: use </a:t>
            </a:r>
            <a:r>
              <a:rPr lang="en-US" kern="0" dirty="0">
                <a:solidFill>
                  <a:srgbClr val="C00000"/>
                </a:solidFill>
                <a:cs typeface="+mn-cs"/>
              </a:rPr>
              <a:t>DHCP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24" name="Group 253">
            <a:extLst>
              <a:ext uri="{FF2B5EF4-FFF2-40B4-BE49-F238E27FC236}">
                <a16:creationId xmlns:a16="http://schemas.microsoft.com/office/drawing/2014/main" id="{67A91C39-2F37-074F-914B-1E78059AB1A7}"/>
              </a:ext>
            </a:extLst>
          </p:cNvPr>
          <p:cNvGrpSpPr>
            <a:grpSpLocks/>
          </p:cNvGrpSpPr>
          <p:nvPr/>
        </p:nvGrpSpPr>
        <p:grpSpPr bwMode="auto">
          <a:xfrm>
            <a:off x="641723" y="1411287"/>
            <a:ext cx="544513" cy="244475"/>
            <a:chOff x="844" y="3337"/>
            <a:chExt cx="343" cy="154"/>
          </a:xfrm>
        </p:grpSpPr>
        <p:sp>
          <p:nvSpPr>
            <p:cNvPr id="925" name="Rectangle 251">
              <a:extLst>
                <a:ext uri="{FF2B5EF4-FFF2-40B4-BE49-F238E27FC236}">
                  <a16:creationId xmlns:a16="http://schemas.microsoft.com/office/drawing/2014/main" id="{8F5C1DA1-33C0-924C-A578-C74F96AAE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26" name="Text Box 252">
              <a:extLst>
                <a:ext uri="{FF2B5EF4-FFF2-40B4-BE49-F238E27FC236}">
                  <a16:creationId xmlns:a16="http://schemas.microsoft.com/office/drawing/2014/main" id="{974DE7F1-6FD1-6147-BDFA-B60FCDFC9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grpSp>
        <p:nvGrpSpPr>
          <p:cNvPr id="927" name="Group 299">
            <a:extLst>
              <a:ext uri="{FF2B5EF4-FFF2-40B4-BE49-F238E27FC236}">
                <a16:creationId xmlns:a16="http://schemas.microsoft.com/office/drawing/2014/main" id="{036B01E1-60D7-0344-8480-3C2B28A24B85}"/>
              </a:ext>
            </a:extLst>
          </p:cNvPr>
          <p:cNvGrpSpPr>
            <a:grpSpLocks/>
          </p:cNvGrpSpPr>
          <p:nvPr/>
        </p:nvGrpSpPr>
        <p:grpSpPr bwMode="auto">
          <a:xfrm>
            <a:off x="187698" y="1430337"/>
            <a:ext cx="1081088" cy="1166813"/>
            <a:chOff x="42" y="744"/>
            <a:chExt cx="681" cy="735"/>
          </a:xfrm>
        </p:grpSpPr>
        <p:grpSp>
          <p:nvGrpSpPr>
            <p:cNvPr id="928" name="Group 296">
              <a:extLst>
                <a:ext uri="{FF2B5EF4-FFF2-40B4-BE49-F238E27FC236}">
                  <a16:creationId xmlns:a16="http://schemas.microsoft.com/office/drawing/2014/main" id="{25B7F2D5-26EB-404A-8078-15A558861F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930" name="Group 295">
                <a:extLst>
                  <a:ext uri="{FF2B5EF4-FFF2-40B4-BE49-F238E27FC236}">
                    <a16:creationId xmlns:a16="http://schemas.microsoft.com/office/drawing/2014/main" id="{516792BF-0719-5146-A428-C65466ACA8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955" name="Group 254">
                  <a:extLst>
                    <a:ext uri="{FF2B5EF4-FFF2-40B4-BE49-F238E27FC236}">
                      <a16:creationId xmlns:a16="http://schemas.microsoft.com/office/drawing/2014/main" id="{4C401CB1-BBDA-7B43-B7C7-154C3DE1A2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958" name="Rectangle 255">
                    <a:extLst>
                      <a:ext uri="{FF2B5EF4-FFF2-40B4-BE49-F238E27FC236}">
                        <a16:creationId xmlns:a16="http://schemas.microsoft.com/office/drawing/2014/main" id="{D97BCFDF-D0CE-AF4F-9290-64A7466607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9" name="Text Box 256">
                    <a:extLst>
                      <a:ext uri="{FF2B5EF4-FFF2-40B4-BE49-F238E27FC236}">
                        <a16:creationId xmlns:a16="http://schemas.microsoft.com/office/drawing/2014/main" id="{EB33ED16-C899-C44F-8941-1661B033CF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956" name="Rectangle 266">
                  <a:extLst>
                    <a:ext uri="{FF2B5EF4-FFF2-40B4-BE49-F238E27FC236}">
                      <a16:creationId xmlns:a16="http://schemas.microsoft.com/office/drawing/2014/main" id="{D396D344-ADDF-F043-AA7F-9474718105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57" name="Rectangle 267">
                  <a:extLst>
                    <a:ext uri="{FF2B5EF4-FFF2-40B4-BE49-F238E27FC236}">
                      <a16:creationId xmlns:a16="http://schemas.microsoft.com/office/drawing/2014/main" id="{9A648105-52C6-0E40-9C6E-3AE148FAB8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31" name="Group 274">
                <a:extLst>
                  <a:ext uri="{FF2B5EF4-FFF2-40B4-BE49-F238E27FC236}">
                    <a16:creationId xmlns:a16="http://schemas.microsoft.com/office/drawing/2014/main" id="{0F24D476-BB38-DF44-987E-FD2321A52F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949" name="Group 268">
                  <a:extLst>
                    <a:ext uri="{FF2B5EF4-FFF2-40B4-BE49-F238E27FC236}">
                      <a16:creationId xmlns:a16="http://schemas.microsoft.com/office/drawing/2014/main" id="{E1FA6F16-C789-3742-9796-6EC843032C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953" name="Rectangle 269">
                    <a:extLst>
                      <a:ext uri="{FF2B5EF4-FFF2-40B4-BE49-F238E27FC236}">
                        <a16:creationId xmlns:a16="http://schemas.microsoft.com/office/drawing/2014/main" id="{6EB760F8-E089-9A47-9210-D6E1B526D7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4" name="Text Box 270">
                    <a:extLst>
                      <a:ext uri="{FF2B5EF4-FFF2-40B4-BE49-F238E27FC236}">
                        <a16:creationId xmlns:a16="http://schemas.microsoft.com/office/drawing/2014/main" id="{33F5C3C7-CEB9-2443-AD4C-63446A3F586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950" name="Group 273">
                  <a:extLst>
                    <a:ext uri="{FF2B5EF4-FFF2-40B4-BE49-F238E27FC236}">
                      <a16:creationId xmlns:a16="http://schemas.microsoft.com/office/drawing/2014/main" id="{D33136C0-F06F-DA45-8D61-8DBF6C3740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51" name="Rectangle 271">
                    <a:extLst>
                      <a:ext uri="{FF2B5EF4-FFF2-40B4-BE49-F238E27FC236}">
                        <a16:creationId xmlns:a16="http://schemas.microsoft.com/office/drawing/2014/main" id="{451E718B-7E86-4F43-85B0-BBD89C8925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2" name="Rectangle 272">
                    <a:extLst>
                      <a:ext uri="{FF2B5EF4-FFF2-40B4-BE49-F238E27FC236}">
                        <a16:creationId xmlns:a16="http://schemas.microsoft.com/office/drawing/2014/main" id="{D2F8ABD9-F3BA-0147-BDBF-E2EB291A12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932" name="Group 293">
                <a:extLst>
                  <a:ext uri="{FF2B5EF4-FFF2-40B4-BE49-F238E27FC236}">
                    <a16:creationId xmlns:a16="http://schemas.microsoft.com/office/drawing/2014/main" id="{B097776A-FF97-7247-8B17-ED5E94F12C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47" name="Rectangle 276">
                  <a:extLst>
                    <a:ext uri="{FF2B5EF4-FFF2-40B4-BE49-F238E27FC236}">
                      <a16:creationId xmlns:a16="http://schemas.microsoft.com/office/drawing/2014/main" id="{D2C9F788-880E-284B-9438-39AE526001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48" name="Rectangle 277">
                  <a:extLst>
                    <a:ext uri="{FF2B5EF4-FFF2-40B4-BE49-F238E27FC236}">
                      <a16:creationId xmlns:a16="http://schemas.microsoft.com/office/drawing/2014/main" id="{38773D8B-A639-F74A-8363-73B7CBCDCF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33" name="Group 294">
                <a:extLst>
                  <a:ext uri="{FF2B5EF4-FFF2-40B4-BE49-F238E27FC236}">
                    <a16:creationId xmlns:a16="http://schemas.microsoft.com/office/drawing/2014/main" id="{E1190CC1-4BB6-6245-8459-90EF4F5F86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934" name="Group 287">
                  <a:extLst>
                    <a:ext uri="{FF2B5EF4-FFF2-40B4-BE49-F238E27FC236}">
                      <a16:creationId xmlns:a16="http://schemas.microsoft.com/office/drawing/2014/main" id="{DBBAC159-5C8E-6D48-8969-BAD3135068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938" name="Group 278">
                    <a:extLst>
                      <a:ext uri="{FF2B5EF4-FFF2-40B4-BE49-F238E27FC236}">
                        <a16:creationId xmlns:a16="http://schemas.microsoft.com/office/drawing/2014/main" id="{833D1410-64ED-AF48-92D1-4AD4AB58206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941" name="Group 279">
                      <a:extLst>
                        <a:ext uri="{FF2B5EF4-FFF2-40B4-BE49-F238E27FC236}">
                          <a16:creationId xmlns:a16="http://schemas.microsoft.com/office/drawing/2014/main" id="{570CDB6F-0A4C-1A48-8368-C8B3B5CAEE2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945" name="Rectangle 280">
                        <a:extLst>
                          <a:ext uri="{FF2B5EF4-FFF2-40B4-BE49-F238E27FC236}">
                            <a16:creationId xmlns:a16="http://schemas.microsoft.com/office/drawing/2014/main" id="{64AB7D62-F235-E443-AC7F-EF97587E2D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46" name="Text Box 281">
                        <a:extLst>
                          <a:ext uri="{FF2B5EF4-FFF2-40B4-BE49-F238E27FC236}">
                            <a16:creationId xmlns:a16="http://schemas.microsoft.com/office/drawing/2014/main" id="{F60EE6A9-AC6B-334C-96AE-C944BB82B5D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942" name="Group 282">
                      <a:extLst>
                        <a:ext uri="{FF2B5EF4-FFF2-40B4-BE49-F238E27FC236}">
                          <a16:creationId xmlns:a16="http://schemas.microsoft.com/office/drawing/2014/main" id="{6C7A6C13-64CB-2547-A7BD-5B05F7E2A8B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43" name="Rectangle 283">
                        <a:extLst>
                          <a:ext uri="{FF2B5EF4-FFF2-40B4-BE49-F238E27FC236}">
                            <a16:creationId xmlns:a16="http://schemas.microsoft.com/office/drawing/2014/main" id="{BE5D4429-585A-3A4D-8677-5A9D50B3ACE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44" name="Rectangle 284">
                        <a:extLst>
                          <a:ext uri="{FF2B5EF4-FFF2-40B4-BE49-F238E27FC236}">
                            <a16:creationId xmlns:a16="http://schemas.microsoft.com/office/drawing/2014/main" id="{8B6BEFDD-E012-094C-8BDE-E4F16F6E82C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39" name="Rectangle 285">
                    <a:extLst>
                      <a:ext uri="{FF2B5EF4-FFF2-40B4-BE49-F238E27FC236}">
                        <a16:creationId xmlns:a16="http://schemas.microsoft.com/office/drawing/2014/main" id="{F4AC69A3-E8B5-4941-B537-CA85210373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40" name="Rectangle 286">
                    <a:extLst>
                      <a:ext uri="{FF2B5EF4-FFF2-40B4-BE49-F238E27FC236}">
                        <a16:creationId xmlns:a16="http://schemas.microsoft.com/office/drawing/2014/main" id="{E06C5B3D-D017-9B4F-B791-7A2F26FD64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35" name="Rectangle 288">
                  <a:extLst>
                    <a:ext uri="{FF2B5EF4-FFF2-40B4-BE49-F238E27FC236}">
                      <a16:creationId xmlns:a16="http://schemas.microsoft.com/office/drawing/2014/main" id="{881A85A8-3B0B-F840-80D4-5D7C3E0C8F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36" name="Rectangle 290">
                  <a:extLst>
                    <a:ext uri="{FF2B5EF4-FFF2-40B4-BE49-F238E27FC236}">
                      <a16:creationId xmlns:a16="http://schemas.microsoft.com/office/drawing/2014/main" id="{951F7854-1323-974F-A9B1-85C00CDFF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37" name="Rectangle 291">
                  <a:extLst>
                    <a:ext uri="{FF2B5EF4-FFF2-40B4-BE49-F238E27FC236}">
                      <a16:creationId xmlns:a16="http://schemas.microsoft.com/office/drawing/2014/main" id="{7D05E58A-2C2B-3845-94FE-36532B8E81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29" name="AutoShape 297">
              <a:extLst>
                <a:ext uri="{FF2B5EF4-FFF2-40B4-BE49-F238E27FC236}">
                  <a16:creationId xmlns:a16="http://schemas.microsoft.com/office/drawing/2014/main" id="{52A07AA1-02B1-E74F-A63A-01368D82F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60" name="Group 318">
            <a:extLst>
              <a:ext uri="{FF2B5EF4-FFF2-40B4-BE49-F238E27FC236}">
                <a16:creationId xmlns:a16="http://schemas.microsoft.com/office/drawing/2014/main" id="{AE2E5A29-53E0-CD49-8113-CBFA420D0F5A}"/>
              </a:ext>
            </a:extLst>
          </p:cNvPr>
          <p:cNvGrpSpPr>
            <a:grpSpLocks/>
          </p:cNvGrpSpPr>
          <p:nvPr/>
        </p:nvGrpSpPr>
        <p:grpSpPr bwMode="auto">
          <a:xfrm>
            <a:off x="771898" y="2638425"/>
            <a:ext cx="1081088" cy="244475"/>
            <a:chOff x="504" y="3523"/>
            <a:chExt cx="681" cy="154"/>
          </a:xfrm>
        </p:grpSpPr>
        <p:grpSp>
          <p:nvGrpSpPr>
            <p:cNvPr id="961" name="Group 319">
              <a:extLst>
                <a:ext uri="{FF2B5EF4-FFF2-40B4-BE49-F238E27FC236}">
                  <a16:creationId xmlns:a16="http://schemas.microsoft.com/office/drawing/2014/main" id="{32076325-D93F-DF4F-B3CA-0BC632FEDD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965" name="Group 320">
                <a:extLst>
                  <a:ext uri="{FF2B5EF4-FFF2-40B4-BE49-F238E27FC236}">
                    <a16:creationId xmlns:a16="http://schemas.microsoft.com/office/drawing/2014/main" id="{740E2AF7-5689-9248-A162-3841BCBFBC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968" name="Group 321">
                  <a:extLst>
                    <a:ext uri="{FF2B5EF4-FFF2-40B4-BE49-F238E27FC236}">
                      <a16:creationId xmlns:a16="http://schemas.microsoft.com/office/drawing/2014/main" id="{07BB8175-B9AC-4443-8FF2-EBAE1A93BB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972" name="Rectangle 322">
                    <a:extLst>
                      <a:ext uri="{FF2B5EF4-FFF2-40B4-BE49-F238E27FC236}">
                        <a16:creationId xmlns:a16="http://schemas.microsoft.com/office/drawing/2014/main" id="{5F315AE2-C0AB-B948-8D19-54AE1B571D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73" name="Text Box 323">
                    <a:extLst>
                      <a:ext uri="{FF2B5EF4-FFF2-40B4-BE49-F238E27FC236}">
                        <a16:creationId xmlns:a16="http://schemas.microsoft.com/office/drawing/2014/main" id="{5099DC84-26F5-E34B-AA99-0B387A2727F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969" name="Group 324">
                  <a:extLst>
                    <a:ext uri="{FF2B5EF4-FFF2-40B4-BE49-F238E27FC236}">
                      <a16:creationId xmlns:a16="http://schemas.microsoft.com/office/drawing/2014/main" id="{612ED850-223C-DE49-A666-F267507B8E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70" name="Rectangle 325">
                    <a:extLst>
                      <a:ext uri="{FF2B5EF4-FFF2-40B4-BE49-F238E27FC236}">
                        <a16:creationId xmlns:a16="http://schemas.microsoft.com/office/drawing/2014/main" id="{EB39FB28-9965-7A47-8350-8115025658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71" name="Rectangle 326">
                    <a:extLst>
                      <a:ext uri="{FF2B5EF4-FFF2-40B4-BE49-F238E27FC236}">
                        <a16:creationId xmlns:a16="http://schemas.microsoft.com/office/drawing/2014/main" id="{F10C57B1-0008-6B4D-84EE-3F7F08FFE6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66" name="Rectangle 327">
                <a:extLst>
                  <a:ext uri="{FF2B5EF4-FFF2-40B4-BE49-F238E27FC236}">
                    <a16:creationId xmlns:a16="http://schemas.microsoft.com/office/drawing/2014/main" id="{EA174235-C690-2947-8D8A-6552937C8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67" name="Rectangle 328">
                <a:extLst>
                  <a:ext uri="{FF2B5EF4-FFF2-40B4-BE49-F238E27FC236}">
                    <a16:creationId xmlns:a16="http://schemas.microsoft.com/office/drawing/2014/main" id="{6F2404D7-BEC2-774E-AC4E-879C82C5F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962" name="Rectangle 329">
              <a:extLst>
                <a:ext uri="{FF2B5EF4-FFF2-40B4-BE49-F238E27FC236}">
                  <a16:creationId xmlns:a16="http://schemas.microsoft.com/office/drawing/2014/main" id="{0790A545-85C2-0745-A2D2-FD00ADCE6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63" name="Rectangle 330">
              <a:extLst>
                <a:ext uri="{FF2B5EF4-FFF2-40B4-BE49-F238E27FC236}">
                  <a16:creationId xmlns:a16="http://schemas.microsoft.com/office/drawing/2014/main" id="{258DF1A4-F461-9547-9E2F-55EDEF314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64" name="Rectangle 331">
              <a:extLst>
                <a:ext uri="{FF2B5EF4-FFF2-40B4-BE49-F238E27FC236}">
                  <a16:creationId xmlns:a16="http://schemas.microsoft.com/office/drawing/2014/main" id="{8E131857-A817-B641-ACBF-7B42AEF5D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74" name="Group 342">
            <a:extLst>
              <a:ext uri="{FF2B5EF4-FFF2-40B4-BE49-F238E27FC236}">
                <a16:creationId xmlns:a16="http://schemas.microsoft.com/office/drawing/2014/main" id="{68368F8A-0905-C04F-8373-D523E15DD390}"/>
              </a:ext>
            </a:extLst>
          </p:cNvPr>
          <p:cNvGrpSpPr>
            <a:grpSpLocks/>
          </p:cNvGrpSpPr>
          <p:nvPr/>
        </p:nvGrpSpPr>
        <p:grpSpPr bwMode="auto"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975" name="Freeform 334">
              <a:extLst>
                <a:ext uri="{FF2B5EF4-FFF2-40B4-BE49-F238E27FC236}">
                  <a16:creationId xmlns:a16="http://schemas.microsoft.com/office/drawing/2014/main" id="{FEE3001B-2BDF-E641-AFF3-DFF0ECFF1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75000"/>
                  </a:srgbClr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76" name="Group 335">
              <a:extLst>
                <a:ext uri="{FF2B5EF4-FFF2-40B4-BE49-F238E27FC236}">
                  <a16:creationId xmlns:a16="http://schemas.microsoft.com/office/drawing/2014/main" id="{075A72C7-137F-3848-A6E3-E64A408A3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977" name="Rectangle 336">
                <a:extLst>
                  <a:ext uri="{FF2B5EF4-FFF2-40B4-BE49-F238E27FC236}">
                    <a16:creationId xmlns:a16="http://schemas.microsoft.com/office/drawing/2014/main" id="{5A39D877-B301-F047-BE8E-34B3EF11C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78" name="Text Box 337">
                <a:extLst>
                  <a:ext uri="{FF2B5EF4-FFF2-40B4-BE49-F238E27FC236}">
                    <a16:creationId xmlns:a16="http://schemas.microsoft.com/office/drawing/2014/main" id="{3B8C2E8D-8470-A948-BC08-E08C84966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79" name="Line 338">
                <a:extLst>
                  <a:ext uri="{FF2B5EF4-FFF2-40B4-BE49-F238E27FC236}">
                    <a16:creationId xmlns:a16="http://schemas.microsoft.com/office/drawing/2014/main" id="{D0A08B72-CDE0-DE4B-8B12-A912F9745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0" name="Line 339">
                <a:extLst>
                  <a:ext uri="{FF2B5EF4-FFF2-40B4-BE49-F238E27FC236}">
                    <a16:creationId xmlns:a16="http://schemas.microsoft.com/office/drawing/2014/main" id="{A57D4F7D-2E7F-6840-AC85-141D53A7F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1" name="Line 340">
                <a:extLst>
                  <a:ext uri="{FF2B5EF4-FFF2-40B4-BE49-F238E27FC236}">
                    <a16:creationId xmlns:a16="http://schemas.microsoft.com/office/drawing/2014/main" id="{8CF39C3F-AF73-EB42-B07E-8E2490424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2" name="Line 341">
                <a:extLst>
                  <a:ext uri="{FF2B5EF4-FFF2-40B4-BE49-F238E27FC236}">
                    <a16:creationId xmlns:a16="http://schemas.microsoft.com/office/drawing/2014/main" id="{6579215B-0078-6047-B238-35EDE678A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83" name="Group 442">
            <a:extLst>
              <a:ext uri="{FF2B5EF4-FFF2-40B4-BE49-F238E27FC236}">
                <a16:creationId xmlns:a16="http://schemas.microsoft.com/office/drawing/2014/main" id="{CAE32C70-D1FB-BA42-8A1B-258AC0E2B6F1}"/>
              </a:ext>
            </a:extLst>
          </p:cNvPr>
          <p:cNvGrpSpPr>
            <a:grpSpLocks/>
          </p:cNvGrpSpPr>
          <p:nvPr/>
        </p:nvGrpSpPr>
        <p:grpSpPr bwMode="auto">
          <a:xfrm>
            <a:off x="460748" y="3230562"/>
            <a:ext cx="1081088" cy="1217613"/>
            <a:chOff x="1404" y="3105"/>
            <a:chExt cx="681" cy="767"/>
          </a:xfrm>
        </p:grpSpPr>
        <p:grpSp>
          <p:nvGrpSpPr>
            <p:cNvPr id="984" name="Group 344">
              <a:extLst>
                <a:ext uri="{FF2B5EF4-FFF2-40B4-BE49-F238E27FC236}">
                  <a16:creationId xmlns:a16="http://schemas.microsoft.com/office/drawing/2014/main" id="{535B826F-510C-BF44-9510-D17EB2F181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989" name="Group 345">
                <a:extLst>
                  <a:ext uri="{FF2B5EF4-FFF2-40B4-BE49-F238E27FC236}">
                    <a16:creationId xmlns:a16="http://schemas.microsoft.com/office/drawing/2014/main" id="{CC2F36E8-F561-254D-A2F3-9EC429D2FC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014" name="Group 346">
                  <a:extLst>
                    <a:ext uri="{FF2B5EF4-FFF2-40B4-BE49-F238E27FC236}">
                      <a16:creationId xmlns:a16="http://schemas.microsoft.com/office/drawing/2014/main" id="{2A39A3DF-37B9-A046-B45F-DDEB0747FF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017" name="Rectangle 347">
                    <a:extLst>
                      <a:ext uri="{FF2B5EF4-FFF2-40B4-BE49-F238E27FC236}">
                        <a16:creationId xmlns:a16="http://schemas.microsoft.com/office/drawing/2014/main" id="{CDDBFF1B-133C-C242-9AD4-CA71E208AB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8" name="Text Box 348">
                    <a:extLst>
                      <a:ext uri="{FF2B5EF4-FFF2-40B4-BE49-F238E27FC236}">
                        <a16:creationId xmlns:a16="http://schemas.microsoft.com/office/drawing/2014/main" id="{3E9F27AD-85F0-9142-80D2-9255459C40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1015" name="Rectangle 349">
                  <a:extLst>
                    <a:ext uri="{FF2B5EF4-FFF2-40B4-BE49-F238E27FC236}">
                      <a16:creationId xmlns:a16="http://schemas.microsoft.com/office/drawing/2014/main" id="{A38BC2AA-3B4D-3E45-9E24-8F7FA47DC2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16" name="Rectangle 350">
                  <a:extLst>
                    <a:ext uri="{FF2B5EF4-FFF2-40B4-BE49-F238E27FC236}">
                      <a16:creationId xmlns:a16="http://schemas.microsoft.com/office/drawing/2014/main" id="{4D0DCC29-F838-854E-B252-6092C4CC72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90" name="Group 351">
                <a:extLst>
                  <a:ext uri="{FF2B5EF4-FFF2-40B4-BE49-F238E27FC236}">
                    <a16:creationId xmlns:a16="http://schemas.microsoft.com/office/drawing/2014/main" id="{E3BB0571-3E41-2243-A4B9-ADED5DED6D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008" name="Group 352">
                  <a:extLst>
                    <a:ext uri="{FF2B5EF4-FFF2-40B4-BE49-F238E27FC236}">
                      <a16:creationId xmlns:a16="http://schemas.microsoft.com/office/drawing/2014/main" id="{1C138F43-E151-7F43-A52C-AD2B7236B9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012" name="Rectangle 353">
                    <a:extLst>
                      <a:ext uri="{FF2B5EF4-FFF2-40B4-BE49-F238E27FC236}">
                        <a16:creationId xmlns:a16="http://schemas.microsoft.com/office/drawing/2014/main" id="{7653FF77-2A5B-F14E-8DBC-6CFE9E5842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3" name="Text Box 354">
                    <a:extLst>
                      <a:ext uri="{FF2B5EF4-FFF2-40B4-BE49-F238E27FC236}">
                        <a16:creationId xmlns:a16="http://schemas.microsoft.com/office/drawing/2014/main" id="{9CBC4FC0-A9F3-C141-A9E4-1D05ADAC0F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009" name="Group 355">
                  <a:extLst>
                    <a:ext uri="{FF2B5EF4-FFF2-40B4-BE49-F238E27FC236}">
                      <a16:creationId xmlns:a16="http://schemas.microsoft.com/office/drawing/2014/main" id="{310047C9-8808-4445-B52D-5CA46FDD64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10" name="Rectangle 356">
                    <a:extLst>
                      <a:ext uri="{FF2B5EF4-FFF2-40B4-BE49-F238E27FC236}">
                        <a16:creationId xmlns:a16="http://schemas.microsoft.com/office/drawing/2014/main" id="{96EC94E7-E7F6-424C-8131-D0050A04AC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1" name="Rectangle 357">
                    <a:extLst>
                      <a:ext uri="{FF2B5EF4-FFF2-40B4-BE49-F238E27FC236}">
                        <a16:creationId xmlns:a16="http://schemas.microsoft.com/office/drawing/2014/main" id="{31A0860A-5296-1C40-B3AD-99D10D108C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991" name="Group 358">
                <a:extLst>
                  <a:ext uri="{FF2B5EF4-FFF2-40B4-BE49-F238E27FC236}">
                    <a16:creationId xmlns:a16="http://schemas.microsoft.com/office/drawing/2014/main" id="{B8BA444A-6734-E648-A8B7-625F44F741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006" name="Rectangle 359">
                  <a:extLst>
                    <a:ext uri="{FF2B5EF4-FFF2-40B4-BE49-F238E27FC236}">
                      <a16:creationId xmlns:a16="http://schemas.microsoft.com/office/drawing/2014/main" id="{64C334ED-D7B4-9446-9CB5-432A9E9F14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07" name="Rectangle 360">
                  <a:extLst>
                    <a:ext uri="{FF2B5EF4-FFF2-40B4-BE49-F238E27FC236}">
                      <a16:creationId xmlns:a16="http://schemas.microsoft.com/office/drawing/2014/main" id="{7F68324F-E179-3446-A101-B4E7CAEE8F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92" name="Group 361">
                <a:extLst>
                  <a:ext uri="{FF2B5EF4-FFF2-40B4-BE49-F238E27FC236}">
                    <a16:creationId xmlns:a16="http://schemas.microsoft.com/office/drawing/2014/main" id="{E66A5E66-1B3E-2D4E-9100-D69BCCCB07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993" name="Group 362">
                  <a:extLst>
                    <a:ext uri="{FF2B5EF4-FFF2-40B4-BE49-F238E27FC236}">
                      <a16:creationId xmlns:a16="http://schemas.microsoft.com/office/drawing/2014/main" id="{9FB4C4AA-CF1C-A240-A099-A6B39C7D16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997" name="Group 363">
                    <a:extLst>
                      <a:ext uri="{FF2B5EF4-FFF2-40B4-BE49-F238E27FC236}">
                        <a16:creationId xmlns:a16="http://schemas.microsoft.com/office/drawing/2014/main" id="{DD3ADBE0-19D6-AA4A-AFE7-344358E34CE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000" name="Group 364">
                      <a:extLst>
                        <a:ext uri="{FF2B5EF4-FFF2-40B4-BE49-F238E27FC236}">
                          <a16:creationId xmlns:a16="http://schemas.microsoft.com/office/drawing/2014/main" id="{C6146689-126B-B940-9665-055B14C214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004" name="Rectangle 365">
                        <a:extLst>
                          <a:ext uri="{FF2B5EF4-FFF2-40B4-BE49-F238E27FC236}">
                            <a16:creationId xmlns:a16="http://schemas.microsoft.com/office/drawing/2014/main" id="{3CCBDEDA-5855-334C-9BBC-9B86EE229E3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05" name="Text Box 366">
                        <a:extLst>
                          <a:ext uri="{FF2B5EF4-FFF2-40B4-BE49-F238E27FC236}">
                            <a16:creationId xmlns:a16="http://schemas.microsoft.com/office/drawing/2014/main" id="{6E0072AB-BA09-C440-BE8B-9453DC85784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001" name="Group 367">
                      <a:extLst>
                        <a:ext uri="{FF2B5EF4-FFF2-40B4-BE49-F238E27FC236}">
                          <a16:creationId xmlns:a16="http://schemas.microsoft.com/office/drawing/2014/main" id="{E8A63574-AAA9-514D-A845-F608E8E0B49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002" name="Rectangle 368">
                        <a:extLst>
                          <a:ext uri="{FF2B5EF4-FFF2-40B4-BE49-F238E27FC236}">
                            <a16:creationId xmlns:a16="http://schemas.microsoft.com/office/drawing/2014/main" id="{504B5B68-81BD-1E45-9AE7-0B22E4EF286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03" name="Rectangle 369">
                        <a:extLst>
                          <a:ext uri="{FF2B5EF4-FFF2-40B4-BE49-F238E27FC236}">
                            <a16:creationId xmlns:a16="http://schemas.microsoft.com/office/drawing/2014/main" id="{982029F1-0177-F84B-B77A-42B9829C522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98" name="Rectangle 370">
                    <a:extLst>
                      <a:ext uri="{FF2B5EF4-FFF2-40B4-BE49-F238E27FC236}">
                        <a16:creationId xmlns:a16="http://schemas.microsoft.com/office/drawing/2014/main" id="{E5DC45E8-ABEF-2B40-BF11-6C4B34D1F9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99" name="Rectangle 371">
                    <a:extLst>
                      <a:ext uri="{FF2B5EF4-FFF2-40B4-BE49-F238E27FC236}">
                        <a16:creationId xmlns:a16="http://schemas.microsoft.com/office/drawing/2014/main" id="{2FA6CC4C-BC5C-734A-8F22-98287FB76B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94" name="Rectangle 372">
                  <a:extLst>
                    <a:ext uri="{FF2B5EF4-FFF2-40B4-BE49-F238E27FC236}">
                      <a16:creationId xmlns:a16="http://schemas.microsoft.com/office/drawing/2014/main" id="{34E664B8-99D6-6F40-BE55-0AA80C7AEB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95" name="Rectangle 373">
                  <a:extLst>
                    <a:ext uri="{FF2B5EF4-FFF2-40B4-BE49-F238E27FC236}">
                      <a16:creationId xmlns:a16="http://schemas.microsoft.com/office/drawing/2014/main" id="{CC4EE0A5-884E-484A-A205-3EFE607F38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96" name="Rectangle 374">
                  <a:extLst>
                    <a:ext uri="{FF2B5EF4-FFF2-40B4-BE49-F238E27FC236}">
                      <a16:creationId xmlns:a16="http://schemas.microsoft.com/office/drawing/2014/main" id="{C1058AB9-C0A2-5041-A945-698709EF8C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85" name="AutoShape 375">
              <a:extLst>
                <a:ext uri="{FF2B5EF4-FFF2-40B4-BE49-F238E27FC236}">
                  <a16:creationId xmlns:a16="http://schemas.microsoft.com/office/drawing/2014/main" id="{2C8575A3-B4A6-1746-BC86-0260073648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86" name="Group 379">
              <a:extLst>
                <a:ext uri="{FF2B5EF4-FFF2-40B4-BE49-F238E27FC236}">
                  <a16:creationId xmlns:a16="http://schemas.microsoft.com/office/drawing/2014/main" id="{8567E088-D32D-624C-8A9C-F9EDEDB113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987" name="Rectangle 380">
                <a:extLst>
                  <a:ext uri="{FF2B5EF4-FFF2-40B4-BE49-F238E27FC236}">
                    <a16:creationId xmlns:a16="http://schemas.microsoft.com/office/drawing/2014/main" id="{D38CEFD3-34E4-4144-A4A9-E29D2BC79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8" name="Text Box 381">
                <a:extLst>
                  <a:ext uri="{FF2B5EF4-FFF2-40B4-BE49-F238E27FC236}">
                    <a16:creationId xmlns:a16="http://schemas.microsoft.com/office/drawing/2014/main" id="{9C84556C-DFF7-A54D-B709-593A7941D6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</p:txBody>
          </p:sp>
        </p:grpSp>
      </p:grpSp>
      <p:grpSp>
        <p:nvGrpSpPr>
          <p:cNvPr id="1019" name="Group 476">
            <a:extLst>
              <a:ext uri="{FF2B5EF4-FFF2-40B4-BE49-F238E27FC236}">
                <a16:creationId xmlns:a16="http://schemas.microsoft.com/office/drawing/2014/main" id="{2C1D9870-C854-6D41-84D3-89EBBCE7DBE8}"/>
              </a:ext>
            </a:extLst>
          </p:cNvPr>
          <p:cNvGrpSpPr>
            <a:grpSpLocks/>
          </p:cNvGrpSpPr>
          <p:nvPr/>
        </p:nvGrpSpPr>
        <p:grpSpPr bwMode="auto">
          <a:xfrm>
            <a:off x="924298" y="3427412"/>
            <a:ext cx="544513" cy="244475"/>
            <a:chOff x="844" y="3337"/>
            <a:chExt cx="343" cy="154"/>
          </a:xfrm>
        </p:grpSpPr>
        <p:sp>
          <p:nvSpPr>
            <p:cNvPr id="1020" name="Rectangle 477">
              <a:extLst>
                <a:ext uri="{FF2B5EF4-FFF2-40B4-BE49-F238E27FC236}">
                  <a16:creationId xmlns:a16="http://schemas.microsoft.com/office/drawing/2014/main" id="{48A1A89D-C73C-2D42-A1DC-1D8E81C65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21" name="Text Box 478">
              <a:extLst>
                <a:ext uri="{FF2B5EF4-FFF2-40B4-BE49-F238E27FC236}">
                  <a16:creationId xmlns:a16="http://schemas.microsoft.com/office/drawing/2014/main" id="{8095651D-95AD-644F-9F69-F6E846D55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sp>
        <p:nvSpPr>
          <p:cNvPr id="1022" name="Rectangle 479">
            <a:extLst>
              <a:ext uri="{FF2B5EF4-FFF2-40B4-BE49-F238E27FC236}">
                <a16:creationId xmlns:a16="http://schemas.microsoft.com/office/drawing/2014/main" id="{B807A09D-A4F1-304B-AB9E-DF3D27545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85" y="2719045"/>
            <a:ext cx="6365968" cy="124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DHCP request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encapsulated</a:t>
            </a:r>
            <a:r>
              <a:rPr lang="en-US" sz="2800" dirty="0">
                <a:solidFill>
                  <a:srgbClr val="3333CC"/>
                </a:solidFill>
                <a:ea typeface="ＭＳ Ｐゴシック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UDP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, encapsulated 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IP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, encapsulated 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802.3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defRPr/>
            </a:pPr>
            <a:endParaRPr lang="en-US" sz="28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1023" name="Rectangle 480">
            <a:extLst>
              <a:ext uri="{FF2B5EF4-FFF2-40B4-BE49-F238E27FC236}">
                <a16:creationId xmlns:a16="http://schemas.microsoft.com/office/drawing/2014/main" id="{F684AC9E-DDAB-6349-BA14-508B74898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85" y="4140198"/>
            <a:ext cx="6573673" cy="125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 frame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broadcast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(dest: FFFFFFFFFFFF) on LAN, received at router running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DHCP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server</a:t>
            </a:r>
          </a:p>
        </p:txBody>
      </p:sp>
      <p:sp>
        <p:nvSpPr>
          <p:cNvPr id="1024" name="Rectangle 481">
            <a:extLst>
              <a:ext uri="{FF2B5EF4-FFF2-40B4-BE49-F238E27FC236}">
                <a16:creationId xmlns:a16="http://schemas.microsoft.com/office/drawing/2014/main" id="{EF21724D-DF9C-9943-ABAA-C4C6633ED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85" y="5565776"/>
            <a:ext cx="6541416" cy="78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de-muxed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to IP de-muxed, UDP de-muxed to DHCP </a:t>
            </a:r>
          </a:p>
        </p:txBody>
      </p: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983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3.7037E-6 L 0.22748 0.00416 L 0.10834 0.27291 L -0.0181 0.27129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95" y="13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00" grpId="0"/>
      <p:bldP spid="913" grpId="0" build="p"/>
      <p:bldP spid="1022" grpId="0"/>
      <p:bldP spid="1023" grpId="0"/>
      <p:bldP spid="10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/>
          <a:lstStyle/>
          <a:p>
            <a:r>
              <a:rPr lang="en-US" dirty="0"/>
              <a:t>A Day in the Life: Connecting to the Internet</a:t>
            </a:r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05000" y="2501153"/>
            <a:ext cx="954696" cy="828225"/>
            <a:chOff x="7432700" y="2327293"/>
            <a:chExt cx="534987" cy="407988"/>
          </a:xfrm>
        </p:grpSpPr>
        <p:pic>
          <p:nvPicPr>
            <p:cNvPr id="649" name="Picture 1017" descr="antenna_stylized">
              <a:extLst>
                <a:ext uri="{FF2B5EF4-FFF2-40B4-BE49-F238E27FC236}">
                  <a16:creationId xmlns:a16="http://schemas.microsoft.com/office/drawing/2014/main" id="{DFEB7442-5BFA-4240-BDFC-20FF05514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DHCP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DHCP client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74" name="Group 342">
            <a:extLst>
              <a:ext uri="{FF2B5EF4-FFF2-40B4-BE49-F238E27FC236}">
                <a16:creationId xmlns:a16="http://schemas.microsoft.com/office/drawing/2014/main" id="{68368F8A-0905-C04F-8373-D523E15DD390}"/>
              </a:ext>
            </a:extLst>
          </p:cNvPr>
          <p:cNvGrpSpPr>
            <a:grpSpLocks/>
          </p:cNvGrpSpPr>
          <p:nvPr/>
        </p:nvGrpSpPr>
        <p:grpSpPr bwMode="auto"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975" name="Freeform 334">
              <a:extLst>
                <a:ext uri="{FF2B5EF4-FFF2-40B4-BE49-F238E27FC236}">
                  <a16:creationId xmlns:a16="http://schemas.microsoft.com/office/drawing/2014/main" id="{FEE3001B-2BDF-E641-AFF3-DFF0ECFF1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75000"/>
                  </a:srgbClr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76" name="Group 335">
              <a:extLst>
                <a:ext uri="{FF2B5EF4-FFF2-40B4-BE49-F238E27FC236}">
                  <a16:creationId xmlns:a16="http://schemas.microsoft.com/office/drawing/2014/main" id="{075A72C7-137F-3848-A6E3-E64A408A3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977" name="Rectangle 336">
                <a:extLst>
                  <a:ext uri="{FF2B5EF4-FFF2-40B4-BE49-F238E27FC236}">
                    <a16:creationId xmlns:a16="http://schemas.microsoft.com/office/drawing/2014/main" id="{5A39D877-B301-F047-BE8E-34B3EF11C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78" name="Text Box 337">
                <a:extLst>
                  <a:ext uri="{FF2B5EF4-FFF2-40B4-BE49-F238E27FC236}">
                    <a16:creationId xmlns:a16="http://schemas.microsoft.com/office/drawing/2014/main" id="{3B8C2E8D-8470-A948-BC08-E08C84966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79" name="Line 338">
                <a:extLst>
                  <a:ext uri="{FF2B5EF4-FFF2-40B4-BE49-F238E27FC236}">
                    <a16:creationId xmlns:a16="http://schemas.microsoft.com/office/drawing/2014/main" id="{D0A08B72-CDE0-DE4B-8B12-A912F9745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0" name="Line 339">
                <a:extLst>
                  <a:ext uri="{FF2B5EF4-FFF2-40B4-BE49-F238E27FC236}">
                    <a16:creationId xmlns:a16="http://schemas.microsoft.com/office/drawing/2014/main" id="{A57D4F7D-2E7F-6840-AC85-141D53A7F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1" name="Line 340">
                <a:extLst>
                  <a:ext uri="{FF2B5EF4-FFF2-40B4-BE49-F238E27FC236}">
                    <a16:creationId xmlns:a16="http://schemas.microsoft.com/office/drawing/2014/main" id="{8CF39C3F-AF73-EB42-B07E-8E2490424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2" name="Line 341">
                <a:extLst>
                  <a:ext uri="{FF2B5EF4-FFF2-40B4-BE49-F238E27FC236}">
                    <a16:creationId xmlns:a16="http://schemas.microsoft.com/office/drawing/2014/main" id="{6579215B-0078-6047-B238-35EDE678A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89" name="Rectangle 3">
            <a:extLst>
              <a:ext uri="{FF2B5EF4-FFF2-40B4-BE49-F238E27FC236}">
                <a16:creationId xmlns:a16="http://schemas.microsoft.com/office/drawing/2014/main" id="{7B871886-3DE1-0B4A-8DB9-883FE1D7E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5176" y="1377399"/>
            <a:ext cx="6548848" cy="1787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1775" indent="-231775">
              <a:lnSpc>
                <a:spcPct val="80000"/>
              </a:lnSpc>
              <a:defRPr/>
            </a:pPr>
            <a:r>
              <a:rPr lang="en-US" kern="0" dirty="0">
                <a:cs typeface="+mn-cs"/>
              </a:rPr>
              <a:t>DHCP server formulates </a:t>
            </a:r>
            <a:r>
              <a:rPr lang="en-US" dirty="0">
                <a:solidFill>
                  <a:srgbClr val="C00000"/>
                </a:solidFill>
              </a:rPr>
              <a:t>DHCP Offer </a:t>
            </a:r>
            <a:r>
              <a:rPr lang="en-US" kern="0" dirty="0">
                <a:cs typeface="+mn-cs"/>
              </a:rPr>
              <a:t>containing client</a:t>
            </a:r>
            <a:r>
              <a:rPr lang="en-US" altLang="ja-JP" kern="0" dirty="0">
                <a:cs typeface="+mn-cs"/>
              </a:rPr>
              <a:t>’</a:t>
            </a:r>
            <a:r>
              <a:rPr lang="en-US" kern="0" dirty="0">
                <a:cs typeface="+mn-cs"/>
              </a:rPr>
              <a:t>s IP address, subnet mask, IP address of first-hop router (default gateway), name &amp; IP address of DNS server</a:t>
            </a:r>
          </a:p>
          <a:p>
            <a:pPr>
              <a:lnSpc>
                <a:spcPct val="80000"/>
              </a:lnSpc>
              <a:defRPr/>
            </a:pPr>
            <a:endParaRPr lang="en-US" kern="0" dirty="0">
              <a:cs typeface="+mn-cs"/>
            </a:endParaRPr>
          </a:p>
        </p:txBody>
      </p:sp>
      <p:grpSp>
        <p:nvGrpSpPr>
          <p:cNvPr id="290" name="Group 57">
            <a:extLst>
              <a:ext uri="{FF2B5EF4-FFF2-40B4-BE49-F238E27FC236}">
                <a16:creationId xmlns:a16="http://schemas.microsoft.com/office/drawing/2014/main" id="{37C8DAC2-4F10-5D40-BFEB-36DD810D29E8}"/>
              </a:ext>
            </a:extLst>
          </p:cNvPr>
          <p:cNvGrpSpPr>
            <a:grpSpLocks/>
          </p:cNvGrpSpPr>
          <p:nvPr/>
        </p:nvGrpSpPr>
        <p:grpSpPr bwMode="auto">
          <a:xfrm>
            <a:off x="379319" y="3300692"/>
            <a:ext cx="1081088" cy="1166813"/>
            <a:chOff x="42" y="744"/>
            <a:chExt cx="681" cy="735"/>
          </a:xfrm>
        </p:grpSpPr>
        <p:grpSp>
          <p:nvGrpSpPr>
            <p:cNvPr id="291" name="Group 58">
              <a:extLst>
                <a:ext uri="{FF2B5EF4-FFF2-40B4-BE49-F238E27FC236}">
                  <a16:creationId xmlns:a16="http://schemas.microsoft.com/office/drawing/2014/main" id="{586D51E3-E709-E748-B55A-04F83F765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93" name="Group 59">
                <a:extLst>
                  <a:ext uri="{FF2B5EF4-FFF2-40B4-BE49-F238E27FC236}">
                    <a16:creationId xmlns:a16="http://schemas.microsoft.com/office/drawing/2014/main" id="{61F14A68-1B09-4949-8F3A-2E3CEA1369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19" name="Group 60">
                  <a:extLst>
                    <a:ext uri="{FF2B5EF4-FFF2-40B4-BE49-F238E27FC236}">
                      <a16:creationId xmlns:a16="http://schemas.microsoft.com/office/drawing/2014/main" id="{0964A370-2208-9941-9E3F-7ED5F1900B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22" name="Rectangle 61">
                    <a:extLst>
                      <a:ext uri="{FF2B5EF4-FFF2-40B4-BE49-F238E27FC236}">
                        <a16:creationId xmlns:a16="http://schemas.microsoft.com/office/drawing/2014/main" id="{306955EB-3F12-5241-949F-01DE6F58A5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3" name="Text Box 62">
                    <a:extLst>
                      <a:ext uri="{FF2B5EF4-FFF2-40B4-BE49-F238E27FC236}">
                        <a16:creationId xmlns:a16="http://schemas.microsoft.com/office/drawing/2014/main" id="{6C1CB358-3642-7742-913B-9FD320DFEEE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320" name="Rectangle 63">
                  <a:extLst>
                    <a:ext uri="{FF2B5EF4-FFF2-40B4-BE49-F238E27FC236}">
                      <a16:creationId xmlns:a16="http://schemas.microsoft.com/office/drawing/2014/main" id="{3BAB0199-2F96-024A-879C-1B4571C2C0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Rectangle 64">
                  <a:extLst>
                    <a:ext uri="{FF2B5EF4-FFF2-40B4-BE49-F238E27FC236}">
                      <a16:creationId xmlns:a16="http://schemas.microsoft.com/office/drawing/2014/main" id="{8AA4D9A0-7D57-9442-B07C-8B69573583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4" name="Group 65">
                <a:extLst>
                  <a:ext uri="{FF2B5EF4-FFF2-40B4-BE49-F238E27FC236}">
                    <a16:creationId xmlns:a16="http://schemas.microsoft.com/office/drawing/2014/main" id="{D4DD8D77-AB57-9348-AE5A-07C8ADB7D6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13" name="Group 66">
                  <a:extLst>
                    <a:ext uri="{FF2B5EF4-FFF2-40B4-BE49-F238E27FC236}">
                      <a16:creationId xmlns:a16="http://schemas.microsoft.com/office/drawing/2014/main" id="{7486484F-938A-3F40-A3CD-FA895820E2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17" name="Rectangle 67">
                    <a:extLst>
                      <a:ext uri="{FF2B5EF4-FFF2-40B4-BE49-F238E27FC236}">
                        <a16:creationId xmlns:a16="http://schemas.microsoft.com/office/drawing/2014/main" id="{8D8492F5-F289-3E4E-A7D2-E77CFD521A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8" name="Text Box 68">
                    <a:extLst>
                      <a:ext uri="{FF2B5EF4-FFF2-40B4-BE49-F238E27FC236}">
                        <a16:creationId xmlns:a16="http://schemas.microsoft.com/office/drawing/2014/main" id="{84DB4EB8-215F-DB43-921B-1CAF30D39C0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14" name="Group 69">
                  <a:extLst>
                    <a:ext uri="{FF2B5EF4-FFF2-40B4-BE49-F238E27FC236}">
                      <a16:creationId xmlns:a16="http://schemas.microsoft.com/office/drawing/2014/main" id="{E97791E3-AA44-7248-9B39-5011091659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15" name="Rectangle 70">
                    <a:extLst>
                      <a:ext uri="{FF2B5EF4-FFF2-40B4-BE49-F238E27FC236}">
                        <a16:creationId xmlns:a16="http://schemas.microsoft.com/office/drawing/2014/main" id="{C2F175E6-EEA1-9F4E-91D9-252F3AD8FA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6" name="Rectangle 71">
                    <a:extLst>
                      <a:ext uri="{FF2B5EF4-FFF2-40B4-BE49-F238E27FC236}">
                        <a16:creationId xmlns:a16="http://schemas.microsoft.com/office/drawing/2014/main" id="{E605F749-2D23-1C47-99A8-19EF2A9C6C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96" name="Group 72">
                <a:extLst>
                  <a:ext uri="{FF2B5EF4-FFF2-40B4-BE49-F238E27FC236}">
                    <a16:creationId xmlns:a16="http://schemas.microsoft.com/office/drawing/2014/main" id="{8CAE7331-2F85-B440-B302-D525A81148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11" name="Rectangle 73">
                  <a:extLst>
                    <a:ext uri="{FF2B5EF4-FFF2-40B4-BE49-F238E27FC236}">
                      <a16:creationId xmlns:a16="http://schemas.microsoft.com/office/drawing/2014/main" id="{6E683200-9017-424C-9F52-F506F2F83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74">
                  <a:extLst>
                    <a:ext uri="{FF2B5EF4-FFF2-40B4-BE49-F238E27FC236}">
                      <a16:creationId xmlns:a16="http://schemas.microsoft.com/office/drawing/2014/main" id="{3969F099-B1F4-974A-940F-987FE8503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75">
                <a:extLst>
                  <a:ext uri="{FF2B5EF4-FFF2-40B4-BE49-F238E27FC236}">
                    <a16:creationId xmlns:a16="http://schemas.microsoft.com/office/drawing/2014/main" id="{018977E7-F9A0-ED41-98D9-B4EAD08F02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98" name="Group 76">
                  <a:extLst>
                    <a:ext uri="{FF2B5EF4-FFF2-40B4-BE49-F238E27FC236}">
                      <a16:creationId xmlns:a16="http://schemas.microsoft.com/office/drawing/2014/main" id="{928DB5D8-985F-8347-9A9C-DA7A53A941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02" name="Group 77">
                    <a:extLst>
                      <a:ext uri="{FF2B5EF4-FFF2-40B4-BE49-F238E27FC236}">
                        <a16:creationId xmlns:a16="http://schemas.microsoft.com/office/drawing/2014/main" id="{888E790F-9BAC-2B40-90A9-DAD74AEF7EA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05" name="Group 78">
                      <a:extLst>
                        <a:ext uri="{FF2B5EF4-FFF2-40B4-BE49-F238E27FC236}">
                          <a16:creationId xmlns:a16="http://schemas.microsoft.com/office/drawing/2014/main" id="{15A0B2F1-70CD-9B40-8297-7F7512A9EFA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09" name="Rectangle 79">
                        <a:extLst>
                          <a:ext uri="{FF2B5EF4-FFF2-40B4-BE49-F238E27FC236}">
                            <a16:creationId xmlns:a16="http://schemas.microsoft.com/office/drawing/2014/main" id="{21E258B4-731A-EC4C-839E-EFDACC71806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10" name="Text Box 80">
                        <a:extLst>
                          <a:ext uri="{FF2B5EF4-FFF2-40B4-BE49-F238E27FC236}">
                            <a16:creationId xmlns:a16="http://schemas.microsoft.com/office/drawing/2014/main" id="{44E618E5-B1F9-724E-B7A8-703CF4D9632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306" name="Group 81">
                      <a:extLst>
                        <a:ext uri="{FF2B5EF4-FFF2-40B4-BE49-F238E27FC236}">
                          <a16:creationId xmlns:a16="http://schemas.microsoft.com/office/drawing/2014/main" id="{2DA4F930-1E58-2C42-BE02-B769CCF5261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07" name="Rectangle 82">
                        <a:extLst>
                          <a:ext uri="{FF2B5EF4-FFF2-40B4-BE49-F238E27FC236}">
                            <a16:creationId xmlns:a16="http://schemas.microsoft.com/office/drawing/2014/main" id="{EFA99778-FD4F-084D-9FDB-510BBB0E1D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08" name="Rectangle 83">
                        <a:extLst>
                          <a:ext uri="{FF2B5EF4-FFF2-40B4-BE49-F238E27FC236}">
                            <a16:creationId xmlns:a16="http://schemas.microsoft.com/office/drawing/2014/main" id="{32F43842-7DD3-DE4D-A916-A19571D6C34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303" name="Rectangle 84">
                    <a:extLst>
                      <a:ext uri="{FF2B5EF4-FFF2-40B4-BE49-F238E27FC236}">
                        <a16:creationId xmlns:a16="http://schemas.microsoft.com/office/drawing/2014/main" id="{2445B950-0E66-EE44-9A9B-0DFD11AC58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4" name="Rectangle 85">
                    <a:extLst>
                      <a:ext uri="{FF2B5EF4-FFF2-40B4-BE49-F238E27FC236}">
                        <a16:creationId xmlns:a16="http://schemas.microsoft.com/office/drawing/2014/main" id="{E8257C66-806D-AF47-A755-9B8859B1FC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299" name="Rectangle 86">
                  <a:extLst>
                    <a:ext uri="{FF2B5EF4-FFF2-40B4-BE49-F238E27FC236}">
                      <a16:creationId xmlns:a16="http://schemas.microsoft.com/office/drawing/2014/main" id="{1479792F-21C7-BF47-9501-7396581168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0" name="Rectangle 87">
                  <a:extLst>
                    <a:ext uri="{FF2B5EF4-FFF2-40B4-BE49-F238E27FC236}">
                      <a16:creationId xmlns:a16="http://schemas.microsoft.com/office/drawing/2014/main" id="{9954F467-6E7C-BA49-B7E8-7B2711B711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Rectangle 88">
                  <a:extLst>
                    <a:ext uri="{FF2B5EF4-FFF2-40B4-BE49-F238E27FC236}">
                      <a16:creationId xmlns:a16="http://schemas.microsoft.com/office/drawing/2014/main" id="{65AD9726-C793-0443-9F76-27D784834D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292" name="AutoShape 89">
              <a:extLst>
                <a:ext uri="{FF2B5EF4-FFF2-40B4-BE49-F238E27FC236}">
                  <a16:creationId xmlns:a16="http://schemas.microsoft.com/office/drawing/2014/main" id="{22CB65A8-1FB8-4D48-8E5A-46F62E8E7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4" name="Group 90">
            <a:extLst>
              <a:ext uri="{FF2B5EF4-FFF2-40B4-BE49-F238E27FC236}">
                <a16:creationId xmlns:a16="http://schemas.microsoft.com/office/drawing/2014/main" id="{627FA192-8658-9A4E-98F1-26C12012B879}"/>
              </a:ext>
            </a:extLst>
          </p:cNvPr>
          <p:cNvGrpSpPr>
            <a:grpSpLocks/>
          </p:cNvGrpSpPr>
          <p:nvPr/>
        </p:nvGrpSpPr>
        <p:grpSpPr bwMode="auto">
          <a:xfrm>
            <a:off x="476157" y="4386542"/>
            <a:ext cx="1081087" cy="244475"/>
            <a:chOff x="504" y="3523"/>
            <a:chExt cx="681" cy="154"/>
          </a:xfrm>
        </p:grpSpPr>
        <p:grpSp>
          <p:nvGrpSpPr>
            <p:cNvPr id="325" name="Group 91">
              <a:extLst>
                <a:ext uri="{FF2B5EF4-FFF2-40B4-BE49-F238E27FC236}">
                  <a16:creationId xmlns:a16="http://schemas.microsoft.com/office/drawing/2014/main" id="{49BA10AF-3B37-104A-BCFF-22430D3B75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333" name="Group 92">
                <a:extLst>
                  <a:ext uri="{FF2B5EF4-FFF2-40B4-BE49-F238E27FC236}">
                    <a16:creationId xmlns:a16="http://schemas.microsoft.com/office/drawing/2014/main" id="{1E4D7DBD-B06D-CC4D-BD5A-48BE83AC5D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336" name="Group 93">
                  <a:extLst>
                    <a:ext uri="{FF2B5EF4-FFF2-40B4-BE49-F238E27FC236}">
                      <a16:creationId xmlns:a16="http://schemas.microsoft.com/office/drawing/2014/main" id="{194A75E5-96A9-1C40-B18D-D18152CED4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40" name="Rectangle 94">
                    <a:extLst>
                      <a:ext uri="{FF2B5EF4-FFF2-40B4-BE49-F238E27FC236}">
                        <a16:creationId xmlns:a16="http://schemas.microsoft.com/office/drawing/2014/main" id="{2DC75A14-9509-FD4C-918E-CB6F2A448E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1" name="Text Box 95">
                    <a:extLst>
                      <a:ext uri="{FF2B5EF4-FFF2-40B4-BE49-F238E27FC236}">
                        <a16:creationId xmlns:a16="http://schemas.microsoft.com/office/drawing/2014/main" id="{F617B0D0-DB72-F449-BF5B-EF33EE6A61E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37" name="Group 96">
                  <a:extLst>
                    <a:ext uri="{FF2B5EF4-FFF2-40B4-BE49-F238E27FC236}">
                      <a16:creationId xmlns:a16="http://schemas.microsoft.com/office/drawing/2014/main" id="{AC25ADBB-2176-944C-8B8D-767CE85359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38" name="Rectangle 97">
                    <a:extLst>
                      <a:ext uri="{FF2B5EF4-FFF2-40B4-BE49-F238E27FC236}">
                        <a16:creationId xmlns:a16="http://schemas.microsoft.com/office/drawing/2014/main" id="{0E217236-4A0A-6E45-819B-C9E1E1D4C0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9" name="Rectangle 98">
                    <a:extLst>
                      <a:ext uri="{FF2B5EF4-FFF2-40B4-BE49-F238E27FC236}">
                        <a16:creationId xmlns:a16="http://schemas.microsoft.com/office/drawing/2014/main" id="{EF8EBD81-20D3-304E-8E45-3B88FA1FE1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334" name="Rectangle 99">
                <a:extLst>
                  <a:ext uri="{FF2B5EF4-FFF2-40B4-BE49-F238E27FC236}">
                    <a16:creationId xmlns:a16="http://schemas.microsoft.com/office/drawing/2014/main" id="{B6153F06-604A-A84D-94D4-BCF8985CA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5" name="Rectangle 100">
                <a:extLst>
                  <a:ext uri="{FF2B5EF4-FFF2-40B4-BE49-F238E27FC236}">
                    <a16:creationId xmlns:a16="http://schemas.microsoft.com/office/drawing/2014/main" id="{4A48C38C-FB90-9E48-863A-6098EE05F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26" name="Rectangle 101">
              <a:extLst>
                <a:ext uri="{FF2B5EF4-FFF2-40B4-BE49-F238E27FC236}">
                  <a16:creationId xmlns:a16="http://schemas.microsoft.com/office/drawing/2014/main" id="{B397BDA8-2CB9-2A48-BAE8-04E2FCFFC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1" name="Rectangle 102">
              <a:extLst>
                <a:ext uri="{FF2B5EF4-FFF2-40B4-BE49-F238E27FC236}">
                  <a16:creationId xmlns:a16="http://schemas.microsoft.com/office/drawing/2014/main" id="{4251D2BB-EBB9-744F-8FA4-ACDD4A7E2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2" name="Rectangle 103">
              <a:extLst>
                <a:ext uri="{FF2B5EF4-FFF2-40B4-BE49-F238E27FC236}">
                  <a16:creationId xmlns:a16="http://schemas.microsoft.com/office/drawing/2014/main" id="{D7BFE06A-92AE-374C-8F20-2F4F01A3D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42" name="Group 113">
            <a:extLst>
              <a:ext uri="{FF2B5EF4-FFF2-40B4-BE49-F238E27FC236}">
                <a16:creationId xmlns:a16="http://schemas.microsoft.com/office/drawing/2014/main" id="{5883EEDA-DCBD-0140-95F3-07D052C9ACEC}"/>
              </a:ext>
            </a:extLst>
          </p:cNvPr>
          <p:cNvGrpSpPr>
            <a:grpSpLocks/>
          </p:cNvGrpSpPr>
          <p:nvPr/>
        </p:nvGrpSpPr>
        <p:grpSpPr bwMode="auto">
          <a:xfrm>
            <a:off x="179014" y="1480949"/>
            <a:ext cx="1081087" cy="1217612"/>
            <a:chOff x="1404" y="3105"/>
            <a:chExt cx="681" cy="767"/>
          </a:xfrm>
        </p:grpSpPr>
        <p:grpSp>
          <p:nvGrpSpPr>
            <p:cNvPr id="343" name="Group 114">
              <a:extLst>
                <a:ext uri="{FF2B5EF4-FFF2-40B4-BE49-F238E27FC236}">
                  <a16:creationId xmlns:a16="http://schemas.microsoft.com/office/drawing/2014/main" id="{D8F28A19-02BB-2147-955B-5EC7BA1B93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348" name="Group 115">
                <a:extLst>
                  <a:ext uri="{FF2B5EF4-FFF2-40B4-BE49-F238E27FC236}">
                    <a16:creationId xmlns:a16="http://schemas.microsoft.com/office/drawing/2014/main" id="{5C445902-86BE-6646-AF15-158184A32A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74" name="Group 116">
                  <a:extLst>
                    <a:ext uri="{FF2B5EF4-FFF2-40B4-BE49-F238E27FC236}">
                      <a16:creationId xmlns:a16="http://schemas.microsoft.com/office/drawing/2014/main" id="{4311E081-C87E-F944-8B67-1DEB5ECEAA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77" name="Rectangle 117">
                    <a:extLst>
                      <a:ext uri="{FF2B5EF4-FFF2-40B4-BE49-F238E27FC236}">
                        <a16:creationId xmlns:a16="http://schemas.microsoft.com/office/drawing/2014/main" id="{ECF635FF-3612-4C4D-8CF5-35F26DCF9E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8" name="Text Box 118">
                    <a:extLst>
                      <a:ext uri="{FF2B5EF4-FFF2-40B4-BE49-F238E27FC236}">
                        <a16:creationId xmlns:a16="http://schemas.microsoft.com/office/drawing/2014/main" id="{F6110A27-4F3B-E347-A46E-5CE76FF9F26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375" name="Rectangle 119">
                  <a:extLst>
                    <a:ext uri="{FF2B5EF4-FFF2-40B4-BE49-F238E27FC236}">
                      <a16:creationId xmlns:a16="http://schemas.microsoft.com/office/drawing/2014/main" id="{1341764B-E95B-7846-A7C7-697B31210C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76" name="Rectangle 120">
                  <a:extLst>
                    <a:ext uri="{FF2B5EF4-FFF2-40B4-BE49-F238E27FC236}">
                      <a16:creationId xmlns:a16="http://schemas.microsoft.com/office/drawing/2014/main" id="{F3FB38BB-2247-3846-95CA-29159BEEFD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50" name="Group 121">
                <a:extLst>
                  <a:ext uri="{FF2B5EF4-FFF2-40B4-BE49-F238E27FC236}">
                    <a16:creationId xmlns:a16="http://schemas.microsoft.com/office/drawing/2014/main" id="{AFBD3A6C-1C80-8842-9F56-0D54017B31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68" name="Group 122">
                  <a:extLst>
                    <a:ext uri="{FF2B5EF4-FFF2-40B4-BE49-F238E27FC236}">
                      <a16:creationId xmlns:a16="http://schemas.microsoft.com/office/drawing/2014/main" id="{1A113B9C-3462-5942-A44E-6B07A542F0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72" name="Rectangle 123">
                    <a:extLst>
                      <a:ext uri="{FF2B5EF4-FFF2-40B4-BE49-F238E27FC236}">
                        <a16:creationId xmlns:a16="http://schemas.microsoft.com/office/drawing/2014/main" id="{F1CC8B66-3B5E-D349-80F7-D9084983F6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3" name="Text Box 124">
                    <a:extLst>
                      <a:ext uri="{FF2B5EF4-FFF2-40B4-BE49-F238E27FC236}">
                        <a16:creationId xmlns:a16="http://schemas.microsoft.com/office/drawing/2014/main" id="{9D04501E-61A9-7840-8FDD-A4B0D85E1E4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69" name="Group 125">
                  <a:extLst>
                    <a:ext uri="{FF2B5EF4-FFF2-40B4-BE49-F238E27FC236}">
                      <a16:creationId xmlns:a16="http://schemas.microsoft.com/office/drawing/2014/main" id="{3DD83276-AEAB-544D-8216-A2090A138D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70" name="Rectangle 126">
                    <a:extLst>
                      <a:ext uri="{FF2B5EF4-FFF2-40B4-BE49-F238E27FC236}">
                        <a16:creationId xmlns:a16="http://schemas.microsoft.com/office/drawing/2014/main" id="{F23B95D8-54C4-D34E-946B-DEF86CB7B8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1" name="Rectangle 127">
                    <a:extLst>
                      <a:ext uri="{FF2B5EF4-FFF2-40B4-BE49-F238E27FC236}">
                        <a16:creationId xmlns:a16="http://schemas.microsoft.com/office/drawing/2014/main" id="{DA734683-A318-454E-A045-23BE51F0F5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51" name="Group 128">
                <a:extLst>
                  <a:ext uri="{FF2B5EF4-FFF2-40B4-BE49-F238E27FC236}">
                    <a16:creationId xmlns:a16="http://schemas.microsoft.com/office/drawing/2014/main" id="{16D8F290-90C4-884D-8BEC-4F527A600F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66" name="Rectangle 129">
                  <a:extLst>
                    <a:ext uri="{FF2B5EF4-FFF2-40B4-BE49-F238E27FC236}">
                      <a16:creationId xmlns:a16="http://schemas.microsoft.com/office/drawing/2014/main" id="{1D3E3622-DC4A-044E-A888-13677F7D16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67" name="Rectangle 130">
                  <a:extLst>
                    <a:ext uri="{FF2B5EF4-FFF2-40B4-BE49-F238E27FC236}">
                      <a16:creationId xmlns:a16="http://schemas.microsoft.com/office/drawing/2014/main" id="{B7CF74F0-E826-CE41-B70E-DC73509B6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52" name="Group 131">
                <a:extLst>
                  <a:ext uri="{FF2B5EF4-FFF2-40B4-BE49-F238E27FC236}">
                    <a16:creationId xmlns:a16="http://schemas.microsoft.com/office/drawing/2014/main" id="{D87ED124-1122-114E-A552-2B81F10E97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353" name="Group 132">
                  <a:extLst>
                    <a:ext uri="{FF2B5EF4-FFF2-40B4-BE49-F238E27FC236}">
                      <a16:creationId xmlns:a16="http://schemas.microsoft.com/office/drawing/2014/main" id="{3983C9C0-A891-BF4E-A921-C7DB56F4CC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57" name="Group 133">
                    <a:extLst>
                      <a:ext uri="{FF2B5EF4-FFF2-40B4-BE49-F238E27FC236}">
                        <a16:creationId xmlns:a16="http://schemas.microsoft.com/office/drawing/2014/main" id="{00BCA7B6-7079-5840-B49A-A1603E6357D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60" name="Group 134">
                      <a:extLst>
                        <a:ext uri="{FF2B5EF4-FFF2-40B4-BE49-F238E27FC236}">
                          <a16:creationId xmlns:a16="http://schemas.microsoft.com/office/drawing/2014/main" id="{5723C07F-7067-7442-B671-6E3710D5B30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64" name="Rectangle 135">
                        <a:extLst>
                          <a:ext uri="{FF2B5EF4-FFF2-40B4-BE49-F238E27FC236}">
                            <a16:creationId xmlns:a16="http://schemas.microsoft.com/office/drawing/2014/main" id="{B5AF0E21-ED85-9849-B221-EFD25F84BE7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65" name="Text Box 136">
                        <a:extLst>
                          <a:ext uri="{FF2B5EF4-FFF2-40B4-BE49-F238E27FC236}">
                            <a16:creationId xmlns:a16="http://schemas.microsoft.com/office/drawing/2014/main" id="{45723D24-31C5-4846-BE05-0E7FD549A89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361" name="Group 137">
                      <a:extLst>
                        <a:ext uri="{FF2B5EF4-FFF2-40B4-BE49-F238E27FC236}">
                          <a16:creationId xmlns:a16="http://schemas.microsoft.com/office/drawing/2014/main" id="{80FE1C0E-16B1-2D44-B299-88A00143E6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62" name="Rectangle 138">
                        <a:extLst>
                          <a:ext uri="{FF2B5EF4-FFF2-40B4-BE49-F238E27FC236}">
                            <a16:creationId xmlns:a16="http://schemas.microsoft.com/office/drawing/2014/main" id="{D1EF3C03-E9F7-EA48-B907-E23FDF7AAEC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63" name="Rectangle 139">
                        <a:extLst>
                          <a:ext uri="{FF2B5EF4-FFF2-40B4-BE49-F238E27FC236}">
                            <a16:creationId xmlns:a16="http://schemas.microsoft.com/office/drawing/2014/main" id="{0E636BA2-C8E1-2748-ABAB-2E1309C06EC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358" name="Rectangle 140">
                    <a:extLst>
                      <a:ext uri="{FF2B5EF4-FFF2-40B4-BE49-F238E27FC236}">
                        <a16:creationId xmlns:a16="http://schemas.microsoft.com/office/drawing/2014/main" id="{1E71C801-BC9F-C941-B2FA-82E6DFB91E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59" name="Rectangle 141">
                    <a:extLst>
                      <a:ext uri="{FF2B5EF4-FFF2-40B4-BE49-F238E27FC236}">
                        <a16:creationId xmlns:a16="http://schemas.microsoft.com/office/drawing/2014/main" id="{8C1C8646-0C84-7646-B3C5-C586B30A32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354" name="Rectangle 142">
                  <a:extLst>
                    <a:ext uri="{FF2B5EF4-FFF2-40B4-BE49-F238E27FC236}">
                      <a16:creationId xmlns:a16="http://schemas.microsoft.com/office/drawing/2014/main" id="{F7DE1756-9A3B-B144-842D-9320340499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5" name="Rectangle 143">
                  <a:extLst>
                    <a:ext uri="{FF2B5EF4-FFF2-40B4-BE49-F238E27FC236}">
                      <a16:creationId xmlns:a16="http://schemas.microsoft.com/office/drawing/2014/main" id="{1BA49523-4DF4-5F44-9051-145D0A6151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6" name="Rectangle 144">
                  <a:extLst>
                    <a:ext uri="{FF2B5EF4-FFF2-40B4-BE49-F238E27FC236}">
                      <a16:creationId xmlns:a16="http://schemas.microsoft.com/office/drawing/2014/main" id="{D8FFCB85-547D-C64B-A539-2E19568074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44" name="AutoShape 145">
              <a:extLst>
                <a:ext uri="{FF2B5EF4-FFF2-40B4-BE49-F238E27FC236}">
                  <a16:creationId xmlns:a16="http://schemas.microsoft.com/office/drawing/2014/main" id="{3F4330D4-196A-FE44-8859-2BBEE9440F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45" name="Group 146">
              <a:extLst>
                <a:ext uri="{FF2B5EF4-FFF2-40B4-BE49-F238E27FC236}">
                  <a16:creationId xmlns:a16="http://schemas.microsoft.com/office/drawing/2014/main" id="{2C244F89-6CDC-B14C-B8E0-593D333F6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346" name="Rectangle 147">
                <a:extLst>
                  <a:ext uri="{FF2B5EF4-FFF2-40B4-BE49-F238E27FC236}">
                    <a16:creationId xmlns:a16="http://schemas.microsoft.com/office/drawing/2014/main" id="{3F1C1009-8ACA-AE4D-B2EA-D060B3041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7" name="Text Box 148">
                <a:extLst>
                  <a:ext uri="{FF2B5EF4-FFF2-40B4-BE49-F238E27FC236}">
                    <a16:creationId xmlns:a16="http://schemas.microsoft.com/office/drawing/2014/main" id="{E9DDB984-3FC1-9442-8445-5B270D2767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</p:txBody>
          </p:sp>
        </p:grpSp>
      </p:grpSp>
      <p:grpSp>
        <p:nvGrpSpPr>
          <p:cNvPr id="379" name="Group 149">
            <a:extLst>
              <a:ext uri="{FF2B5EF4-FFF2-40B4-BE49-F238E27FC236}">
                <a16:creationId xmlns:a16="http://schemas.microsoft.com/office/drawing/2014/main" id="{CF307C47-A864-5E4F-9726-298AD443C250}"/>
              </a:ext>
            </a:extLst>
          </p:cNvPr>
          <p:cNvGrpSpPr>
            <a:grpSpLocks/>
          </p:cNvGrpSpPr>
          <p:nvPr/>
        </p:nvGrpSpPr>
        <p:grpSpPr bwMode="auto">
          <a:xfrm>
            <a:off x="830169" y="3326092"/>
            <a:ext cx="544513" cy="244475"/>
            <a:chOff x="844" y="3337"/>
            <a:chExt cx="343" cy="154"/>
          </a:xfrm>
        </p:grpSpPr>
        <p:sp>
          <p:nvSpPr>
            <p:cNvPr id="380" name="Rectangle 150">
              <a:extLst>
                <a:ext uri="{FF2B5EF4-FFF2-40B4-BE49-F238E27FC236}">
                  <a16:creationId xmlns:a16="http://schemas.microsoft.com/office/drawing/2014/main" id="{153D2A8C-D4DA-3744-9B39-E44700761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1" name="Text Box 151">
              <a:extLst>
                <a:ext uri="{FF2B5EF4-FFF2-40B4-BE49-F238E27FC236}">
                  <a16:creationId xmlns:a16="http://schemas.microsoft.com/office/drawing/2014/main" id="{188D7169-9E2B-604F-A79F-4277DE2B7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sp>
        <p:nvSpPr>
          <p:cNvPr id="382" name="Rectangle 155">
            <a:extLst>
              <a:ext uri="{FF2B5EF4-FFF2-40B4-BE49-F238E27FC236}">
                <a16:creationId xmlns:a16="http://schemas.microsoft.com/office/drawing/2014/main" id="{E3E60786-723F-AF41-BAEB-EAE22AF7D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176" y="3271527"/>
            <a:ext cx="6530667" cy="127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Encapsulation at DHCP server,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DHCP Offer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frame forwarded (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switch learning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) through LAN, demultiplexing at client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4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83" name="Text Box 156">
            <a:extLst>
              <a:ext uri="{FF2B5EF4-FFF2-40B4-BE49-F238E27FC236}">
                <a16:creationId xmlns:a16="http://schemas.microsoft.com/office/drawing/2014/main" id="{C11E33FE-C63F-9746-B0FD-73D62EF6D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08" y="5515572"/>
            <a:ext cx="1078590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A8"/>
                </a:solidFill>
                <a:latin typeface="+mn-lt"/>
              </a:rPr>
              <a:t>Client now has IP address, subnet mask, knows name &amp; addr of DNS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A8"/>
                </a:solidFill>
                <a:latin typeface="+mn-lt"/>
              </a:rPr>
              <a:t>server, IP address of its first-hop router</a:t>
            </a:r>
          </a:p>
        </p:txBody>
      </p:sp>
      <p:sp>
        <p:nvSpPr>
          <p:cNvPr id="384" name="Rectangle 157">
            <a:extLst>
              <a:ext uri="{FF2B5EF4-FFF2-40B4-BE49-F238E27FC236}">
                <a16:creationId xmlns:a16="http://schemas.microsoft.com/office/drawing/2014/main" id="{EA276F5A-DB03-D14D-910F-E636747EE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176" y="4655782"/>
            <a:ext cx="6530666" cy="433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DHCP client receives DHCP ACK reply</a:t>
            </a:r>
          </a:p>
        </p:txBody>
      </p:sp>
    </p:spTree>
    <p:extLst>
      <p:ext uri="{BB962C8B-B14F-4D97-AF65-F5344CB8AC3E}">
        <p14:creationId xmlns:p14="http://schemas.microsoft.com/office/powerpoint/2010/main" val="145773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93 L 0.1612 0.00278 L 0.28347 -0.29097 L -0.02422 -0.29306 " pathEditMode="relative" rAng="0" ptsTypes="AAAA">
                                      <p:cBhvr>
                                        <p:cTn id="23" dur="2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8" y="-1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0" build="p"/>
      <p:bldP spid="382" grpId="0" build="p"/>
      <p:bldP spid="383" grpId="0"/>
      <p:bldP spid="38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A Day in the Life… ARP  </a:t>
            </a:r>
            <a:r>
              <a:rPr lang="en-US" sz="4000" dirty="0"/>
              <a:t>(before DNS, before HTTP)</a:t>
            </a:r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202765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ARP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ARP client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F4F38AC-7072-2A41-9BA4-4EA38691E8F5}"/>
              </a:ext>
            </a:extLst>
          </p:cNvPr>
          <p:cNvGrpSpPr/>
          <p:nvPr/>
        </p:nvGrpSpPr>
        <p:grpSpPr>
          <a:xfrm>
            <a:off x="1603750" y="3853801"/>
            <a:ext cx="1195388" cy="808687"/>
            <a:chOff x="1603750" y="3853801"/>
            <a:chExt cx="1195388" cy="808687"/>
          </a:xfrm>
        </p:grpSpPr>
        <p:grpSp>
          <p:nvGrpSpPr>
            <p:cNvPr id="974" name="Group 342">
              <a:extLst>
                <a:ext uri="{FF2B5EF4-FFF2-40B4-BE49-F238E27FC236}">
                  <a16:creationId xmlns:a16="http://schemas.microsoft.com/office/drawing/2014/main" id="{68368F8A-0905-C04F-8373-D523E15DD3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3750" y="3883240"/>
              <a:ext cx="1195388" cy="779248"/>
              <a:chOff x="934" y="2316"/>
              <a:chExt cx="753" cy="464"/>
            </a:xfrm>
          </p:grpSpPr>
          <p:sp>
            <p:nvSpPr>
              <p:cNvPr id="975" name="Freeform 334">
                <a:extLst>
                  <a:ext uri="{FF2B5EF4-FFF2-40B4-BE49-F238E27FC236}">
                    <a16:creationId xmlns:a16="http://schemas.microsoft.com/office/drawing/2014/main" id="{FEE3001B-2BDF-E641-AFF3-DFF0ECFF1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4" y="2316"/>
                <a:ext cx="263" cy="441"/>
              </a:xfrm>
              <a:custGeom>
                <a:avLst/>
                <a:gdLst>
                  <a:gd name="T0" fmla="*/ 1 w 551"/>
                  <a:gd name="T1" fmla="*/ 0 h 801"/>
                  <a:gd name="T2" fmla="*/ 28 w 551"/>
                  <a:gd name="T3" fmla="*/ 402 h 801"/>
                  <a:gd name="T4" fmla="*/ 1 w 551"/>
                  <a:gd name="T5" fmla="*/ 801 h 801"/>
                  <a:gd name="T6" fmla="*/ 1 w 551"/>
                  <a:gd name="T7" fmla="*/ 535 h 801"/>
                  <a:gd name="T8" fmla="*/ 0 w 551"/>
                  <a:gd name="T9" fmla="*/ 371 h 801"/>
                  <a:gd name="T10" fmla="*/ 1 w 551"/>
                  <a:gd name="T11" fmla="*/ 0 h 8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connsiteX0" fmla="*/ 254 w 10000"/>
                  <a:gd name="connsiteY0" fmla="*/ 0 h 10000"/>
                  <a:gd name="connsiteX1" fmla="*/ 10000 w 10000"/>
                  <a:gd name="connsiteY1" fmla="*/ 5019 h 10000"/>
                  <a:gd name="connsiteX2" fmla="*/ 109 w 10000"/>
                  <a:gd name="connsiteY2" fmla="*/ 10000 h 10000"/>
                  <a:gd name="connsiteX3" fmla="*/ 236 w 10000"/>
                  <a:gd name="connsiteY3" fmla="*/ 6679 h 10000"/>
                  <a:gd name="connsiteX4" fmla="*/ 0 w 10000"/>
                  <a:gd name="connsiteY4" fmla="*/ 4632 h 10000"/>
                  <a:gd name="connsiteX5" fmla="*/ 254 w 10000"/>
                  <a:gd name="connsiteY5" fmla="*/ 0 h 10000"/>
                  <a:gd name="connsiteX0" fmla="*/ 254 w 7841"/>
                  <a:gd name="connsiteY0" fmla="*/ 0 h 10000"/>
                  <a:gd name="connsiteX1" fmla="*/ 7841 w 7841"/>
                  <a:gd name="connsiteY1" fmla="*/ 4764 h 10000"/>
                  <a:gd name="connsiteX2" fmla="*/ 109 w 7841"/>
                  <a:gd name="connsiteY2" fmla="*/ 10000 h 10000"/>
                  <a:gd name="connsiteX3" fmla="*/ 236 w 7841"/>
                  <a:gd name="connsiteY3" fmla="*/ 6679 h 10000"/>
                  <a:gd name="connsiteX4" fmla="*/ 0 w 7841"/>
                  <a:gd name="connsiteY4" fmla="*/ 4632 h 10000"/>
                  <a:gd name="connsiteX5" fmla="*/ 254 w 7841"/>
                  <a:gd name="connsiteY5" fmla="*/ 0 h 10000"/>
                  <a:gd name="connsiteX0" fmla="*/ 324 w 10000"/>
                  <a:gd name="connsiteY0" fmla="*/ 0 h 10000"/>
                  <a:gd name="connsiteX1" fmla="*/ 10000 w 10000"/>
                  <a:gd name="connsiteY1" fmla="*/ 4764 h 10000"/>
                  <a:gd name="connsiteX2" fmla="*/ 139 w 10000"/>
                  <a:gd name="connsiteY2" fmla="*/ 10000 h 10000"/>
                  <a:gd name="connsiteX3" fmla="*/ 0 w 10000"/>
                  <a:gd name="connsiteY3" fmla="*/ 4632 h 10000"/>
                  <a:gd name="connsiteX4" fmla="*/ 324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324" y="0"/>
                    </a:moveTo>
                    <a:cubicBezTo>
                      <a:pt x="3883" y="2374"/>
                      <a:pt x="5856" y="3091"/>
                      <a:pt x="10000" y="4764"/>
                    </a:cubicBezTo>
                    <a:lnTo>
                      <a:pt x="139" y="10000"/>
                    </a:lnTo>
                    <a:cubicBezTo>
                      <a:pt x="93" y="8211"/>
                      <a:pt x="46" y="6421"/>
                      <a:pt x="0" y="4632"/>
                    </a:cubicBezTo>
                    <a:lnTo>
                      <a:pt x="32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976" name="Group 335">
                <a:extLst>
                  <a:ext uri="{FF2B5EF4-FFF2-40B4-BE49-F238E27FC236}">
                    <a16:creationId xmlns:a16="http://schemas.microsoft.com/office/drawing/2014/main" id="{075A72C7-137F-3848-A6E3-E64A408A30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4" y="2412"/>
                <a:ext cx="497" cy="368"/>
                <a:chOff x="572" y="3425"/>
                <a:chExt cx="497" cy="368"/>
              </a:xfrm>
            </p:grpSpPr>
            <p:sp>
              <p:nvSpPr>
                <p:cNvPr id="977" name="Rectangle 336">
                  <a:extLst>
                    <a:ext uri="{FF2B5EF4-FFF2-40B4-BE49-F238E27FC236}">
                      <a16:creationId xmlns:a16="http://schemas.microsoft.com/office/drawing/2014/main" id="{5A39D877-B301-F047-BE8E-34B3EF11CB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3446"/>
                  <a:ext cx="493" cy="31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78" name="Text Box 337">
                  <a:extLst>
                    <a:ext uri="{FF2B5EF4-FFF2-40B4-BE49-F238E27FC236}">
                      <a16:creationId xmlns:a16="http://schemas.microsoft.com/office/drawing/2014/main" id="{3B8C2E8D-8470-A948-BC08-E08C849665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6" y="3425"/>
                  <a:ext cx="338" cy="3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Eth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Phy</a:t>
                  </a:r>
                </a:p>
              </p:txBody>
            </p:sp>
            <p:sp>
              <p:nvSpPr>
                <p:cNvPr id="981" name="Line 340">
                  <a:extLst>
                    <a:ext uri="{FF2B5EF4-FFF2-40B4-BE49-F238E27FC236}">
                      <a16:creationId xmlns:a16="http://schemas.microsoft.com/office/drawing/2014/main" id="{8CF39C3F-AF73-EB42-B07E-8E24904244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2" y="3448"/>
                  <a:ext cx="48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82" name="Line 341">
                  <a:extLst>
                    <a:ext uri="{FF2B5EF4-FFF2-40B4-BE49-F238E27FC236}">
                      <a16:creationId xmlns:a16="http://schemas.microsoft.com/office/drawing/2014/main" id="{6579215B-0078-6047-B238-35EDE678AB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3607"/>
                  <a:ext cx="48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02" name="Group 252">
              <a:extLst>
                <a:ext uri="{FF2B5EF4-FFF2-40B4-BE49-F238E27FC236}">
                  <a16:creationId xmlns:a16="http://schemas.microsoft.com/office/drawing/2014/main" id="{06942A6D-F41F-9441-9844-427FCC6309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0474" y="3853801"/>
              <a:ext cx="850900" cy="261938"/>
              <a:chOff x="187" y="1352"/>
              <a:chExt cx="536" cy="165"/>
            </a:xfrm>
          </p:grpSpPr>
          <p:sp>
            <p:nvSpPr>
              <p:cNvPr id="203" name="Rectangle 253">
                <a:extLst>
                  <a:ext uri="{FF2B5EF4-FFF2-40B4-BE49-F238E27FC236}">
                    <a16:creationId xmlns:a16="http://schemas.microsoft.com/office/drawing/2014/main" id="{94DAFFBE-8C37-EC41-88D4-3B6327CDA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" y="1365"/>
                <a:ext cx="492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04" name="Text Box 254">
                <a:extLst>
                  <a:ext uri="{FF2B5EF4-FFF2-40B4-BE49-F238E27FC236}">
                    <a16:creationId xmlns:a16="http://schemas.microsoft.com/office/drawing/2014/main" id="{CAFFDC99-9C64-4545-B4C3-A0E1FF597D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" y="1352"/>
                <a:ext cx="511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   </a:t>
                </a:r>
                <a:r>
                  <a:rPr lang="en-US" sz="11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ARP</a:t>
                </a:r>
                <a:endParaRPr lang="en-US" sz="1000" i="0" dirty="0">
                  <a:solidFill>
                    <a:srgbClr val="000000"/>
                  </a:solidFill>
                  <a:latin typeface="Arial" charset="0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02" name="Rectangle 3">
            <a:extLst>
              <a:ext uri="{FF2B5EF4-FFF2-40B4-BE49-F238E27FC236}">
                <a16:creationId xmlns:a16="http://schemas.microsoft.com/office/drawing/2014/main" id="{9600BDB0-B69B-3A49-8AE3-C321F92D1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671" y="1384207"/>
            <a:ext cx="6323058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defRPr/>
            </a:pPr>
            <a:r>
              <a:rPr lang="en-US" sz="2400" kern="0" dirty="0">
                <a:cs typeface="+mn-cs"/>
              </a:rPr>
              <a:t>Before sending </a:t>
            </a:r>
            <a:r>
              <a:rPr lang="en-US" sz="2400" kern="0" dirty="0">
                <a:solidFill>
                  <a:srgbClr val="C00000"/>
                </a:solidFill>
                <a:cs typeface="+mn-cs"/>
              </a:rPr>
              <a:t>HTTP</a:t>
            </a:r>
            <a:r>
              <a:rPr lang="en-US" sz="2400" b="1" i="1" kern="0" dirty="0">
                <a:solidFill>
                  <a:srgbClr val="C00000"/>
                </a:solidFill>
                <a:cs typeface="+mn-cs"/>
              </a:rPr>
              <a:t> </a:t>
            </a:r>
            <a:r>
              <a:rPr lang="en-US" sz="2400" kern="0" dirty="0">
                <a:cs typeface="+mn-cs"/>
              </a:rPr>
              <a:t>request, need IP address of www.google.com:  </a:t>
            </a:r>
            <a:r>
              <a:rPr lang="en-US" sz="2400" kern="0" dirty="0">
                <a:solidFill>
                  <a:srgbClr val="C00000"/>
                </a:solidFill>
                <a:cs typeface="+mn-cs"/>
              </a:rPr>
              <a:t>DNS</a:t>
            </a:r>
          </a:p>
        </p:txBody>
      </p: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188913" y="141278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25" name="Rectangle 152">
            <a:extLst>
              <a:ext uri="{FF2B5EF4-FFF2-40B4-BE49-F238E27FC236}">
                <a16:creationId xmlns:a16="http://schemas.microsoft.com/office/drawing/2014/main" id="{4CFC0AF0-7EC0-4D43-94F4-E73826F0E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495" y="2279650"/>
            <a:ext cx="6213373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DNS query created, encapsulated in UDP, encapsulated in IP, encapsulated in Eth.  To send frame to router, need MAC address of router interface: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</a:t>
            </a:r>
          </a:p>
          <a:p>
            <a:pPr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defRPr/>
            </a:pPr>
            <a:endParaRPr lang="en-US" sz="2400" b="1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426" name="Rectangle 153">
            <a:extLst>
              <a:ext uri="{FF2B5EF4-FFF2-40B4-BE49-F238E27FC236}">
                <a16:creationId xmlns:a16="http://schemas.microsoft.com/office/drawing/2014/main" id="{FD2FE8A7-E83B-3C4D-A1FE-0B7B25DBC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7905" y="3769753"/>
            <a:ext cx="6509636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 query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broadcast, received by router, which replies with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 reply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giving MAC address of router interface</a:t>
            </a:r>
          </a:p>
        </p:txBody>
      </p:sp>
      <p:sp>
        <p:nvSpPr>
          <p:cNvPr id="427" name="Rectangle 154">
            <a:extLst>
              <a:ext uri="{FF2B5EF4-FFF2-40B4-BE49-F238E27FC236}">
                <a16:creationId xmlns:a16="http://schemas.microsoft.com/office/drawing/2014/main" id="{DDBB99F5-8593-8C4D-A838-59A6ECE1B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056" y="4906495"/>
            <a:ext cx="5806890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Client now knows MAC address of first hop router, so can now send frame containing DNS query </a:t>
            </a:r>
          </a:p>
        </p:txBody>
      </p:sp>
      <p:grpSp>
        <p:nvGrpSpPr>
          <p:cNvPr id="428" name="Group 263">
            <a:extLst>
              <a:ext uri="{FF2B5EF4-FFF2-40B4-BE49-F238E27FC236}">
                <a16:creationId xmlns:a16="http://schemas.microsoft.com/office/drawing/2014/main" id="{68826AA2-4F98-7F47-AF24-4C4E3D26A58B}"/>
              </a:ext>
            </a:extLst>
          </p:cNvPr>
          <p:cNvGrpSpPr>
            <a:grpSpLocks/>
          </p:cNvGrpSpPr>
          <p:nvPr/>
        </p:nvGrpSpPr>
        <p:grpSpPr bwMode="auto">
          <a:xfrm>
            <a:off x="0" y="2123982"/>
            <a:ext cx="1081088" cy="244475"/>
            <a:chOff x="76" y="2296"/>
            <a:chExt cx="681" cy="154"/>
          </a:xfrm>
        </p:grpSpPr>
        <p:sp>
          <p:nvSpPr>
            <p:cNvPr id="429" name="Rectangle 103">
              <a:extLst>
                <a:ext uri="{FF2B5EF4-FFF2-40B4-BE49-F238E27FC236}">
                  <a16:creationId xmlns:a16="http://schemas.microsoft.com/office/drawing/2014/main" id="{C71ECA35-4F8D-5D47-8060-B0745197B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0" name="Rectangle 101">
              <a:extLst>
                <a:ext uri="{FF2B5EF4-FFF2-40B4-BE49-F238E27FC236}">
                  <a16:creationId xmlns:a16="http://schemas.microsoft.com/office/drawing/2014/main" id="{FDD4DECA-422E-4743-ADFD-53E28A987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1" name="Rectangle 102">
              <a:extLst>
                <a:ext uri="{FF2B5EF4-FFF2-40B4-BE49-F238E27FC236}">
                  <a16:creationId xmlns:a16="http://schemas.microsoft.com/office/drawing/2014/main" id="{EAEDB337-6724-464E-A55A-5A0E5BBFD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Rectangle 100">
              <a:extLst>
                <a:ext uri="{FF2B5EF4-FFF2-40B4-BE49-F238E27FC236}">
                  <a16:creationId xmlns:a16="http://schemas.microsoft.com/office/drawing/2014/main" id="{1FA4EE33-78A2-794A-9CB7-B9C75F982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Text Box 95">
              <a:extLst>
                <a:ext uri="{FF2B5EF4-FFF2-40B4-BE49-F238E27FC236}">
                  <a16:creationId xmlns:a16="http://schemas.microsoft.com/office/drawing/2014/main" id="{875142B1-4732-5048-81A1-9B96CDE36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 query</a:t>
              </a:r>
            </a:p>
          </p:txBody>
        </p:sp>
      </p:grpSp>
      <p:grpSp>
        <p:nvGrpSpPr>
          <p:cNvPr id="434" name="Group 242">
            <a:extLst>
              <a:ext uri="{FF2B5EF4-FFF2-40B4-BE49-F238E27FC236}">
                <a16:creationId xmlns:a16="http://schemas.microsoft.com/office/drawing/2014/main" id="{8F475CF7-DFC6-814F-B8D2-6784E7D418FB}"/>
              </a:ext>
            </a:extLst>
          </p:cNvPr>
          <p:cNvGrpSpPr>
            <a:grpSpLocks/>
          </p:cNvGrpSpPr>
          <p:nvPr/>
        </p:nvGrpSpPr>
        <p:grpSpPr bwMode="auto">
          <a:xfrm>
            <a:off x="1271961" y="1949449"/>
            <a:ext cx="444500" cy="244475"/>
            <a:chOff x="161" y="1354"/>
            <a:chExt cx="280" cy="154"/>
          </a:xfrm>
        </p:grpSpPr>
        <p:sp>
          <p:nvSpPr>
            <p:cNvPr id="435" name="Rectangle 241">
              <a:extLst>
                <a:ext uri="{FF2B5EF4-FFF2-40B4-BE49-F238E27FC236}">
                  <a16:creationId xmlns:a16="http://schemas.microsoft.com/office/drawing/2014/main" id="{5AFC1130-C0C2-3444-AF07-ACAD07F9A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6" name="Text Box 240">
              <a:extLst>
                <a:ext uri="{FF2B5EF4-FFF2-40B4-BE49-F238E27FC236}">
                  <a16:creationId xmlns:a16="http://schemas.microsoft.com/office/drawing/2014/main" id="{8DAA4E75-2F77-7F4F-AE38-52EF63C13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</a:t>
              </a:r>
            </a:p>
          </p:txBody>
        </p:sp>
      </p:grpSp>
      <p:grpSp>
        <p:nvGrpSpPr>
          <p:cNvPr id="437" name="Group 270">
            <a:extLst>
              <a:ext uri="{FF2B5EF4-FFF2-40B4-BE49-F238E27FC236}">
                <a16:creationId xmlns:a16="http://schemas.microsoft.com/office/drawing/2014/main" id="{930FF8F7-BB7F-D441-9A97-FD9DD2AD487D}"/>
              </a:ext>
            </a:extLst>
          </p:cNvPr>
          <p:cNvGrpSpPr>
            <a:grpSpLocks/>
          </p:cNvGrpSpPr>
          <p:nvPr/>
        </p:nvGrpSpPr>
        <p:grpSpPr bwMode="auto">
          <a:xfrm>
            <a:off x="478678" y="4075206"/>
            <a:ext cx="1081088" cy="244475"/>
            <a:chOff x="76" y="2296"/>
            <a:chExt cx="681" cy="154"/>
          </a:xfrm>
        </p:grpSpPr>
        <p:sp>
          <p:nvSpPr>
            <p:cNvPr id="438" name="Rectangle 271">
              <a:extLst>
                <a:ext uri="{FF2B5EF4-FFF2-40B4-BE49-F238E27FC236}">
                  <a16:creationId xmlns:a16="http://schemas.microsoft.com/office/drawing/2014/main" id="{61FC6345-4973-8140-A6BB-928CDD828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9" name="Rectangle 272">
              <a:extLst>
                <a:ext uri="{FF2B5EF4-FFF2-40B4-BE49-F238E27FC236}">
                  <a16:creationId xmlns:a16="http://schemas.microsoft.com/office/drawing/2014/main" id="{5EFDDE48-FE9E-9249-87DD-27F8785A6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0" name="Rectangle 273">
              <a:extLst>
                <a:ext uri="{FF2B5EF4-FFF2-40B4-BE49-F238E27FC236}">
                  <a16:creationId xmlns:a16="http://schemas.microsoft.com/office/drawing/2014/main" id="{CE69DA54-A2DB-AA4B-9B32-11813B2F7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1" name="Rectangle 274">
              <a:extLst>
                <a:ext uri="{FF2B5EF4-FFF2-40B4-BE49-F238E27FC236}">
                  <a16:creationId xmlns:a16="http://schemas.microsoft.com/office/drawing/2014/main" id="{C4B49586-4E68-A548-84ED-789AD9B8F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2" name="Text Box 275">
              <a:extLst>
                <a:ext uri="{FF2B5EF4-FFF2-40B4-BE49-F238E27FC236}">
                  <a16:creationId xmlns:a16="http://schemas.microsoft.com/office/drawing/2014/main" id="{1179A2EB-EEF0-3847-837A-72FA8FFDC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 reply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94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2777 C -0.00247 0.06782 -0.00234 0.10856 -0.00195 0.14884 L 0.34974 0.15694 L 0.18919 0.39421 C 0.13945 0.39328 0.08893 0.39606 0.03919 0.39514 C 0.03919 0.36666 0.03932 0.31319 0.03932 0.28449 " pathEditMode="relative" rAng="0" ptsTypes="AAAAAA">
                                      <p:cBhvr>
                                        <p:cTn id="31" dur="20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04" y="18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96296E-6 C -3.75E-6 0.02639 -3.75E-6 0.05277 0.00026 0.07893 L 0.14662 0.08009 L 0.29414 -0.12269 C 0.15756 -0.12199 0.09532 -0.13033 -0.04127 -0.12963 C -0.04127 -0.14352 -0.0414 -0.16135 -0.0414 -0.175 C -0.04179 -0.1838 -0.04114 -0.27292 -0.04166 -0.28148 " pathEditMode="relative" rAng="0" ptsTypes="AAAAAAA">
                                      <p:cBhvr>
                                        <p:cTn id="46" dur="2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17" y="-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" grpId="0"/>
      <p:bldP spid="426" grpId="0"/>
      <p:bldP spid="4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>
            <a:normAutofit/>
          </a:bodyPr>
          <a:lstStyle/>
          <a:p>
            <a:r>
              <a:rPr lang="en-US" sz="4900" dirty="0"/>
              <a:t>A Day in the Life… Using DNS</a:t>
            </a:r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2" y="1792392"/>
            <a:ext cx="3494531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367160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1" name="Line 93">
            <a:extLst>
              <a:ext uri="{FF2B5EF4-FFF2-40B4-BE49-F238E27FC236}">
                <a16:creationId xmlns:a16="http://schemas.microsoft.com/office/drawing/2014/main" id="{EAAF435E-6997-7049-AE19-F5A3D5ECCF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49888" y="2731714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2" name="Text Box 139">
            <a:extLst>
              <a:ext uri="{FF2B5EF4-FFF2-40B4-BE49-F238E27FC236}">
                <a16:creationId xmlns:a16="http://schemas.microsoft.com/office/drawing/2014/main" id="{D18D0D17-3537-854D-BE00-799B204FD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326" y="2150782"/>
            <a:ext cx="755335" cy="781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server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9" name="Group 173">
            <a:extLst>
              <a:ext uri="{FF2B5EF4-FFF2-40B4-BE49-F238E27FC236}">
                <a16:creationId xmlns:a16="http://schemas.microsoft.com/office/drawing/2014/main" id="{FD9B7ECC-8F8F-8B4A-85D5-2A868F36C505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7888101" y="3793751"/>
            <a:ext cx="400050" cy="152400"/>
            <a:chOff x="3228" y="1776"/>
            <a:chExt cx="252" cy="96"/>
          </a:xfrm>
        </p:grpSpPr>
        <p:sp>
          <p:nvSpPr>
            <p:cNvPr id="160" name="Line 174">
              <a:extLst>
                <a:ext uri="{FF2B5EF4-FFF2-40B4-BE49-F238E27FC236}">
                  <a16:creationId xmlns:a16="http://schemas.microsoft.com/office/drawing/2014/main" id="{E4C9DD3C-343B-B043-9CF6-10B42EAC6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Line 175">
              <a:extLst>
                <a:ext uri="{FF2B5EF4-FFF2-40B4-BE49-F238E27FC236}">
                  <a16:creationId xmlns:a16="http://schemas.microsoft.com/office/drawing/2014/main" id="{343368E1-A457-5D48-A3F0-A3B53D5B0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2" name="Group 176">
            <a:extLst>
              <a:ext uri="{FF2B5EF4-FFF2-40B4-BE49-F238E27FC236}">
                <a16:creationId xmlns:a16="http://schemas.microsoft.com/office/drawing/2014/main" id="{592F8EA2-6661-5445-8C3D-825FD532EE6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064188" y="3812801"/>
            <a:ext cx="295275" cy="114300"/>
            <a:chOff x="3228" y="1776"/>
            <a:chExt cx="252" cy="96"/>
          </a:xfrm>
        </p:grpSpPr>
        <p:sp>
          <p:nvSpPr>
            <p:cNvPr id="163" name="Line 177">
              <a:extLst>
                <a:ext uri="{FF2B5EF4-FFF2-40B4-BE49-F238E27FC236}">
                  <a16:creationId xmlns:a16="http://schemas.microsoft.com/office/drawing/2014/main" id="{C81F7411-7489-D040-A6B8-B4BBD27EC7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4" name="Line 178">
              <a:extLst>
                <a:ext uri="{FF2B5EF4-FFF2-40B4-BE49-F238E27FC236}">
                  <a16:creationId xmlns:a16="http://schemas.microsoft.com/office/drawing/2014/main" id="{FE32B4AA-D33A-6545-A3C1-DDC1B9A51B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5" name="Group 179">
            <a:extLst>
              <a:ext uri="{FF2B5EF4-FFF2-40B4-BE49-F238E27FC236}">
                <a16:creationId xmlns:a16="http://schemas.microsoft.com/office/drawing/2014/main" id="{CC82D047-4926-4B42-8EC3-A5ACCDE16B9C}"/>
              </a:ext>
            </a:extLst>
          </p:cNvPr>
          <p:cNvGrpSpPr>
            <a:grpSpLocks/>
          </p:cNvGrpSpPr>
          <p:nvPr/>
        </p:nvGrpSpPr>
        <p:grpSpPr bwMode="auto">
          <a:xfrm rot="409689" flipH="1" flipV="1">
            <a:off x="7335651" y="3155576"/>
            <a:ext cx="452437" cy="57150"/>
            <a:chOff x="3228" y="1776"/>
            <a:chExt cx="252" cy="96"/>
          </a:xfrm>
        </p:grpSpPr>
        <p:sp>
          <p:nvSpPr>
            <p:cNvPr id="166" name="Line 180">
              <a:extLst>
                <a:ext uri="{FF2B5EF4-FFF2-40B4-BE49-F238E27FC236}">
                  <a16:creationId xmlns:a16="http://schemas.microsoft.com/office/drawing/2014/main" id="{0C3E47A6-9D40-F446-B950-E19DB4AE82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Line 181">
              <a:extLst>
                <a:ext uri="{FF2B5EF4-FFF2-40B4-BE49-F238E27FC236}">
                  <a16:creationId xmlns:a16="http://schemas.microsoft.com/office/drawing/2014/main" id="{97B34EB4-6DFA-1D49-AE95-1E8C335D97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8" name="Group 182">
            <a:extLst>
              <a:ext uri="{FF2B5EF4-FFF2-40B4-BE49-F238E27FC236}">
                <a16:creationId xmlns:a16="http://schemas.microsoft.com/office/drawing/2014/main" id="{1BDD731C-4A33-B447-95B4-B36A72034B1F}"/>
              </a:ext>
            </a:extLst>
          </p:cNvPr>
          <p:cNvGrpSpPr>
            <a:grpSpLocks/>
          </p:cNvGrpSpPr>
          <p:nvPr/>
        </p:nvGrpSpPr>
        <p:grpSpPr bwMode="auto">
          <a:xfrm>
            <a:off x="6478401" y="3360364"/>
            <a:ext cx="295275" cy="114300"/>
            <a:chOff x="3228" y="1776"/>
            <a:chExt cx="252" cy="96"/>
          </a:xfrm>
        </p:grpSpPr>
        <p:sp>
          <p:nvSpPr>
            <p:cNvPr id="169" name="Line 183">
              <a:extLst>
                <a:ext uri="{FF2B5EF4-FFF2-40B4-BE49-F238E27FC236}">
                  <a16:creationId xmlns:a16="http://schemas.microsoft.com/office/drawing/2014/main" id="{366216FC-944A-0D49-BBD1-3FEF1FF82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0" name="Line 184">
              <a:extLst>
                <a:ext uri="{FF2B5EF4-FFF2-40B4-BE49-F238E27FC236}">
                  <a16:creationId xmlns:a16="http://schemas.microsoft.com/office/drawing/2014/main" id="{2EA25562-C312-A440-ACDF-79E1C923B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71" name="Group 185">
            <a:extLst>
              <a:ext uri="{FF2B5EF4-FFF2-40B4-BE49-F238E27FC236}">
                <a16:creationId xmlns:a16="http://schemas.microsoft.com/office/drawing/2014/main" id="{B85300C2-B57F-2740-9176-B263E29ECFC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16576" y="3360364"/>
            <a:ext cx="295275" cy="114300"/>
            <a:chOff x="3228" y="1776"/>
            <a:chExt cx="252" cy="96"/>
          </a:xfrm>
        </p:grpSpPr>
        <p:sp>
          <p:nvSpPr>
            <p:cNvPr id="172" name="Line 186">
              <a:extLst>
                <a:ext uri="{FF2B5EF4-FFF2-40B4-BE49-F238E27FC236}">
                  <a16:creationId xmlns:a16="http://schemas.microsoft.com/office/drawing/2014/main" id="{7EE5A1A6-FF75-2A4F-91EF-CC4086E07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3" name="Line 187">
              <a:extLst>
                <a:ext uri="{FF2B5EF4-FFF2-40B4-BE49-F238E27FC236}">
                  <a16:creationId xmlns:a16="http://schemas.microsoft.com/office/drawing/2014/main" id="{A29381E6-C25F-3941-829A-5C20D09EC9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CDC88CA-73F6-2A4E-A5B8-07F9CE6EB356}"/>
              </a:ext>
            </a:extLst>
          </p:cNvPr>
          <p:cNvGrpSpPr/>
          <p:nvPr/>
        </p:nvGrpSpPr>
        <p:grpSpPr>
          <a:xfrm>
            <a:off x="6497225" y="2978957"/>
            <a:ext cx="853832" cy="472456"/>
            <a:chOff x="7493876" y="2774731"/>
            <a:chExt cx="1481958" cy="894622"/>
          </a:xfrm>
        </p:grpSpPr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76662FEE-416B-4241-A864-32CEE22908B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BF854949-8588-4043-8969-4FC76142F83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D7A98B50-6531-6143-A56B-A0078198E20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8EF0E65E-1BE5-3640-B843-535E698DCED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8B3135FD-22F2-1745-85CC-4BD5AD2C994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CBF8CAA5-2F9E-6F4F-B932-2A9A9FA6FB3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BAC7EA6A-1F82-BE41-ABF4-1F0EFC4511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3FE2CB04-538F-224A-AF22-DA95DCBB0B6E}"/>
              </a:ext>
            </a:extLst>
          </p:cNvPr>
          <p:cNvGrpSpPr/>
          <p:nvPr/>
        </p:nvGrpSpPr>
        <p:grpSpPr>
          <a:xfrm>
            <a:off x="7241295" y="3709582"/>
            <a:ext cx="853832" cy="472456"/>
            <a:chOff x="7493876" y="2774731"/>
            <a:chExt cx="1481958" cy="894622"/>
          </a:xfrm>
        </p:grpSpPr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554365BE-E9A1-B147-927A-2FEA0E686F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41069F9B-234B-AF4D-9BE6-991F3EE817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78215878-BF48-DA4D-86CB-2D4407EC3A5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230159EF-EC94-2C46-8E32-C44AE9FFF3D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7342E9BF-DE69-4845-BD2D-B9FB0C05B2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9857134D-B0E3-0741-A4BB-E37AC2713E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DAC16FA5-30B2-9A4A-B1B4-A15CCF467D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3">
            <a:extLst>
              <a:ext uri="{FF2B5EF4-FFF2-40B4-BE49-F238E27FC236}">
                <a16:creationId xmlns:a16="http://schemas.microsoft.com/office/drawing/2014/main" id="{A72EC927-0C95-E645-8775-84E1A80FD737}"/>
              </a:ext>
            </a:extLst>
          </p:cNvPr>
          <p:cNvGrpSpPr>
            <a:grpSpLocks/>
          </p:cNvGrpSpPr>
          <p:nvPr/>
        </p:nvGrpSpPr>
        <p:grpSpPr bwMode="auto">
          <a:xfrm>
            <a:off x="605761" y="1183316"/>
            <a:ext cx="460375" cy="244475"/>
            <a:chOff x="844" y="3337"/>
            <a:chExt cx="290" cy="154"/>
          </a:xfrm>
        </p:grpSpPr>
        <p:sp>
          <p:nvSpPr>
            <p:cNvPr id="578" name="Rectangle 54">
              <a:extLst>
                <a:ext uri="{FF2B5EF4-FFF2-40B4-BE49-F238E27FC236}">
                  <a16:creationId xmlns:a16="http://schemas.microsoft.com/office/drawing/2014/main" id="{DB540962-D523-B049-9978-FD6CEDB13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9" name="Text Box 55">
              <a:extLst>
                <a:ext uri="{FF2B5EF4-FFF2-40B4-BE49-F238E27FC236}">
                  <a16:creationId xmlns:a16="http://schemas.microsoft.com/office/drawing/2014/main" id="{A671B148-0EBD-CE4C-A7BE-F05C67A79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DNS</a:t>
              </a:r>
            </a:p>
          </p:txBody>
        </p:sp>
      </p:grpSp>
      <p:grpSp>
        <p:nvGrpSpPr>
          <p:cNvPr id="580" name="Group 58">
            <a:extLst>
              <a:ext uri="{FF2B5EF4-FFF2-40B4-BE49-F238E27FC236}">
                <a16:creationId xmlns:a16="http://schemas.microsoft.com/office/drawing/2014/main" id="{FFB657E9-A85D-134E-ADB3-005972A3CE32}"/>
              </a:ext>
            </a:extLst>
          </p:cNvPr>
          <p:cNvGrpSpPr>
            <a:grpSpLocks/>
          </p:cNvGrpSpPr>
          <p:nvPr/>
        </p:nvGrpSpPr>
        <p:grpSpPr bwMode="auto">
          <a:xfrm>
            <a:off x="545436" y="1408741"/>
            <a:ext cx="561975" cy="244475"/>
            <a:chOff x="740" y="3209"/>
            <a:chExt cx="354" cy="154"/>
          </a:xfrm>
        </p:grpSpPr>
        <p:grpSp>
          <p:nvGrpSpPr>
            <p:cNvPr id="597" name="Group 59">
              <a:extLst>
                <a:ext uri="{FF2B5EF4-FFF2-40B4-BE49-F238E27FC236}">
                  <a16:creationId xmlns:a16="http://schemas.microsoft.com/office/drawing/2014/main" id="{554D2BDB-333B-E345-B92C-BC3E4A984E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600" name="Rectangle 60">
                <a:extLst>
                  <a:ext uri="{FF2B5EF4-FFF2-40B4-BE49-F238E27FC236}">
                    <a16:creationId xmlns:a16="http://schemas.microsoft.com/office/drawing/2014/main" id="{E15A9A2D-77B5-474A-B586-F25A2E4EF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1" name="Text Box 61">
                <a:extLst>
                  <a:ext uri="{FF2B5EF4-FFF2-40B4-BE49-F238E27FC236}">
                    <a16:creationId xmlns:a16="http://schemas.microsoft.com/office/drawing/2014/main" id="{CF5ECB89-933F-2D4C-94B5-EA4941F676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sp>
          <p:nvSpPr>
            <p:cNvPr id="598" name="Rectangle 62">
              <a:extLst>
                <a:ext uri="{FF2B5EF4-FFF2-40B4-BE49-F238E27FC236}">
                  <a16:creationId xmlns:a16="http://schemas.microsoft.com/office/drawing/2014/main" id="{33C66E75-40B4-5B4E-AC62-94491E022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" y="3244"/>
              <a:ext cx="88" cy="82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9" name="Rectangle 63">
              <a:extLst>
                <a:ext uri="{FF2B5EF4-FFF2-40B4-BE49-F238E27FC236}">
                  <a16:creationId xmlns:a16="http://schemas.microsoft.com/office/drawing/2014/main" id="{47B4C203-AC10-904B-B43F-659A64228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" y="3238"/>
              <a:ext cx="354" cy="94"/>
            </a:xfrm>
            <a:prstGeom prst="rect">
              <a:avLst/>
            </a:prstGeom>
            <a:noFill/>
            <a:ln w="9525">
              <a:solidFill>
                <a:srgbClr val="00CC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02" name="Group 64">
            <a:extLst>
              <a:ext uri="{FF2B5EF4-FFF2-40B4-BE49-F238E27FC236}">
                <a16:creationId xmlns:a16="http://schemas.microsoft.com/office/drawing/2014/main" id="{DCA10A8F-0364-4B44-B765-6D34363A4894}"/>
              </a:ext>
            </a:extLst>
          </p:cNvPr>
          <p:cNvGrpSpPr>
            <a:grpSpLocks/>
          </p:cNvGrpSpPr>
          <p:nvPr/>
        </p:nvGrpSpPr>
        <p:grpSpPr bwMode="auto">
          <a:xfrm>
            <a:off x="545436" y="1643691"/>
            <a:ext cx="561975" cy="244475"/>
            <a:chOff x="836" y="3305"/>
            <a:chExt cx="354" cy="154"/>
          </a:xfrm>
        </p:grpSpPr>
        <p:grpSp>
          <p:nvGrpSpPr>
            <p:cNvPr id="603" name="Group 65">
              <a:extLst>
                <a:ext uri="{FF2B5EF4-FFF2-40B4-BE49-F238E27FC236}">
                  <a16:creationId xmlns:a16="http://schemas.microsoft.com/office/drawing/2014/main" id="{464D5627-EF2F-604D-89D6-5C5B9F7BAF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607" name="Rectangle 66">
                <a:extLst>
                  <a:ext uri="{FF2B5EF4-FFF2-40B4-BE49-F238E27FC236}">
                    <a16:creationId xmlns:a16="http://schemas.microsoft.com/office/drawing/2014/main" id="{0E8BAB2D-962C-DB42-8CFB-361719985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8" name="Text Box 67">
                <a:extLst>
                  <a:ext uri="{FF2B5EF4-FFF2-40B4-BE49-F238E27FC236}">
                    <a16:creationId xmlns:a16="http://schemas.microsoft.com/office/drawing/2014/main" id="{207611A9-15A8-004A-8780-651D63CB2D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604" name="Group 68">
              <a:extLst>
                <a:ext uri="{FF2B5EF4-FFF2-40B4-BE49-F238E27FC236}">
                  <a16:creationId xmlns:a16="http://schemas.microsoft.com/office/drawing/2014/main" id="{0350647D-B9CB-F44C-A3BB-4911E53B4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605" name="Rectangle 69">
                <a:extLst>
                  <a:ext uri="{FF2B5EF4-FFF2-40B4-BE49-F238E27FC236}">
                    <a16:creationId xmlns:a16="http://schemas.microsoft.com/office/drawing/2014/main" id="{D6D06566-8FDC-1049-9915-F0119E1E0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6" y="3340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6" name="Rectangle 70">
                <a:extLst>
                  <a:ext uri="{FF2B5EF4-FFF2-40B4-BE49-F238E27FC236}">
                    <a16:creationId xmlns:a16="http://schemas.microsoft.com/office/drawing/2014/main" id="{C642603C-03C1-BF49-A5FF-7101DC51C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" y="333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09" name="Group 71">
            <a:extLst>
              <a:ext uri="{FF2B5EF4-FFF2-40B4-BE49-F238E27FC236}">
                <a16:creationId xmlns:a16="http://schemas.microsoft.com/office/drawing/2014/main" id="{66AFA242-11CE-7D44-B7FD-065E7607A538}"/>
              </a:ext>
            </a:extLst>
          </p:cNvPr>
          <p:cNvGrpSpPr>
            <a:grpSpLocks/>
          </p:cNvGrpSpPr>
          <p:nvPr/>
        </p:nvGrpSpPr>
        <p:grpSpPr bwMode="auto">
          <a:xfrm>
            <a:off x="366049" y="1675441"/>
            <a:ext cx="762000" cy="177800"/>
            <a:chOff x="627" y="3377"/>
            <a:chExt cx="480" cy="112"/>
          </a:xfrm>
        </p:grpSpPr>
        <p:sp>
          <p:nvSpPr>
            <p:cNvPr id="610" name="Rectangle 72">
              <a:extLst>
                <a:ext uri="{FF2B5EF4-FFF2-40B4-BE49-F238E27FC236}">
                  <a16:creationId xmlns:a16="http://schemas.microsoft.com/office/drawing/2014/main" id="{3B194A0B-DB59-884F-9A9C-0367A34DF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388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1" name="Rectangle 73">
              <a:extLst>
                <a:ext uri="{FF2B5EF4-FFF2-40B4-BE49-F238E27FC236}">
                  <a16:creationId xmlns:a16="http://schemas.microsoft.com/office/drawing/2014/main" id="{C81F721E-1CF4-B64A-95E4-0ADFE4A25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3377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12" name="Group 74">
            <a:extLst>
              <a:ext uri="{FF2B5EF4-FFF2-40B4-BE49-F238E27FC236}">
                <a16:creationId xmlns:a16="http://schemas.microsoft.com/office/drawing/2014/main" id="{30108D55-C6E3-8A47-B5DA-F1FCD41B77C2}"/>
              </a:ext>
            </a:extLst>
          </p:cNvPr>
          <p:cNvGrpSpPr>
            <a:grpSpLocks/>
          </p:cNvGrpSpPr>
          <p:nvPr/>
        </p:nvGrpSpPr>
        <p:grpSpPr bwMode="auto">
          <a:xfrm>
            <a:off x="170786" y="1907216"/>
            <a:ext cx="1081088" cy="244475"/>
            <a:chOff x="504" y="3523"/>
            <a:chExt cx="681" cy="154"/>
          </a:xfrm>
        </p:grpSpPr>
        <p:grpSp>
          <p:nvGrpSpPr>
            <p:cNvPr id="613" name="Group 75">
              <a:extLst>
                <a:ext uri="{FF2B5EF4-FFF2-40B4-BE49-F238E27FC236}">
                  <a16:creationId xmlns:a16="http://schemas.microsoft.com/office/drawing/2014/main" id="{662C3101-9651-794A-8982-A5212E0B98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617" name="Group 76">
                <a:extLst>
                  <a:ext uri="{FF2B5EF4-FFF2-40B4-BE49-F238E27FC236}">
                    <a16:creationId xmlns:a16="http://schemas.microsoft.com/office/drawing/2014/main" id="{79F2BE77-0F5A-6146-812E-AB85DDAC3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620" name="Group 77">
                  <a:extLst>
                    <a:ext uri="{FF2B5EF4-FFF2-40B4-BE49-F238E27FC236}">
                      <a16:creationId xmlns:a16="http://schemas.microsoft.com/office/drawing/2014/main" id="{B6CD1476-BAF9-C740-93F0-6C99E4E6B3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624" name="Rectangle 78">
                    <a:extLst>
                      <a:ext uri="{FF2B5EF4-FFF2-40B4-BE49-F238E27FC236}">
                        <a16:creationId xmlns:a16="http://schemas.microsoft.com/office/drawing/2014/main" id="{B578C0B1-B81E-AA41-810D-12A3F1BF8C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25" name="Text Box 79">
                    <a:extLst>
                      <a:ext uri="{FF2B5EF4-FFF2-40B4-BE49-F238E27FC236}">
                        <a16:creationId xmlns:a16="http://schemas.microsoft.com/office/drawing/2014/main" id="{1B07ACFB-219C-864C-9976-F2AF1C53A8F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621" name="Group 80">
                  <a:extLst>
                    <a:ext uri="{FF2B5EF4-FFF2-40B4-BE49-F238E27FC236}">
                      <a16:creationId xmlns:a16="http://schemas.microsoft.com/office/drawing/2014/main" id="{EA66BCF1-7483-AD4C-BB6B-0066AA6977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622" name="Rectangle 81">
                    <a:extLst>
                      <a:ext uri="{FF2B5EF4-FFF2-40B4-BE49-F238E27FC236}">
                        <a16:creationId xmlns:a16="http://schemas.microsoft.com/office/drawing/2014/main" id="{FC8C8F27-84EE-1E4F-86DF-7CEEA38BE1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23" name="Rectangle 82">
                    <a:extLst>
                      <a:ext uri="{FF2B5EF4-FFF2-40B4-BE49-F238E27FC236}">
                        <a16:creationId xmlns:a16="http://schemas.microsoft.com/office/drawing/2014/main" id="{226E5629-190E-FA4E-A28E-286B978286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618" name="Rectangle 83">
                <a:extLst>
                  <a:ext uri="{FF2B5EF4-FFF2-40B4-BE49-F238E27FC236}">
                    <a16:creationId xmlns:a16="http://schemas.microsoft.com/office/drawing/2014/main" id="{61B8A8D0-55FD-834A-9434-D3CB23CC1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" name="Rectangle 84">
                <a:extLst>
                  <a:ext uri="{FF2B5EF4-FFF2-40B4-BE49-F238E27FC236}">
                    <a16:creationId xmlns:a16="http://schemas.microsoft.com/office/drawing/2014/main" id="{EFC22242-4FA1-BD40-9546-D33F919B5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14" name="Rectangle 85">
              <a:extLst>
                <a:ext uri="{FF2B5EF4-FFF2-40B4-BE49-F238E27FC236}">
                  <a16:creationId xmlns:a16="http://schemas.microsoft.com/office/drawing/2014/main" id="{F78B0DE0-60EC-6E4A-9779-CCE2139AC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Rectangle 86">
              <a:extLst>
                <a:ext uri="{FF2B5EF4-FFF2-40B4-BE49-F238E27FC236}">
                  <a16:creationId xmlns:a16="http://schemas.microsoft.com/office/drawing/2014/main" id="{DDCCFF6A-7B2A-DD4E-819E-E38A0553A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Rectangle 87">
              <a:extLst>
                <a:ext uri="{FF2B5EF4-FFF2-40B4-BE49-F238E27FC236}">
                  <a16:creationId xmlns:a16="http://schemas.microsoft.com/office/drawing/2014/main" id="{E8EC758B-CD76-4B49-A7CD-627808E88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26" name="AutoShape 88">
            <a:extLst>
              <a:ext uri="{FF2B5EF4-FFF2-40B4-BE49-F238E27FC236}">
                <a16:creationId xmlns:a16="http://schemas.microsoft.com/office/drawing/2014/main" id="{373F1512-8CA6-B644-A978-61C53EA1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11" y="1183316"/>
            <a:ext cx="381000" cy="1166813"/>
          </a:xfrm>
          <a:prstGeom prst="downArrow">
            <a:avLst>
              <a:gd name="adj1" fmla="val 54167"/>
              <a:gd name="adj2" fmla="val 49170"/>
            </a:avLst>
          </a:prstGeom>
          <a:gradFill rotWithShape="1">
            <a:gsLst>
              <a:gs pos="0">
                <a:srgbClr val="FF0000">
                  <a:alpha val="25000"/>
                </a:srgbClr>
              </a:gs>
              <a:gs pos="100000">
                <a:srgbClr val="FF0000">
                  <a:alpha val="25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27" name="Group 89">
            <a:extLst>
              <a:ext uri="{FF2B5EF4-FFF2-40B4-BE49-F238E27FC236}">
                <a16:creationId xmlns:a16="http://schemas.microsoft.com/office/drawing/2014/main" id="{7F4ADFB9-C1B4-DC48-9014-BD3FC3E5A35E}"/>
              </a:ext>
            </a:extLst>
          </p:cNvPr>
          <p:cNvGrpSpPr>
            <a:grpSpLocks/>
          </p:cNvGrpSpPr>
          <p:nvPr/>
        </p:nvGrpSpPr>
        <p:grpSpPr bwMode="auto">
          <a:xfrm>
            <a:off x="185921" y="2355452"/>
            <a:ext cx="1081088" cy="244475"/>
            <a:chOff x="504" y="3523"/>
            <a:chExt cx="681" cy="154"/>
          </a:xfrm>
        </p:grpSpPr>
        <p:grpSp>
          <p:nvGrpSpPr>
            <p:cNvPr id="628" name="Group 90">
              <a:extLst>
                <a:ext uri="{FF2B5EF4-FFF2-40B4-BE49-F238E27FC236}">
                  <a16:creationId xmlns:a16="http://schemas.microsoft.com/office/drawing/2014/main" id="{99123354-1166-3747-8416-6765BD917F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632" name="Group 91">
                <a:extLst>
                  <a:ext uri="{FF2B5EF4-FFF2-40B4-BE49-F238E27FC236}">
                    <a16:creationId xmlns:a16="http://schemas.microsoft.com/office/drawing/2014/main" id="{2521277A-E4D1-7B47-8E5E-B1EEBE5C5A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635" name="Group 92">
                  <a:extLst>
                    <a:ext uri="{FF2B5EF4-FFF2-40B4-BE49-F238E27FC236}">
                      <a16:creationId xmlns:a16="http://schemas.microsoft.com/office/drawing/2014/main" id="{482F7D40-F1F7-AC47-B312-160F387D75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641" name="Rectangle 93">
                    <a:extLst>
                      <a:ext uri="{FF2B5EF4-FFF2-40B4-BE49-F238E27FC236}">
                        <a16:creationId xmlns:a16="http://schemas.microsoft.com/office/drawing/2014/main" id="{5A5D4DA1-5358-E74E-9DDB-8F5EDD1F12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42" name="Text Box 94">
                    <a:extLst>
                      <a:ext uri="{FF2B5EF4-FFF2-40B4-BE49-F238E27FC236}">
                        <a16:creationId xmlns:a16="http://schemas.microsoft.com/office/drawing/2014/main" id="{711DD1D0-1145-B045-A8D5-3C7E6F8EA5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636" name="Group 95">
                  <a:extLst>
                    <a:ext uri="{FF2B5EF4-FFF2-40B4-BE49-F238E27FC236}">
                      <a16:creationId xmlns:a16="http://schemas.microsoft.com/office/drawing/2014/main" id="{E35BB6C0-63F2-C74C-8B63-A1833C18FE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637" name="Rectangle 96">
                    <a:extLst>
                      <a:ext uri="{FF2B5EF4-FFF2-40B4-BE49-F238E27FC236}">
                        <a16:creationId xmlns:a16="http://schemas.microsoft.com/office/drawing/2014/main" id="{A7AA138E-6F9F-7149-B237-FE8DDE68D5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40" name="Rectangle 97">
                    <a:extLst>
                      <a:ext uri="{FF2B5EF4-FFF2-40B4-BE49-F238E27FC236}">
                        <a16:creationId xmlns:a16="http://schemas.microsoft.com/office/drawing/2014/main" id="{E5B09828-1A27-6F41-983D-85215354D2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633" name="Rectangle 98">
                <a:extLst>
                  <a:ext uri="{FF2B5EF4-FFF2-40B4-BE49-F238E27FC236}">
                    <a16:creationId xmlns:a16="http://schemas.microsoft.com/office/drawing/2014/main" id="{80D83DCD-C9ED-4D4A-BEA7-FDC543327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4" name="Rectangle 99">
                <a:extLst>
                  <a:ext uri="{FF2B5EF4-FFF2-40B4-BE49-F238E27FC236}">
                    <a16:creationId xmlns:a16="http://schemas.microsoft.com/office/drawing/2014/main" id="{5936CB08-2138-904D-A399-85EB9305E5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29" name="Rectangle 100">
              <a:extLst>
                <a:ext uri="{FF2B5EF4-FFF2-40B4-BE49-F238E27FC236}">
                  <a16:creationId xmlns:a16="http://schemas.microsoft.com/office/drawing/2014/main" id="{500C95BF-E7E2-2F40-B2D0-4616E5711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0" name="Rectangle 101">
              <a:extLst>
                <a:ext uri="{FF2B5EF4-FFF2-40B4-BE49-F238E27FC236}">
                  <a16:creationId xmlns:a16="http://schemas.microsoft.com/office/drawing/2014/main" id="{7348B440-180E-2544-8C19-3C8D8CF28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Rectangle 102">
              <a:extLst>
                <a:ext uri="{FF2B5EF4-FFF2-40B4-BE49-F238E27FC236}">
                  <a16:creationId xmlns:a16="http://schemas.microsoft.com/office/drawing/2014/main" id="{D6AA62D3-51AB-8841-A908-73564AFB5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43" name="Rectangle 103">
            <a:extLst>
              <a:ext uri="{FF2B5EF4-FFF2-40B4-BE49-F238E27FC236}">
                <a16:creationId xmlns:a16="http://schemas.microsoft.com/office/drawing/2014/main" id="{873E501C-73D5-B048-BF0B-B7FBD524B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783" y="4451462"/>
            <a:ext cx="3216717" cy="13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IP datagram containing DNS query forwarded via LAN switch from client to 1</a:t>
            </a:r>
            <a:r>
              <a:rPr lang="en-US" sz="2400" baseline="30000" dirty="0">
                <a:solidFill>
                  <a:srgbClr val="000000"/>
                </a:solidFill>
                <a:ea typeface="ＭＳ Ｐゴシック" charset="0"/>
              </a:rPr>
              <a:t>st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 hop router</a:t>
            </a:r>
          </a:p>
        </p:txBody>
      </p:sp>
      <p:sp>
        <p:nvSpPr>
          <p:cNvPr id="644" name="Rectangle 104">
            <a:extLst>
              <a:ext uri="{FF2B5EF4-FFF2-40B4-BE49-F238E27FC236}">
                <a16:creationId xmlns:a16="http://schemas.microsoft.com/office/drawing/2014/main" id="{B78EC689-D545-8441-B61E-769A0D790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562" y="4626361"/>
            <a:ext cx="5141138" cy="1482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IP datagram forwarded from campus network into Comcast network, routed (tables created by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RIP, OSPF, IS-IS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and/or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BGP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 routing protocols) to DNS server</a:t>
            </a:r>
          </a:p>
        </p:txBody>
      </p:sp>
      <p:sp>
        <p:nvSpPr>
          <p:cNvPr id="645" name="Rectangle 105">
            <a:extLst>
              <a:ext uri="{FF2B5EF4-FFF2-40B4-BE49-F238E27FC236}">
                <a16:creationId xmlns:a16="http://schemas.microsoft.com/office/drawing/2014/main" id="{90E95EE5-FC39-E148-8B00-785F719BD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1237" y="1456182"/>
            <a:ext cx="3230563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de-mux</a:t>
            </a:r>
            <a:r>
              <a:rPr lang="en-US" altLang="ja-JP" sz="2400" dirty="0">
                <a:solidFill>
                  <a:srgbClr val="000000"/>
                </a:solidFill>
                <a:ea typeface="ＭＳ Ｐゴシック" charset="0"/>
              </a:rPr>
              <a:t>ed to DNS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DNS replies to client with IP address of www.google.com </a:t>
            </a:r>
          </a:p>
        </p:txBody>
      </p:sp>
      <p:grpSp>
        <p:nvGrpSpPr>
          <p:cNvPr id="674" name="Group 187">
            <a:extLst>
              <a:ext uri="{FF2B5EF4-FFF2-40B4-BE49-F238E27FC236}">
                <a16:creationId xmlns:a16="http://schemas.microsoft.com/office/drawing/2014/main" id="{C785CCCA-8BB4-6A4D-B52C-2CD9521BF4DD}"/>
              </a:ext>
            </a:extLst>
          </p:cNvPr>
          <p:cNvGrpSpPr>
            <a:grpSpLocks/>
          </p:cNvGrpSpPr>
          <p:nvPr/>
        </p:nvGrpSpPr>
        <p:grpSpPr bwMode="auto">
          <a:xfrm>
            <a:off x="5809991" y="1480142"/>
            <a:ext cx="1317624" cy="1314450"/>
            <a:chOff x="931" y="1941"/>
            <a:chExt cx="830" cy="828"/>
          </a:xfrm>
        </p:grpSpPr>
        <p:sp>
          <p:nvSpPr>
            <p:cNvPr id="675" name="Freeform 188">
              <a:extLst>
                <a:ext uri="{FF2B5EF4-FFF2-40B4-BE49-F238E27FC236}">
                  <a16:creationId xmlns:a16="http://schemas.microsoft.com/office/drawing/2014/main" id="{8003B93D-94BD-9E42-B9C2-58440DC85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7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254 w 10000"/>
                <a:gd name="connsiteY0" fmla="*/ 0 h 10000"/>
                <a:gd name="connsiteX1" fmla="*/ 10000 w 10000"/>
                <a:gd name="connsiteY1" fmla="*/ 5019 h 10000"/>
                <a:gd name="connsiteX2" fmla="*/ 5720 w 10000"/>
                <a:gd name="connsiteY2" fmla="*/ 7201 h 10000"/>
                <a:gd name="connsiteX3" fmla="*/ 109 w 10000"/>
                <a:gd name="connsiteY3" fmla="*/ 10000 h 10000"/>
                <a:gd name="connsiteX4" fmla="*/ 236 w 10000"/>
                <a:gd name="connsiteY4" fmla="*/ 6679 h 10000"/>
                <a:gd name="connsiteX5" fmla="*/ 0 w 10000"/>
                <a:gd name="connsiteY5" fmla="*/ 4632 h 10000"/>
                <a:gd name="connsiteX6" fmla="*/ 254 w 10000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24" h="10000">
                  <a:moveTo>
                    <a:pt x="254" y="0"/>
                  </a:moveTo>
                  <a:cubicBezTo>
                    <a:pt x="3503" y="1673"/>
                    <a:pt x="6158" y="3657"/>
                    <a:pt x="10000" y="5019"/>
                  </a:cubicBezTo>
                  <a:lnTo>
                    <a:pt x="10024" y="6921"/>
                  </a:lnTo>
                  <a:cubicBezTo>
                    <a:pt x="4939" y="8134"/>
                    <a:pt x="3414" y="8974"/>
                    <a:pt x="109" y="10000"/>
                  </a:cubicBezTo>
                  <a:cubicBezTo>
                    <a:pt x="151" y="8893"/>
                    <a:pt x="194" y="7786"/>
                    <a:pt x="236" y="6679"/>
                  </a:cubicBezTo>
                  <a:cubicBezTo>
                    <a:pt x="157" y="5997"/>
                    <a:pt x="79" y="5314"/>
                    <a:pt x="0" y="4632"/>
                  </a:cubicBezTo>
                  <a:cubicBezTo>
                    <a:pt x="85" y="3088"/>
                    <a:pt x="169" y="1544"/>
                    <a:pt x="254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85000"/>
                  </a:schemeClr>
                </a:gs>
                <a:gs pos="99000">
                  <a:schemeClr val="bg1"/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76" name="Group 189">
              <a:extLst>
                <a:ext uri="{FF2B5EF4-FFF2-40B4-BE49-F238E27FC236}">
                  <a16:creationId xmlns:a16="http://schemas.microsoft.com/office/drawing/2014/main" id="{143562C0-5361-6240-B520-1E19C24C9D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677" name="Rectangle 190">
                <a:extLst>
                  <a:ext uri="{FF2B5EF4-FFF2-40B4-BE49-F238E27FC236}">
                    <a16:creationId xmlns:a16="http://schemas.microsoft.com/office/drawing/2014/main" id="{349F8EC0-27D5-4349-907D-BB3017AE3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Text Box 191">
                <a:extLst>
                  <a:ext uri="{FF2B5EF4-FFF2-40B4-BE49-F238E27FC236}">
                    <a16:creationId xmlns:a16="http://schemas.microsoft.com/office/drawing/2014/main" id="{23467518-4906-8A41-B8C2-35FFEA3442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679" name="Line 192">
                <a:extLst>
                  <a:ext uri="{FF2B5EF4-FFF2-40B4-BE49-F238E27FC236}">
                    <a16:creationId xmlns:a16="http://schemas.microsoft.com/office/drawing/2014/main" id="{23801BE2-040C-9B4B-A8F3-7264AE3E5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0" name="Line 193">
                <a:extLst>
                  <a:ext uri="{FF2B5EF4-FFF2-40B4-BE49-F238E27FC236}">
                    <a16:creationId xmlns:a16="http://schemas.microsoft.com/office/drawing/2014/main" id="{4FC79998-5D20-F94B-94C6-EBEBEE39C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1" name="Line 194">
                <a:extLst>
                  <a:ext uri="{FF2B5EF4-FFF2-40B4-BE49-F238E27FC236}">
                    <a16:creationId xmlns:a16="http://schemas.microsoft.com/office/drawing/2014/main" id="{7C075311-BBA4-5843-8E33-8C979CED9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2" name="Line 195">
                <a:extLst>
                  <a:ext uri="{FF2B5EF4-FFF2-40B4-BE49-F238E27FC236}">
                    <a16:creationId xmlns:a16="http://schemas.microsoft.com/office/drawing/2014/main" id="{BF18DFB8-D1BE-E041-A803-4A29C63E13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83" name="Group 196">
            <a:extLst>
              <a:ext uri="{FF2B5EF4-FFF2-40B4-BE49-F238E27FC236}">
                <a16:creationId xmlns:a16="http://schemas.microsoft.com/office/drawing/2014/main" id="{7BA78456-746C-CE4E-A8FB-AF29B4878EAE}"/>
              </a:ext>
            </a:extLst>
          </p:cNvPr>
          <p:cNvGrpSpPr>
            <a:grpSpLocks/>
          </p:cNvGrpSpPr>
          <p:nvPr/>
        </p:nvGrpSpPr>
        <p:grpSpPr bwMode="auto">
          <a:xfrm>
            <a:off x="4711442" y="1600792"/>
            <a:ext cx="1081087" cy="1217613"/>
            <a:chOff x="1404" y="3105"/>
            <a:chExt cx="681" cy="767"/>
          </a:xfrm>
        </p:grpSpPr>
        <p:grpSp>
          <p:nvGrpSpPr>
            <p:cNvPr id="684" name="Group 197">
              <a:extLst>
                <a:ext uri="{FF2B5EF4-FFF2-40B4-BE49-F238E27FC236}">
                  <a16:creationId xmlns:a16="http://schemas.microsoft.com/office/drawing/2014/main" id="{EB43FE30-2E4F-284B-84EC-888E46985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689" name="Group 198">
                <a:extLst>
                  <a:ext uri="{FF2B5EF4-FFF2-40B4-BE49-F238E27FC236}">
                    <a16:creationId xmlns:a16="http://schemas.microsoft.com/office/drawing/2014/main" id="{ECA7DA69-5BBB-A046-A422-FA189BF9E6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714" name="Group 199">
                  <a:extLst>
                    <a:ext uri="{FF2B5EF4-FFF2-40B4-BE49-F238E27FC236}">
                      <a16:creationId xmlns:a16="http://schemas.microsoft.com/office/drawing/2014/main" id="{932D35F8-BEDB-1844-B106-804B50CBEC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717" name="Rectangle 200">
                    <a:extLst>
                      <a:ext uri="{FF2B5EF4-FFF2-40B4-BE49-F238E27FC236}">
                        <a16:creationId xmlns:a16="http://schemas.microsoft.com/office/drawing/2014/main" id="{D685F722-E345-AA41-8A63-787012D34B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8" name="Text Box 201">
                    <a:extLst>
                      <a:ext uri="{FF2B5EF4-FFF2-40B4-BE49-F238E27FC236}">
                        <a16:creationId xmlns:a16="http://schemas.microsoft.com/office/drawing/2014/main" id="{ABA1ADB3-7EDA-D641-B2AE-3069634DA2A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sp>
              <p:nvSpPr>
                <p:cNvPr id="715" name="Rectangle 202">
                  <a:extLst>
                    <a:ext uri="{FF2B5EF4-FFF2-40B4-BE49-F238E27FC236}">
                      <a16:creationId xmlns:a16="http://schemas.microsoft.com/office/drawing/2014/main" id="{46765DC8-A2C9-9E4A-B7A9-218058CA8D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16" name="Rectangle 203">
                  <a:extLst>
                    <a:ext uri="{FF2B5EF4-FFF2-40B4-BE49-F238E27FC236}">
                      <a16:creationId xmlns:a16="http://schemas.microsoft.com/office/drawing/2014/main" id="{CAAAD386-0C50-F945-B03D-048CA16D77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90" name="Group 204">
                <a:extLst>
                  <a:ext uri="{FF2B5EF4-FFF2-40B4-BE49-F238E27FC236}">
                    <a16:creationId xmlns:a16="http://schemas.microsoft.com/office/drawing/2014/main" id="{25BAA23E-EA3F-0F4C-A11D-B93B5829C5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708" name="Group 205">
                  <a:extLst>
                    <a:ext uri="{FF2B5EF4-FFF2-40B4-BE49-F238E27FC236}">
                      <a16:creationId xmlns:a16="http://schemas.microsoft.com/office/drawing/2014/main" id="{373C402E-6ACA-8E47-B786-CE64B796CE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712" name="Rectangle 206">
                    <a:extLst>
                      <a:ext uri="{FF2B5EF4-FFF2-40B4-BE49-F238E27FC236}">
                        <a16:creationId xmlns:a16="http://schemas.microsoft.com/office/drawing/2014/main" id="{B51D004E-AE15-F64F-B261-E1ECCF0AAA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3" name="Text Box 207">
                    <a:extLst>
                      <a:ext uri="{FF2B5EF4-FFF2-40B4-BE49-F238E27FC236}">
                        <a16:creationId xmlns:a16="http://schemas.microsoft.com/office/drawing/2014/main" id="{3C6E7598-D15F-BA43-B537-042BE31648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709" name="Group 208">
                  <a:extLst>
                    <a:ext uri="{FF2B5EF4-FFF2-40B4-BE49-F238E27FC236}">
                      <a16:creationId xmlns:a16="http://schemas.microsoft.com/office/drawing/2014/main" id="{29BF291F-B4D5-1D4C-913D-86A482741F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710" name="Rectangle 209">
                    <a:extLst>
                      <a:ext uri="{FF2B5EF4-FFF2-40B4-BE49-F238E27FC236}">
                        <a16:creationId xmlns:a16="http://schemas.microsoft.com/office/drawing/2014/main" id="{61FBF84B-CE50-B643-AE79-9D89AE733F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1" name="Rectangle 210">
                    <a:extLst>
                      <a:ext uri="{FF2B5EF4-FFF2-40B4-BE49-F238E27FC236}">
                        <a16:creationId xmlns:a16="http://schemas.microsoft.com/office/drawing/2014/main" id="{E5121B12-FBF0-4342-BF6D-87B9B283F2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691" name="Group 211">
                <a:extLst>
                  <a:ext uri="{FF2B5EF4-FFF2-40B4-BE49-F238E27FC236}">
                    <a16:creationId xmlns:a16="http://schemas.microsoft.com/office/drawing/2014/main" id="{B0E7ACA9-2CF6-1243-9F9A-0D709EE070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706" name="Rectangle 212">
                  <a:extLst>
                    <a:ext uri="{FF2B5EF4-FFF2-40B4-BE49-F238E27FC236}">
                      <a16:creationId xmlns:a16="http://schemas.microsoft.com/office/drawing/2014/main" id="{CB0204CB-AB58-C940-B731-04091AC26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07" name="Rectangle 213">
                  <a:extLst>
                    <a:ext uri="{FF2B5EF4-FFF2-40B4-BE49-F238E27FC236}">
                      <a16:creationId xmlns:a16="http://schemas.microsoft.com/office/drawing/2014/main" id="{0B38DAE2-5553-E244-8B07-8FC2A67359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92" name="Group 214">
                <a:extLst>
                  <a:ext uri="{FF2B5EF4-FFF2-40B4-BE49-F238E27FC236}">
                    <a16:creationId xmlns:a16="http://schemas.microsoft.com/office/drawing/2014/main" id="{4A68C375-1CEB-0845-95BA-B239F6E622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693" name="Group 215">
                  <a:extLst>
                    <a:ext uri="{FF2B5EF4-FFF2-40B4-BE49-F238E27FC236}">
                      <a16:creationId xmlns:a16="http://schemas.microsoft.com/office/drawing/2014/main" id="{9E6C3DE1-7976-6F45-8A25-72AB746BD4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697" name="Group 216">
                    <a:extLst>
                      <a:ext uri="{FF2B5EF4-FFF2-40B4-BE49-F238E27FC236}">
                        <a16:creationId xmlns:a16="http://schemas.microsoft.com/office/drawing/2014/main" id="{CCA61FE2-639D-B541-A0E1-D867961882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700" name="Group 217">
                      <a:extLst>
                        <a:ext uri="{FF2B5EF4-FFF2-40B4-BE49-F238E27FC236}">
                          <a16:creationId xmlns:a16="http://schemas.microsoft.com/office/drawing/2014/main" id="{5E34812B-E977-C349-A338-24FA5598520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704" name="Rectangle 218">
                        <a:extLst>
                          <a:ext uri="{FF2B5EF4-FFF2-40B4-BE49-F238E27FC236}">
                            <a16:creationId xmlns:a16="http://schemas.microsoft.com/office/drawing/2014/main" id="{D0619781-83D7-AA45-8ACB-511E9E48B73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705" name="Text Box 219">
                        <a:extLst>
                          <a:ext uri="{FF2B5EF4-FFF2-40B4-BE49-F238E27FC236}">
                            <a16:creationId xmlns:a16="http://schemas.microsoft.com/office/drawing/2014/main" id="{E98FBF2F-723D-B747-8B9B-86363B2AC118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DNS</a:t>
                        </a:r>
                      </a:p>
                    </p:txBody>
                  </p:sp>
                </p:grpSp>
                <p:grpSp>
                  <p:nvGrpSpPr>
                    <p:cNvPr id="701" name="Group 220">
                      <a:extLst>
                        <a:ext uri="{FF2B5EF4-FFF2-40B4-BE49-F238E27FC236}">
                          <a16:creationId xmlns:a16="http://schemas.microsoft.com/office/drawing/2014/main" id="{831B80DD-C2F6-264E-98EA-E1865CB81ED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702" name="Rectangle 221">
                        <a:extLst>
                          <a:ext uri="{FF2B5EF4-FFF2-40B4-BE49-F238E27FC236}">
                            <a16:creationId xmlns:a16="http://schemas.microsoft.com/office/drawing/2014/main" id="{8EA783A9-E38D-4042-9805-1ECF12F5B74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703" name="Rectangle 222">
                        <a:extLst>
                          <a:ext uri="{FF2B5EF4-FFF2-40B4-BE49-F238E27FC236}">
                            <a16:creationId xmlns:a16="http://schemas.microsoft.com/office/drawing/2014/main" id="{8711C814-64CC-D441-8472-85CBD1B30A7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698" name="Rectangle 223">
                    <a:extLst>
                      <a:ext uri="{FF2B5EF4-FFF2-40B4-BE49-F238E27FC236}">
                        <a16:creationId xmlns:a16="http://schemas.microsoft.com/office/drawing/2014/main" id="{2A58AC39-92ED-B846-A308-8A8B1485C7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9" name="Rectangle 224">
                    <a:extLst>
                      <a:ext uri="{FF2B5EF4-FFF2-40B4-BE49-F238E27FC236}">
                        <a16:creationId xmlns:a16="http://schemas.microsoft.com/office/drawing/2014/main" id="{A393CD03-293E-A74B-B8CE-1F9571B66F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94" name="Rectangle 225">
                  <a:extLst>
                    <a:ext uri="{FF2B5EF4-FFF2-40B4-BE49-F238E27FC236}">
                      <a16:creationId xmlns:a16="http://schemas.microsoft.com/office/drawing/2014/main" id="{77E35D46-4F7B-6745-AE76-82EF8774B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5" name="Rectangle 226">
                  <a:extLst>
                    <a:ext uri="{FF2B5EF4-FFF2-40B4-BE49-F238E27FC236}">
                      <a16:creationId xmlns:a16="http://schemas.microsoft.com/office/drawing/2014/main" id="{326A96ED-AB23-384C-A796-7D2AB9337D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6" name="Rectangle 227">
                  <a:extLst>
                    <a:ext uri="{FF2B5EF4-FFF2-40B4-BE49-F238E27FC236}">
                      <a16:creationId xmlns:a16="http://schemas.microsoft.com/office/drawing/2014/main" id="{FEDE95BD-327A-B34F-A164-D7395B700F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685" name="AutoShape 228">
              <a:extLst>
                <a:ext uri="{FF2B5EF4-FFF2-40B4-BE49-F238E27FC236}">
                  <a16:creationId xmlns:a16="http://schemas.microsoft.com/office/drawing/2014/main" id="{7E540946-B645-6F49-8239-C8D7D6C583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86" name="Group 229">
              <a:extLst>
                <a:ext uri="{FF2B5EF4-FFF2-40B4-BE49-F238E27FC236}">
                  <a16:creationId xmlns:a16="http://schemas.microsoft.com/office/drawing/2014/main" id="{6BA61DA2-A413-E44B-AEFA-AA547DAB2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687" name="Rectangle 230">
                <a:extLst>
                  <a:ext uri="{FF2B5EF4-FFF2-40B4-BE49-F238E27FC236}">
                    <a16:creationId xmlns:a16="http://schemas.microsoft.com/office/drawing/2014/main" id="{4298490A-8079-374C-9608-987C5F6BA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8" name="Text Box 231">
                <a:extLst>
                  <a:ext uri="{FF2B5EF4-FFF2-40B4-BE49-F238E27FC236}">
                    <a16:creationId xmlns:a16="http://schemas.microsoft.com/office/drawing/2014/main" id="{DFCFF247-06AF-C44C-8721-8E3FAA97F1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</p:grpSp>
      <p:grpSp>
        <p:nvGrpSpPr>
          <p:cNvPr id="174" name="Group 248">
            <a:extLst>
              <a:ext uri="{FF2B5EF4-FFF2-40B4-BE49-F238E27FC236}">
                <a16:creationId xmlns:a16="http://schemas.microsoft.com/office/drawing/2014/main" id="{BA24EA86-E609-CE4E-99CD-C3F5EEC98D5E}"/>
              </a:ext>
            </a:extLst>
          </p:cNvPr>
          <p:cNvGrpSpPr>
            <a:grpSpLocks/>
          </p:cNvGrpSpPr>
          <p:nvPr/>
        </p:nvGrpSpPr>
        <p:grpSpPr bwMode="auto">
          <a:xfrm>
            <a:off x="7043551" y="2123701"/>
            <a:ext cx="358775" cy="623888"/>
            <a:chOff x="4140" y="429"/>
            <a:chExt cx="1425" cy="2396"/>
          </a:xfrm>
        </p:grpSpPr>
        <p:sp>
          <p:nvSpPr>
            <p:cNvPr id="175" name="Freeform 148">
              <a:extLst>
                <a:ext uri="{FF2B5EF4-FFF2-40B4-BE49-F238E27FC236}">
                  <a16:creationId xmlns:a16="http://schemas.microsoft.com/office/drawing/2014/main" id="{8350240D-86DF-D14A-AE97-8866B95BD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6" name="Rectangle 149">
              <a:extLst>
                <a:ext uri="{FF2B5EF4-FFF2-40B4-BE49-F238E27FC236}">
                  <a16:creationId xmlns:a16="http://schemas.microsoft.com/office/drawing/2014/main" id="{2E95E385-ED1A-2B4D-BD18-2501FD76B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7" name="Freeform 150">
              <a:extLst>
                <a:ext uri="{FF2B5EF4-FFF2-40B4-BE49-F238E27FC236}">
                  <a16:creationId xmlns:a16="http://schemas.microsoft.com/office/drawing/2014/main" id="{C1BAE21E-7184-3C47-BD21-0D357950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8" name="Freeform 151">
              <a:extLst>
                <a:ext uri="{FF2B5EF4-FFF2-40B4-BE49-F238E27FC236}">
                  <a16:creationId xmlns:a16="http://schemas.microsoft.com/office/drawing/2014/main" id="{90457001-FC0D-0E41-A13D-0BDA9154A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Rectangle 152">
              <a:extLst>
                <a:ext uri="{FF2B5EF4-FFF2-40B4-BE49-F238E27FC236}">
                  <a16:creationId xmlns:a16="http://schemas.microsoft.com/office/drawing/2014/main" id="{E7330E90-9DD8-0A4A-8C05-BCE03E9BE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0" name="Group 153">
              <a:extLst>
                <a:ext uri="{FF2B5EF4-FFF2-40B4-BE49-F238E27FC236}">
                  <a16:creationId xmlns:a16="http://schemas.microsoft.com/office/drawing/2014/main" id="{9B69857C-D710-6442-BB78-8153EE3EB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8" name="AutoShape 154">
                <a:extLst>
                  <a:ext uri="{FF2B5EF4-FFF2-40B4-BE49-F238E27FC236}">
                    <a16:creationId xmlns:a16="http://schemas.microsoft.com/office/drawing/2014/main" id="{6270511B-D2F9-294E-AEB5-29C1A2B52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AutoShape 155">
                <a:extLst>
                  <a:ext uri="{FF2B5EF4-FFF2-40B4-BE49-F238E27FC236}">
                    <a16:creationId xmlns:a16="http://schemas.microsoft.com/office/drawing/2014/main" id="{98DF3608-E392-6D43-AAB6-C4A3AD78A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1" name="Rectangle 156">
              <a:extLst>
                <a:ext uri="{FF2B5EF4-FFF2-40B4-BE49-F238E27FC236}">
                  <a16:creationId xmlns:a16="http://schemas.microsoft.com/office/drawing/2014/main" id="{F815B378-AF9E-EE4F-A309-282DA3E4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2" name="Group 157">
              <a:extLst>
                <a:ext uri="{FF2B5EF4-FFF2-40B4-BE49-F238E27FC236}">
                  <a16:creationId xmlns:a16="http://schemas.microsoft.com/office/drawing/2014/main" id="{67E01184-334F-3545-AB40-BB314E4F9B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6" name="AutoShape 158">
                <a:extLst>
                  <a:ext uri="{FF2B5EF4-FFF2-40B4-BE49-F238E27FC236}">
                    <a16:creationId xmlns:a16="http://schemas.microsoft.com/office/drawing/2014/main" id="{2BBCFBE6-69B0-A846-B264-B4F74AEC5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7" name="AutoShape 159">
                <a:extLst>
                  <a:ext uri="{FF2B5EF4-FFF2-40B4-BE49-F238E27FC236}">
                    <a16:creationId xmlns:a16="http://schemas.microsoft.com/office/drawing/2014/main" id="{B46CC4E6-97C8-E346-BA88-4BE5F3D10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3" name="Rectangle 160">
              <a:extLst>
                <a:ext uri="{FF2B5EF4-FFF2-40B4-BE49-F238E27FC236}">
                  <a16:creationId xmlns:a16="http://schemas.microsoft.com/office/drawing/2014/main" id="{3A68D5E8-E8F5-6941-AA7A-DB4724A1A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Rectangle 161">
              <a:extLst>
                <a:ext uri="{FF2B5EF4-FFF2-40B4-BE49-F238E27FC236}">
                  <a16:creationId xmlns:a16="http://schemas.microsoft.com/office/drawing/2014/main" id="{C85FE9F8-AB9B-DC49-B969-5A8909D91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5" name="Group 162">
              <a:extLst>
                <a:ext uri="{FF2B5EF4-FFF2-40B4-BE49-F238E27FC236}">
                  <a16:creationId xmlns:a16="http://schemas.microsoft.com/office/drawing/2014/main" id="{83136C62-1CD4-8B40-839F-A7EEC2777C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163">
                <a:extLst>
                  <a:ext uri="{FF2B5EF4-FFF2-40B4-BE49-F238E27FC236}">
                    <a16:creationId xmlns:a16="http://schemas.microsoft.com/office/drawing/2014/main" id="{EB609148-CFB5-2A44-949A-AA2E8B42E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5" name="AutoShape 164">
                <a:extLst>
                  <a:ext uri="{FF2B5EF4-FFF2-40B4-BE49-F238E27FC236}">
                    <a16:creationId xmlns:a16="http://schemas.microsoft.com/office/drawing/2014/main" id="{A2E1E84C-7141-1743-B35A-4172B2D67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6" name="Freeform 165">
              <a:extLst>
                <a:ext uri="{FF2B5EF4-FFF2-40B4-BE49-F238E27FC236}">
                  <a16:creationId xmlns:a16="http://schemas.microsoft.com/office/drawing/2014/main" id="{43050567-31E9-244B-93D9-5A67D0788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7" name="Group 166">
              <a:extLst>
                <a:ext uri="{FF2B5EF4-FFF2-40B4-BE49-F238E27FC236}">
                  <a16:creationId xmlns:a16="http://schemas.microsoft.com/office/drawing/2014/main" id="{30BC8383-936E-0243-A67E-87F464BD0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67">
                <a:extLst>
                  <a:ext uri="{FF2B5EF4-FFF2-40B4-BE49-F238E27FC236}">
                    <a16:creationId xmlns:a16="http://schemas.microsoft.com/office/drawing/2014/main" id="{36E98FE5-C685-5F4F-9812-01F5B196A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0" name="AutoShape 168">
                <a:extLst>
                  <a:ext uri="{FF2B5EF4-FFF2-40B4-BE49-F238E27FC236}">
                    <a16:creationId xmlns:a16="http://schemas.microsoft.com/office/drawing/2014/main" id="{62A48F7A-763D-F94A-B670-67B97F409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8" name="Rectangle 169">
              <a:extLst>
                <a:ext uri="{FF2B5EF4-FFF2-40B4-BE49-F238E27FC236}">
                  <a16:creationId xmlns:a16="http://schemas.microsoft.com/office/drawing/2014/main" id="{98A2D58B-8610-0049-9824-1E1CCFB81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9" name="Freeform 170">
              <a:extLst>
                <a:ext uri="{FF2B5EF4-FFF2-40B4-BE49-F238E27FC236}">
                  <a16:creationId xmlns:a16="http://schemas.microsoft.com/office/drawing/2014/main" id="{11AF6B7E-B658-0E42-B146-B4505BFC8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0" name="Freeform 171">
              <a:extLst>
                <a:ext uri="{FF2B5EF4-FFF2-40B4-BE49-F238E27FC236}">
                  <a16:creationId xmlns:a16="http://schemas.microsoft.com/office/drawing/2014/main" id="{6617EE11-1A08-B148-9C6E-2B115F7DA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1" name="Oval 172">
              <a:extLst>
                <a:ext uri="{FF2B5EF4-FFF2-40B4-BE49-F238E27FC236}">
                  <a16:creationId xmlns:a16="http://schemas.microsoft.com/office/drawing/2014/main" id="{EC8F463F-0BDA-0F45-9F76-2C41270B4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2" name="Freeform 173">
              <a:extLst>
                <a:ext uri="{FF2B5EF4-FFF2-40B4-BE49-F238E27FC236}">
                  <a16:creationId xmlns:a16="http://schemas.microsoft.com/office/drawing/2014/main" id="{029218AA-C435-EC48-972D-7D279AA97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3" name="AutoShape 174">
              <a:extLst>
                <a:ext uri="{FF2B5EF4-FFF2-40B4-BE49-F238E27FC236}">
                  <a16:creationId xmlns:a16="http://schemas.microsoft.com/office/drawing/2014/main" id="{004AF6A9-08DC-4C40-BD6A-E99AA1ED3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4" name="AutoShape 175">
              <a:extLst>
                <a:ext uri="{FF2B5EF4-FFF2-40B4-BE49-F238E27FC236}">
                  <a16:creationId xmlns:a16="http://schemas.microsoft.com/office/drawing/2014/main" id="{58FF6008-68B1-1F41-A35F-1814BE389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5" name="Oval 176">
              <a:extLst>
                <a:ext uri="{FF2B5EF4-FFF2-40B4-BE49-F238E27FC236}">
                  <a16:creationId xmlns:a16="http://schemas.microsoft.com/office/drawing/2014/main" id="{D3C587EC-E48C-E842-BC9C-FF13CB39E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6" name="Oval 177">
              <a:extLst>
                <a:ext uri="{FF2B5EF4-FFF2-40B4-BE49-F238E27FC236}">
                  <a16:creationId xmlns:a16="http://schemas.microsoft.com/office/drawing/2014/main" id="{012B9197-2851-C241-AF64-90AEA8FD0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7" name="Oval 178">
              <a:extLst>
                <a:ext uri="{FF2B5EF4-FFF2-40B4-BE49-F238E27FC236}">
                  <a16:creationId xmlns:a16="http://schemas.microsoft.com/office/drawing/2014/main" id="{1016A314-384F-CB4F-B077-543DA4A2F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8" name="Rectangle 179">
              <a:extLst>
                <a:ext uri="{FF2B5EF4-FFF2-40B4-BE49-F238E27FC236}">
                  <a16:creationId xmlns:a16="http://schemas.microsoft.com/office/drawing/2014/main" id="{5922B0DF-34CC-0949-8A0A-5B645EA41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CA6F153-E77E-2C42-832A-3394AC9B48B8}"/>
              </a:ext>
            </a:extLst>
          </p:cNvPr>
          <p:cNvGrpSpPr/>
          <p:nvPr/>
        </p:nvGrpSpPr>
        <p:grpSpPr>
          <a:xfrm>
            <a:off x="4395993" y="1490721"/>
            <a:ext cx="460375" cy="487292"/>
            <a:chOff x="4568161" y="1475417"/>
            <a:chExt cx="460375" cy="487292"/>
          </a:xfrm>
        </p:grpSpPr>
        <p:grpSp>
          <p:nvGrpSpPr>
            <p:cNvPr id="719" name="Group 53">
              <a:extLst>
                <a:ext uri="{FF2B5EF4-FFF2-40B4-BE49-F238E27FC236}">
                  <a16:creationId xmlns:a16="http://schemas.microsoft.com/office/drawing/2014/main" id="{8B05B42C-C438-E24D-AFA2-2984859783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8161" y="1500816"/>
              <a:ext cx="460375" cy="244475"/>
              <a:chOff x="844" y="3337"/>
              <a:chExt cx="290" cy="154"/>
            </a:xfrm>
          </p:grpSpPr>
          <p:sp>
            <p:nvSpPr>
              <p:cNvPr id="720" name="Rectangle 54">
                <a:extLst>
                  <a:ext uri="{FF2B5EF4-FFF2-40B4-BE49-F238E27FC236}">
                    <a16:creationId xmlns:a16="http://schemas.microsoft.com/office/drawing/2014/main" id="{D126321D-B0DA-3244-AC5F-32642BCEE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1" name="Text Box 55">
                <a:extLst>
                  <a:ext uri="{FF2B5EF4-FFF2-40B4-BE49-F238E27FC236}">
                    <a16:creationId xmlns:a16="http://schemas.microsoft.com/office/drawing/2014/main" id="{BC8AD8C6-CCDE-A54B-8E07-A6320750AF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sp>
          <p:nvSpPr>
            <p:cNvPr id="722" name="AutoShape 88">
              <a:extLst>
                <a:ext uri="{FF2B5EF4-FFF2-40B4-BE49-F238E27FC236}">
                  <a16:creationId xmlns:a16="http://schemas.microsoft.com/office/drawing/2014/main" id="{0C51A2FB-6AD3-AF4D-BF7E-5FC96D20D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915" y="1475417"/>
              <a:ext cx="381000" cy="487292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866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96296E-6 L 0.30208 0.00047 C 0.26822 0.07408 0.22513 0.17477 0.19544 0.24746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4" y="1236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44 0.24746 C 0.22916 0.21204 0.2526 0.20463 0.31184 0.16389 C 0.37122 0.12315 0.45169 0.08102 0.50768 0.0206 C 0.48984 0.02084 0.39205 0.01922 0.37057 0.02037 " pathEditMode="relative" rAng="0" ptsTypes="AAAA">
                                      <p:cBhvr>
                                        <p:cTn id="19" dur="20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12" y="-1136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" grpId="0"/>
      <p:bldP spid="6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53" y="299972"/>
            <a:ext cx="10999694" cy="894622"/>
          </a:xfrm>
        </p:spPr>
        <p:txBody>
          <a:bodyPr>
            <a:noAutofit/>
          </a:bodyPr>
          <a:lstStyle/>
          <a:p>
            <a:r>
              <a:rPr lang="en-US" sz="4000" b="0" dirty="0">
                <a:latin typeface="+mn-lt"/>
              </a:rPr>
              <a:t>A Day in the Life…TCP Connection Carrying HTTP</a:t>
            </a:r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3" y="1792392"/>
            <a:ext cx="3486028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0" name="Freeform 94">
            <a:extLst>
              <a:ext uri="{FF2B5EF4-FFF2-40B4-BE49-F238E27FC236}">
                <a16:creationId xmlns:a16="http://schemas.microsoft.com/office/drawing/2014/main" id="{DB154763-7D17-3045-99D6-33E2B8DEBEF3}"/>
              </a:ext>
            </a:extLst>
          </p:cNvPr>
          <p:cNvSpPr>
            <a:spLocks/>
          </p:cNvSpPr>
          <p:nvPr/>
        </p:nvSpPr>
        <p:spPr bwMode="auto">
          <a:xfrm>
            <a:off x="915707" y="47643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1" name="Line 134">
            <a:extLst>
              <a:ext uri="{FF2B5EF4-FFF2-40B4-BE49-F238E27FC236}">
                <a16:creationId xmlns:a16="http://schemas.microsoft.com/office/drawing/2014/main" id="{23269057-3E10-0842-B50F-AD9089B214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6607" y="36928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3" name="Line 136">
            <a:extLst>
              <a:ext uri="{FF2B5EF4-FFF2-40B4-BE49-F238E27FC236}">
                <a16:creationId xmlns:a16="http://schemas.microsoft.com/office/drawing/2014/main" id="{3AFEBAD8-BCD5-3045-B4AF-E50B6AEA17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5795" y="55120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4" name="Text Box 137">
            <a:extLst>
              <a:ext uri="{FF2B5EF4-FFF2-40B4-BE49-F238E27FC236}">
                <a16:creationId xmlns:a16="http://schemas.microsoft.com/office/drawing/2014/main" id="{B02E6458-4F99-D348-B986-C3DBF7171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05" name="Text Box 138">
            <a:extLst>
              <a:ext uri="{FF2B5EF4-FFF2-40B4-BE49-F238E27FC236}">
                <a16:creationId xmlns:a16="http://schemas.microsoft.com/office/drawing/2014/main" id="{B04C2766-4464-6446-87AB-67B8CB7F6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 web server</a:t>
            </a:r>
          </a:p>
        </p:txBody>
      </p:sp>
      <p:grpSp>
        <p:nvGrpSpPr>
          <p:cNvPr id="312" name="Group 194">
            <a:extLst>
              <a:ext uri="{FF2B5EF4-FFF2-40B4-BE49-F238E27FC236}">
                <a16:creationId xmlns:a16="http://schemas.microsoft.com/office/drawing/2014/main" id="{E84BEC05-5A7F-224F-95D4-9DAB0F871EA1}"/>
              </a:ext>
            </a:extLst>
          </p:cNvPr>
          <p:cNvGrpSpPr>
            <a:grpSpLocks/>
          </p:cNvGrpSpPr>
          <p:nvPr/>
        </p:nvGrpSpPr>
        <p:grpSpPr bwMode="auto">
          <a:xfrm>
            <a:off x="3765270" y="5718455"/>
            <a:ext cx="295275" cy="114300"/>
            <a:chOff x="3228" y="1776"/>
            <a:chExt cx="252" cy="96"/>
          </a:xfrm>
        </p:grpSpPr>
        <p:sp>
          <p:nvSpPr>
            <p:cNvPr id="313" name="Line 195">
              <a:extLst>
                <a:ext uri="{FF2B5EF4-FFF2-40B4-BE49-F238E27FC236}">
                  <a16:creationId xmlns:a16="http://schemas.microsoft.com/office/drawing/2014/main" id="{5A3176AD-244A-FC40-803C-74F3441D6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4" name="Line 196">
              <a:extLst>
                <a:ext uri="{FF2B5EF4-FFF2-40B4-BE49-F238E27FC236}">
                  <a16:creationId xmlns:a16="http://schemas.microsoft.com/office/drawing/2014/main" id="{6B3ADCCD-5CCA-E245-804F-105E3A97E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5" name="Group 197">
            <a:extLst>
              <a:ext uri="{FF2B5EF4-FFF2-40B4-BE49-F238E27FC236}">
                <a16:creationId xmlns:a16="http://schemas.microsoft.com/office/drawing/2014/main" id="{11561174-0DD6-384F-ADA8-7238039F917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403445" y="5718455"/>
            <a:ext cx="295275" cy="114300"/>
            <a:chOff x="3228" y="1776"/>
            <a:chExt cx="252" cy="96"/>
          </a:xfrm>
        </p:grpSpPr>
        <p:sp>
          <p:nvSpPr>
            <p:cNvPr id="316" name="Line 198">
              <a:extLst>
                <a:ext uri="{FF2B5EF4-FFF2-40B4-BE49-F238E27FC236}">
                  <a16:creationId xmlns:a16="http://schemas.microsoft.com/office/drawing/2014/main" id="{163D3623-F55F-6248-89FA-5C316BDD2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7" name="Line 199">
              <a:extLst>
                <a:ext uri="{FF2B5EF4-FFF2-40B4-BE49-F238E27FC236}">
                  <a16:creationId xmlns:a16="http://schemas.microsoft.com/office/drawing/2014/main" id="{00F61339-BB36-F44F-AD77-22B4AA912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8" name="Group 200">
            <a:extLst>
              <a:ext uri="{FF2B5EF4-FFF2-40B4-BE49-F238E27FC236}">
                <a16:creationId xmlns:a16="http://schemas.microsoft.com/office/drawing/2014/main" id="{99A70FAB-0459-7A43-BC2D-6A7CFE6F862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608232" y="5423180"/>
            <a:ext cx="295275" cy="114300"/>
            <a:chOff x="3228" y="1776"/>
            <a:chExt cx="252" cy="96"/>
          </a:xfrm>
        </p:grpSpPr>
        <p:sp>
          <p:nvSpPr>
            <p:cNvPr id="319" name="Line 201">
              <a:extLst>
                <a:ext uri="{FF2B5EF4-FFF2-40B4-BE49-F238E27FC236}">
                  <a16:creationId xmlns:a16="http://schemas.microsoft.com/office/drawing/2014/main" id="{DAF385D4-A4D0-AA41-8C33-83D0C4D89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0" name="Line 202">
              <a:extLst>
                <a:ext uri="{FF2B5EF4-FFF2-40B4-BE49-F238E27FC236}">
                  <a16:creationId xmlns:a16="http://schemas.microsoft.com/office/drawing/2014/main" id="{9EF706F5-A8DC-BF46-B040-1A4D47171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34858D1-1FE7-0841-97C3-49C70001FDDA}"/>
              </a:ext>
            </a:extLst>
          </p:cNvPr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372B1AC8-74B7-C34C-8289-9B65FDFB6CC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2961F798-D661-3D46-B5CE-6D402C201D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673344D6-1FC8-1A47-97EC-9418BA45005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7C4028CC-B424-154D-BD93-E61E50C24CE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552CB30F-0709-FE43-BD31-587F8E1B154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F3ECD5A3-700D-4346-A225-E4F327AF7D7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8FD5A214-3BBB-7F48-B4FD-71505D61E3A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248">
            <a:extLst>
              <a:ext uri="{FF2B5EF4-FFF2-40B4-BE49-F238E27FC236}">
                <a16:creationId xmlns:a16="http://schemas.microsoft.com/office/drawing/2014/main" id="{78FE3AED-24A8-6C4B-823D-34D843152649}"/>
              </a:ext>
            </a:extLst>
          </p:cNvPr>
          <p:cNvGrpSpPr>
            <a:grpSpLocks/>
          </p:cNvGrpSpPr>
          <p:nvPr/>
        </p:nvGrpSpPr>
        <p:grpSpPr bwMode="auto"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346" name="Freeform 148">
              <a:extLst>
                <a:ext uri="{FF2B5EF4-FFF2-40B4-BE49-F238E27FC236}">
                  <a16:creationId xmlns:a16="http://schemas.microsoft.com/office/drawing/2014/main" id="{85451C8D-4747-E845-BDD8-6D7746970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Rectangle 149">
              <a:extLst>
                <a:ext uri="{FF2B5EF4-FFF2-40B4-BE49-F238E27FC236}">
                  <a16:creationId xmlns:a16="http://schemas.microsoft.com/office/drawing/2014/main" id="{720F8F77-9254-F144-9D40-FF595E87F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8" name="Freeform 150">
              <a:extLst>
                <a:ext uri="{FF2B5EF4-FFF2-40B4-BE49-F238E27FC236}">
                  <a16:creationId xmlns:a16="http://schemas.microsoft.com/office/drawing/2014/main" id="{6A486C96-F765-2943-90E4-63862879C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9" name="Freeform 151">
              <a:extLst>
                <a:ext uri="{FF2B5EF4-FFF2-40B4-BE49-F238E27FC236}">
                  <a16:creationId xmlns:a16="http://schemas.microsoft.com/office/drawing/2014/main" id="{A86769A5-BBB3-024C-B65A-503F62823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Rectangle 152">
              <a:extLst>
                <a:ext uri="{FF2B5EF4-FFF2-40B4-BE49-F238E27FC236}">
                  <a16:creationId xmlns:a16="http://schemas.microsoft.com/office/drawing/2014/main" id="{EDEA3D72-19C4-0445-996E-0463B4F73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1" name="Group 153">
              <a:extLst>
                <a:ext uri="{FF2B5EF4-FFF2-40B4-BE49-F238E27FC236}">
                  <a16:creationId xmlns:a16="http://schemas.microsoft.com/office/drawing/2014/main" id="{1F11C69D-094E-F747-B5C0-2DA1FE020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6" name="AutoShape 154">
                <a:extLst>
                  <a:ext uri="{FF2B5EF4-FFF2-40B4-BE49-F238E27FC236}">
                    <a16:creationId xmlns:a16="http://schemas.microsoft.com/office/drawing/2014/main" id="{C55CA8C4-32A7-154A-B758-95A762915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7" name="AutoShape 155">
                <a:extLst>
                  <a:ext uri="{FF2B5EF4-FFF2-40B4-BE49-F238E27FC236}">
                    <a16:creationId xmlns:a16="http://schemas.microsoft.com/office/drawing/2014/main" id="{7184AF16-B87E-9F43-917C-2C88AAEF0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2" name="Rectangle 156">
              <a:extLst>
                <a:ext uri="{FF2B5EF4-FFF2-40B4-BE49-F238E27FC236}">
                  <a16:creationId xmlns:a16="http://schemas.microsoft.com/office/drawing/2014/main" id="{48FF4647-B309-D64A-B015-19391B161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3" name="Group 157">
              <a:extLst>
                <a:ext uri="{FF2B5EF4-FFF2-40B4-BE49-F238E27FC236}">
                  <a16:creationId xmlns:a16="http://schemas.microsoft.com/office/drawing/2014/main" id="{BABA5FE5-37CC-EC4C-BDFC-7DCFD023A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4" name="AutoShape 158">
                <a:extLst>
                  <a:ext uri="{FF2B5EF4-FFF2-40B4-BE49-F238E27FC236}">
                    <a16:creationId xmlns:a16="http://schemas.microsoft.com/office/drawing/2014/main" id="{5C52FD21-5CA0-3043-8E83-A75B2F33F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5" name="AutoShape 159">
                <a:extLst>
                  <a:ext uri="{FF2B5EF4-FFF2-40B4-BE49-F238E27FC236}">
                    <a16:creationId xmlns:a16="http://schemas.microsoft.com/office/drawing/2014/main" id="{9026DFAE-BC0A-DB40-AA40-5414F6E19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4" name="Rectangle 160">
              <a:extLst>
                <a:ext uri="{FF2B5EF4-FFF2-40B4-BE49-F238E27FC236}">
                  <a16:creationId xmlns:a16="http://schemas.microsoft.com/office/drawing/2014/main" id="{B0BD4174-1E2C-CC47-8B22-39E3AD432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Rectangle 161">
              <a:extLst>
                <a:ext uri="{FF2B5EF4-FFF2-40B4-BE49-F238E27FC236}">
                  <a16:creationId xmlns:a16="http://schemas.microsoft.com/office/drawing/2014/main" id="{5D1D6DF0-40D7-0D45-A917-4840AE931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6" name="Group 162">
              <a:extLst>
                <a:ext uri="{FF2B5EF4-FFF2-40B4-BE49-F238E27FC236}">
                  <a16:creationId xmlns:a16="http://schemas.microsoft.com/office/drawing/2014/main" id="{7594B754-6C4A-7748-BFD2-4996DB6EF7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2" name="AutoShape 163">
                <a:extLst>
                  <a:ext uri="{FF2B5EF4-FFF2-40B4-BE49-F238E27FC236}">
                    <a16:creationId xmlns:a16="http://schemas.microsoft.com/office/drawing/2014/main" id="{5F147DEA-3B24-5D47-B987-8996EBD1E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3" name="AutoShape 164">
                <a:extLst>
                  <a:ext uri="{FF2B5EF4-FFF2-40B4-BE49-F238E27FC236}">
                    <a16:creationId xmlns:a16="http://schemas.microsoft.com/office/drawing/2014/main" id="{ED721BA0-A51B-AB48-8703-6EE160A82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7" name="Freeform 165">
              <a:extLst>
                <a:ext uri="{FF2B5EF4-FFF2-40B4-BE49-F238E27FC236}">
                  <a16:creationId xmlns:a16="http://schemas.microsoft.com/office/drawing/2014/main" id="{780D91FC-F251-D942-B17A-68640A718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8" name="Group 166">
              <a:extLst>
                <a:ext uri="{FF2B5EF4-FFF2-40B4-BE49-F238E27FC236}">
                  <a16:creationId xmlns:a16="http://schemas.microsoft.com/office/drawing/2014/main" id="{C9B91C48-BF55-C149-9929-BFB6413B7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0" name="AutoShape 167">
                <a:extLst>
                  <a:ext uri="{FF2B5EF4-FFF2-40B4-BE49-F238E27FC236}">
                    <a16:creationId xmlns:a16="http://schemas.microsoft.com/office/drawing/2014/main" id="{CA38CE73-BBD3-F144-8AD8-FFFF8346D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1" name="AutoShape 168">
                <a:extLst>
                  <a:ext uri="{FF2B5EF4-FFF2-40B4-BE49-F238E27FC236}">
                    <a16:creationId xmlns:a16="http://schemas.microsoft.com/office/drawing/2014/main" id="{FCAA7936-D811-CE4C-92B6-2D0E1B549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9" name="Rectangle 169">
              <a:extLst>
                <a:ext uri="{FF2B5EF4-FFF2-40B4-BE49-F238E27FC236}">
                  <a16:creationId xmlns:a16="http://schemas.microsoft.com/office/drawing/2014/main" id="{86075665-1B3C-684E-8884-99FC7886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0" name="Freeform 170">
              <a:extLst>
                <a:ext uri="{FF2B5EF4-FFF2-40B4-BE49-F238E27FC236}">
                  <a16:creationId xmlns:a16="http://schemas.microsoft.com/office/drawing/2014/main" id="{3F8E3655-B42F-284B-8ADF-B4BA131AB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Freeform 171">
              <a:extLst>
                <a:ext uri="{FF2B5EF4-FFF2-40B4-BE49-F238E27FC236}">
                  <a16:creationId xmlns:a16="http://schemas.microsoft.com/office/drawing/2014/main" id="{3E7B122E-A4D1-0149-86F1-E7947F9C7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Oval 172">
              <a:extLst>
                <a:ext uri="{FF2B5EF4-FFF2-40B4-BE49-F238E27FC236}">
                  <a16:creationId xmlns:a16="http://schemas.microsoft.com/office/drawing/2014/main" id="{3A381F49-16C5-C44C-8033-6EB7B98D6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3" name="Freeform 173">
              <a:extLst>
                <a:ext uri="{FF2B5EF4-FFF2-40B4-BE49-F238E27FC236}">
                  <a16:creationId xmlns:a16="http://schemas.microsoft.com/office/drawing/2014/main" id="{53DD2DD1-F942-774A-9AD8-909D94CF0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4" name="AutoShape 174">
              <a:extLst>
                <a:ext uri="{FF2B5EF4-FFF2-40B4-BE49-F238E27FC236}">
                  <a16:creationId xmlns:a16="http://schemas.microsoft.com/office/drawing/2014/main" id="{51AB5E8C-DA29-F543-AA82-E3C0444BB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5" name="AutoShape 175">
              <a:extLst>
                <a:ext uri="{FF2B5EF4-FFF2-40B4-BE49-F238E27FC236}">
                  <a16:creationId xmlns:a16="http://schemas.microsoft.com/office/drawing/2014/main" id="{ECC97CA2-9BF9-AC42-93A7-08F531929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Oval 176">
              <a:extLst>
                <a:ext uri="{FF2B5EF4-FFF2-40B4-BE49-F238E27FC236}">
                  <a16:creationId xmlns:a16="http://schemas.microsoft.com/office/drawing/2014/main" id="{7DFF487A-620D-B94B-8455-1E84061B6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7" name="Oval 177">
              <a:extLst>
                <a:ext uri="{FF2B5EF4-FFF2-40B4-BE49-F238E27FC236}">
                  <a16:creationId xmlns:a16="http://schemas.microsoft.com/office/drawing/2014/main" id="{A16BD41A-B6A4-D04A-8EB2-0316CCD30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8" name="Oval 178">
              <a:extLst>
                <a:ext uri="{FF2B5EF4-FFF2-40B4-BE49-F238E27FC236}">
                  <a16:creationId xmlns:a16="http://schemas.microsoft.com/office/drawing/2014/main" id="{FC2BA1AF-4A9A-4243-B0EC-76AAE9F13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Rectangle 179">
              <a:extLst>
                <a:ext uri="{FF2B5EF4-FFF2-40B4-BE49-F238E27FC236}">
                  <a16:creationId xmlns:a16="http://schemas.microsoft.com/office/drawing/2014/main" id="{8BFA87B3-0B70-5640-BD33-A553E40D4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33" name="Group 43">
            <a:extLst>
              <a:ext uri="{FF2B5EF4-FFF2-40B4-BE49-F238E27FC236}">
                <a16:creationId xmlns:a16="http://schemas.microsoft.com/office/drawing/2014/main" id="{C4F663FE-5F45-CE47-85DD-15B11F49D43C}"/>
              </a:ext>
            </a:extLst>
          </p:cNvPr>
          <p:cNvGrpSpPr>
            <a:grpSpLocks/>
          </p:cNvGrpSpPr>
          <p:nvPr/>
        </p:nvGrpSpPr>
        <p:grpSpPr bwMode="auto"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534" name="Freeform 44">
              <a:extLst>
                <a:ext uri="{FF2B5EF4-FFF2-40B4-BE49-F238E27FC236}">
                  <a16:creationId xmlns:a16="http://schemas.microsoft.com/office/drawing/2014/main" id="{891F45F2-C6F3-C642-99A3-916BE7A36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7951 w 10000"/>
                <a:gd name="connsiteY3" fmla="*/ 8723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alpha val="78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5" name="Group 45">
              <a:extLst>
                <a:ext uri="{FF2B5EF4-FFF2-40B4-BE49-F238E27FC236}">
                  <a16:creationId xmlns:a16="http://schemas.microsoft.com/office/drawing/2014/main" id="{03424AF6-F140-5044-B424-F839DC56C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536" name="Rectangle 46">
                <a:extLst>
                  <a:ext uri="{FF2B5EF4-FFF2-40B4-BE49-F238E27FC236}">
                    <a16:creationId xmlns:a16="http://schemas.microsoft.com/office/drawing/2014/main" id="{2A83F15E-AC56-9047-933E-C7FC4B751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7" name="Text Box 47">
                <a:extLst>
                  <a:ext uri="{FF2B5EF4-FFF2-40B4-BE49-F238E27FC236}">
                    <a16:creationId xmlns:a16="http://schemas.microsoft.com/office/drawing/2014/main" id="{40B4C487-0D29-384E-9FBF-2933FC189F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538" name="Line 48">
                <a:extLst>
                  <a:ext uri="{FF2B5EF4-FFF2-40B4-BE49-F238E27FC236}">
                    <a16:creationId xmlns:a16="http://schemas.microsoft.com/office/drawing/2014/main" id="{E5855A0A-4145-524E-AF03-40B19030B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9" name="Line 49">
                <a:extLst>
                  <a:ext uri="{FF2B5EF4-FFF2-40B4-BE49-F238E27FC236}">
                    <a16:creationId xmlns:a16="http://schemas.microsoft.com/office/drawing/2014/main" id="{5337342B-4FDA-0646-A04C-3117B3209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Line 50">
                <a:extLst>
                  <a:ext uri="{FF2B5EF4-FFF2-40B4-BE49-F238E27FC236}">
                    <a16:creationId xmlns:a16="http://schemas.microsoft.com/office/drawing/2014/main" id="{B1569789-ADB1-1343-8746-60FF932C5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1" name="Line 51">
                <a:extLst>
                  <a:ext uri="{FF2B5EF4-FFF2-40B4-BE49-F238E27FC236}">
                    <a16:creationId xmlns:a16="http://schemas.microsoft.com/office/drawing/2014/main" id="{3227A074-26EB-4F40-9804-D2ECB13D8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542" name="Group 325">
            <a:extLst>
              <a:ext uri="{FF2B5EF4-FFF2-40B4-BE49-F238E27FC236}">
                <a16:creationId xmlns:a16="http://schemas.microsoft.com/office/drawing/2014/main" id="{44BB38E6-E14F-E243-A361-68D05E58CCCB}"/>
              </a:ext>
            </a:extLst>
          </p:cNvPr>
          <p:cNvGrpSpPr>
            <a:grpSpLocks/>
          </p:cNvGrpSpPr>
          <p:nvPr/>
        </p:nvGrpSpPr>
        <p:grpSpPr bwMode="auto">
          <a:xfrm>
            <a:off x="571500" y="1568450"/>
            <a:ext cx="515937" cy="333375"/>
            <a:chOff x="328" y="678"/>
            <a:chExt cx="325" cy="210"/>
          </a:xfrm>
        </p:grpSpPr>
        <p:grpSp>
          <p:nvGrpSpPr>
            <p:cNvPr id="543" name="Group 52">
              <a:extLst>
                <a:ext uri="{FF2B5EF4-FFF2-40B4-BE49-F238E27FC236}">
                  <a16:creationId xmlns:a16="http://schemas.microsoft.com/office/drawing/2014/main" id="{0A8D6708-4609-6945-A946-E47D0AA23B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545" name="Rectangle 53">
                <a:extLst>
                  <a:ext uri="{FF2B5EF4-FFF2-40B4-BE49-F238E27FC236}">
                    <a16:creationId xmlns:a16="http://schemas.microsoft.com/office/drawing/2014/main" id="{B6E73418-9916-914F-BAF1-61EBBD28B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6" name="Text Box 54">
                <a:extLst>
                  <a:ext uri="{FF2B5EF4-FFF2-40B4-BE49-F238E27FC236}">
                    <a16:creationId xmlns:a16="http://schemas.microsoft.com/office/drawing/2014/main" id="{EB3D178B-2079-974C-BBAF-D1859C342A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sp>
          <p:nvSpPr>
            <p:cNvPr id="544" name="AutoShape 85">
              <a:extLst>
                <a:ext uri="{FF2B5EF4-FFF2-40B4-BE49-F238E27FC236}">
                  <a16:creationId xmlns:a16="http://schemas.microsoft.com/office/drawing/2014/main" id="{B164A8CC-CDC1-E443-A720-0B9C1A59C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47" name="Rectangle 100">
            <a:extLst>
              <a:ext uri="{FF2B5EF4-FFF2-40B4-BE49-F238E27FC236}">
                <a16:creationId xmlns:a16="http://schemas.microsoft.com/office/drawing/2014/main" id="{736B0FF4-A2E8-AE45-921A-22C015CB3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594" y="1568450"/>
            <a:ext cx="4227512" cy="1148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To send HTTP request, client first opens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TCP socket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to web server</a:t>
            </a:r>
          </a:p>
        </p:txBody>
      </p:sp>
      <p:sp>
        <p:nvSpPr>
          <p:cNvPr id="548" name="Rectangle 101">
            <a:extLst>
              <a:ext uri="{FF2B5EF4-FFF2-40B4-BE49-F238E27FC236}">
                <a16:creationId xmlns:a16="http://schemas.microsoft.com/office/drawing/2014/main" id="{FC65F5D7-75A7-7843-969E-B8C83BD5E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594" y="2773773"/>
            <a:ext cx="5078988" cy="1253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TCP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SYN segment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(step 1 in TCP 3-way handshake)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inter-domain routed to web server</a:t>
            </a:r>
          </a:p>
        </p:txBody>
      </p:sp>
      <p:sp>
        <p:nvSpPr>
          <p:cNvPr id="549" name="Rectangle 102">
            <a:extLst>
              <a:ext uri="{FF2B5EF4-FFF2-40B4-BE49-F238E27FC236}">
                <a16:creationId xmlns:a16="http://schemas.microsoft.com/office/drawing/2014/main" id="{51C744F0-EF71-344A-B333-4EEF1D802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594" y="5396260"/>
            <a:ext cx="4997745" cy="1160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Client responds with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ACK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; TCP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connection established! </a:t>
            </a:r>
            <a:r>
              <a:rPr lang="en-US" sz="2400" dirty="0">
                <a:ea typeface="ＭＳ Ｐゴシック" charset="0"/>
              </a:rPr>
              <a:t>(step 3)</a:t>
            </a:r>
          </a:p>
        </p:txBody>
      </p:sp>
      <p:grpSp>
        <p:nvGrpSpPr>
          <p:cNvPr id="550" name="Group 314">
            <a:extLst>
              <a:ext uri="{FF2B5EF4-FFF2-40B4-BE49-F238E27FC236}">
                <a16:creationId xmlns:a16="http://schemas.microsoft.com/office/drawing/2014/main" id="{4E3B24CA-FEEE-3E47-9A58-189AE2727095}"/>
              </a:ext>
            </a:extLst>
          </p:cNvPr>
          <p:cNvGrpSpPr>
            <a:grpSpLocks/>
          </p:cNvGrpSpPr>
          <p:nvPr/>
        </p:nvGrpSpPr>
        <p:grpSpPr bwMode="auto">
          <a:xfrm>
            <a:off x="207962" y="2414588"/>
            <a:ext cx="1081088" cy="244475"/>
            <a:chOff x="410" y="1508"/>
            <a:chExt cx="681" cy="154"/>
          </a:xfrm>
        </p:grpSpPr>
        <p:sp>
          <p:nvSpPr>
            <p:cNvPr id="551" name="Rectangle 99">
              <a:extLst>
                <a:ext uri="{FF2B5EF4-FFF2-40B4-BE49-F238E27FC236}">
                  <a16:creationId xmlns:a16="http://schemas.microsoft.com/office/drawing/2014/main" id="{287E07CE-E274-3F4D-96B8-D3177BBB1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" y="1511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2" name="Rectangle 95">
              <a:extLst>
                <a:ext uri="{FF2B5EF4-FFF2-40B4-BE49-F238E27FC236}">
                  <a16:creationId xmlns:a16="http://schemas.microsoft.com/office/drawing/2014/main" id="{8886EA9A-C5FF-A347-84C6-EC7C6AFE8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1536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3" name="Rectangle 96">
              <a:extLst>
                <a:ext uri="{FF2B5EF4-FFF2-40B4-BE49-F238E27FC236}">
                  <a16:creationId xmlns:a16="http://schemas.microsoft.com/office/drawing/2014/main" id="{3E962067-480B-FE47-A3AE-7153A4C45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" y="1525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4" name="Rectangle 97">
              <a:extLst>
                <a:ext uri="{FF2B5EF4-FFF2-40B4-BE49-F238E27FC236}">
                  <a16:creationId xmlns:a16="http://schemas.microsoft.com/office/drawing/2014/main" id="{B4CDB1AD-3C2F-3347-A517-1F1AEEF6D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" y="1527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5" name="Rectangle 98">
              <a:extLst>
                <a:ext uri="{FF2B5EF4-FFF2-40B4-BE49-F238E27FC236}">
                  <a16:creationId xmlns:a16="http://schemas.microsoft.com/office/drawing/2014/main" id="{B0AC5248-EFDD-2142-9FBF-32AD6EF4B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" y="1526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6" name="Group 310">
              <a:extLst>
                <a:ext uri="{FF2B5EF4-FFF2-40B4-BE49-F238E27FC236}">
                  <a16:creationId xmlns:a16="http://schemas.microsoft.com/office/drawing/2014/main" id="{24999875-A88C-FD45-9FAA-ED70B2D1AA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557" name="Rectangle 311">
                <a:extLst>
                  <a:ext uri="{FF2B5EF4-FFF2-40B4-BE49-F238E27FC236}">
                    <a16:creationId xmlns:a16="http://schemas.microsoft.com/office/drawing/2014/main" id="{D865E817-3F6A-2344-8E60-F652C9FDE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8" name="Rectangle 312">
                <a:extLst>
                  <a:ext uri="{FF2B5EF4-FFF2-40B4-BE49-F238E27FC236}">
                    <a16:creationId xmlns:a16="http://schemas.microsoft.com/office/drawing/2014/main" id="{197093E6-8F10-9442-89AF-4F26EE9D4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9" name="Text Box 313">
                <a:extLst>
                  <a:ext uri="{FF2B5EF4-FFF2-40B4-BE49-F238E27FC236}">
                    <a16:creationId xmlns:a16="http://schemas.microsoft.com/office/drawing/2014/main" id="{4A84191B-BE9C-EE49-85DF-BE63E57CAE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</p:grpSp>
      <p:grpSp>
        <p:nvGrpSpPr>
          <p:cNvPr id="560" name="Group 326">
            <a:extLst>
              <a:ext uri="{FF2B5EF4-FFF2-40B4-BE49-F238E27FC236}">
                <a16:creationId xmlns:a16="http://schemas.microsoft.com/office/drawing/2014/main" id="{6035F0FF-3872-4E4A-B014-49029AA39D2F}"/>
              </a:ext>
            </a:extLst>
          </p:cNvPr>
          <p:cNvGrpSpPr>
            <a:grpSpLocks/>
          </p:cNvGrpSpPr>
          <p:nvPr/>
        </p:nvGrpSpPr>
        <p:grpSpPr bwMode="auto">
          <a:xfrm>
            <a:off x="549275" y="4546600"/>
            <a:ext cx="1081088" cy="782638"/>
            <a:chOff x="59" y="863"/>
            <a:chExt cx="681" cy="493"/>
          </a:xfrm>
        </p:grpSpPr>
        <p:grpSp>
          <p:nvGrpSpPr>
            <p:cNvPr id="561" name="Group 68">
              <a:extLst>
                <a:ext uri="{FF2B5EF4-FFF2-40B4-BE49-F238E27FC236}">
                  <a16:creationId xmlns:a16="http://schemas.microsoft.com/office/drawing/2014/main" id="{05F3B1DD-FD64-574D-A15D-8719F0552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723" name="Rectangle 69">
                <a:extLst>
                  <a:ext uri="{FF2B5EF4-FFF2-40B4-BE49-F238E27FC236}">
                    <a16:creationId xmlns:a16="http://schemas.microsoft.com/office/drawing/2014/main" id="{0ECCD2F8-075F-0A4D-B835-3EDF82D22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4" name="Rectangle 70">
                <a:extLst>
                  <a:ext uri="{FF2B5EF4-FFF2-40B4-BE49-F238E27FC236}">
                    <a16:creationId xmlns:a16="http://schemas.microsoft.com/office/drawing/2014/main" id="{EBF470C4-203D-234A-BB30-E9BF4F288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62" name="Group 301">
              <a:extLst>
                <a:ext uri="{FF2B5EF4-FFF2-40B4-BE49-F238E27FC236}">
                  <a16:creationId xmlns:a16="http://schemas.microsoft.com/office/drawing/2014/main" id="{E2F59A8B-1798-8245-B3C6-525C81A835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646" name="Rectangle 59">
                <a:extLst>
                  <a:ext uri="{FF2B5EF4-FFF2-40B4-BE49-F238E27FC236}">
                    <a16:creationId xmlns:a16="http://schemas.microsoft.com/office/drawing/2014/main" id="{9FDB2F95-1041-4549-879B-1B6E036E1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47" name="Rectangle 60">
                <a:extLst>
                  <a:ext uri="{FF2B5EF4-FFF2-40B4-BE49-F238E27FC236}">
                    <a16:creationId xmlns:a16="http://schemas.microsoft.com/office/drawing/2014/main" id="{D867A23D-4E29-624B-9F72-E29177D4C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3" name="Text Box 297">
                <a:extLst>
                  <a:ext uri="{FF2B5EF4-FFF2-40B4-BE49-F238E27FC236}">
                    <a16:creationId xmlns:a16="http://schemas.microsoft.com/office/drawing/2014/main" id="{2CD54253-7CF3-C34D-B65E-37D425B451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563" name="Group 302">
              <a:extLst>
                <a:ext uri="{FF2B5EF4-FFF2-40B4-BE49-F238E27FC236}">
                  <a16:creationId xmlns:a16="http://schemas.microsoft.com/office/drawing/2014/main" id="{27EAE6D6-CC8D-BC4B-985B-D73103885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574" name="Rectangle 303">
                <a:extLst>
                  <a:ext uri="{FF2B5EF4-FFF2-40B4-BE49-F238E27FC236}">
                    <a16:creationId xmlns:a16="http://schemas.microsoft.com/office/drawing/2014/main" id="{161A0B61-4B46-1246-B317-2A22E46F6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5" name="Rectangle 304">
                <a:extLst>
                  <a:ext uri="{FF2B5EF4-FFF2-40B4-BE49-F238E27FC236}">
                    <a16:creationId xmlns:a16="http://schemas.microsoft.com/office/drawing/2014/main" id="{6CF3ECE3-58C4-8F4C-91B7-8E5A9B5C9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6" name="Text Box 305">
                <a:extLst>
                  <a:ext uri="{FF2B5EF4-FFF2-40B4-BE49-F238E27FC236}">
                    <a16:creationId xmlns:a16="http://schemas.microsoft.com/office/drawing/2014/main" id="{BADE4FCB-B8A8-034E-9598-B068A15725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564" name="Group 315">
              <a:extLst>
                <a:ext uri="{FF2B5EF4-FFF2-40B4-BE49-F238E27FC236}">
                  <a16:creationId xmlns:a16="http://schemas.microsoft.com/office/drawing/2014/main" id="{D29235BE-BACD-D946-AB55-0AA77A9B45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565" name="Rectangle 316">
                <a:extLst>
                  <a:ext uri="{FF2B5EF4-FFF2-40B4-BE49-F238E27FC236}">
                    <a16:creationId xmlns:a16="http://schemas.microsoft.com/office/drawing/2014/main" id="{71D1FC90-B0D4-0748-B73C-0C001AABA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6" name="Rectangle 317">
                <a:extLst>
                  <a:ext uri="{FF2B5EF4-FFF2-40B4-BE49-F238E27FC236}">
                    <a16:creationId xmlns:a16="http://schemas.microsoft.com/office/drawing/2014/main" id="{259D6AF6-E31C-B04A-985C-2997A516D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7" name="Rectangle 318">
                <a:extLst>
                  <a:ext uri="{FF2B5EF4-FFF2-40B4-BE49-F238E27FC236}">
                    <a16:creationId xmlns:a16="http://schemas.microsoft.com/office/drawing/2014/main" id="{2A231446-5FA9-CF40-928B-8DF94AD2E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8" name="Rectangle 319">
                <a:extLst>
                  <a:ext uri="{FF2B5EF4-FFF2-40B4-BE49-F238E27FC236}">
                    <a16:creationId xmlns:a16="http://schemas.microsoft.com/office/drawing/2014/main" id="{8323599A-5DB9-4848-8D70-91081A64A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9" name="Rectangle 320">
                <a:extLst>
                  <a:ext uri="{FF2B5EF4-FFF2-40B4-BE49-F238E27FC236}">
                    <a16:creationId xmlns:a16="http://schemas.microsoft.com/office/drawing/2014/main" id="{F497CB89-2EBF-0144-AF05-9D589F900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570" name="Group 321">
                <a:extLst>
                  <a:ext uri="{FF2B5EF4-FFF2-40B4-BE49-F238E27FC236}">
                    <a16:creationId xmlns:a16="http://schemas.microsoft.com/office/drawing/2014/main" id="{BD18992D-86F7-8246-A366-53CBF4FFE4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571" name="Rectangle 322">
                  <a:extLst>
                    <a:ext uri="{FF2B5EF4-FFF2-40B4-BE49-F238E27FC236}">
                      <a16:creationId xmlns:a16="http://schemas.microsoft.com/office/drawing/2014/main" id="{D1798245-1945-B24B-957C-B072AF1AF4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72" name="Rectangle 323">
                  <a:extLst>
                    <a:ext uri="{FF2B5EF4-FFF2-40B4-BE49-F238E27FC236}">
                      <a16:creationId xmlns:a16="http://schemas.microsoft.com/office/drawing/2014/main" id="{E643A63C-1C57-B945-8DAB-10DAD13D9A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73" name="Text Box 324">
                  <a:extLst>
                    <a:ext uri="{FF2B5EF4-FFF2-40B4-BE49-F238E27FC236}">
                      <a16:creationId xmlns:a16="http://schemas.microsoft.com/office/drawing/2014/main" id="{A6BFAAD3-2439-FF41-9F7B-7FAA3A2AAC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SYN</a:t>
                  </a:r>
                </a:p>
              </p:txBody>
            </p:sp>
          </p:grpSp>
        </p:grpSp>
      </p:grpSp>
      <p:grpSp>
        <p:nvGrpSpPr>
          <p:cNvPr id="725" name="Group 336">
            <a:extLst>
              <a:ext uri="{FF2B5EF4-FFF2-40B4-BE49-F238E27FC236}">
                <a16:creationId xmlns:a16="http://schemas.microsoft.com/office/drawing/2014/main" id="{107D05EF-6115-084F-86DB-BA3615F99A17}"/>
              </a:ext>
            </a:extLst>
          </p:cNvPr>
          <p:cNvGrpSpPr>
            <a:grpSpLocks/>
          </p:cNvGrpSpPr>
          <p:nvPr/>
        </p:nvGrpSpPr>
        <p:grpSpPr bwMode="auto"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726" name="Freeform 328">
              <a:extLst>
                <a:ext uri="{FF2B5EF4-FFF2-40B4-BE49-F238E27FC236}">
                  <a16:creationId xmlns:a16="http://schemas.microsoft.com/office/drawing/2014/main" id="{C808993F-94F8-8A45-897A-1CEA5B97A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1912"/>
              <a:ext cx="602" cy="87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9536 w 10000"/>
                <a:gd name="connsiteY1" fmla="*/ 7497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9967"/>
                <a:gd name="connsiteY0" fmla="*/ 0 h 9690"/>
                <a:gd name="connsiteX1" fmla="*/ 9867 w 9967"/>
                <a:gd name="connsiteY1" fmla="*/ 6212 h 9690"/>
                <a:gd name="connsiteX2" fmla="*/ 9967 w 9967"/>
                <a:gd name="connsiteY2" fmla="*/ 9690 h 9690"/>
                <a:gd name="connsiteX3" fmla="*/ 0 w 9967"/>
                <a:gd name="connsiteY3" fmla="*/ 8726 h 9690"/>
                <a:gd name="connsiteX4" fmla="*/ 7550 w 9967"/>
                <a:gd name="connsiteY4" fmla="*/ 8306 h 9690"/>
                <a:gd name="connsiteX5" fmla="*/ 8212 w 9967"/>
                <a:gd name="connsiteY5" fmla="*/ 0 h 9690"/>
                <a:gd name="connsiteX0" fmla="*/ 8239 w 10000"/>
                <a:gd name="connsiteY0" fmla="*/ 0 h 10000"/>
                <a:gd name="connsiteX1" fmla="*/ 9900 w 10000"/>
                <a:gd name="connsiteY1" fmla="*/ 6411 h 10000"/>
                <a:gd name="connsiteX2" fmla="*/ 10000 w 10000"/>
                <a:gd name="connsiteY2" fmla="*/ 10000 h 10000"/>
                <a:gd name="connsiteX3" fmla="*/ 0 w 10000"/>
                <a:gd name="connsiteY3" fmla="*/ 9005 h 10000"/>
                <a:gd name="connsiteX4" fmla="*/ 7575 w 10000"/>
                <a:gd name="connsiteY4" fmla="*/ 8572 h 10000"/>
                <a:gd name="connsiteX5" fmla="*/ 8239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alpha val="82000"/>
                  </a:schemeClr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27" name="Group 329">
              <a:extLst>
                <a:ext uri="{FF2B5EF4-FFF2-40B4-BE49-F238E27FC236}">
                  <a16:creationId xmlns:a16="http://schemas.microsoft.com/office/drawing/2014/main" id="{B5BE8796-97B9-3644-B950-2C1616F27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728" name="Rectangle 330">
                <a:extLst>
                  <a:ext uri="{FF2B5EF4-FFF2-40B4-BE49-F238E27FC236}">
                    <a16:creationId xmlns:a16="http://schemas.microsoft.com/office/drawing/2014/main" id="{91474FC9-D174-724F-8612-26D3BA8DB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9" name="Text Box 331">
                <a:extLst>
                  <a:ext uri="{FF2B5EF4-FFF2-40B4-BE49-F238E27FC236}">
                    <a16:creationId xmlns:a16="http://schemas.microsoft.com/office/drawing/2014/main" id="{A5CD626E-60BB-A74C-964A-D17E6993C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5" y="2954"/>
                <a:ext cx="374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730" name="Line 332">
                <a:extLst>
                  <a:ext uri="{FF2B5EF4-FFF2-40B4-BE49-F238E27FC236}">
                    <a16:creationId xmlns:a16="http://schemas.microsoft.com/office/drawing/2014/main" id="{92735F6A-D69A-0741-B5A9-AD43554A9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1" name="Line 333">
                <a:extLst>
                  <a:ext uri="{FF2B5EF4-FFF2-40B4-BE49-F238E27FC236}">
                    <a16:creationId xmlns:a16="http://schemas.microsoft.com/office/drawing/2014/main" id="{8EFB313E-BEDF-E246-B22C-448C44512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2" name="Line 334">
                <a:extLst>
                  <a:ext uri="{FF2B5EF4-FFF2-40B4-BE49-F238E27FC236}">
                    <a16:creationId xmlns:a16="http://schemas.microsoft.com/office/drawing/2014/main" id="{826CB045-CB87-5742-B58C-FEAC79CB0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3" name="Line 335">
                <a:extLst>
                  <a:ext uri="{FF2B5EF4-FFF2-40B4-BE49-F238E27FC236}">
                    <a16:creationId xmlns:a16="http://schemas.microsoft.com/office/drawing/2014/main" id="{8B5391D7-FC0B-6B43-8C19-675DAEA82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34" name="Group 337">
            <a:extLst>
              <a:ext uri="{FF2B5EF4-FFF2-40B4-BE49-F238E27FC236}">
                <a16:creationId xmlns:a16="http://schemas.microsoft.com/office/drawing/2014/main" id="{BDBCD45F-1F7A-9543-8559-5895A90FD148}"/>
              </a:ext>
            </a:extLst>
          </p:cNvPr>
          <p:cNvGrpSpPr>
            <a:grpSpLocks/>
          </p:cNvGrpSpPr>
          <p:nvPr/>
        </p:nvGrpSpPr>
        <p:grpSpPr bwMode="auto">
          <a:xfrm>
            <a:off x="207962" y="1870075"/>
            <a:ext cx="1081088" cy="782638"/>
            <a:chOff x="59" y="863"/>
            <a:chExt cx="681" cy="493"/>
          </a:xfrm>
        </p:grpSpPr>
        <p:grpSp>
          <p:nvGrpSpPr>
            <p:cNvPr id="735" name="Group 338">
              <a:extLst>
                <a:ext uri="{FF2B5EF4-FFF2-40B4-BE49-F238E27FC236}">
                  <a16:creationId xmlns:a16="http://schemas.microsoft.com/office/drawing/2014/main" id="{0241F242-E3E0-E04C-9D42-A8DA1F4635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754" name="Rectangle 339">
                <a:extLst>
                  <a:ext uri="{FF2B5EF4-FFF2-40B4-BE49-F238E27FC236}">
                    <a16:creationId xmlns:a16="http://schemas.microsoft.com/office/drawing/2014/main" id="{40719677-5F13-A547-B939-37B964C39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5" name="Rectangle 340">
                <a:extLst>
                  <a:ext uri="{FF2B5EF4-FFF2-40B4-BE49-F238E27FC236}">
                    <a16:creationId xmlns:a16="http://schemas.microsoft.com/office/drawing/2014/main" id="{8FBD903F-689E-1E4F-A4E8-B865330E9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736" name="Group 341">
              <a:extLst>
                <a:ext uri="{FF2B5EF4-FFF2-40B4-BE49-F238E27FC236}">
                  <a16:creationId xmlns:a16="http://schemas.microsoft.com/office/drawing/2014/main" id="{D3A49F13-3F7D-AF43-A7B5-75D42D3F0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751" name="Rectangle 342">
                <a:extLst>
                  <a:ext uri="{FF2B5EF4-FFF2-40B4-BE49-F238E27FC236}">
                    <a16:creationId xmlns:a16="http://schemas.microsoft.com/office/drawing/2014/main" id="{6560040F-827B-4144-9A62-12A938DFB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2" name="Rectangle 343">
                <a:extLst>
                  <a:ext uri="{FF2B5EF4-FFF2-40B4-BE49-F238E27FC236}">
                    <a16:creationId xmlns:a16="http://schemas.microsoft.com/office/drawing/2014/main" id="{4979BB7B-93B5-3A44-9BF4-72A3A854B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3" name="Text Box 344">
                <a:extLst>
                  <a:ext uri="{FF2B5EF4-FFF2-40B4-BE49-F238E27FC236}">
                    <a16:creationId xmlns:a16="http://schemas.microsoft.com/office/drawing/2014/main" id="{C02CFF55-650B-AD4A-92D7-CDA2D2C4C1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737" name="Group 345">
              <a:extLst>
                <a:ext uri="{FF2B5EF4-FFF2-40B4-BE49-F238E27FC236}">
                  <a16:creationId xmlns:a16="http://schemas.microsoft.com/office/drawing/2014/main" id="{B6AC2CCC-A76E-2445-8246-899C8784EA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748" name="Rectangle 346">
                <a:extLst>
                  <a:ext uri="{FF2B5EF4-FFF2-40B4-BE49-F238E27FC236}">
                    <a16:creationId xmlns:a16="http://schemas.microsoft.com/office/drawing/2014/main" id="{91D927BE-A5DA-AB48-AF73-32631E45B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9" name="Rectangle 347">
                <a:extLst>
                  <a:ext uri="{FF2B5EF4-FFF2-40B4-BE49-F238E27FC236}">
                    <a16:creationId xmlns:a16="http://schemas.microsoft.com/office/drawing/2014/main" id="{7BE391C6-43DB-3043-B89D-6DEE17F0E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0" name="Text Box 348">
                <a:extLst>
                  <a:ext uri="{FF2B5EF4-FFF2-40B4-BE49-F238E27FC236}">
                    <a16:creationId xmlns:a16="http://schemas.microsoft.com/office/drawing/2014/main" id="{78193E8E-5EDB-3C4B-908D-01FFF86C6A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738" name="Group 349">
              <a:extLst>
                <a:ext uri="{FF2B5EF4-FFF2-40B4-BE49-F238E27FC236}">
                  <a16:creationId xmlns:a16="http://schemas.microsoft.com/office/drawing/2014/main" id="{63AF8189-9A3F-D542-9CEC-58D39BCAEE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739" name="Rectangle 350">
                <a:extLst>
                  <a:ext uri="{FF2B5EF4-FFF2-40B4-BE49-F238E27FC236}">
                    <a16:creationId xmlns:a16="http://schemas.microsoft.com/office/drawing/2014/main" id="{A020A05E-94BF-C640-A8CB-AF123AA2F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0" name="Rectangle 351">
                <a:extLst>
                  <a:ext uri="{FF2B5EF4-FFF2-40B4-BE49-F238E27FC236}">
                    <a16:creationId xmlns:a16="http://schemas.microsoft.com/office/drawing/2014/main" id="{22E1DFE5-9FD3-AA4B-BDC5-018CD8E70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1" name="Rectangle 352">
                <a:extLst>
                  <a:ext uri="{FF2B5EF4-FFF2-40B4-BE49-F238E27FC236}">
                    <a16:creationId xmlns:a16="http://schemas.microsoft.com/office/drawing/2014/main" id="{0849A1A5-14E0-374C-BA02-9C63B614DB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2" name="Rectangle 353">
                <a:extLst>
                  <a:ext uri="{FF2B5EF4-FFF2-40B4-BE49-F238E27FC236}">
                    <a16:creationId xmlns:a16="http://schemas.microsoft.com/office/drawing/2014/main" id="{82BE04FB-4B53-BA46-B018-3B9000714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3" name="Rectangle 354">
                <a:extLst>
                  <a:ext uri="{FF2B5EF4-FFF2-40B4-BE49-F238E27FC236}">
                    <a16:creationId xmlns:a16="http://schemas.microsoft.com/office/drawing/2014/main" id="{13D8F146-B1F3-FA41-A508-298A5DADE5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744" name="Group 355">
                <a:extLst>
                  <a:ext uri="{FF2B5EF4-FFF2-40B4-BE49-F238E27FC236}">
                    <a16:creationId xmlns:a16="http://schemas.microsoft.com/office/drawing/2014/main" id="{87B22912-5DB4-CC4E-8302-A587515DDD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745" name="Rectangle 356">
                  <a:extLst>
                    <a:ext uri="{FF2B5EF4-FFF2-40B4-BE49-F238E27FC236}">
                      <a16:creationId xmlns:a16="http://schemas.microsoft.com/office/drawing/2014/main" id="{E761A945-3F5E-CA4E-A896-C01C89521E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46" name="Rectangle 357">
                  <a:extLst>
                    <a:ext uri="{FF2B5EF4-FFF2-40B4-BE49-F238E27FC236}">
                      <a16:creationId xmlns:a16="http://schemas.microsoft.com/office/drawing/2014/main" id="{84134D3E-13F8-6042-9D38-AF73D970B8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47" name="Text Box 358">
                  <a:extLst>
                    <a:ext uri="{FF2B5EF4-FFF2-40B4-BE49-F238E27FC236}">
                      <a16:creationId xmlns:a16="http://schemas.microsoft.com/office/drawing/2014/main" id="{360C0654-D2F5-A249-98C0-8B4B35A822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SYN</a:t>
                  </a:r>
                </a:p>
              </p:txBody>
            </p:sp>
          </p:grpSp>
        </p:grpSp>
      </p:grpSp>
      <p:sp>
        <p:nvSpPr>
          <p:cNvPr id="756" name="Rectangle 359">
            <a:extLst>
              <a:ext uri="{FF2B5EF4-FFF2-40B4-BE49-F238E27FC236}">
                <a16:creationId xmlns:a16="http://schemas.microsoft.com/office/drawing/2014/main" id="{A9BE400C-E7A8-814F-9EFA-D314343C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788" y="4757738"/>
            <a:ext cx="184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57" name="Group 391">
            <a:extLst>
              <a:ext uri="{FF2B5EF4-FFF2-40B4-BE49-F238E27FC236}">
                <a16:creationId xmlns:a16="http://schemas.microsoft.com/office/drawing/2014/main" id="{17C83498-6185-2647-828E-58DDFAF371A4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4546600"/>
            <a:ext cx="1081087" cy="782638"/>
            <a:chOff x="2675" y="3676"/>
            <a:chExt cx="681" cy="493"/>
          </a:xfrm>
        </p:grpSpPr>
        <p:grpSp>
          <p:nvGrpSpPr>
            <p:cNvPr id="758" name="Group 361">
              <a:extLst>
                <a:ext uri="{FF2B5EF4-FFF2-40B4-BE49-F238E27FC236}">
                  <a16:creationId xmlns:a16="http://schemas.microsoft.com/office/drawing/2014/main" id="{18FD13CD-0315-B647-B6AF-39F23BA874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810" name="Rectangle 362">
                <a:extLst>
                  <a:ext uri="{FF2B5EF4-FFF2-40B4-BE49-F238E27FC236}">
                    <a16:creationId xmlns:a16="http://schemas.microsoft.com/office/drawing/2014/main" id="{9C3274D0-8E72-FF4D-AA28-A8EAE39D6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11" name="Rectangle 363">
                <a:extLst>
                  <a:ext uri="{FF2B5EF4-FFF2-40B4-BE49-F238E27FC236}">
                    <a16:creationId xmlns:a16="http://schemas.microsoft.com/office/drawing/2014/main" id="{2A85A536-6D67-544C-8670-9B17244FB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759" name="Group 382">
              <a:extLst>
                <a:ext uri="{FF2B5EF4-FFF2-40B4-BE49-F238E27FC236}">
                  <a16:creationId xmlns:a16="http://schemas.microsoft.com/office/drawing/2014/main" id="{A64FBDF6-0E86-E740-A72D-FB97797F5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807" name="Rectangle 365">
                <a:extLst>
                  <a:ext uri="{FF2B5EF4-FFF2-40B4-BE49-F238E27FC236}">
                    <a16:creationId xmlns:a16="http://schemas.microsoft.com/office/drawing/2014/main" id="{8E976F92-FA7A-AB47-9B21-9CC5C1911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8" name="Rectangle 366">
                <a:extLst>
                  <a:ext uri="{FF2B5EF4-FFF2-40B4-BE49-F238E27FC236}">
                    <a16:creationId xmlns:a16="http://schemas.microsoft.com/office/drawing/2014/main" id="{6AD327EE-B6BC-D741-A7C2-B834A5D593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9" name="Text Box 367">
                <a:extLst>
                  <a:ext uri="{FF2B5EF4-FFF2-40B4-BE49-F238E27FC236}">
                    <a16:creationId xmlns:a16="http://schemas.microsoft.com/office/drawing/2014/main" id="{96F9A0CD-789B-D04C-9566-4A2973C5EF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sp>
          <p:nvSpPr>
            <p:cNvPr id="760" name="Rectangle 373">
              <a:extLst>
                <a:ext uri="{FF2B5EF4-FFF2-40B4-BE49-F238E27FC236}">
                  <a16:creationId xmlns:a16="http://schemas.microsoft.com/office/drawing/2014/main" id="{F2EBED54-BD1B-ED40-89CC-56E9651CA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1" name="Rectangle 374">
              <a:extLst>
                <a:ext uri="{FF2B5EF4-FFF2-40B4-BE49-F238E27FC236}">
                  <a16:creationId xmlns:a16="http://schemas.microsoft.com/office/drawing/2014/main" id="{74AF0931-1E02-754D-9005-03A58D5C2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2" name="Rectangle 375">
              <a:extLst>
                <a:ext uri="{FF2B5EF4-FFF2-40B4-BE49-F238E27FC236}">
                  <a16:creationId xmlns:a16="http://schemas.microsoft.com/office/drawing/2014/main" id="{9DE1570C-335C-9C44-9681-536C219A3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3" name="Rectangle 376">
              <a:extLst>
                <a:ext uri="{FF2B5EF4-FFF2-40B4-BE49-F238E27FC236}">
                  <a16:creationId xmlns:a16="http://schemas.microsoft.com/office/drawing/2014/main" id="{1A5BAEF7-331F-F14B-B97F-78D5BE86A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4" name="Rectangle 377">
              <a:extLst>
                <a:ext uri="{FF2B5EF4-FFF2-40B4-BE49-F238E27FC236}">
                  <a16:creationId xmlns:a16="http://schemas.microsoft.com/office/drawing/2014/main" id="{84336569-B3A7-6A49-A82B-99D5EC339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65" name="Group 383">
              <a:extLst>
                <a:ext uri="{FF2B5EF4-FFF2-40B4-BE49-F238E27FC236}">
                  <a16:creationId xmlns:a16="http://schemas.microsoft.com/office/drawing/2014/main" id="{28790B64-9067-B544-9439-EB76C10C1F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804" name="Rectangle 384">
                <a:extLst>
                  <a:ext uri="{FF2B5EF4-FFF2-40B4-BE49-F238E27FC236}">
                    <a16:creationId xmlns:a16="http://schemas.microsoft.com/office/drawing/2014/main" id="{BEF7727E-C16B-5F45-BAA7-AE952E8936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5" name="Rectangle 385">
                <a:extLst>
                  <a:ext uri="{FF2B5EF4-FFF2-40B4-BE49-F238E27FC236}">
                    <a16:creationId xmlns:a16="http://schemas.microsoft.com/office/drawing/2014/main" id="{FB8C79D1-4376-1A40-B6C0-F73357935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6" name="Text Box 386">
                <a:extLst>
                  <a:ext uri="{FF2B5EF4-FFF2-40B4-BE49-F238E27FC236}">
                    <a16:creationId xmlns:a16="http://schemas.microsoft.com/office/drawing/2014/main" id="{7D800199-8CF4-F44C-B339-C1A2622895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grpSp>
          <p:nvGrpSpPr>
            <p:cNvPr id="766" name="Group 387">
              <a:extLst>
                <a:ext uri="{FF2B5EF4-FFF2-40B4-BE49-F238E27FC236}">
                  <a16:creationId xmlns:a16="http://schemas.microsoft.com/office/drawing/2014/main" id="{A3096BC9-64B5-ED4E-A43F-70809FA8A1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801" name="Rectangle 388">
                <a:extLst>
                  <a:ext uri="{FF2B5EF4-FFF2-40B4-BE49-F238E27FC236}">
                    <a16:creationId xmlns:a16="http://schemas.microsoft.com/office/drawing/2014/main" id="{F61F578C-8BF0-8341-943D-39CDE967F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2" name="Rectangle 389">
                <a:extLst>
                  <a:ext uri="{FF2B5EF4-FFF2-40B4-BE49-F238E27FC236}">
                    <a16:creationId xmlns:a16="http://schemas.microsoft.com/office/drawing/2014/main" id="{E8B4EC9C-05C8-C142-955E-B40BA2278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3" name="Text Box 390">
                <a:extLst>
                  <a:ext uri="{FF2B5EF4-FFF2-40B4-BE49-F238E27FC236}">
                    <a16:creationId xmlns:a16="http://schemas.microsoft.com/office/drawing/2014/main" id="{AEB443BC-BE15-5740-B309-D2DC97FAE9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grpSp>
        <p:nvGrpSpPr>
          <p:cNvPr id="812" name="Group 423">
            <a:extLst>
              <a:ext uri="{FF2B5EF4-FFF2-40B4-BE49-F238E27FC236}">
                <a16:creationId xmlns:a16="http://schemas.microsoft.com/office/drawing/2014/main" id="{A6880A50-5449-0E46-A5C1-4F3EDBB5D53B}"/>
              </a:ext>
            </a:extLst>
          </p:cNvPr>
          <p:cNvGrpSpPr>
            <a:grpSpLocks/>
          </p:cNvGrpSpPr>
          <p:nvPr/>
        </p:nvGrpSpPr>
        <p:grpSpPr bwMode="auto">
          <a:xfrm>
            <a:off x="211137" y="1868488"/>
            <a:ext cx="1081088" cy="782637"/>
            <a:chOff x="2613" y="3554"/>
            <a:chExt cx="681" cy="493"/>
          </a:xfrm>
        </p:grpSpPr>
        <p:grpSp>
          <p:nvGrpSpPr>
            <p:cNvPr id="813" name="Group 393">
              <a:extLst>
                <a:ext uri="{FF2B5EF4-FFF2-40B4-BE49-F238E27FC236}">
                  <a16:creationId xmlns:a16="http://schemas.microsoft.com/office/drawing/2014/main" id="{C0CC2508-5523-1E46-8737-BE4E4E429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831" name="Rectangle 394">
                <a:extLst>
                  <a:ext uri="{FF2B5EF4-FFF2-40B4-BE49-F238E27FC236}">
                    <a16:creationId xmlns:a16="http://schemas.microsoft.com/office/drawing/2014/main" id="{90649956-CFA3-AB44-82F9-1A40A1314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32" name="Rectangle 395">
                <a:extLst>
                  <a:ext uri="{FF2B5EF4-FFF2-40B4-BE49-F238E27FC236}">
                    <a16:creationId xmlns:a16="http://schemas.microsoft.com/office/drawing/2014/main" id="{8BD70DAB-651C-5047-B975-B174CE645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814" name="Group 396">
              <a:extLst>
                <a:ext uri="{FF2B5EF4-FFF2-40B4-BE49-F238E27FC236}">
                  <a16:creationId xmlns:a16="http://schemas.microsoft.com/office/drawing/2014/main" id="{40C19D6E-09EE-3045-9039-85D4B044B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828" name="Rectangle 397">
                <a:extLst>
                  <a:ext uri="{FF2B5EF4-FFF2-40B4-BE49-F238E27FC236}">
                    <a16:creationId xmlns:a16="http://schemas.microsoft.com/office/drawing/2014/main" id="{66D59E5F-377E-C549-9CE6-0433DF2E0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9" name="Rectangle 398">
                <a:extLst>
                  <a:ext uri="{FF2B5EF4-FFF2-40B4-BE49-F238E27FC236}">
                    <a16:creationId xmlns:a16="http://schemas.microsoft.com/office/drawing/2014/main" id="{D1732789-3643-5E46-94EF-A715FF8A5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30" name="Text Box 399">
                <a:extLst>
                  <a:ext uri="{FF2B5EF4-FFF2-40B4-BE49-F238E27FC236}">
                    <a16:creationId xmlns:a16="http://schemas.microsoft.com/office/drawing/2014/main" id="{D256CEEF-EDB6-0E44-963C-AB56839D6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sp>
          <p:nvSpPr>
            <p:cNvPr id="815" name="Rectangle 400">
              <a:extLst>
                <a:ext uri="{FF2B5EF4-FFF2-40B4-BE49-F238E27FC236}">
                  <a16:creationId xmlns:a16="http://schemas.microsoft.com/office/drawing/2014/main" id="{CAD9F45E-35B7-F24A-8A08-33EC261E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" y="3896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6" name="Rectangle 401">
              <a:extLst>
                <a:ext uri="{FF2B5EF4-FFF2-40B4-BE49-F238E27FC236}">
                  <a16:creationId xmlns:a16="http://schemas.microsoft.com/office/drawing/2014/main" id="{6A723820-5A3C-934C-8004-55656E64C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" y="3921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7" name="Rectangle 402">
              <a:extLst>
                <a:ext uri="{FF2B5EF4-FFF2-40B4-BE49-F238E27FC236}">
                  <a16:creationId xmlns:a16="http://schemas.microsoft.com/office/drawing/2014/main" id="{6334C52D-28B6-7248-A490-DD6B1607A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3910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8" name="Rectangle 403">
              <a:extLst>
                <a:ext uri="{FF2B5EF4-FFF2-40B4-BE49-F238E27FC236}">
                  <a16:creationId xmlns:a16="http://schemas.microsoft.com/office/drawing/2014/main" id="{43965A11-3A3A-9842-98E9-480DC62F6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391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9" name="Rectangle 404">
              <a:extLst>
                <a:ext uri="{FF2B5EF4-FFF2-40B4-BE49-F238E27FC236}">
                  <a16:creationId xmlns:a16="http://schemas.microsoft.com/office/drawing/2014/main" id="{CF02A561-A967-8146-9791-21417B4AD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4" y="391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20" name="Group 405">
              <a:extLst>
                <a:ext uri="{FF2B5EF4-FFF2-40B4-BE49-F238E27FC236}">
                  <a16:creationId xmlns:a16="http://schemas.microsoft.com/office/drawing/2014/main" id="{931BB545-418C-D04E-BE16-C1DDB3B30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825" name="Rectangle 406">
                <a:extLst>
                  <a:ext uri="{FF2B5EF4-FFF2-40B4-BE49-F238E27FC236}">
                    <a16:creationId xmlns:a16="http://schemas.microsoft.com/office/drawing/2014/main" id="{F4D73D91-C3AE-5048-A766-146F05C8D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6" name="Rectangle 407">
                <a:extLst>
                  <a:ext uri="{FF2B5EF4-FFF2-40B4-BE49-F238E27FC236}">
                    <a16:creationId xmlns:a16="http://schemas.microsoft.com/office/drawing/2014/main" id="{06CF0FC6-D090-2D4F-8B68-D98E606A3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7" name="Text Box 408">
                <a:extLst>
                  <a:ext uri="{FF2B5EF4-FFF2-40B4-BE49-F238E27FC236}">
                    <a16:creationId xmlns:a16="http://schemas.microsoft.com/office/drawing/2014/main" id="{B109233B-D33D-6A48-8899-85AA2DD4C2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grpSp>
          <p:nvGrpSpPr>
            <p:cNvPr id="821" name="Group 409">
              <a:extLst>
                <a:ext uri="{FF2B5EF4-FFF2-40B4-BE49-F238E27FC236}">
                  <a16:creationId xmlns:a16="http://schemas.microsoft.com/office/drawing/2014/main" id="{CD622C02-5474-6A42-8C31-C4287EECC1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822" name="Rectangle 410">
                <a:extLst>
                  <a:ext uri="{FF2B5EF4-FFF2-40B4-BE49-F238E27FC236}">
                    <a16:creationId xmlns:a16="http://schemas.microsoft.com/office/drawing/2014/main" id="{C53E0714-5945-D949-987E-678D2F53E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3" name="Rectangle 411">
                <a:extLst>
                  <a:ext uri="{FF2B5EF4-FFF2-40B4-BE49-F238E27FC236}">
                    <a16:creationId xmlns:a16="http://schemas.microsoft.com/office/drawing/2014/main" id="{74E3AA68-A459-0A4D-A8C4-09CDD067BC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4" name="Text Box 412">
                <a:extLst>
                  <a:ext uri="{FF2B5EF4-FFF2-40B4-BE49-F238E27FC236}">
                    <a16:creationId xmlns:a16="http://schemas.microsoft.com/office/drawing/2014/main" id="{8CCC7B6F-8CBE-7B40-BA63-57B01F1C6D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grpSp>
        <p:nvGrpSpPr>
          <p:cNvPr id="833" name="Group 422">
            <a:extLst>
              <a:ext uri="{FF2B5EF4-FFF2-40B4-BE49-F238E27FC236}">
                <a16:creationId xmlns:a16="http://schemas.microsoft.com/office/drawing/2014/main" id="{4A286599-58F8-7C4A-A7A6-AE8BCFB5D157}"/>
              </a:ext>
            </a:extLst>
          </p:cNvPr>
          <p:cNvGrpSpPr>
            <a:grpSpLocks/>
          </p:cNvGrpSpPr>
          <p:nvPr/>
        </p:nvGrpSpPr>
        <p:grpSpPr bwMode="auto">
          <a:xfrm>
            <a:off x="552450" y="5076825"/>
            <a:ext cx="1081088" cy="244475"/>
            <a:chOff x="2709" y="3989"/>
            <a:chExt cx="681" cy="154"/>
          </a:xfrm>
        </p:grpSpPr>
        <p:sp>
          <p:nvSpPr>
            <p:cNvPr id="834" name="Rectangle 413">
              <a:extLst>
                <a:ext uri="{FF2B5EF4-FFF2-40B4-BE49-F238E27FC236}">
                  <a16:creationId xmlns:a16="http://schemas.microsoft.com/office/drawing/2014/main" id="{FD8A8249-C601-C946-91D0-25E0C9B3D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9" y="3992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5" name="Rectangle 414">
              <a:extLst>
                <a:ext uri="{FF2B5EF4-FFF2-40B4-BE49-F238E27FC236}">
                  <a16:creationId xmlns:a16="http://schemas.microsoft.com/office/drawing/2014/main" id="{9BE238B3-D908-7344-ACF3-4F7D0E8BE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17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6" name="Rectangle 415">
              <a:extLst>
                <a:ext uri="{FF2B5EF4-FFF2-40B4-BE49-F238E27FC236}">
                  <a16:creationId xmlns:a16="http://schemas.microsoft.com/office/drawing/2014/main" id="{D85BA8BC-478D-F344-8115-DC7B5B39F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8" y="4006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7" name="Rectangle 416">
              <a:extLst>
                <a:ext uri="{FF2B5EF4-FFF2-40B4-BE49-F238E27FC236}">
                  <a16:creationId xmlns:a16="http://schemas.microsoft.com/office/drawing/2014/main" id="{7E72D931-C69A-D547-A589-54D811811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4008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8" name="Rectangle 417">
              <a:extLst>
                <a:ext uri="{FF2B5EF4-FFF2-40B4-BE49-F238E27FC236}">
                  <a16:creationId xmlns:a16="http://schemas.microsoft.com/office/drawing/2014/main" id="{96929BF6-5BEC-064E-823F-64C7B6097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4007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39" name="Group 418">
              <a:extLst>
                <a:ext uri="{FF2B5EF4-FFF2-40B4-BE49-F238E27FC236}">
                  <a16:creationId xmlns:a16="http://schemas.microsoft.com/office/drawing/2014/main" id="{B9FE97D1-EB90-084D-832B-370177733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840" name="Rectangle 419">
                <a:extLst>
                  <a:ext uri="{FF2B5EF4-FFF2-40B4-BE49-F238E27FC236}">
                    <a16:creationId xmlns:a16="http://schemas.microsoft.com/office/drawing/2014/main" id="{A7398EAD-94A6-2C46-88ED-F3EAEE4C7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41" name="Rectangle 420">
                <a:extLst>
                  <a:ext uri="{FF2B5EF4-FFF2-40B4-BE49-F238E27FC236}">
                    <a16:creationId xmlns:a16="http://schemas.microsoft.com/office/drawing/2014/main" id="{4C167B55-EB55-FD4C-A289-D74D3CBC3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42" name="Text Box 421">
                <a:extLst>
                  <a:ext uri="{FF2B5EF4-FFF2-40B4-BE49-F238E27FC236}">
                    <a16:creationId xmlns:a16="http://schemas.microsoft.com/office/drawing/2014/main" id="{B28E28A9-E5F1-E142-B8BF-E0874F48D6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sp>
        <p:nvSpPr>
          <p:cNvPr id="843" name="Rectangle 424">
            <a:extLst>
              <a:ext uri="{FF2B5EF4-FFF2-40B4-BE49-F238E27FC236}">
                <a16:creationId xmlns:a16="http://schemas.microsoft.com/office/drawing/2014/main" id="{6E37BF3E-D4DC-974D-992C-BCA1B9A0E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594" y="4084709"/>
            <a:ext cx="4652603" cy="1254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Web server responds with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TCP SYN-ACK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(step 2 in TCP 3-way handshake)</a:t>
            </a:r>
            <a:endParaRPr lang="en-US" sz="2800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077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44444E-6 C 0.00052 0.02477 -0.0017 0.01806 -0.00117 0.04468 L 0.30299 0.04584 C 0.25677 0.14121 0.25455 0.14862 0.20924 0.23473 C 0.26836 0.18542 0.34922 0.13797 0.40846 0.08843 C 0.35976 0.20903 0.30924 0.34121 0.2612 0.46181 L 0.02838 0.46274 C 0.02838 0.42547 0.02786 0.42223 0.02786 0.38588 " pathEditMode="relative" rAng="0" ptsTypes="AAAAAAAA">
                                      <p:cBhvr>
                                        <p:cTn id="29" dur="3000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65" y="2312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92 L -0.00052 0.09421 L 0.25287 0.09121 L 0.39297 -0.29166 L 0.18503 -0.15208 L 0.28034 -0.33079 L -0.02916 -0.3331 C -0.02916 -0.3618 -0.02916 -0.3618 -0.02877 -0.39051 " pathEditMode="relative" rAng="0" ptsTypes="AAAAAAAA">
                                      <p:cBhvr>
                                        <p:cTn id="66" dur="30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42" y="-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10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" grpId="0"/>
      <p:bldP spid="548" grpId="0"/>
      <p:bldP spid="549" grpId="0"/>
      <p:bldP spid="8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999694" cy="894622"/>
          </a:xfrm>
        </p:spPr>
        <p:txBody>
          <a:bodyPr>
            <a:noAutofit/>
          </a:bodyPr>
          <a:lstStyle/>
          <a:p>
            <a:r>
              <a:rPr lang="en-US" b="0" dirty="0">
                <a:latin typeface="+mn-lt"/>
              </a:rPr>
              <a:t>A </a:t>
            </a:r>
            <a:r>
              <a:rPr lang="en-US" altLang="zh-CN" b="0" dirty="0">
                <a:latin typeface="+mn-lt"/>
              </a:rPr>
              <a:t>D</a:t>
            </a:r>
            <a:r>
              <a:rPr lang="en-US" b="0" dirty="0">
                <a:latin typeface="+mn-lt"/>
              </a:rPr>
              <a:t>ay in the Life… HTTP Request/Reply </a:t>
            </a:r>
            <a:endParaRPr lang="en-US" sz="3200" b="0" dirty="0">
              <a:latin typeface="+mn-lt"/>
            </a:endParaRPr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3" y="1792392"/>
            <a:ext cx="3486028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0" name="Freeform 94">
            <a:extLst>
              <a:ext uri="{FF2B5EF4-FFF2-40B4-BE49-F238E27FC236}">
                <a16:creationId xmlns:a16="http://schemas.microsoft.com/office/drawing/2014/main" id="{DB154763-7D17-3045-99D6-33E2B8DEBEF3}"/>
              </a:ext>
            </a:extLst>
          </p:cNvPr>
          <p:cNvSpPr>
            <a:spLocks/>
          </p:cNvSpPr>
          <p:nvPr/>
        </p:nvSpPr>
        <p:spPr bwMode="auto">
          <a:xfrm>
            <a:off x="915707" y="47643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1" name="Line 134">
            <a:extLst>
              <a:ext uri="{FF2B5EF4-FFF2-40B4-BE49-F238E27FC236}">
                <a16:creationId xmlns:a16="http://schemas.microsoft.com/office/drawing/2014/main" id="{23269057-3E10-0842-B50F-AD9089B214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6607" y="36928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3" name="Line 136">
            <a:extLst>
              <a:ext uri="{FF2B5EF4-FFF2-40B4-BE49-F238E27FC236}">
                <a16:creationId xmlns:a16="http://schemas.microsoft.com/office/drawing/2014/main" id="{3AFEBAD8-BCD5-3045-B4AF-E50B6AEA17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5795" y="55120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4" name="Text Box 137">
            <a:extLst>
              <a:ext uri="{FF2B5EF4-FFF2-40B4-BE49-F238E27FC236}">
                <a16:creationId xmlns:a16="http://schemas.microsoft.com/office/drawing/2014/main" id="{B02E6458-4F99-D348-B986-C3DBF7171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05" name="Text Box 138">
            <a:extLst>
              <a:ext uri="{FF2B5EF4-FFF2-40B4-BE49-F238E27FC236}">
                <a16:creationId xmlns:a16="http://schemas.microsoft.com/office/drawing/2014/main" id="{B04C2766-4464-6446-87AB-67B8CB7F6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 web server</a:t>
            </a:r>
          </a:p>
        </p:txBody>
      </p:sp>
      <p:grpSp>
        <p:nvGrpSpPr>
          <p:cNvPr id="312" name="Group 194">
            <a:extLst>
              <a:ext uri="{FF2B5EF4-FFF2-40B4-BE49-F238E27FC236}">
                <a16:creationId xmlns:a16="http://schemas.microsoft.com/office/drawing/2014/main" id="{E84BEC05-5A7F-224F-95D4-9DAB0F871EA1}"/>
              </a:ext>
            </a:extLst>
          </p:cNvPr>
          <p:cNvGrpSpPr>
            <a:grpSpLocks/>
          </p:cNvGrpSpPr>
          <p:nvPr/>
        </p:nvGrpSpPr>
        <p:grpSpPr bwMode="auto">
          <a:xfrm>
            <a:off x="3765270" y="5718455"/>
            <a:ext cx="295275" cy="114300"/>
            <a:chOff x="3228" y="1776"/>
            <a:chExt cx="252" cy="96"/>
          </a:xfrm>
        </p:grpSpPr>
        <p:sp>
          <p:nvSpPr>
            <p:cNvPr id="313" name="Line 195">
              <a:extLst>
                <a:ext uri="{FF2B5EF4-FFF2-40B4-BE49-F238E27FC236}">
                  <a16:creationId xmlns:a16="http://schemas.microsoft.com/office/drawing/2014/main" id="{5A3176AD-244A-FC40-803C-74F3441D6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4" name="Line 196">
              <a:extLst>
                <a:ext uri="{FF2B5EF4-FFF2-40B4-BE49-F238E27FC236}">
                  <a16:creationId xmlns:a16="http://schemas.microsoft.com/office/drawing/2014/main" id="{6B3ADCCD-5CCA-E245-804F-105E3A97E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5" name="Group 197">
            <a:extLst>
              <a:ext uri="{FF2B5EF4-FFF2-40B4-BE49-F238E27FC236}">
                <a16:creationId xmlns:a16="http://schemas.microsoft.com/office/drawing/2014/main" id="{11561174-0DD6-384F-ADA8-7238039F917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403445" y="5718455"/>
            <a:ext cx="295275" cy="114300"/>
            <a:chOff x="3228" y="1776"/>
            <a:chExt cx="252" cy="96"/>
          </a:xfrm>
        </p:grpSpPr>
        <p:sp>
          <p:nvSpPr>
            <p:cNvPr id="316" name="Line 198">
              <a:extLst>
                <a:ext uri="{FF2B5EF4-FFF2-40B4-BE49-F238E27FC236}">
                  <a16:creationId xmlns:a16="http://schemas.microsoft.com/office/drawing/2014/main" id="{163D3623-F55F-6248-89FA-5C316BDD2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7" name="Line 199">
              <a:extLst>
                <a:ext uri="{FF2B5EF4-FFF2-40B4-BE49-F238E27FC236}">
                  <a16:creationId xmlns:a16="http://schemas.microsoft.com/office/drawing/2014/main" id="{00F61339-BB36-F44F-AD77-22B4AA912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8" name="Group 200">
            <a:extLst>
              <a:ext uri="{FF2B5EF4-FFF2-40B4-BE49-F238E27FC236}">
                <a16:creationId xmlns:a16="http://schemas.microsoft.com/office/drawing/2014/main" id="{99A70FAB-0459-7A43-BC2D-6A7CFE6F862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608232" y="5423180"/>
            <a:ext cx="295275" cy="114300"/>
            <a:chOff x="3228" y="1776"/>
            <a:chExt cx="252" cy="96"/>
          </a:xfrm>
        </p:grpSpPr>
        <p:sp>
          <p:nvSpPr>
            <p:cNvPr id="319" name="Line 201">
              <a:extLst>
                <a:ext uri="{FF2B5EF4-FFF2-40B4-BE49-F238E27FC236}">
                  <a16:creationId xmlns:a16="http://schemas.microsoft.com/office/drawing/2014/main" id="{DAF385D4-A4D0-AA41-8C33-83D0C4D89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0" name="Line 202">
              <a:extLst>
                <a:ext uri="{FF2B5EF4-FFF2-40B4-BE49-F238E27FC236}">
                  <a16:creationId xmlns:a16="http://schemas.microsoft.com/office/drawing/2014/main" id="{9EF706F5-A8DC-BF46-B040-1A4D47171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34858D1-1FE7-0841-97C3-49C70001FDDA}"/>
              </a:ext>
            </a:extLst>
          </p:cNvPr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372B1AC8-74B7-C34C-8289-9B65FDFB6CC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2961F798-D661-3D46-B5CE-6D402C201D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673344D6-1FC8-1A47-97EC-9418BA45005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7C4028CC-B424-154D-BD93-E61E50C24CE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552CB30F-0709-FE43-BD31-587F8E1B154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F3ECD5A3-700D-4346-A225-E4F327AF7D7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8FD5A214-3BBB-7F48-B4FD-71505D61E3A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248">
            <a:extLst>
              <a:ext uri="{FF2B5EF4-FFF2-40B4-BE49-F238E27FC236}">
                <a16:creationId xmlns:a16="http://schemas.microsoft.com/office/drawing/2014/main" id="{78FE3AED-24A8-6C4B-823D-34D843152649}"/>
              </a:ext>
            </a:extLst>
          </p:cNvPr>
          <p:cNvGrpSpPr>
            <a:grpSpLocks/>
          </p:cNvGrpSpPr>
          <p:nvPr/>
        </p:nvGrpSpPr>
        <p:grpSpPr bwMode="auto"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346" name="Freeform 148">
              <a:extLst>
                <a:ext uri="{FF2B5EF4-FFF2-40B4-BE49-F238E27FC236}">
                  <a16:creationId xmlns:a16="http://schemas.microsoft.com/office/drawing/2014/main" id="{85451C8D-4747-E845-BDD8-6D7746970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Rectangle 149">
              <a:extLst>
                <a:ext uri="{FF2B5EF4-FFF2-40B4-BE49-F238E27FC236}">
                  <a16:creationId xmlns:a16="http://schemas.microsoft.com/office/drawing/2014/main" id="{720F8F77-9254-F144-9D40-FF595E87F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8" name="Freeform 150">
              <a:extLst>
                <a:ext uri="{FF2B5EF4-FFF2-40B4-BE49-F238E27FC236}">
                  <a16:creationId xmlns:a16="http://schemas.microsoft.com/office/drawing/2014/main" id="{6A486C96-F765-2943-90E4-63862879C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9" name="Freeform 151">
              <a:extLst>
                <a:ext uri="{FF2B5EF4-FFF2-40B4-BE49-F238E27FC236}">
                  <a16:creationId xmlns:a16="http://schemas.microsoft.com/office/drawing/2014/main" id="{A86769A5-BBB3-024C-B65A-503F62823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Rectangle 152">
              <a:extLst>
                <a:ext uri="{FF2B5EF4-FFF2-40B4-BE49-F238E27FC236}">
                  <a16:creationId xmlns:a16="http://schemas.microsoft.com/office/drawing/2014/main" id="{EDEA3D72-19C4-0445-996E-0463B4F73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1" name="Group 153">
              <a:extLst>
                <a:ext uri="{FF2B5EF4-FFF2-40B4-BE49-F238E27FC236}">
                  <a16:creationId xmlns:a16="http://schemas.microsoft.com/office/drawing/2014/main" id="{1F11C69D-094E-F747-B5C0-2DA1FE020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6" name="AutoShape 154">
                <a:extLst>
                  <a:ext uri="{FF2B5EF4-FFF2-40B4-BE49-F238E27FC236}">
                    <a16:creationId xmlns:a16="http://schemas.microsoft.com/office/drawing/2014/main" id="{C55CA8C4-32A7-154A-B758-95A762915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7" name="AutoShape 155">
                <a:extLst>
                  <a:ext uri="{FF2B5EF4-FFF2-40B4-BE49-F238E27FC236}">
                    <a16:creationId xmlns:a16="http://schemas.microsoft.com/office/drawing/2014/main" id="{7184AF16-B87E-9F43-917C-2C88AAEF0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2" name="Rectangle 156">
              <a:extLst>
                <a:ext uri="{FF2B5EF4-FFF2-40B4-BE49-F238E27FC236}">
                  <a16:creationId xmlns:a16="http://schemas.microsoft.com/office/drawing/2014/main" id="{48FF4647-B309-D64A-B015-19391B161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3" name="Group 157">
              <a:extLst>
                <a:ext uri="{FF2B5EF4-FFF2-40B4-BE49-F238E27FC236}">
                  <a16:creationId xmlns:a16="http://schemas.microsoft.com/office/drawing/2014/main" id="{BABA5FE5-37CC-EC4C-BDFC-7DCFD023A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4" name="AutoShape 158">
                <a:extLst>
                  <a:ext uri="{FF2B5EF4-FFF2-40B4-BE49-F238E27FC236}">
                    <a16:creationId xmlns:a16="http://schemas.microsoft.com/office/drawing/2014/main" id="{5C52FD21-5CA0-3043-8E83-A75B2F33F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5" name="AutoShape 159">
                <a:extLst>
                  <a:ext uri="{FF2B5EF4-FFF2-40B4-BE49-F238E27FC236}">
                    <a16:creationId xmlns:a16="http://schemas.microsoft.com/office/drawing/2014/main" id="{9026DFAE-BC0A-DB40-AA40-5414F6E19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4" name="Rectangle 160">
              <a:extLst>
                <a:ext uri="{FF2B5EF4-FFF2-40B4-BE49-F238E27FC236}">
                  <a16:creationId xmlns:a16="http://schemas.microsoft.com/office/drawing/2014/main" id="{B0BD4174-1E2C-CC47-8B22-39E3AD432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Rectangle 161">
              <a:extLst>
                <a:ext uri="{FF2B5EF4-FFF2-40B4-BE49-F238E27FC236}">
                  <a16:creationId xmlns:a16="http://schemas.microsoft.com/office/drawing/2014/main" id="{5D1D6DF0-40D7-0D45-A917-4840AE931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6" name="Group 162">
              <a:extLst>
                <a:ext uri="{FF2B5EF4-FFF2-40B4-BE49-F238E27FC236}">
                  <a16:creationId xmlns:a16="http://schemas.microsoft.com/office/drawing/2014/main" id="{7594B754-6C4A-7748-BFD2-4996DB6EF7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2" name="AutoShape 163">
                <a:extLst>
                  <a:ext uri="{FF2B5EF4-FFF2-40B4-BE49-F238E27FC236}">
                    <a16:creationId xmlns:a16="http://schemas.microsoft.com/office/drawing/2014/main" id="{5F147DEA-3B24-5D47-B987-8996EBD1E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3" name="AutoShape 164">
                <a:extLst>
                  <a:ext uri="{FF2B5EF4-FFF2-40B4-BE49-F238E27FC236}">
                    <a16:creationId xmlns:a16="http://schemas.microsoft.com/office/drawing/2014/main" id="{ED721BA0-A51B-AB48-8703-6EE160A82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7" name="Freeform 165">
              <a:extLst>
                <a:ext uri="{FF2B5EF4-FFF2-40B4-BE49-F238E27FC236}">
                  <a16:creationId xmlns:a16="http://schemas.microsoft.com/office/drawing/2014/main" id="{780D91FC-F251-D942-B17A-68640A718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8" name="Group 166">
              <a:extLst>
                <a:ext uri="{FF2B5EF4-FFF2-40B4-BE49-F238E27FC236}">
                  <a16:creationId xmlns:a16="http://schemas.microsoft.com/office/drawing/2014/main" id="{C9B91C48-BF55-C149-9929-BFB6413B7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0" name="AutoShape 167">
                <a:extLst>
                  <a:ext uri="{FF2B5EF4-FFF2-40B4-BE49-F238E27FC236}">
                    <a16:creationId xmlns:a16="http://schemas.microsoft.com/office/drawing/2014/main" id="{CA38CE73-BBD3-F144-8AD8-FFFF8346D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1" name="AutoShape 168">
                <a:extLst>
                  <a:ext uri="{FF2B5EF4-FFF2-40B4-BE49-F238E27FC236}">
                    <a16:creationId xmlns:a16="http://schemas.microsoft.com/office/drawing/2014/main" id="{FCAA7936-D811-CE4C-92B6-2D0E1B549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9" name="Rectangle 169">
              <a:extLst>
                <a:ext uri="{FF2B5EF4-FFF2-40B4-BE49-F238E27FC236}">
                  <a16:creationId xmlns:a16="http://schemas.microsoft.com/office/drawing/2014/main" id="{86075665-1B3C-684E-8884-99FC7886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0" name="Freeform 170">
              <a:extLst>
                <a:ext uri="{FF2B5EF4-FFF2-40B4-BE49-F238E27FC236}">
                  <a16:creationId xmlns:a16="http://schemas.microsoft.com/office/drawing/2014/main" id="{3F8E3655-B42F-284B-8ADF-B4BA131AB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Freeform 171">
              <a:extLst>
                <a:ext uri="{FF2B5EF4-FFF2-40B4-BE49-F238E27FC236}">
                  <a16:creationId xmlns:a16="http://schemas.microsoft.com/office/drawing/2014/main" id="{3E7B122E-A4D1-0149-86F1-E7947F9C7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Oval 172">
              <a:extLst>
                <a:ext uri="{FF2B5EF4-FFF2-40B4-BE49-F238E27FC236}">
                  <a16:creationId xmlns:a16="http://schemas.microsoft.com/office/drawing/2014/main" id="{3A381F49-16C5-C44C-8033-6EB7B98D6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3" name="Freeform 173">
              <a:extLst>
                <a:ext uri="{FF2B5EF4-FFF2-40B4-BE49-F238E27FC236}">
                  <a16:creationId xmlns:a16="http://schemas.microsoft.com/office/drawing/2014/main" id="{53DD2DD1-F942-774A-9AD8-909D94CF0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4" name="AutoShape 174">
              <a:extLst>
                <a:ext uri="{FF2B5EF4-FFF2-40B4-BE49-F238E27FC236}">
                  <a16:creationId xmlns:a16="http://schemas.microsoft.com/office/drawing/2014/main" id="{51AB5E8C-DA29-F543-AA82-E3C0444BB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5" name="AutoShape 175">
              <a:extLst>
                <a:ext uri="{FF2B5EF4-FFF2-40B4-BE49-F238E27FC236}">
                  <a16:creationId xmlns:a16="http://schemas.microsoft.com/office/drawing/2014/main" id="{ECC97CA2-9BF9-AC42-93A7-08F531929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Oval 176">
              <a:extLst>
                <a:ext uri="{FF2B5EF4-FFF2-40B4-BE49-F238E27FC236}">
                  <a16:creationId xmlns:a16="http://schemas.microsoft.com/office/drawing/2014/main" id="{7DFF487A-620D-B94B-8455-1E84061B6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7" name="Oval 177">
              <a:extLst>
                <a:ext uri="{FF2B5EF4-FFF2-40B4-BE49-F238E27FC236}">
                  <a16:creationId xmlns:a16="http://schemas.microsoft.com/office/drawing/2014/main" id="{A16BD41A-B6A4-D04A-8EB2-0316CCD30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8" name="Oval 178">
              <a:extLst>
                <a:ext uri="{FF2B5EF4-FFF2-40B4-BE49-F238E27FC236}">
                  <a16:creationId xmlns:a16="http://schemas.microsoft.com/office/drawing/2014/main" id="{FC2BA1AF-4A9A-4243-B0EC-76AAE9F13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Rectangle 179">
              <a:extLst>
                <a:ext uri="{FF2B5EF4-FFF2-40B4-BE49-F238E27FC236}">
                  <a16:creationId xmlns:a16="http://schemas.microsoft.com/office/drawing/2014/main" id="{8BFA87B3-0B70-5640-BD33-A553E40D4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33" name="Group 43">
            <a:extLst>
              <a:ext uri="{FF2B5EF4-FFF2-40B4-BE49-F238E27FC236}">
                <a16:creationId xmlns:a16="http://schemas.microsoft.com/office/drawing/2014/main" id="{C4F663FE-5F45-CE47-85DD-15B11F49D43C}"/>
              </a:ext>
            </a:extLst>
          </p:cNvPr>
          <p:cNvGrpSpPr>
            <a:grpSpLocks/>
          </p:cNvGrpSpPr>
          <p:nvPr/>
        </p:nvGrpSpPr>
        <p:grpSpPr bwMode="auto"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534" name="Freeform 44">
              <a:extLst>
                <a:ext uri="{FF2B5EF4-FFF2-40B4-BE49-F238E27FC236}">
                  <a16:creationId xmlns:a16="http://schemas.microsoft.com/office/drawing/2014/main" id="{891F45F2-C6F3-C642-99A3-916BE7A36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7951 w 10000"/>
                <a:gd name="connsiteY3" fmla="*/ 8723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alpha val="78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5" name="Group 45">
              <a:extLst>
                <a:ext uri="{FF2B5EF4-FFF2-40B4-BE49-F238E27FC236}">
                  <a16:creationId xmlns:a16="http://schemas.microsoft.com/office/drawing/2014/main" id="{03424AF6-F140-5044-B424-F839DC56C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536" name="Rectangle 46">
                <a:extLst>
                  <a:ext uri="{FF2B5EF4-FFF2-40B4-BE49-F238E27FC236}">
                    <a16:creationId xmlns:a16="http://schemas.microsoft.com/office/drawing/2014/main" id="{2A83F15E-AC56-9047-933E-C7FC4B751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7" name="Text Box 47">
                <a:extLst>
                  <a:ext uri="{FF2B5EF4-FFF2-40B4-BE49-F238E27FC236}">
                    <a16:creationId xmlns:a16="http://schemas.microsoft.com/office/drawing/2014/main" id="{40B4C487-0D29-384E-9FBF-2933FC189F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538" name="Line 48">
                <a:extLst>
                  <a:ext uri="{FF2B5EF4-FFF2-40B4-BE49-F238E27FC236}">
                    <a16:creationId xmlns:a16="http://schemas.microsoft.com/office/drawing/2014/main" id="{E5855A0A-4145-524E-AF03-40B19030B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9" name="Line 49">
                <a:extLst>
                  <a:ext uri="{FF2B5EF4-FFF2-40B4-BE49-F238E27FC236}">
                    <a16:creationId xmlns:a16="http://schemas.microsoft.com/office/drawing/2014/main" id="{5337342B-4FDA-0646-A04C-3117B3209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Line 50">
                <a:extLst>
                  <a:ext uri="{FF2B5EF4-FFF2-40B4-BE49-F238E27FC236}">
                    <a16:creationId xmlns:a16="http://schemas.microsoft.com/office/drawing/2014/main" id="{B1569789-ADB1-1343-8746-60FF932C5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1" name="Line 51">
                <a:extLst>
                  <a:ext uri="{FF2B5EF4-FFF2-40B4-BE49-F238E27FC236}">
                    <a16:creationId xmlns:a16="http://schemas.microsoft.com/office/drawing/2014/main" id="{3227A074-26EB-4F40-9804-D2ECB13D8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25" name="Group 336">
            <a:extLst>
              <a:ext uri="{FF2B5EF4-FFF2-40B4-BE49-F238E27FC236}">
                <a16:creationId xmlns:a16="http://schemas.microsoft.com/office/drawing/2014/main" id="{107D05EF-6115-084F-86DB-BA3615F99A17}"/>
              </a:ext>
            </a:extLst>
          </p:cNvPr>
          <p:cNvGrpSpPr>
            <a:grpSpLocks/>
          </p:cNvGrpSpPr>
          <p:nvPr/>
        </p:nvGrpSpPr>
        <p:grpSpPr bwMode="auto"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726" name="Freeform 328">
              <a:extLst>
                <a:ext uri="{FF2B5EF4-FFF2-40B4-BE49-F238E27FC236}">
                  <a16:creationId xmlns:a16="http://schemas.microsoft.com/office/drawing/2014/main" id="{C808993F-94F8-8A45-897A-1CEA5B97A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1912"/>
              <a:ext cx="602" cy="87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9536 w 10000"/>
                <a:gd name="connsiteY1" fmla="*/ 7497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9967"/>
                <a:gd name="connsiteY0" fmla="*/ 0 h 9690"/>
                <a:gd name="connsiteX1" fmla="*/ 9867 w 9967"/>
                <a:gd name="connsiteY1" fmla="*/ 6212 h 9690"/>
                <a:gd name="connsiteX2" fmla="*/ 9967 w 9967"/>
                <a:gd name="connsiteY2" fmla="*/ 9690 h 9690"/>
                <a:gd name="connsiteX3" fmla="*/ 0 w 9967"/>
                <a:gd name="connsiteY3" fmla="*/ 8726 h 9690"/>
                <a:gd name="connsiteX4" fmla="*/ 7550 w 9967"/>
                <a:gd name="connsiteY4" fmla="*/ 8306 h 9690"/>
                <a:gd name="connsiteX5" fmla="*/ 8212 w 9967"/>
                <a:gd name="connsiteY5" fmla="*/ 0 h 9690"/>
                <a:gd name="connsiteX0" fmla="*/ 8239 w 10000"/>
                <a:gd name="connsiteY0" fmla="*/ 0 h 10000"/>
                <a:gd name="connsiteX1" fmla="*/ 9900 w 10000"/>
                <a:gd name="connsiteY1" fmla="*/ 6411 h 10000"/>
                <a:gd name="connsiteX2" fmla="*/ 10000 w 10000"/>
                <a:gd name="connsiteY2" fmla="*/ 10000 h 10000"/>
                <a:gd name="connsiteX3" fmla="*/ 0 w 10000"/>
                <a:gd name="connsiteY3" fmla="*/ 9005 h 10000"/>
                <a:gd name="connsiteX4" fmla="*/ 7575 w 10000"/>
                <a:gd name="connsiteY4" fmla="*/ 8572 h 10000"/>
                <a:gd name="connsiteX5" fmla="*/ 8239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alpha val="82000"/>
                  </a:schemeClr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27" name="Group 329">
              <a:extLst>
                <a:ext uri="{FF2B5EF4-FFF2-40B4-BE49-F238E27FC236}">
                  <a16:creationId xmlns:a16="http://schemas.microsoft.com/office/drawing/2014/main" id="{B5BE8796-97B9-3644-B950-2C1616F27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728" name="Rectangle 330">
                <a:extLst>
                  <a:ext uri="{FF2B5EF4-FFF2-40B4-BE49-F238E27FC236}">
                    <a16:creationId xmlns:a16="http://schemas.microsoft.com/office/drawing/2014/main" id="{91474FC9-D174-724F-8612-26D3BA8DB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9" name="Text Box 331">
                <a:extLst>
                  <a:ext uri="{FF2B5EF4-FFF2-40B4-BE49-F238E27FC236}">
                    <a16:creationId xmlns:a16="http://schemas.microsoft.com/office/drawing/2014/main" id="{A5CD626E-60BB-A74C-964A-D17E6993C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730" name="Line 332">
                <a:extLst>
                  <a:ext uri="{FF2B5EF4-FFF2-40B4-BE49-F238E27FC236}">
                    <a16:creationId xmlns:a16="http://schemas.microsoft.com/office/drawing/2014/main" id="{92735F6A-D69A-0741-B5A9-AD43554A9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1" name="Line 333">
                <a:extLst>
                  <a:ext uri="{FF2B5EF4-FFF2-40B4-BE49-F238E27FC236}">
                    <a16:creationId xmlns:a16="http://schemas.microsoft.com/office/drawing/2014/main" id="{8EFB313E-BEDF-E246-B22C-448C44512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2" name="Line 334">
                <a:extLst>
                  <a:ext uri="{FF2B5EF4-FFF2-40B4-BE49-F238E27FC236}">
                    <a16:creationId xmlns:a16="http://schemas.microsoft.com/office/drawing/2014/main" id="{826CB045-CB87-5742-B58C-FEAC79CB0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3" name="Line 335">
                <a:extLst>
                  <a:ext uri="{FF2B5EF4-FFF2-40B4-BE49-F238E27FC236}">
                    <a16:creationId xmlns:a16="http://schemas.microsoft.com/office/drawing/2014/main" id="{8B5391D7-FC0B-6B43-8C19-675DAEA82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25" name="Group 44">
            <a:extLst>
              <a:ext uri="{FF2B5EF4-FFF2-40B4-BE49-F238E27FC236}">
                <a16:creationId xmlns:a16="http://schemas.microsoft.com/office/drawing/2014/main" id="{7D080CBD-9770-0F45-BF83-E0C84073A156}"/>
              </a:ext>
            </a:extLst>
          </p:cNvPr>
          <p:cNvGrpSpPr>
            <a:grpSpLocks/>
          </p:cNvGrpSpPr>
          <p:nvPr/>
        </p:nvGrpSpPr>
        <p:grpSpPr bwMode="auto">
          <a:xfrm>
            <a:off x="544513" y="1574800"/>
            <a:ext cx="515937" cy="333375"/>
            <a:chOff x="328" y="678"/>
            <a:chExt cx="325" cy="210"/>
          </a:xfrm>
        </p:grpSpPr>
        <p:grpSp>
          <p:nvGrpSpPr>
            <p:cNvPr id="1326" name="Group 45">
              <a:extLst>
                <a:ext uri="{FF2B5EF4-FFF2-40B4-BE49-F238E27FC236}">
                  <a16:creationId xmlns:a16="http://schemas.microsoft.com/office/drawing/2014/main" id="{7590256B-9C4F-0C4E-9BC9-B6D369E67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1328" name="Rectangle 46">
                <a:extLst>
                  <a:ext uri="{FF2B5EF4-FFF2-40B4-BE49-F238E27FC236}">
                    <a16:creationId xmlns:a16="http://schemas.microsoft.com/office/drawing/2014/main" id="{0A2ACA70-A173-A945-A6CE-F1BA1D552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29" name="Text Box 47">
                <a:extLst>
                  <a:ext uri="{FF2B5EF4-FFF2-40B4-BE49-F238E27FC236}">
                    <a16:creationId xmlns:a16="http://schemas.microsoft.com/office/drawing/2014/main" id="{C6594267-3465-984D-9173-0264280355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sp>
          <p:nvSpPr>
            <p:cNvPr id="1327" name="AutoShape 48">
              <a:extLst>
                <a:ext uri="{FF2B5EF4-FFF2-40B4-BE49-F238E27FC236}">
                  <a16:creationId xmlns:a16="http://schemas.microsoft.com/office/drawing/2014/main" id="{318DC197-ADA3-8D40-B2D1-6A3B69CE6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330" name="Rectangle 49">
            <a:extLst>
              <a:ext uri="{FF2B5EF4-FFF2-40B4-BE49-F238E27FC236}">
                <a16:creationId xmlns:a16="http://schemas.microsoft.com/office/drawing/2014/main" id="{99FA9281-64A1-3C45-962E-4C46EDCFA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991" y="1581150"/>
            <a:ext cx="4383088" cy="873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HTTP request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sent into TCP socket</a:t>
            </a:r>
          </a:p>
        </p:txBody>
      </p:sp>
      <p:sp>
        <p:nvSpPr>
          <p:cNvPr id="1331" name="Rectangle 50">
            <a:extLst>
              <a:ext uri="{FF2B5EF4-FFF2-40B4-BE49-F238E27FC236}">
                <a16:creationId xmlns:a16="http://schemas.microsoft.com/office/drawing/2014/main" id="{AA08BDAE-F57E-5E40-9927-D2F1F7617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991" y="2519891"/>
            <a:ext cx="4558710" cy="1259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IP datagram containing HTTP request routed to www.google.com</a:t>
            </a:r>
          </a:p>
        </p:txBody>
      </p:sp>
      <p:sp>
        <p:nvSpPr>
          <p:cNvPr id="1332" name="Rectangle 51">
            <a:extLst>
              <a:ext uri="{FF2B5EF4-FFF2-40B4-BE49-F238E27FC236}">
                <a16:creationId xmlns:a16="http://schemas.microsoft.com/office/drawing/2014/main" id="{266F9D11-DB8B-9746-BCB5-3E2896050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991" y="5168900"/>
            <a:ext cx="4364086" cy="121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IP datagram containing HTTP reply routed back to client</a:t>
            </a:r>
          </a:p>
        </p:txBody>
      </p:sp>
      <p:sp>
        <p:nvSpPr>
          <p:cNvPr id="1335" name="Rectangle 229">
            <a:extLst>
              <a:ext uri="{FF2B5EF4-FFF2-40B4-BE49-F238E27FC236}">
                <a16:creationId xmlns:a16="http://schemas.microsoft.com/office/drawing/2014/main" id="{C5EC8EF9-6B00-CE43-96D3-46334FDB5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991" y="3844395"/>
            <a:ext cx="4823823" cy="125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Web server responds with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HTTP reply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(containing web page)</a:t>
            </a:r>
          </a:p>
        </p:txBody>
      </p:sp>
      <p:grpSp>
        <p:nvGrpSpPr>
          <p:cNvPr id="1336" name="Group 357">
            <a:extLst>
              <a:ext uri="{FF2B5EF4-FFF2-40B4-BE49-F238E27FC236}">
                <a16:creationId xmlns:a16="http://schemas.microsoft.com/office/drawing/2014/main" id="{498FC3B9-C849-D046-93C0-E903FF687CA1}"/>
              </a:ext>
            </a:extLst>
          </p:cNvPr>
          <p:cNvGrpSpPr>
            <a:grpSpLocks/>
          </p:cNvGrpSpPr>
          <p:nvPr/>
        </p:nvGrpSpPr>
        <p:grpSpPr bwMode="auto">
          <a:xfrm>
            <a:off x="190500" y="1884363"/>
            <a:ext cx="1081088" cy="1058862"/>
            <a:chOff x="56" y="859"/>
            <a:chExt cx="681" cy="667"/>
          </a:xfrm>
        </p:grpSpPr>
        <p:grpSp>
          <p:nvGrpSpPr>
            <p:cNvPr id="1337" name="Group 230">
              <a:extLst>
                <a:ext uri="{FF2B5EF4-FFF2-40B4-BE49-F238E27FC236}">
                  <a16:creationId xmlns:a16="http://schemas.microsoft.com/office/drawing/2014/main" id="{211485D0-CF18-8243-B23E-3DF2FE0182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1363" name="Group 231">
                <a:extLst>
                  <a:ext uri="{FF2B5EF4-FFF2-40B4-BE49-F238E27FC236}">
                    <a16:creationId xmlns:a16="http://schemas.microsoft.com/office/drawing/2014/main" id="{60D840E1-BAA7-6747-854D-AC0EC3094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1366" name="Rectangle 232">
                  <a:extLst>
                    <a:ext uri="{FF2B5EF4-FFF2-40B4-BE49-F238E27FC236}">
                      <a16:creationId xmlns:a16="http://schemas.microsoft.com/office/drawing/2014/main" id="{F6DEB09B-85EA-8A4F-B600-C0A42D5F16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7" name="Text Box 233">
                  <a:extLst>
                    <a:ext uri="{FF2B5EF4-FFF2-40B4-BE49-F238E27FC236}">
                      <a16:creationId xmlns:a16="http://schemas.microsoft.com/office/drawing/2014/main" id="{6BB9D797-F7E1-EE4F-9126-32E8EE8549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sp>
            <p:nvSpPr>
              <p:cNvPr id="1364" name="Rectangle 234">
                <a:extLst>
                  <a:ext uri="{FF2B5EF4-FFF2-40B4-BE49-F238E27FC236}">
                    <a16:creationId xmlns:a16="http://schemas.microsoft.com/office/drawing/2014/main" id="{0133C8DE-62B1-B14A-8153-6B446DA19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65" name="Rectangle 235">
                <a:extLst>
                  <a:ext uri="{FF2B5EF4-FFF2-40B4-BE49-F238E27FC236}">
                    <a16:creationId xmlns:a16="http://schemas.microsoft.com/office/drawing/2014/main" id="{35F0D385-1891-B544-83AB-60FBCA31A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338" name="Group 236">
              <a:extLst>
                <a:ext uri="{FF2B5EF4-FFF2-40B4-BE49-F238E27FC236}">
                  <a16:creationId xmlns:a16="http://schemas.microsoft.com/office/drawing/2014/main" id="{D35C09D2-55E4-1E46-A8DD-4F7F9A32BB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1357" name="Group 237">
                <a:extLst>
                  <a:ext uri="{FF2B5EF4-FFF2-40B4-BE49-F238E27FC236}">
                    <a16:creationId xmlns:a16="http://schemas.microsoft.com/office/drawing/2014/main" id="{8568F975-82C6-A245-BE57-C6B8341A2A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1361" name="Rectangle 238">
                  <a:extLst>
                    <a:ext uri="{FF2B5EF4-FFF2-40B4-BE49-F238E27FC236}">
                      <a16:creationId xmlns:a16="http://schemas.microsoft.com/office/drawing/2014/main" id="{95728DE9-470A-9F4E-82B4-F58E4FC882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2" name="Text Box 239">
                  <a:extLst>
                    <a:ext uri="{FF2B5EF4-FFF2-40B4-BE49-F238E27FC236}">
                      <a16:creationId xmlns:a16="http://schemas.microsoft.com/office/drawing/2014/main" id="{6497CDFB-8416-6643-AC3B-D3BAAE9565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grpSp>
            <p:nvGrpSpPr>
              <p:cNvPr id="1358" name="Group 240">
                <a:extLst>
                  <a:ext uri="{FF2B5EF4-FFF2-40B4-BE49-F238E27FC236}">
                    <a16:creationId xmlns:a16="http://schemas.microsoft.com/office/drawing/2014/main" id="{BC9BDF36-2BB9-284A-9094-CEABBD97B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359" name="Rectangle 241">
                  <a:extLst>
                    <a:ext uri="{FF2B5EF4-FFF2-40B4-BE49-F238E27FC236}">
                      <a16:creationId xmlns:a16="http://schemas.microsoft.com/office/drawing/2014/main" id="{015762AE-9D71-7F43-AB3C-5771B544E6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0" name="Rectangle 242">
                  <a:extLst>
                    <a:ext uri="{FF2B5EF4-FFF2-40B4-BE49-F238E27FC236}">
                      <a16:creationId xmlns:a16="http://schemas.microsoft.com/office/drawing/2014/main" id="{BB45A8C1-A77B-CF46-87CA-131561CF2E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339" name="Group 243">
              <a:extLst>
                <a:ext uri="{FF2B5EF4-FFF2-40B4-BE49-F238E27FC236}">
                  <a16:creationId xmlns:a16="http://schemas.microsoft.com/office/drawing/2014/main" id="{1C89D901-01BF-A841-BD93-150D9FBDE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1355" name="Rectangle 244">
                <a:extLst>
                  <a:ext uri="{FF2B5EF4-FFF2-40B4-BE49-F238E27FC236}">
                    <a16:creationId xmlns:a16="http://schemas.microsoft.com/office/drawing/2014/main" id="{DDCC2DC4-37D5-AD43-AD6B-0CDC2F621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56" name="Rectangle 245">
                <a:extLst>
                  <a:ext uri="{FF2B5EF4-FFF2-40B4-BE49-F238E27FC236}">
                    <a16:creationId xmlns:a16="http://schemas.microsoft.com/office/drawing/2014/main" id="{A9608D03-34B6-A04D-9860-20DD5F48C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340" name="Group 246">
              <a:extLst>
                <a:ext uri="{FF2B5EF4-FFF2-40B4-BE49-F238E27FC236}">
                  <a16:creationId xmlns:a16="http://schemas.microsoft.com/office/drawing/2014/main" id="{16BA17B6-D2AB-8E47-B2F9-3F2DED5ABB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1342" name="Group 247">
                <a:extLst>
                  <a:ext uri="{FF2B5EF4-FFF2-40B4-BE49-F238E27FC236}">
                    <a16:creationId xmlns:a16="http://schemas.microsoft.com/office/drawing/2014/main" id="{C160BE36-EC02-D940-9D1D-9591143A06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1346" name="Group 248">
                  <a:extLst>
                    <a:ext uri="{FF2B5EF4-FFF2-40B4-BE49-F238E27FC236}">
                      <a16:creationId xmlns:a16="http://schemas.microsoft.com/office/drawing/2014/main" id="{283F0D02-4B90-6143-8184-A9DB804018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1349" name="Group 249">
                    <a:extLst>
                      <a:ext uri="{FF2B5EF4-FFF2-40B4-BE49-F238E27FC236}">
                        <a16:creationId xmlns:a16="http://schemas.microsoft.com/office/drawing/2014/main" id="{67049BBA-983F-3D41-8E5A-CD1393902B9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1353" name="Rectangle 250">
                      <a:extLst>
                        <a:ext uri="{FF2B5EF4-FFF2-40B4-BE49-F238E27FC236}">
                          <a16:creationId xmlns:a16="http://schemas.microsoft.com/office/drawing/2014/main" id="{68B3C2DF-C8E3-124D-BFEC-8D6B75EA471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354" name="Text Box 251">
                      <a:extLst>
                        <a:ext uri="{FF2B5EF4-FFF2-40B4-BE49-F238E27FC236}">
                          <a16:creationId xmlns:a16="http://schemas.microsoft.com/office/drawing/2014/main" id="{7C7E334C-58E7-9A43-AE59-87AF2FEDF35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1350" name="Group 252">
                    <a:extLst>
                      <a:ext uri="{FF2B5EF4-FFF2-40B4-BE49-F238E27FC236}">
                        <a16:creationId xmlns:a16="http://schemas.microsoft.com/office/drawing/2014/main" id="{8F9FBDEA-818E-9640-98FC-B4BED7F4807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351" name="Rectangle 253">
                      <a:extLst>
                        <a:ext uri="{FF2B5EF4-FFF2-40B4-BE49-F238E27FC236}">
                          <a16:creationId xmlns:a16="http://schemas.microsoft.com/office/drawing/2014/main" id="{6A64B999-D129-854E-B639-2BFA092804A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352" name="Rectangle 254">
                      <a:extLst>
                        <a:ext uri="{FF2B5EF4-FFF2-40B4-BE49-F238E27FC236}">
                          <a16:creationId xmlns:a16="http://schemas.microsoft.com/office/drawing/2014/main" id="{F4C7C486-565F-8C44-97CC-F98A59FD7EF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CC99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1347" name="Rectangle 255">
                  <a:extLst>
                    <a:ext uri="{FF2B5EF4-FFF2-40B4-BE49-F238E27FC236}">
                      <a16:creationId xmlns:a16="http://schemas.microsoft.com/office/drawing/2014/main" id="{4557EB11-2CE1-A94C-A3B8-AC3F6671A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48" name="Rectangle 256">
                  <a:extLst>
                    <a:ext uri="{FF2B5EF4-FFF2-40B4-BE49-F238E27FC236}">
                      <a16:creationId xmlns:a16="http://schemas.microsoft.com/office/drawing/2014/main" id="{06C978F1-F28F-B246-B76C-56C2AE79DC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343" name="Rectangle 257">
                <a:extLst>
                  <a:ext uri="{FF2B5EF4-FFF2-40B4-BE49-F238E27FC236}">
                    <a16:creationId xmlns:a16="http://schemas.microsoft.com/office/drawing/2014/main" id="{72D59FC1-58FA-6140-A61A-9A23AED6B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545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44" name="Rectangle 258">
                <a:extLst>
                  <a:ext uri="{FF2B5EF4-FFF2-40B4-BE49-F238E27FC236}">
                    <a16:creationId xmlns:a16="http://schemas.microsoft.com/office/drawing/2014/main" id="{DD90E8AF-5786-D844-9163-A5312426F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" y="3544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45" name="Rectangle 259">
                <a:extLst>
                  <a:ext uri="{FF2B5EF4-FFF2-40B4-BE49-F238E27FC236}">
                    <a16:creationId xmlns:a16="http://schemas.microsoft.com/office/drawing/2014/main" id="{F29D8D75-D4E7-BC40-B894-F7552FDC1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3529"/>
                <a:ext cx="681" cy="13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341" name="AutoShape 356">
              <a:extLst>
                <a:ext uri="{FF2B5EF4-FFF2-40B4-BE49-F238E27FC236}">
                  <a16:creationId xmlns:a16="http://schemas.microsoft.com/office/drawing/2014/main" id="{821D161B-1E7C-EE45-B496-924C0605B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" y="859"/>
              <a:ext cx="240" cy="667"/>
            </a:xfrm>
            <a:prstGeom prst="downArrow">
              <a:avLst>
                <a:gd name="adj1" fmla="val 49167"/>
                <a:gd name="adj2" fmla="val 675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68" name="Group 389">
            <a:extLst>
              <a:ext uri="{FF2B5EF4-FFF2-40B4-BE49-F238E27FC236}">
                <a16:creationId xmlns:a16="http://schemas.microsoft.com/office/drawing/2014/main" id="{5FF729A6-CAC3-2349-9B60-CAA70F09B9AD}"/>
              </a:ext>
            </a:extLst>
          </p:cNvPr>
          <p:cNvGrpSpPr>
            <a:grpSpLocks/>
          </p:cNvGrpSpPr>
          <p:nvPr/>
        </p:nvGrpSpPr>
        <p:grpSpPr bwMode="auto">
          <a:xfrm>
            <a:off x="193675" y="2411413"/>
            <a:ext cx="1081088" cy="244475"/>
            <a:chOff x="0" y="2762"/>
            <a:chExt cx="681" cy="154"/>
          </a:xfrm>
        </p:grpSpPr>
        <p:sp>
          <p:nvSpPr>
            <p:cNvPr id="1369" name="Rectangle 388">
              <a:extLst>
                <a:ext uri="{FF2B5EF4-FFF2-40B4-BE49-F238E27FC236}">
                  <a16:creationId xmlns:a16="http://schemas.microsoft.com/office/drawing/2014/main" id="{E399C489-E20D-234E-A19C-FF79E5C6C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68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370" name="Group 376">
              <a:extLst>
                <a:ext uri="{FF2B5EF4-FFF2-40B4-BE49-F238E27FC236}">
                  <a16:creationId xmlns:a16="http://schemas.microsoft.com/office/drawing/2014/main" id="{8BFB1694-C915-7847-9185-7CD60899D0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1373" name="Group 377">
                <a:extLst>
                  <a:ext uri="{FF2B5EF4-FFF2-40B4-BE49-F238E27FC236}">
                    <a16:creationId xmlns:a16="http://schemas.microsoft.com/office/drawing/2014/main" id="{361FD504-1404-A149-B3B0-047E46A73E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376" name="Group 378">
                  <a:extLst>
                    <a:ext uri="{FF2B5EF4-FFF2-40B4-BE49-F238E27FC236}">
                      <a16:creationId xmlns:a16="http://schemas.microsoft.com/office/drawing/2014/main" id="{AAC045A9-76D6-2F49-8E91-19BB1CDAAB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380" name="Rectangle 379">
                    <a:extLst>
                      <a:ext uri="{FF2B5EF4-FFF2-40B4-BE49-F238E27FC236}">
                        <a16:creationId xmlns:a16="http://schemas.microsoft.com/office/drawing/2014/main" id="{9D5B8A86-4BAE-264F-8BFD-27D84CC4E3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81" name="Text Box 380">
                    <a:extLst>
                      <a:ext uri="{FF2B5EF4-FFF2-40B4-BE49-F238E27FC236}">
                        <a16:creationId xmlns:a16="http://schemas.microsoft.com/office/drawing/2014/main" id="{D060CE99-A218-C244-9EC4-755E76B54F1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377" name="Group 381">
                  <a:extLst>
                    <a:ext uri="{FF2B5EF4-FFF2-40B4-BE49-F238E27FC236}">
                      <a16:creationId xmlns:a16="http://schemas.microsoft.com/office/drawing/2014/main" id="{4756CFF7-7124-2C43-BF13-A00B2EDF51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378" name="Rectangle 382">
                    <a:extLst>
                      <a:ext uri="{FF2B5EF4-FFF2-40B4-BE49-F238E27FC236}">
                        <a16:creationId xmlns:a16="http://schemas.microsoft.com/office/drawing/2014/main" id="{241A9728-0FEA-4540-A0EA-B61A59FBD9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79" name="Rectangle 383">
                    <a:extLst>
                      <a:ext uri="{FF2B5EF4-FFF2-40B4-BE49-F238E27FC236}">
                        <a16:creationId xmlns:a16="http://schemas.microsoft.com/office/drawing/2014/main" id="{D78C14E3-D995-1340-ADB9-4D5A5327F9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1374" name="Rectangle 384">
                <a:extLst>
                  <a:ext uri="{FF2B5EF4-FFF2-40B4-BE49-F238E27FC236}">
                    <a16:creationId xmlns:a16="http://schemas.microsoft.com/office/drawing/2014/main" id="{3002B227-5C5A-C245-A8B9-F5EEF9AAD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75" name="Rectangle 385">
                <a:extLst>
                  <a:ext uri="{FF2B5EF4-FFF2-40B4-BE49-F238E27FC236}">
                    <a16:creationId xmlns:a16="http://schemas.microsoft.com/office/drawing/2014/main" id="{79FACD39-A2D2-2E45-AC4A-B5B1F0B51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371" name="Rectangle 386">
              <a:extLst>
                <a:ext uri="{FF2B5EF4-FFF2-40B4-BE49-F238E27FC236}">
                  <a16:creationId xmlns:a16="http://schemas.microsoft.com/office/drawing/2014/main" id="{7D8F1886-A84D-7341-AA77-305A78453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" y="278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72" name="Rectangle 387">
              <a:extLst>
                <a:ext uri="{FF2B5EF4-FFF2-40B4-BE49-F238E27FC236}">
                  <a16:creationId xmlns:a16="http://schemas.microsoft.com/office/drawing/2014/main" id="{CE065416-38D0-E342-B700-A10B7D715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" y="278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82" name="Group 391">
            <a:extLst>
              <a:ext uri="{FF2B5EF4-FFF2-40B4-BE49-F238E27FC236}">
                <a16:creationId xmlns:a16="http://schemas.microsoft.com/office/drawing/2014/main" id="{1D3A8E6C-9163-1E40-91B0-9B85B7BC2F78}"/>
              </a:ext>
            </a:extLst>
          </p:cNvPr>
          <p:cNvGrpSpPr>
            <a:grpSpLocks/>
          </p:cNvGrpSpPr>
          <p:nvPr/>
        </p:nvGrpSpPr>
        <p:grpSpPr bwMode="auto">
          <a:xfrm>
            <a:off x="665163" y="4308475"/>
            <a:ext cx="1081087" cy="949325"/>
            <a:chOff x="2231" y="3555"/>
            <a:chExt cx="681" cy="598"/>
          </a:xfrm>
        </p:grpSpPr>
        <p:grpSp>
          <p:nvGrpSpPr>
            <p:cNvPr id="1383" name="Group 392">
              <a:extLst>
                <a:ext uri="{FF2B5EF4-FFF2-40B4-BE49-F238E27FC236}">
                  <a16:creationId xmlns:a16="http://schemas.microsoft.com/office/drawing/2014/main" id="{A674A9D4-6F7C-B94A-9520-EAA53D16DE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1387" name="Group 393">
                <a:extLst>
                  <a:ext uri="{FF2B5EF4-FFF2-40B4-BE49-F238E27FC236}">
                    <a16:creationId xmlns:a16="http://schemas.microsoft.com/office/drawing/2014/main" id="{ECA31A49-36D5-D046-A36F-1F01D82268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1412" name="Group 394">
                  <a:extLst>
                    <a:ext uri="{FF2B5EF4-FFF2-40B4-BE49-F238E27FC236}">
                      <a16:creationId xmlns:a16="http://schemas.microsoft.com/office/drawing/2014/main" id="{4D848505-175F-5146-A9DC-10D8133DE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1415" name="Rectangle 395">
                    <a:extLst>
                      <a:ext uri="{FF2B5EF4-FFF2-40B4-BE49-F238E27FC236}">
                        <a16:creationId xmlns:a16="http://schemas.microsoft.com/office/drawing/2014/main" id="{1B7B2BFE-FCCC-0443-9DE6-4C9F521507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16" name="Text Box 396">
                    <a:extLst>
                      <a:ext uri="{FF2B5EF4-FFF2-40B4-BE49-F238E27FC236}">
                        <a16:creationId xmlns:a16="http://schemas.microsoft.com/office/drawing/2014/main" id="{5EBE232F-06DA-C84A-B28A-9D91E0CB5E5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sp>
              <p:nvSpPr>
                <p:cNvPr id="1413" name="Rectangle 397">
                  <a:extLst>
                    <a:ext uri="{FF2B5EF4-FFF2-40B4-BE49-F238E27FC236}">
                      <a16:creationId xmlns:a16="http://schemas.microsoft.com/office/drawing/2014/main" id="{3165F2EA-E309-9D44-B809-074990ED4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14" name="Rectangle 398">
                  <a:extLst>
                    <a:ext uri="{FF2B5EF4-FFF2-40B4-BE49-F238E27FC236}">
                      <a16:creationId xmlns:a16="http://schemas.microsoft.com/office/drawing/2014/main" id="{347F2916-D218-544D-BCF9-22D27D084E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388" name="Group 399">
                <a:extLst>
                  <a:ext uri="{FF2B5EF4-FFF2-40B4-BE49-F238E27FC236}">
                    <a16:creationId xmlns:a16="http://schemas.microsoft.com/office/drawing/2014/main" id="{F06582F6-491B-3C4A-9DBF-38DAE177E3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1406" name="Group 400">
                  <a:extLst>
                    <a:ext uri="{FF2B5EF4-FFF2-40B4-BE49-F238E27FC236}">
                      <a16:creationId xmlns:a16="http://schemas.microsoft.com/office/drawing/2014/main" id="{2B3331E0-1512-1948-88F6-2A59A45EE2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410" name="Rectangle 401">
                    <a:extLst>
                      <a:ext uri="{FF2B5EF4-FFF2-40B4-BE49-F238E27FC236}">
                        <a16:creationId xmlns:a16="http://schemas.microsoft.com/office/drawing/2014/main" id="{6CB9829F-BDFE-534D-A81C-6B90328697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11" name="Text Box 402">
                    <a:extLst>
                      <a:ext uri="{FF2B5EF4-FFF2-40B4-BE49-F238E27FC236}">
                        <a16:creationId xmlns:a16="http://schemas.microsoft.com/office/drawing/2014/main" id="{BF046B08-009C-B54A-845D-3EA97CF8A40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407" name="Group 403">
                  <a:extLst>
                    <a:ext uri="{FF2B5EF4-FFF2-40B4-BE49-F238E27FC236}">
                      <a16:creationId xmlns:a16="http://schemas.microsoft.com/office/drawing/2014/main" id="{14C1AB36-B354-F748-BB41-D28297A570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08" name="Rectangle 404">
                    <a:extLst>
                      <a:ext uri="{FF2B5EF4-FFF2-40B4-BE49-F238E27FC236}">
                        <a16:creationId xmlns:a16="http://schemas.microsoft.com/office/drawing/2014/main" id="{92BCB4D4-EE6B-3A4F-90D1-058BD26F82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09" name="Rectangle 405">
                    <a:extLst>
                      <a:ext uri="{FF2B5EF4-FFF2-40B4-BE49-F238E27FC236}">
                        <a16:creationId xmlns:a16="http://schemas.microsoft.com/office/drawing/2014/main" id="{9DE8286C-561B-0248-8949-7BED3AE934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389" name="Group 406">
                <a:extLst>
                  <a:ext uri="{FF2B5EF4-FFF2-40B4-BE49-F238E27FC236}">
                    <a16:creationId xmlns:a16="http://schemas.microsoft.com/office/drawing/2014/main" id="{8DE10AE3-BBFE-BE40-96BF-7BE290E4E2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1404" name="Rectangle 407">
                  <a:extLst>
                    <a:ext uri="{FF2B5EF4-FFF2-40B4-BE49-F238E27FC236}">
                      <a16:creationId xmlns:a16="http://schemas.microsoft.com/office/drawing/2014/main" id="{398CBED0-24D0-4848-B4EC-C60335559E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05" name="Rectangle 408">
                  <a:extLst>
                    <a:ext uri="{FF2B5EF4-FFF2-40B4-BE49-F238E27FC236}">
                      <a16:creationId xmlns:a16="http://schemas.microsoft.com/office/drawing/2014/main" id="{F397ABF4-0C69-5B41-89DC-2D08E00F39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390" name="Group 409">
                <a:extLst>
                  <a:ext uri="{FF2B5EF4-FFF2-40B4-BE49-F238E27FC236}">
                    <a16:creationId xmlns:a16="http://schemas.microsoft.com/office/drawing/2014/main" id="{819ED642-BF66-A94A-97DC-306DF96BBF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1391" name="Group 410">
                  <a:extLst>
                    <a:ext uri="{FF2B5EF4-FFF2-40B4-BE49-F238E27FC236}">
                      <a16:creationId xmlns:a16="http://schemas.microsoft.com/office/drawing/2014/main" id="{27961D25-0616-CA42-9129-0E007FA92F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1395" name="Group 411">
                    <a:extLst>
                      <a:ext uri="{FF2B5EF4-FFF2-40B4-BE49-F238E27FC236}">
                        <a16:creationId xmlns:a16="http://schemas.microsoft.com/office/drawing/2014/main" id="{88AB7FD9-A804-4E47-8E9D-B9E88C6B035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1398" name="Group 412">
                      <a:extLst>
                        <a:ext uri="{FF2B5EF4-FFF2-40B4-BE49-F238E27FC236}">
                          <a16:creationId xmlns:a16="http://schemas.microsoft.com/office/drawing/2014/main" id="{D14E5602-12F4-B74A-8804-5BC51007E9F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1402" name="Rectangle 413">
                        <a:extLst>
                          <a:ext uri="{FF2B5EF4-FFF2-40B4-BE49-F238E27FC236}">
                            <a16:creationId xmlns:a16="http://schemas.microsoft.com/office/drawing/2014/main" id="{1538BE46-64CA-5D4A-8631-B40DF60A873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403" name="Text Box 414">
                        <a:extLst>
                          <a:ext uri="{FF2B5EF4-FFF2-40B4-BE49-F238E27FC236}">
                            <a16:creationId xmlns:a16="http://schemas.microsoft.com/office/drawing/2014/main" id="{98BC5D4F-31BF-2A4D-8E15-113129FDE3D3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HTTP</a:t>
                        </a:r>
                      </a:p>
                    </p:txBody>
                  </p:sp>
                </p:grpSp>
                <p:grpSp>
                  <p:nvGrpSpPr>
                    <p:cNvPr id="1399" name="Group 415">
                      <a:extLst>
                        <a:ext uri="{FF2B5EF4-FFF2-40B4-BE49-F238E27FC236}">
                          <a16:creationId xmlns:a16="http://schemas.microsoft.com/office/drawing/2014/main" id="{F8E7AA7B-7457-2048-A1CB-FCD0F323A5A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400" name="Rectangle 416">
                        <a:extLst>
                          <a:ext uri="{FF2B5EF4-FFF2-40B4-BE49-F238E27FC236}">
                            <a16:creationId xmlns:a16="http://schemas.microsoft.com/office/drawing/2014/main" id="{9A530D9A-28C0-DA45-B8C2-416245B6065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401" name="Rectangle 417">
                        <a:extLst>
                          <a:ext uri="{FF2B5EF4-FFF2-40B4-BE49-F238E27FC236}">
                            <a16:creationId xmlns:a16="http://schemas.microsoft.com/office/drawing/2014/main" id="{E8D004B1-9E38-DB47-9093-6438F10B136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1396" name="Rectangle 418">
                    <a:extLst>
                      <a:ext uri="{FF2B5EF4-FFF2-40B4-BE49-F238E27FC236}">
                        <a16:creationId xmlns:a16="http://schemas.microsoft.com/office/drawing/2014/main" id="{51FC546D-DB83-D444-A1E1-5B29F5568A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97" name="Rectangle 419">
                    <a:extLst>
                      <a:ext uri="{FF2B5EF4-FFF2-40B4-BE49-F238E27FC236}">
                        <a16:creationId xmlns:a16="http://schemas.microsoft.com/office/drawing/2014/main" id="{1EE5FD5E-781E-E945-A579-35AC91704A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392" name="Rectangle 420">
                  <a:extLst>
                    <a:ext uri="{FF2B5EF4-FFF2-40B4-BE49-F238E27FC236}">
                      <a16:creationId xmlns:a16="http://schemas.microsoft.com/office/drawing/2014/main" id="{CC7E642E-916D-4741-8C6E-2D74E8F4EA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93" name="Rectangle 421">
                  <a:extLst>
                    <a:ext uri="{FF2B5EF4-FFF2-40B4-BE49-F238E27FC236}">
                      <a16:creationId xmlns:a16="http://schemas.microsoft.com/office/drawing/2014/main" id="{3CD93751-BB57-E447-9D5E-3A454DEA47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94" name="Rectangle 422">
                  <a:extLst>
                    <a:ext uri="{FF2B5EF4-FFF2-40B4-BE49-F238E27FC236}">
                      <a16:creationId xmlns:a16="http://schemas.microsoft.com/office/drawing/2014/main" id="{9BFC2B4B-48CE-FA4B-944F-9260DEDC69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384" name="Group 423">
              <a:extLst>
                <a:ext uri="{FF2B5EF4-FFF2-40B4-BE49-F238E27FC236}">
                  <a16:creationId xmlns:a16="http://schemas.microsoft.com/office/drawing/2014/main" id="{56B3D7BE-60AE-B744-BD7F-65431AF8A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1385" name="Rectangle 424">
                <a:extLst>
                  <a:ext uri="{FF2B5EF4-FFF2-40B4-BE49-F238E27FC236}">
                    <a16:creationId xmlns:a16="http://schemas.microsoft.com/office/drawing/2014/main" id="{078E811A-5E74-2C43-9551-F7CA4814E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86" name="Text Box 425">
                <a:extLst>
                  <a:ext uri="{FF2B5EF4-FFF2-40B4-BE49-F238E27FC236}">
                    <a16:creationId xmlns:a16="http://schemas.microsoft.com/office/drawing/2014/main" id="{C98D3C61-0CBD-0E48-9913-A3ACE809D1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</p:grpSp>
      <p:grpSp>
        <p:nvGrpSpPr>
          <p:cNvPr id="1417" name="Group 477">
            <a:extLst>
              <a:ext uri="{FF2B5EF4-FFF2-40B4-BE49-F238E27FC236}">
                <a16:creationId xmlns:a16="http://schemas.microsoft.com/office/drawing/2014/main" id="{211C3B45-DEF5-3748-8F2C-7B72A758CBEC}"/>
              </a:ext>
            </a:extLst>
          </p:cNvPr>
          <p:cNvGrpSpPr>
            <a:grpSpLocks/>
          </p:cNvGrpSpPr>
          <p:nvPr/>
        </p:nvGrpSpPr>
        <p:grpSpPr bwMode="auto">
          <a:xfrm>
            <a:off x="177800" y="1639888"/>
            <a:ext cx="1081088" cy="1016000"/>
            <a:chOff x="2256" y="3531"/>
            <a:chExt cx="681" cy="640"/>
          </a:xfrm>
        </p:grpSpPr>
        <p:grpSp>
          <p:nvGrpSpPr>
            <p:cNvPr id="1418" name="Group 321">
              <a:extLst>
                <a:ext uri="{FF2B5EF4-FFF2-40B4-BE49-F238E27FC236}">
                  <a16:creationId xmlns:a16="http://schemas.microsoft.com/office/drawing/2014/main" id="{51DFE365-F84E-B542-A999-2F3E40E5DF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1446" name="Group 322">
                <a:extLst>
                  <a:ext uri="{FF2B5EF4-FFF2-40B4-BE49-F238E27FC236}">
                    <a16:creationId xmlns:a16="http://schemas.microsoft.com/office/drawing/2014/main" id="{FF5F03F3-DB12-2D40-BC2F-D32AB1400F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1449" name="Rectangle 323">
                  <a:extLst>
                    <a:ext uri="{FF2B5EF4-FFF2-40B4-BE49-F238E27FC236}">
                      <a16:creationId xmlns:a16="http://schemas.microsoft.com/office/drawing/2014/main" id="{A5F0BBB9-9229-8B40-9DA3-EC3C89CAD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50" name="Text Box 324">
                  <a:extLst>
                    <a:ext uri="{FF2B5EF4-FFF2-40B4-BE49-F238E27FC236}">
                      <a16:creationId xmlns:a16="http://schemas.microsoft.com/office/drawing/2014/main" id="{27765596-C3DB-9A4F-821F-F5B670F90A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sp>
            <p:nvSpPr>
              <p:cNvPr id="1447" name="Rectangle 325">
                <a:extLst>
                  <a:ext uri="{FF2B5EF4-FFF2-40B4-BE49-F238E27FC236}">
                    <a16:creationId xmlns:a16="http://schemas.microsoft.com/office/drawing/2014/main" id="{ADED085D-E105-DD45-9113-079F9044A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8" name="Rectangle 326">
                <a:extLst>
                  <a:ext uri="{FF2B5EF4-FFF2-40B4-BE49-F238E27FC236}">
                    <a16:creationId xmlns:a16="http://schemas.microsoft.com/office/drawing/2014/main" id="{A856D64F-FDE8-0541-901B-7521D7AA7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19" name="Group 327">
              <a:extLst>
                <a:ext uri="{FF2B5EF4-FFF2-40B4-BE49-F238E27FC236}">
                  <a16:creationId xmlns:a16="http://schemas.microsoft.com/office/drawing/2014/main" id="{87D9BB31-BDC2-DB42-B051-33D1994329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1440" name="Group 328">
                <a:extLst>
                  <a:ext uri="{FF2B5EF4-FFF2-40B4-BE49-F238E27FC236}">
                    <a16:creationId xmlns:a16="http://schemas.microsoft.com/office/drawing/2014/main" id="{834AC66A-2ADC-614D-AFB0-B60FCC706A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1444" name="Rectangle 329">
                  <a:extLst>
                    <a:ext uri="{FF2B5EF4-FFF2-40B4-BE49-F238E27FC236}">
                      <a16:creationId xmlns:a16="http://schemas.microsoft.com/office/drawing/2014/main" id="{E68B387B-1AE2-364D-93EE-781BBE6CBB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45" name="Text Box 330">
                  <a:extLst>
                    <a:ext uri="{FF2B5EF4-FFF2-40B4-BE49-F238E27FC236}">
                      <a16:creationId xmlns:a16="http://schemas.microsoft.com/office/drawing/2014/main" id="{C35B73DB-836E-4544-A452-72E2DD4348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grpSp>
            <p:nvGrpSpPr>
              <p:cNvPr id="1441" name="Group 331">
                <a:extLst>
                  <a:ext uri="{FF2B5EF4-FFF2-40B4-BE49-F238E27FC236}">
                    <a16:creationId xmlns:a16="http://schemas.microsoft.com/office/drawing/2014/main" id="{271D17BC-6EB1-CB4F-AC93-B1D6D5DB19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442" name="Rectangle 332">
                  <a:extLst>
                    <a:ext uri="{FF2B5EF4-FFF2-40B4-BE49-F238E27FC236}">
                      <a16:creationId xmlns:a16="http://schemas.microsoft.com/office/drawing/2014/main" id="{30B08293-1768-064C-B8D7-62AD59137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43" name="Rectangle 333">
                  <a:extLst>
                    <a:ext uri="{FF2B5EF4-FFF2-40B4-BE49-F238E27FC236}">
                      <a16:creationId xmlns:a16="http://schemas.microsoft.com/office/drawing/2014/main" id="{471AE46F-12CE-3E43-A551-BD371717F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420" name="Group 334">
              <a:extLst>
                <a:ext uri="{FF2B5EF4-FFF2-40B4-BE49-F238E27FC236}">
                  <a16:creationId xmlns:a16="http://schemas.microsoft.com/office/drawing/2014/main" id="{1826B60C-86D4-BF49-8F23-9B303D150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1438" name="Rectangle 335">
                <a:extLst>
                  <a:ext uri="{FF2B5EF4-FFF2-40B4-BE49-F238E27FC236}">
                    <a16:creationId xmlns:a16="http://schemas.microsoft.com/office/drawing/2014/main" id="{43BF521B-C604-944A-8712-1E6D618DD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9" name="Rectangle 336">
                <a:extLst>
                  <a:ext uri="{FF2B5EF4-FFF2-40B4-BE49-F238E27FC236}">
                    <a16:creationId xmlns:a16="http://schemas.microsoft.com/office/drawing/2014/main" id="{5DD50717-750D-C440-911C-0F048BF11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21" name="Group 360">
              <a:extLst>
                <a:ext uri="{FF2B5EF4-FFF2-40B4-BE49-F238E27FC236}">
                  <a16:creationId xmlns:a16="http://schemas.microsoft.com/office/drawing/2014/main" id="{E57035F4-47DE-374E-88DF-0E40274A1B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1436" name="Rectangle 361">
                <a:extLst>
                  <a:ext uri="{FF2B5EF4-FFF2-40B4-BE49-F238E27FC236}">
                    <a16:creationId xmlns:a16="http://schemas.microsoft.com/office/drawing/2014/main" id="{A4B5DAF7-F3AE-4E49-882A-B6B9DF7946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7" name="Text Box 362">
                <a:extLst>
                  <a:ext uri="{FF2B5EF4-FFF2-40B4-BE49-F238E27FC236}">
                    <a16:creationId xmlns:a16="http://schemas.microsoft.com/office/drawing/2014/main" id="{A6FC6CE1-9969-BB45-B842-8352A46F94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grpSp>
          <p:nvGrpSpPr>
            <p:cNvPr id="1422" name="Group 461">
              <a:extLst>
                <a:ext uri="{FF2B5EF4-FFF2-40B4-BE49-F238E27FC236}">
                  <a16:creationId xmlns:a16="http://schemas.microsoft.com/office/drawing/2014/main" id="{945F125E-4877-4C4F-B8B3-80B0B45580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1423" name="Rectangle 457">
                <a:extLst>
                  <a:ext uri="{FF2B5EF4-FFF2-40B4-BE49-F238E27FC236}">
                    <a16:creationId xmlns:a16="http://schemas.microsoft.com/office/drawing/2014/main" id="{96F48ABE-9A07-9745-8CD8-1838BDF3E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1" y="3186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424" name="Group 445">
                <a:extLst>
                  <a:ext uri="{FF2B5EF4-FFF2-40B4-BE49-F238E27FC236}">
                    <a16:creationId xmlns:a16="http://schemas.microsoft.com/office/drawing/2014/main" id="{1AC9A35B-D88E-304C-8099-6944F5F112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1427" name="Group 446">
                  <a:extLst>
                    <a:ext uri="{FF2B5EF4-FFF2-40B4-BE49-F238E27FC236}">
                      <a16:creationId xmlns:a16="http://schemas.microsoft.com/office/drawing/2014/main" id="{DB702BD7-8957-2C44-A226-AF80D4754C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1430" name="Group 447">
                    <a:extLst>
                      <a:ext uri="{FF2B5EF4-FFF2-40B4-BE49-F238E27FC236}">
                        <a16:creationId xmlns:a16="http://schemas.microsoft.com/office/drawing/2014/main" id="{F6B64FB3-38BD-6B4E-8E78-9C99B1A82B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1434" name="Rectangle 448">
                      <a:extLst>
                        <a:ext uri="{FF2B5EF4-FFF2-40B4-BE49-F238E27FC236}">
                          <a16:creationId xmlns:a16="http://schemas.microsoft.com/office/drawing/2014/main" id="{F1F639F6-C05B-494B-8B4D-1888EBE26A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435" name="Text Box 449">
                      <a:extLst>
                        <a:ext uri="{FF2B5EF4-FFF2-40B4-BE49-F238E27FC236}">
                          <a16:creationId xmlns:a16="http://schemas.microsoft.com/office/drawing/2014/main" id="{949DB487-3E28-E144-AC2C-1C40E26D334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1431" name="Group 450">
                    <a:extLst>
                      <a:ext uri="{FF2B5EF4-FFF2-40B4-BE49-F238E27FC236}">
                        <a16:creationId xmlns:a16="http://schemas.microsoft.com/office/drawing/2014/main" id="{6E6B73B0-D0C2-7D46-92E5-29ADF12876D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432" name="Rectangle 451">
                      <a:extLst>
                        <a:ext uri="{FF2B5EF4-FFF2-40B4-BE49-F238E27FC236}">
                          <a16:creationId xmlns:a16="http://schemas.microsoft.com/office/drawing/2014/main" id="{4C610DFE-363B-F74F-BA64-A87F67D852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433" name="Rectangle 452">
                      <a:extLst>
                        <a:ext uri="{FF2B5EF4-FFF2-40B4-BE49-F238E27FC236}">
                          <a16:creationId xmlns:a16="http://schemas.microsoft.com/office/drawing/2014/main" id="{86A71122-100D-224A-9DBF-53DE8D970F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CC99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1428" name="Rectangle 453">
                  <a:extLst>
                    <a:ext uri="{FF2B5EF4-FFF2-40B4-BE49-F238E27FC236}">
                      <a16:creationId xmlns:a16="http://schemas.microsoft.com/office/drawing/2014/main" id="{9BCD973F-4C32-9E44-994F-5153EE8D03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29" name="Rectangle 454">
                  <a:extLst>
                    <a:ext uri="{FF2B5EF4-FFF2-40B4-BE49-F238E27FC236}">
                      <a16:creationId xmlns:a16="http://schemas.microsoft.com/office/drawing/2014/main" id="{852A6FFA-C875-754E-8259-955A851310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25" name="Rectangle 455">
                <a:extLst>
                  <a:ext uri="{FF2B5EF4-FFF2-40B4-BE49-F238E27FC236}">
                    <a16:creationId xmlns:a16="http://schemas.microsoft.com/office/drawing/2014/main" id="{86F66628-5236-984B-B9C7-68FAFC46A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28" y="3202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6" name="Rectangle 456">
                <a:extLst>
                  <a:ext uri="{FF2B5EF4-FFF2-40B4-BE49-F238E27FC236}">
                    <a16:creationId xmlns:a16="http://schemas.microsoft.com/office/drawing/2014/main" id="{7831360A-68BA-9C48-8798-45611A892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" y="3201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451" name="Group 462">
            <a:extLst>
              <a:ext uri="{FF2B5EF4-FFF2-40B4-BE49-F238E27FC236}">
                <a16:creationId xmlns:a16="http://schemas.microsoft.com/office/drawing/2014/main" id="{0D9DBC59-E587-F447-95DB-826B98FC265E}"/>
              </a:ext>
            </a:extLst>
          </p:cNvPr>
          <p:cNvGrpSpPr>
            <a:grpSpLocks/>
          </p:cNvGrpSpPr>
          <p:nvPr/>
        </p:nvGrpSpPr>
        <p:grpSpPr bwMode="auto">
          <a:xfrm>
            <a:off x="668338" y="5013325"/>
            <a:ext cx="1081087" cy="244475"/>
            <a:chOff x="-341" y="3180"/>
            <a:chExt cx="681" cy="154"/>
          </a:xfrm>
        </p:grpSpPr>
        <p:sp>
          <p:nvSpPr>
            <p:cNvPr id="1452" name="Rectangle 463">
              <a:extLst>
                <a:ext uri="{FF2B5EF4-FFF2-40B4-BE49-F238E27FC236}">
                  <a16:creationId xmlns:a16="http://schemas.microsoft.com/office/drawing/2014/main" id="{A49E1639-B461-5B40-A731-1377E4315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3186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53" name="Group 464">
              <a:extLst>
                <a:ext uri="{FF2B5EF4-FFF2-40B4-BE49-F238E27FC236}">
                  <a16:creationId xmlns:a16="http://schemas.microsoft.com/office/drawing/2014/main" id="{D5FA2E0E-0A78-F049-BE06-25BFB15F0D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1456" name="Group 465">
                <a:extLst>
                  <a:ext uri="{FF2B5EF4-FFF2-40B4-BE49-F238E27FC236}">
                    <a16:creationId xmlns:a16="http://schemas.microsoft.com/office/drawing/2014/main" id="{8A2C9457-2B63-E445-A642-A19BC33E7D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459" name="Group 466">
                  <a:extLst>
                    <a:ext uri="{FF2B5EF4-FFF2-40B4-BE49-F238E27FC236}">
                      <a16:creationId xmlns:a16="http://schemas.microsoft.com/office/drawing/2014/main" id="{0ED7C792-6D2F-7244-AE5D-4733C0D41C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463" name="Rectangle 467">
                    <a:extLst>
                      <a:ext uri="{FF2B5EF4-FFF2-40B4-BE49-F238E27FC236}">
                        <a16:creationId xmlns:a16="http://schemas.microsoft.com/office/drawing/2014/main" id="{AB75B8C7-1B46-B54B-BDB3-1BAFD73A47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64" name="Text Box 468">
                    <a:extLst>
                      <a:ext uri="{FF2B5EF4-FFF2-40B4-BE49-F238E27FC236}">
                        <a16:creationId xmlns:a16="http://schemas.microsoft.com/office/drawing/2014/main" id="{F3F7FB78-D532-E842-8C80-77FEABCA4D3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460" name="Group 469">
                  <a:extLst>
                    <a:ext uri="{FF2B5EF4-FFF2-40B4-BE49-F238E27FC236}">
                      <a16:creationId xmlns:a16="http://schemas.microsoft.com/office/drawing/2014/main" id="{416C1FF9-E113-504D-9EE2-4327347FD8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61" name="Rectangle 470">
                    <a:extLst>
                      <a:ext uri="{FF2B5EF4-FFF2-40B4-BE49-F238E27FC236}">
                        <a16:creationId xmlns:a16="http://schemas.microsoft.com/office/drawing/2014/main" id="{DE3A100E-198F-E448-AA6A-4DF941945B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62" name="Rectangle 471">
                    <a:extLst>
                      <a:ext uri="{FF2B5EF4-FFF2-40B4-BE49-F238E27FC236}">
                        <a16:creationId xmlns:a16="http://schemas.microsoft.com/office/drawing/2014/main" id="{A7D239DD-5743-5846-B6BE-3318EA79F3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1457" name="Rectangle 472">
                <a:extLst>
                  <a:ext uri="{FF2B5EF4-FFF2-40B4-BE49-F238E27FC236}">
                    <a16:creationId xmlns:a16="http://schemas.microsoft.com/office/drawing/2014/main" id="{731ADE56-4682-664C-BC51-BB88883F0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8" name="Rectangle 473">
                <a:extLst>
                  <a:ext uri="{FF2B5EF4-FFF2-40B4-BE49-F238E27FC236}">
                    <a16:creationId xmlns:a16="http://schemas.microsoft.com/office/drawing/2014/main" id="{547100D8-7A3A-1D41-9B15-FFBF05B77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454" name="Rectangle 474">
              <a:extLst>
                <a:ext uri="{FF2B5EF4-FFF2-40B4-BE49-F238E27FC236}">
                  <a16:creationId xmlns:a16="http://schemas.microsoft.com/office/drawing/2014/main" id="{886DAE83-F1EB-BC48-B19C-265C33E86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28" y="320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455" name="Rectangle 475">
              <a:extLst>
                <a:ext uri="{FF2B5EF4-FFF2-40B4-BE49-F238E27FC236}">
                  <a16:creationId xmlns:a16="http://schemas.microsoft.com/office/drawing/2014/main" id="{E6874F5F-698C-3C4C-B3C1-75898F0DD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20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1465" name="Picture 478">
            <a:extLst>
              <a:ext uri="{FF2B5EF4-FFF2-40B4-BE49-F238E27FC236}">
                <a16:creationId xmlns:a16="http://schemas.microsoft.com/office/drawing/2014/main" id="{D1685B0C-7F85-E147-A4EA-AFA2AE215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776" y="2632037"/>
            <a:ext cx="639182" cy="395101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466" name="Rectangle 480">
            <a:extLst>
              <a:ext uri="{FF2B5EF4-FFF2-40B4-BE49-F238E27FC236}">
                <a16:creationId xmlns:a16="http://schemas.microsoft.com/office/drawing/2014/main" id="{E8C6E2EE-B2B4-8144-9BCC-BFAF064D1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47" y="1988349"/>
            <a:ext cx="2595553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8125" indent="-18732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charset="0"/>
              </a:rPr>
              <a:t>web page </a:t>
            </a:r>
            <a:r>
              <a:rPr lang="en-US" sz="2000" i="1" dirty="0">
                <a:solidFill>
                  <a:srgbClr val="C00000"/>
                </a:solidFill>
                <a:ea typeface="ＭＳ Ｐゴシック" charset="0"/>
              </a:rPr>
              <a:t>finally (!!!) </a:t>
            </a:r>
            <a:r>
              <a:rPr lang="en-US" sz="2000" dirty="0">
                <a:solidFill>
                  <a:srgbClr val="000000"/>
                </a:solidFill>
                <a:ea typeface="ＭＳ Ｐゴシック" charset="0"/>
              </a:rPr>
              <a:t>displayed</a:t>
            </a:r>
          </a:p>
        </p:txBody>
      </p:sp>
    </p:spTree>
    <p:extLst>
      <p:ext uri="{BB962C8B-B14F-4D97-AF65-F5344CB8AC3E}">
        <p14:creationId xmlns:p14="http://schemas.microsoft.com/office/powerpoint/2010/main" val="50428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44444E-6 L 3.75E-6 0.07338 L 0.29205 0.06899 L 0.19596 0.25764 L 0.41562 0.11088 L 0.26731 0.51227 C 0.18945 0.51459 0.11744 0.50787 0.03971 0.50996 L 0.03971 0.38079 " pathEditMode="relative" rAng="0" ptsTypes="AAAAAAAA">
                                      <p:cBhvr>
                                        <p:cTn id="39" dur="3000" fill="hold"/>
                                        <p:tgtEl>
                                          <p:spTgt spid="1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81" y="2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023 C -0.00078 0.03264 -0.00143 0.06598 -0.00143 0.09908 L 0.23477 0.09699 L 0.37122 -0.27083 L 0.15104 -0.11944 L 0.25 -0.31666 L -0.03529 -0.31481 C -0.03594 -0.33078 -0.03529 -0.34143 -0.03529 -0.36342 C -0.03529 -0.38263 -0.03893 -0.35995 -0.03893 -0.37939 " pathEditMode="relative" rAng="0" ptsTypes="AAAAAAAAA">
                                      <p:cBhvr>
                                        <p:cTn id="70" dur="3000" fill="hold"/>
                                        <p:tgtEl>
                                          <p:spTgt spid="1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93" y="-14005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1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0" grpId="0"/>
      <p:bldP spid="1331" grpId="0"/>
      <p:bldP spid="1332" grpId="0"/>
      <p:bldP spid="1335" grpId="0"/>
      <p:bldP spid="1466" grpId="0"/>
      <p:bldP spid="1466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6550</TotalTime>
  <Words>1967</Words>
  <Application>Microsoft Office PowerPoint</Application>
  <PresentationFormat>Widescreen</PresentationFormat>
  <Paragraphs>456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ＭＳ Ｐゴシック</vt:lpstr>
      <vt:lpstr>Aptos</vt:lpstr>
      <vt:lpstr>Aptos Display</vt:lpstr>
      <vt:lpstr>Arial</vt:lpstr>
      <vt:lpstr>Calibri</vt:lpstr>
      <vt:lpstr>Comic Sans MS</vt:lpstr>
      <vt:lpstr>Gill Sans MT</vt:lpstr>
      <vt:lpstr>Wingdings</vt:lpstr>
      <vt:lpstr>Office Theme</vt:lpstr>
      <vt:lpstr>CSC 3511 Security and Networking</vt:lpstr>
      <vt:lpstr>PowerPoint Presentation</vt:lpstr>
      <vt:lpstr>Error Detection</vt:lpstr>
      <vt:lpstr>Checksum (Review, see W3D2 UDP)</vt:lpstr>
      <vt:lpstr>Parity Checking</vt:lpstr>
      <vt:lpstr>Cyclic Redundancy Check (CRC)</vt:lpstr>
      <vt:lpstr>Cyclic Redundancy Check (CRC): Example</vt:lpstr>
      <vt:lpstr>PowerPoint Presentation</vt:lpstr>
      <vt:lpstr>Synthesis: A Day in the Life of a Web Request</vt:lpstr>
      <vt:lpstr>A Day in the Life: Scenario</vt:lpstr>
      <vt:lpstr>A Day in the Life: Connecting to the Internet</vt:lpstr>
      <vt:lpstr>A Day in the Life: Connecting to the Internet</vt:lpstr>
      <vt:lpstr>A Day in the Life… ARP  (before DNS, before HTTP)</vt:lpstr>
      <vt:lpstr>A Day in the Life… Using DNS</vt:lpstr>
      <vt:lpstr>A Day in the Life…TCP Connection Carrying HTTP</vt:lpstr>
      <vt:lpstr>A Day in the Life… HTTP Request/Reply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654</cp:revision>
  <dcterms:created xsi:type="dcterms:W3CDTF">2025-09-03T22:06:31Z</dcterms:created>
  <dcterms:modified xsi:type="dcterms:W3CDTF">2025-10-13T04:50:53Z</dcterms:modified>
</cp:coreProperties>
</file>