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7" r:id="rId2"/>
    <p:sldId id="1468" r:id="rId3"/>
    <p:sldId id="1231" r:id="rId4"/>
    <p:sldId id="1353" r:id="rId5"/>
    <p:sldId id="1131" r:id="rId6"/>
    <p:sldId id="1132" r:id="rId7"/>
    <p:sldId id="1133" r:id="rId8"/>
    <p:sldId id="1134" r:id="rId9"/>
    <p:sldId id="1469" r:id="rId10"/>
    <p:sldId id="1437" r:id="rId11"/>
    <p:sldId id="1439" r:id="rId12"/>
    <p:sldId id="1452" r:id="rId13"/>
    <p:sldId id="1453" r:id="rId14"/>
    <p:sldId id="1454" r:id="rId15"/>
    <p:sldId id="1457" r:id="rId16"/>
    <p:sldId id="1455" r:id="rId17"/>
    <p:sldId id="1438" r:id="rId18"/>
    <p:sldId id="1456" r:id="rId19"/>
    <p:sldId id="1458" r:id="rId20"/>
    <p:sldId id="1460" r:id="rId21"/>
    <p:sldId id="1461" r:id="rId22"/>
    <p:sldId id="1462" r:id="rId23"/>
    <p:sldId id="1189" r:id="rId24"/>
    <p:sldId id="1443" r:id="rId25"/>
    <p:sldId id="1445" r:id="rId26"/>
    <p:sldId id="1465" r:id="rId27"/>
    <p:sldId id="1464" r:id="rId28"/>
    <p:sldId id="1466" r:id="rId29"/>
    <p:sldId id="1467"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5815" autoAdjust="0"/>
  </p:normalViewPr>
  <p:slideViewPr>
    <p:cSldViewPr snapToGrid="0">
      <p:cViewPr varScale="1">
        <p:scale>
          <a:sx n="105" d="100"/>
          <a:sy n="105" d="100"/>
        </p:scale>
        <p:origin x="533" y="72"/>
      </p:cViewPr>
      <p:guideLst/>
    </p:cSldViewPr>
  </p:slideViewPr>
  <p:notesTextViewPr>
    <p:cViewPr>
      <p:scale>
        <a:sx n="3" d="2"/>
        <a:sy n="3" d="2"/>
      </p:scale>
      <p:origin x="0" y="0"/>
    </p:cViewPr>
  </p:notesTextViewPr>
  <p:sorterViewPr>
    <p:cViewPr varScale="1">
      <p:scale>
        <a:sx n="1" d="1"/>
        <a:sy n="1" d="1"/>
      </p:scale>
      <p:origin x="0" y="-278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5325D3-F1C7-4B36-A88F-5BFB155084BF}" type="datetimeFigureOut">
              <a:rPr lang="en-US" smtClean="0"/>
              <a:t>10/5/2025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DCB26F-7BF5-4DA6-BA18-A0B7008BFCA0}" type="slidenum">
              <a:rPr lang="en-US" smtClean="0"/>
              <a:t>‹#›</a:t>
            </a:fld>
            <a:endParaRPr lang="en-US"/>
          </a:p>
        </p:txBody>
      </p:sp>
    </p:spTree>
    <p:extLst>
      <p:ext uri="{BB962C8B-B14F-4D97-AF65-F5344CB8AC3E}">
        <p14:creationId xmlns:p14="http://schemas.microsoft.com/office/powerpoint/2010/main" val="18055507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3</a:t>
            </a:fld>
            <a:endParaRPr lang="en-US" dirty="0"/>
          </a:p>
        </p:txBody>
      </p:sp>
    </p:spTree>
    <p:extLst>
      <p:ext uri="{BB962C8B-B14F-4D97-AF65-F5344CB8AC3E}">
        <p14:creationId xmlns:p14="http://schemas.microsoft.com/office/powerpoint/2010/main" val="11287890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TimesLTPro-Roman"/>
              </a:rPr>
              <a:t>Consider a travel agent who is planning a trip for a tourist traveling from San Jose CA, to Milwaukee, WI. </a:t>
            </a:r>
          </a:p>
          <a:p>
            <a:pPr algn="l"/>
            <a:endParaRPr lang="en-US" sz="1800" b="0" i="0" u="none" strike="noStrike" baseline="0" dirty="0">
              <a:latin typeface="TimesLTPro-Roman"/>
            </a:endParaRPr>
          </a:p>
          <a:p>
            <a:pPr algn="l"/>
            <a:r>
              <a:rPr lang="en-US" sz="1800" b="0" i="0" u="none" strike="noStrike" baseline="0" dirty="0">
                <a:latin typeface="TimesLTPro-Roman"/>
              </a:rPr>
              <a:t>The travel agent decides that it is most convenient for the tourist to take an Uber from San Jose to SFO airport, then a plane from SFO airport to Chicago’s airport, and finally a train from ORD airport to Milwaukee’s train station.</a:t>
            </a:r>
          </a:p>
          <a:p>
            <a:pPr algn="l"/>
            <a:endParaRPr lang="en-US" sz="1800" b="0" i="0" u="none" strike="noStrike" baseline="0" dirty="0">
              <a:latin typeface="TimesLTPro-Roman"/>
            </a:endParaRPr>
          </a:p>
          <a:p>
            <a:pPr algn="l"/>
            <a:r>
              <a:rPr lang="en-US" sz="1800" b="0" i="0" u="none" strike="noStrike" baseline="0" dirty="0">
                <a:latin typeface="TimesLTPro-Roman"/>
              </a:rPr>
              <a:t>Once the travel agent makes the three reservations: </a:t>
            </a:r>
          </a:p>
          <a:p>
            <a:pPr marL="342900" indent="-342900" algn="l">
              <a:buFont typeface="+mj-lt"/>
              <a:buAutoNum type="arabicPeriod"/>
            </a:pPr>
            <a:r>
              <a:rPr lang="en-US" sz="1800" b="0" i="0" u="none" strike="noStrike" baseline="0" dirty="0">
                <a:latin typeface="TimesLTPro-Roman"/>
              </a:rPr>
              <a:t>It is the responsibility of the Uber to get the tourist from San Jose to SFO; </a:t>
            </a:r>
          </a:p>
          <a:p>
            <a:pPr marL="342900" indent="-342900" algn="l">
              <a:buFont typeface="+mj-lt"/>
              <a:buAutoNum type="arabicPeriod"/>
            </a:pPr>
            <a:r>
              <a:rPr lang="en-US" sz="1800" b="0" i="0" u="none" strike="noStrike" baseline="0" dirty="0">
                <a:latin typeface="TimesLTPro-Roman"/>
              </a:rPr>
              <a:t>It is the responsibility of the airline company to get the tourist from SFO to ORD; </a:t>
            </a:r>
          </a:p>
          <a:p>
            <a:pPr marL="342900" indent="-342900" algn="l">
              <a:buFont typeface="+mj-lt"/>
              <a:buAutoNum type="arabicPeriod"/>
            </a:pPr>
            <a:r>
              <a:rPr lang="en-US" sz="1800" b="0" i="0" u="none" strike="noStrike" baseline="0" dirty="0">
                <a:latin typeface="TimesLTPro-Roman"/>
              </a:rPr>
              <a:t>It is the responsibility of the Amtrak train service to get the tourist from Chicago to Milwaukee. </a:t>
            </a:r>
          </a:p>
          <a:p>
            <a:pPr marL="342900" indent="-342900" algn="l">
              <a:buFont typeface="+mj-lt"/>
              <a:buAutoNum type="arabicPeriod"/>
            </a:pPr>
            <a:r>
              <a:rPr lang="en-US" sz="1800" b="0" i="0" u="none" strike="noStrike" baseline="0" dirty="0">
                <a:latin typeface="TimesLTPro-Roman"/>
              </a:rPr>
              <a:t>Each of the three segments of the trip is “direct” between two “adjacent” locations. Note that the three transportation segments are managed by different companies and use entirely different transportation modes (car, plane, and train). </a:t>
            </a:r>
          </a:p>
          <a:p>
            <a:pPr marL="342900" indent="-342900" algn="l">
              <a:buFont typeface="+mj-lt"/>
              <a:buAutoNum type="arabicPeriod"/>
            </a:pPr>
            <a:r>
              <a:rPr lang="en-US" sz="1800" b="0" i="0" u="none" strike="noStrike" baseline="0" dirty="0">
                <a:latin typeface="TimesLTPro-Roman"/>
              </a:rPr>
              <a:t>Although the transportation modes are different, they each provide the basic service of moving passengers from one location to an adjacent location. In this transportation analogy, the tourist is a frame, each transportation segment is a link, the transportation mode is a link layer protocol, and the travel agent is a routing protocol.</a:t>
            </a:r>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4</a:t>
            </a:fld>
            <a:endParaRPr lang="en-US" dirty="0"/>
          </a:p>
        </p:txBody>
      </p:sp>
    </p:spTree>
    <p:extLst>
      <p:ext uri="{BB962C8B-B14F-4D97-AF65-F5344CB8AC3E}">
        <p14:creationId xmlns:p14="http://schemas.microsoft.com/office/powerpoint/2010/main" val="8021491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gn="l">
              <a:buFont typeface="Arial" panose="020B0604020202020204" pitchFamily="34" charset="0"/>
              <a:buChar char="•"/>
            </a:pPr>
            <a:r>
              <a:rPr lang="en-US" sz="1800" b="0" i="1" u="none" strike="noStrike" baseline="0" dirty="0">
                <a:solidFill>
                  <a:srgbClr val="000000"/>
                </a:solidFill>
                <a:latin typeface="TimesLTPro-Italic"/>
              </a:rPr>
              <a:t>Framing: </a:t>
            </a:r>
            <a:r>
              <a:rPr lang="en-US" sz="1800" b="0" i="0" u="none" strike="noStrike" baseline="0" dirty="0">
                <a:solidFill>
                  <a:srgbClr val="000000"/>
                </a:solidFill>
                <a:latin typeface="TimesLTPro-Roman"/>
              </a:rPr>
              <a:t>A frame consists of a data field, in which the network-layer datagram is inserted, and a number of header fields. The structure of the frame is specified by the link-layer protocol. </a:t>
            </a:r>
          </a:p>
          <a:p>
            <a:pPr marL="285750" indent="-285750" algn="l">
              <a:buFont typeface="Arial" panose="020B0604020202020204" pitchFamily="34" charset="0"/>
              <a:buChar char="•"/>
            </a:pPr>
            <a:endParaRPr lang="en-US" sz="1800" b="0" i="0" u="none" strike="noStrike" baseline="0" dirty="0">
              <a:solidFill>
                <a:srgbClr val="000000"/>
              </a:solidFill>
              <a:latin typeface="TimesLTPro-Roman"/>
            </a:endParaRPr>
          </a:p>
          <a:p>
            <a:pPr marL="285750" indent="-285750" algn="l">
              <a:buFont typeface="Arial" panose="020B0604020202020204" pitchFamily="34" charset="0"/>
              <a:buChar char="•"/>
            </a:pPr>
            <a:r>
              <a:rPr lang="en-US" sz="1800" b="0" i="1" u="none" strike="noStrike" baseline="0" dirty="0">
                <a:solidFill>
                  <a:srgbClr val="000000"/>
                </a:solidFill>
                <a:latin typeface="TimesLTPro-Italic"/>
              </a:rPr>
              <a:t>Link access: </a:t>
            </a:r>
            <a:r>
              <a:rPr lang="en-US" sz="1800" b="0" i="0" u="none" strike="noStrike" baseline="0" dirty="0">
                <a:solidFill>
                  <a:srgbClr val="000000"/>
                </a:solidFill>
                <a:latin typeface="TimesLTPro-Roman"/>
              </a:rPr>
              <a:t>A medium access control (MAC) protocol specifies the rules by which a frame is transmitted onto the link. For point-to-point links that have a single sender at one end of the link and a single receiver at the other end of the link, the MAC protocol is simple. The sender can send a frame whenever the link is idle. The more interesting case is when multiple nodes share a single broadcast link: the so-called </a:t>
            </a:r>
            <a:r>
              <a:rPr lang="en-US" sz="1800" b="1" i="0" u="none" strike="noStrike" baseline="0" dirty="0">
                <a:solidFill>
                  <a:srgbClr val="000000"/>
                </a:solidFill>
                <a:latin typeface="TimesLTPro-Roman"/>
              </a:rPr>
              <a:t>multiple access problem</a:t>
            </a:r>
            <a:r>
              <a:rPr lang="en-US" sz="1800" b="0" i="0" u="none" strike="noStrike" baseline="0" dirty="0">
                <a:solidFill>
                  <a:srgbClr val="000000"/>
                </a:solidFill>
                <a:latin typeface="TimesLTPro-Roman"/>
              </a:rPr>
              <a:t>. Here, the MAC protocol serves to coordinate the frame transmissions of the many nodes.</a:t>
            </a:r>
          </a:p>
          <a:p>
            <a:pPr marL="285750" indent="-285750" algn="l">
              <a:buFont typeface="Arial" panose="020B0604020202020204" pitchFamily="34" charset="0"/>
              <a:buChar char="•"/>
            </a:pPr>
            <a:endParaRPr lang="en-US" sz="1800" b="0" i="0" u="none" strike="noStrike" baseline="0" dirty="0">
              <a:solidFill>
                <a:srgbClr val="000000"/>
              </a:solidFill>
              <a:latin typeface="TimesLTPro-Roman"/>
            </a:endParaRPr>
          </a:p>
          <a:p>
            <a:pPr marL="285750" indent="-285750" algn="l">
              <a:buFont typeface="Arial" panose="020B0604020202020204" pitchFamily="34" charset="0"/>
              <a:buChar char="•"/>
            </a:pPr>
            <a:r>
              <a:rPr lang="en-US" sz="1800" b="0" i="1" u="none" strike="noStrike" baseline="0" dirty="0">
                <a:solidFill>
                  <a:srgbClr val="000000"/>
                </a:solidFill>
                <a:latin typeface="TimesLTPro-Italic"/>
              </a:rPr>
              <a:t>Reliable delivery: </a:t>
            </a:r>
            <a:r>
              <a:rPr lang="en-US" sz="1800" b="0" i="0" u="none" strike="noStrike" baseline="0" dirty="0">
                <a:solidFill>
                  <a:srgbClr val="000000"/>
                </a:solidFill>
                <a:latin typeface="TimesLTPro-Roman"/>
              </a:rPr>
              <a:t>When a link-layer protocol provides reliable delivery service, it guarantees to move each network-layer datagram across the link without error. Recall that certain transport-layer protocols (such as TCP) also provide a reliable delivery service. A link-layer reliable delivery service is often used for links that are prone to high error rates, such as a wireless link, with the goal of correcting an error </a:t>
            </a:r>
            <a:r>
              <a:rPr lang="en-US" sz="1800" b="1" i="0" u="none" strike="noStrike" baseline="0" dirty="0">
                <a:solidFill>
                  <a:srgbClr val="000000"/>
                </a:solidFill>
                <a:latin typeface="TimesLTPro-Roman"/>
              </a:rPr>
              <a:t>locally</a:t>
            </a:r>
            <a:r>
              <a:rPr lang="en-US" sz="1800" b="0" i="0" u="none" strike="noStrike" baseline="0" dirty="0">
                <a:solidFill>
                  <a:srgbClr val="000000"/>
                </a:solidFill>
                <a:latin typeface="TimesLTPro-Roman"/>
              </a:rPr>
              <a:t> (on the link where the error occurs) rather than forcing an </a:t>
            </a:r>
            <a:r>
              <a:rPr lang="en-US" sz="1800" b="1" i="0" u="none" strike="noStrike" baseline="0" dirty="0">
                <a:solidFill>
                  <a:srgbClr val="000000"/>
                </a:solidFill>
                <a:latin typeface="TimesLTPro-Roman"/>
              </a:rPr>
              <a:t>end-to-end retransmission </a:t>
            </a:r>
            <a:r>
              <a:rPr lang="en-US" sz="1800" b="0" i="0" u="none" strike="noStrike" baseline="0" dirty="0">
                <a:solidFill>
                  <a:srgbClr val="000000"/>
                </a:solidFill>
                <a:latin typeface="TimesLTPro-Roman"/>
              </a:rPr>
              <a:t>of the data. However, link-layer reliable delivery can be considered an unnecessary overhead for low bit-error links, including fiber, coax, and many twisted-pair copper links. For this reason, many wired link-layer protocols do not provide a reliable delivery service.</a:t>
            </a:r>
          </a:p>
          <a:p>
            <a:pPr marL="285750" indent="-285750" algn="l">
              <a:buFont typeface="Arial" panose="020B0604020202020204" pitchFamily="34" charset="0"/>
              <a:buChar char="•"/>
            </a:pPr>
            <a:endParaRPr lang="en-US" sz="1800" b="0" i="0" u="none" strike="noStrike" baseline="0" dirty="0">
              <a:solidFill>
                <a:srgbClr val="000000"/>
              </a:solidFill>
              <a:latin typeface="TimesLTPro-Roman"/>
            </a:endParaRPr>
          </a:p>
          <a:p>
            <a:pPr marL="285750" indent="-285750" algn="l">
              <a:buFont typeface="Arial" panose="020B0604020202020204" pitchFamily="34" charset="0"/>
              <a:buChar char="•"/>
            </a:pPr>
            <a:r>
              <a:rPr lang="en-US" sz="1800" b="1" i="0" u="none" strike="noStrike" baseline="0" dirty="0">
                <a:solidFill>
                  <a:srgbClr val="FF0000"/>
                </a:solidFill>
                <a:latin typeface="TimesLTPro-Roman"/>
              </a:rPr>
              <a:t>A</a:t>
            </a:r>
            <a:r>
              <a:rPr lang="en-US" sz="1800" b="0" i="0" u="none" strike="noStrike" baseline="0" dirty="0">
                <a:solidFill>
                  <a:srgbClr val="000000"/>
                </a:solidFill>
                <a:latin typeface="TimesLTPro-Roman"/>
              </a:rPr>
              <a:t>: </a:t>
            </a:r>
          </a:p>
          <a:p>
            <a:pPr marL="342900" indent="-342900" algn="l">
              <a:buFont typeface="+mj-lt"/>
              <a:buAutoNum type="arabicPeriod"/>
            </a:pPr>
            <a:r>
              <a:rPr lang="en-US" sz="1800" b="0" i="0" u="none" strike="noStrike" baseline="0" dirty="0">
                <a:solidFill>
                  <a:srgbClr val="000000"/>
                </a:solidFill>
                <a:latin typeface="TimesLTPro-Roman"/>
              </a:rPr>
              <a:t>Link-Level Reliability </a:t>
            </a:r>
            <a:r>
              <a:rPr lang="en-US" dirty="0"/>
              <a:t>ensures reliable data transfer between two adjacent nodes on the same link (e.g., between a device and a router or between two routers). It detects and retransmits corrupted frames, ensuring that errors introduced at the link level (due to noise, interference, or congestion) do not propagate further. This keeps the network efficient by correcting errors locally without involving the end systems for every minor issue. </a:t>
            </a:r>
            <a:r>
              <a:rPr lang="en-US" b="1" dirty="0"/>
              <a:t>Keywords: performance and efficiency</a:t>
            </a:r>
          </a:p>
          <a:p>
            <a:pPr marL="342900" indent="-342900" algn="l">
              <a:buFont typeface="+mj-lt"/>
              <a:buAutoNum type="arabicPeriod"/>
            </a:pPr>
            <a:endParaRPr lang="en-US" b="1" dirty="0"/>
          </a:p>
          <a:p>
            <a:pPr marL="342900" indent="-342900" algn="l">
              <a:buFont typeface="+mj-lt"/>
              <a:buAutoNum type="arabicPeriod"/>
            </a:pPr>
            <a:r>
              <a:rPr lang="en-US" dirty="0"/>
              <a:t>It provides the ultimate assurance that data arrives safely from source to destination, which is particularly important for applications like file transfer or video streaming. </a:t>
            </a:r>
            <a:r>
              <a:rPr lang="en-US" b="1" dirty="0"/>
              <a:t>keywords: robust communication, an additional layer of error checking and correction</a:t>
            </a:r>
          </a:p>
          <a:p>
            <a:pPr marL="742950" lvl="1" indent="-285750" algn="l">
              <a:buFont typeface="Arial" panose="020B0604020202020204" pitchFamily="34" charset="0"/>
              <a:buChar char="•"/>
            </a:pPr>
            <a:endParaRPr lang="en-US" dirty="0"/>
          </a:p>
          <a:p>
            <a:pPr marL="742950" lvl="1" indent="-285750" algn="l">
              <a:buFont typeface="Arial" panose="020B0604020202020204" pitchFamily="34" charset="0"/>
              <a:buChar char="•"/>
            </a:pPr>
            <a:endParaRPr lang="en-US" dirty="0"/>
          </a:p>
          <a:p>
            <a:pPr marL="742950" lvl="1" indent="-285750" algn="l">
              <a:buFont typeface="Arial" panose="020B0604020202020204" pitchFamily="34" charset="0"/>
              <a:buChar char="•"/>
            </a:pPr>
            <a:endParaRPr lang="en-US" dirty="0"/>
          </a:p>
          <a:p>
            <a:pPr marL="742950" lvl="1" indent="-285750" algn="l">
              <a:buFont typeface="Arial" panose="020B0604020202020204" pitchFamily="34" charset="0"/>
              <a:buChar char="•"/>
            </a:pPr>
            <a:endParaRPr lang="en-US" dirty="0"/>
          </a:p>
          <a:p>
            <a:pPr marL="457200" lvl="1" indent="0" algn="l">
              <a:buFont typeface="Arial" panose="020B0604020202020204" pitchFamily="34" charset="0"/>
              <a:buNone/>
            </a:pPr>
            <a:endParaRPr lang="en-US" dirty="0"/>
          </a:p>
        </p:txBody>
      </p:sp>
      <p:sp>
        <p:nvSpPr>
          <p:cNvPr id="5" name="Slide Number Placeholder 4">
            <a:extLst>
              <a:ext uri="{FF2B5EF4-FFF2-40B4-BE49-F238E27FC236}">
                <a16:creationId xmlns:a16="http://schemas.microsoft.com/office/drawing/2014/main" id="{9043B1B1-B190-B6BB-B5BB-D51D9636627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6EA1AD-6EA3-1049-AB4E-FC15F4DC35F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425538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pPr marL="285750" indent="-285750" algn="l">
              <a:buFont typeface="Arial" panose="020B0604020202020204" pitchFamily="34" charset="0"/>
              <a:buChar char="•"/>
            </a:pPr>
            <a:r>
              <a:rPr lang="en-US" sz="1800" b="0" i="1" u="none" strike="noStrike" baseline="0" dirty="0">
                <a:latin typeface="TimesLTPro-Italic"/>
              </a:rPr>
              <a:t>Error detection and correction. </a:t>
            </a:r>
            <a:r>
              <a:rPr lang="en-US" sz="1800" b="0" i="0" u="none" strike="noStrike" baseline="0" dirty="0">
                <a:latin typeface="TimesLTPro-Roman"/>
              </a:rPr>
              <a:t>The link-layer hardware in a receiving node can incorrectly decide that a bit in a frame is zero when it was transmitted as a one, and vice versa. Such bit errors are introduced by signal attenuation and electromagnetic noise. Because there is no need to forward a datagram that has an error, many link-layer protocols provide a mechanism to detect such bit errors. This is done by having the transmitting node include error-detection bits in the frame, and having the receiving node perform an error check. Recall that the Internet’s transport layer and network layer also provide a limited form of error detection—the Internet checksum. Error detection in the link layer is usually more sophisticated and is implemented in hardware. Error correction is similar to error detection, except that a receiver not only detects when bit errors have occurred in the frame but also determines exactly where in the frame the errors have occurred (and then corrects these errors).</a:t>
            </a:r>
          </a:p>
          <a:p>
            <a:pPr marL="285750" indent="-285750" algn="l">
              <a:buFont typeface="Arial" panose="020B0604020202020204" pitchFamily="34" charset="0"/>
              <a:buChar char="•"/>
            </a:pPr>
            <a:endParaRPr lang="en-US" sz="1800" b="0" i="0" u="none" strike="noStrike" baseline="0" dirty="0">
              <a:effectLst/>
              <a:latin typeface="TimesLTPro-Roman"/>
            </a:endParaRPr>
          </a:p>
          <a:p>
            <a:pPr marL="285750" indent="-285750" algn="l">
              <a:buFont typeface="Arial" panose="020B0604020202020204" pitchFamily="34" charset="0"/>
              <a:buChar char="•"/>
            </a:pPr>
            <a:r>
              <a:rPr lang="en-US" sz="1200" dirty="0">
                <a:effectLst/>
                <a:latin typeface="TimesLTPro"/>
              </a:rPr>
              <a:t>Error correction is similar to error detection, except that a receiver not only detects when bit errors have occurred in the frame but also deter- mines exactly where in the frame the errors have occurred (and then corrects these errors). </a:t>
            </a:r>
            <a:endParaRPr lang="en-US" dirty="0">
              <a:effectLst/>
            </a:endParaRPr>
          </a:p>
          <a:p>
            <a:pPr algn="l"/>
            <a:endParaRPr lang="en-US" dirty="0"/>
          </a:p>
        </p:txBody>
      </p:sp>
      <p:sp>
        <p:nvSpPr>
          <p:cNvPr id="5" name="Slide Number Placeholder 4">
            <a:extLst>
              <a:ext uri="{FF2B5EF4-FFF2-40B4-BE49-F238E27FC236}">
                <a16:creationId xmlns:a16="http://schemas.microsoft.com/office/drawing/2014/main" id="{310A23E5-C440-16F7-AA8F-DC888EDF4D3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6EA1AD-6EA3-1049-AB4E-FC15F4DC35F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868213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LTPro"/>
              </a:rPr>
              <a:t>The Ethernet capabilities are either integrated into the motherboard chipset or implemented via a low-cost dedicated Ethernet chip. For the most part, the link layer is implemented on a chip called the </a:t>
            </a:r>
            <a:r>
              <a:rPr lang="en-US" sz="1800" b="1" dirty="0">
                <a:effectLst/>
                <a:latin typeface="TimesLTPro"/>
              </a:rPr>
              <a:t>network adapter</a:t>
            </a:r>
            <a:r>
              <a:rPr lang="en-US" sz="1800" dirty="0">
                <a:effectLst/>
                <a:latin typeface="TimesLTPro"/>
              </a:rPr>
              <a:t>, also sometimes known as a </a:t>
            </a:r>
            <a:r>
              <a:rPr lang="en-US" sz="1800" b="1" dirty="0">
                <a:effectLst/>
                <a:latin typeface="TimesLTPro"/>
              </a:rPr>
              <a:t>network interface controller (NIC)</a:t>
            </a:r>
            <a:r>
              <a:rPr lang="en-US" sz="1800" dirty="0">
                <a:effectLst/>
                <a:latin typeface="TimesLTPro"/>
              </a:rPr>
              <a:t>. The network adapter implements many link layer services including framing, link access, error detection, and so on. </a:t>
            </a:r>
            <a:endParaRPr lang="en-US" dirty="0">
              <a:effectLst/>
            </a:endParaRPr>
          </a:p>
          <a:p>
            <a:endParaRPr lang="en-US" dirty="0"/>
          </a:p>
        </p:txBody>
      </p:sp>
      <p:sp>
        <p:nvSpPr>
          <p:cNvPr id="5" name="Slide Number Placeholder 4">
            <a:extLst>
              <a:ext uri="{FF2B5EF4-FFF2-40B4-BE49-F238E27FC236}">
                <a16:creationId xmlns:a16="http://schemas.microsoft.com/office/drawing/2014/main" id="{5FC0B56E-1933-678B-BFC9-57C5523AB02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6EA1AD-6EA3-1049-AB4E-FC15F4DC35F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742542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Slide Number Placeholder 4">
            <a:extLst>
              <a:ext uri="{FF2B5EF4-FFF2-40B4-BE49-F238E27FC236}">
                <a16:creationId xmlns:a16="http://schemas.microsoft.com/office/drawing/2014/main" id="{70E5216A-12E6-9573-1D59-3C5954ED689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6EA1AD-6EA3-1049-AB4E-FC15F4DC35F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648443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5DCB26F-7BF5-4DA6-BA18-A0B7008BFCA0}" type="slidenum">
              <a:rPr lang="en-US" smtClean="0"/>
              <a:t>12</a:t>
            </a:fld>
            <a:endParaRPr lang="en-US"/>
          </a:p>
        </p:txBody>
      </p:sp>
    </p:spTree>
    <p:extLst>
      <p:ext uri="{BB962C8B-B14F-4D97-AF65-F5344CB8AC3E}">
        <p14:creationId xmlns:p14="http://schemas.microsoft.com/office/powerpoint/2010/main" val="27017788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10F0B-275E-1765-7F3D-1937E75FC6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4C0881-BCA5-6A8C-E65D-E5600E47E4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53901F-F474-7121-444D-7BC59AD51C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495EB6-7271-2A31-60B7-21D15D67ED48}"/>
              </a:ext>
            </a:extLst>
          </p:cNvPr>
          <p:cNvSpPr>
            <a:spLocks noGrp="1"/>
          </p:cNvSpPr>
          <p:nvPr>
            <p:ph type="sldNum" sz="quarter" idx="5"/>
          </p:nvPr>
        </p:nvSpPr>
        <p:spPr/>
        <p:txBody>
          <a:bodyPr/>
          <a:lstStyle/>
          <a:p>
            <a:fld id="{B5DCB26F-7BF5-4DA6-BA18-A0B7008BFCA0}" type="slidenum">
              <a:rPr lang="en-US" smtClean="0"/>
              <a:t>15</a:t>
            </a:fld>
            <a:endParaRPr lang="en-US"/>
          </a:p>
        </p:txBody>
      </p:sp>
    </p:spTree>
    <p:extLst>
      <p:ext uri="{BB962C8B-B14F-4D97-AF65-F5344CB8AC3E}">
        <p14:creationId xmlns:p14="http://schemas.microsoft.com/office/powerpoint/2010/main" val="10044990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D3C17-E701-9003-0280-96AD1C608F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EE562D-E9EE-8A0C-E600-7F5582AD3D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547FCB-EDF9-0598-A2A8-EAE88182B2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88A03BC-F953-B248-A22D-42FC4C2194E1}"/>
              </a:ext>
            </a:extLst>
          </p:cNvPr>
          <p:cNvSpPr>
            <a:spLocks noGrp="1"/>
          </p:cNvSpPr>
          <p:nvPr>
            <p:ph type="sldNum" sz="quarter" idx="5"/>
          </p:nvPr>
        </p:nvSpPr>
        <p:spPr/>
        <p:txBody>
          <a:bodyPr/>
          <a:lstStyle/>
          <a:p>
            <a:fld id="{B5DCB26F-7BF5-4DA6-BA18-A0B7008BFCA0}" type="slidenum">
              <a:rPr lang="en-US" smtClean="0"/>
              <a:t>16</a:t>
            </a:fld>
            <a:endParaRPr lang="en-US"/>
          </a:p>
        </p:txBody>
      </p:sp>
    </p:spTree>
    <p:extLst>
      <p:ext uri="{BB962C8B-B14F-4D97-AF65-F5344CB8AC3E}">
        <p14:creationId xmlns:p14="http://schemas.microsoft.com/office/powerpoint/2010/main" val="30767486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49518-E55D-EE18-1685-E5EDC7C30F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BB737E-63E9-8D0D-7183-EFB68F8399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565A9E-34AA-7325-BD91-012B1D7703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8A1CA9-A5C7-EB39-79AC-49E54B62FD42}"/>
              </a:ext>
            </a:extLst>
          </p:cNvPr>
          <p:cNvSpPr>
            <a:spLocks noGrp="1"/>
          </p:cNvSpPr>
          <p:nvPr>
            <p:ph type="sldNum" sz="quarter" idx="5"/>
          </p:nvPr>
        </p:nvSpPr>
        <p:spPr/>
        <p:txBody>
          <a:bodyPr/>
          <a:lstStyle/>
          <a:p>
            <a:fld id="{B5DCB26F-7BF5-4DA6-BA18-A0B7008BFCA0}" type="slidenum">
              <a:rPr lang="en-US" smtClean="0"/>
              <a:t>19</a:t>
            </a:fld>
            <a:endParaRPr lang="en-US"/>
          </a:p>
        </p:txBody>
      </p:sp>
    </p:spTree>
    <p:extLst>
      <p:ext uri="{BB962C8B-B14F-4D97-AF65-F5344CB8AC3E}">
        <p14:creationId xmlns:p14="http://schemas.microsoft.com/office/powerpoint/2010/main" val="20560957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7D36D-1C66-8E00-57B5-0ABD542D02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17F380-44F3-0B5B-4F64-DEF792EBD6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0CC165-A029-0036-C96C-06A03C578C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BE668F-568B-C7E8-F9B9-C10539C6208C}"/>
              </a:ext>
            </a:extLst>
          </p:cNvPr>
          <p:cNvSpPr>
            <a:spLocks noGrp="1"/>
          </p:cNvSpPr>
          <p:nvPr>
            <p:ph type="sldNum" sz="quarter" idx="5"/>
          </p:nvPr>
        </p:nvSpPr>
        <p:spPr/>
        <p:txBody>
          <a:bodyPr/>
          <a:lstStyle/>
          <a:p>
            <a:fld id="{B5DCB26F-7BF5-4DA6-BA18-A0B7008BFCA0}" type="slidenum">
              <a:rPr lang="en-US" smtClean="0"/>
              <a:t>20</a:t>
            </a:fld>
            <a:endParaRPr lang="en-US"/>
          </a:p>
        </p:txBody>
      </p:sp>
    </p:spTree>
    <p:extLst>
      <p:ext uri="{BB962C8B-B14F-4D97-AF65-F5344CB8AC3E}">
        <p14:creationId xmlns:p14="http://schemas.microsoft.com/office/powerpoint/2010/main" val="27730814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27CDA-14E0-A9E8-B7D9-32EEDDBC3D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EF1536-8F4F-457C-1C40-6FC9C06BBC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0F6C94-4D24-79FF-5367-BB96A05F1A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B78C7B-42F4-7881-C8E6-DBBEAC624529}"/>
              </a:ext>
            </a:extLst>
          </p:cNvPr>
          <p:cNvSpPr>
            <a:spLocks noGrp="1"/>
          </p:cNvSpPr>
          <p:nvPr>
            <p:ph type="sldNum" sz="quarter" idx="5"/>
          </p:nvPr>
        </p:nvSpPr>
        <p:spPr/>
        <p:txBody>
          <a:bodyPr/>
          <a:lstStyle/>
          <a:p>
            <a:fld id="{B5DCB26F-7BF5-4DA6-BA18-A0B7008BFCA0}" type="slidenum">
              <a:rPr lang="en-US" smtClean="0"/>
              <a:t>21</a:t>
            </a:fld>
            <a:endParaRPr lang="en-US"/>
          </a:p>
        </p:txBody>
      </p:sp>
    </p:spTree>
    <p:extLst>
      <p:ext uri="{BB962C8B-B14F-4D97-AF65-F5344CB8AC3E}">
        <p14:creationId xmlns:p14="http://schemas.microsoft.com/office/powerpoint/2010/main" val="824844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A7B10-E484-B106-47A7-5BED47BF19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E56AF7-5B0D-9CAE-7CDA-354AAD5FDB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78C02A-E4CD-D076-1735-A0E420FD96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23D377-9A3C-EE11-F929-FEEAE7809D5F}"/>
              </a:ext>
            </a:extLst>
          </p:cNvPr>
          <p:cNvSpPr>
            <a:spLocks noGrp="1"/>
          </p:cNvSpPr>
          <p:nvPr>
            <p:ph type="sldNum" sz="quarter" idx="5"/>
          </p:nvPr>
        </p:nvSpPr>
        <p:spPr/>
        <p:txBody>
          <a:bodyPr/>
          <a:lstStyle/>
          <a:p>
            <a:fld id="{B5DCB26F-7BF5-4DA6-BA18-A0B7008BFCA0}" type="slidenum">
              <a:rPr lang="en-US" smtClean="0"/>
              <a:t>22</a:t>
            </a:fld>
            <a:endParaRPr lang="en-US"/>
          </a:p>
        </p:txBody>
      </p:sp>
    </p:spTree>
    <p:extLst>
      <p:ext uri="{BB962C8B-B14F-4D97-AF65-F5344CB8AC3E}">
        <p14:creationId xmlns:p14="http://schemas.microsoft.com/office/powerpoint/2010/main" val="19750628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LTPro"/>
              </a:rPr>
              <a:t>For Ethernet, the actual amount of time a node waits is K </a:t>
            </a:r>
            <a:r>
              <a:rPr lang="en-US" sz="1800" dirty="0">
                <a:effectLst/>
                <a:latin typeface="PearsonMATHPRO02"/>
              </a:rPr>
              <a:t># </a:t>
            </a:r>
            <a:r>
              <a:rPr lang="en-US" sz="1800" dirty="0">
                <a:effectLst/>
                <a:latin typeface="TimesLTPro"/>
              </a:rPr>
              <a:t>512 bit times (i.e., </a:t>
            </a:r>
            <a:r>
              <a:rPr lang="en-US" sz="1800" i="1" dirty="0">
                <a:effectLst/>
                <a:latin typeface="TimesLTPro"/>
              </a:rPr>
              <a:t>K </a:t>
            </a:r>
            <a:r>
              <a:rPr lang="en-US" sz="1800" dirty="0">
                <a:effectLst/>
                <a:latin typeface="TimesLTPro"/>
              </a:rPr>
              <a:t>times the amount of time needed to send 512 bits into the Ethernet) and the maximum value that </a:t>
            </a:r>
            <a:r>
              <a:rPr lang="en-US" sz="1800" i="1" dirty="0">
                <a:effectLst/>
                <a:latin typeface="TimesLTPro"/>
              </a:rPr>
              <a:t>n </a:t>
            </a:r>
            <a:r>
              <a:rPr lang="en-US" sz="1800" dirty="0">
                <a:effectLst/>
                <a:latin typeface="TimesLTPro"/>
              </a:rPr>
              <a:t>can take is capped at 10.</a:t>
            </a:r>
            <a:endParaRPr lang="en-US" dirty="0">
              <a:effectLst/>
            </a:endParaRPr>
          </a:p>
        </p:txBody>
      </p:sp>
      <p:sp>
        <p:nvSpPr>
          <p:cNvPr id="5" name="Slide Number Placeholder 4">
            <a:extLst>
              <a:ext uri="{FF2B5EF4-FFF2-40B4-BE49-F238E27FC236}">
                <a16:creationId xmlns:a16="http://schemas.microsoft.com/office/drawing/2014/main" id="{17F13A33-258F-3173-3DA4-A5624C7298F3}"/>
              </a:ext>
            </a:extLst>
          </p:cNvPr>
          <p:cNvSpPr>
            <a:spLocks noGrp="1"/>
          </p:cNvSpPr>
          <p:nvPr>
            <p:ph type="sldNum" sz="quarter" idx="5"/>
          </p:nvPr>
        </p:nvSpPr>
        <p:spPr/>
        <p:txBody>
          <a:bodyPr/>
          <a:lstStyle/>
          <a:p>
            <a:fld id="{D16EA1AD-6EA3-1049-AB4E-FC15F4DC35F9}" type="slidenum">
              <a:rPr lang="en-US" smtClean="0"/>
              <a:t>23</a:t>
            </a:fld>
            <a:endParaRPr lang="en-US" dirty="0"/>
          </a:p>
        </p:txBody>
      </p:sp>
    </p:spTree>
    <p:extLst>
      <p:ext uri="{BB962C8B-B14F-4D97-AF65-F5344CB8AC3E}">
        <p14:creationId xmlns:p14="http://schemas.microsoft.com/office/powerpoint/2010/main" val="24516316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Understanding bit transmission order in Ethernet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For example, an address in canonical form 12-34-56-78-9A-BC:</a:t>
            </a:r>
          </a:p>
          <a:p>
            <a:endParaRPr lang="en-US" i="0" dirty="0"/>
          </a:p>
          <a:p>
            <a:r>
              <a:rPr lang="en-US" i="0" dirty="0"/>
              <a:t>1. Standard logical view:</a:t>
            </a:r>
          </a:p>
          <a:p>
            <a:r>
              <a:rPr lang="en-US" dirty="0"/>
              <a:t>12 (hex) = 0001 0010 (binary) </a:t>
            </a:r>
          </a:p>
          <a:p>
            <a:r>
              <a:rPr lang="en-US" dirty="0"/>
              <a:t>34 = 0011 0100 </a:t>
            </a:r>
          </a:p>
          <a:p>
            <a:r>
              <a:rPr lang="en-US" dirty="0"/>
              <a:t>56 = 0101 0110 </a:t>
            </a:r>
          </a:p>
          <a:p>
            <a:r>
              <a:rPr lang="en-US" dirty="0"/>
              <a:t>78 = 0111 1000 </a:t>
            </a:r>
          </a:p>
          <a:p>
            <a:r>
              <a:rPr lang="en-US" dirty="0"/>
              <a:t>9A = 1001 1010 </a:t>
            </a:r>
          </a:p>
          <a:p>
            <a:r>
              <a:rPr lang="en-US" dirty="0"/>
              <a:t>BC = 1011 1100</a:t>
            </a:r>
          </a:p>
          <a:p>
            <a:endParaRPr lang="en-US" i="0" dirty="0"/>
          </a:p>
          <a:p>
            <a:r>
              <a:rPr lang="en-US" i="0" dirty="0"/>
              <a:t>2. Ethernet transmits each byte with the LSB (Least Significant Bit) first. So each byte gets bit-reversed during transmission:</a:t>
            </a:r>
          </a:p>
          <a:p>
            <a:endParaRPr lang="en-US" i="0" dirty="0"/>
          </a:p>
          <a:p>
            <a:r>
              <a:rPr lang="en-US" i="0" dirty="0"/>
              <a:t>0001 0010 → reversed → 0100 1000</a:t>
            </a:r>
          </a:p>
          <a:p>
            <a:r>
              <a:rPr lang="en-US" i="0" dirty="0"/>
              <a:t>0011 0100 → reversed → 0010 1100</a:t>
            </a:r>
          </a:p>
          <a:p>
            <a:r>
              <a:rPr lang="en-US" i="0" dirty="0"/>
              <a:t>0101 0110 → reversed → 0110 1010</a:t>
            </a:r>
          </a:p>
          <a:p>
            <a:r>
              <a:rPr lang="en-US" i="0" dirty="0"/>
              <a:t>0111 1000 → reversed → 0001 1110</a:t>
            </a:r>
          </a:p>
          <a:p>
            <a:r>
              <a:rPr lang="en-US" i="0" dirty="0"/>
              <a:t>1001 1010 → reversed → 0101 1001</a:t>
            </a:r>
          </a:p>
          <a:p>
            <a:r>
              <a:rPr lang="en-US" i="0" dirty="0"/>
              <a:t>1011 1100 → reversed → 0011 1101</a:t>
            </a:r>
          </a:p>
          <a:p>
            <a:endParaRPr lang="en-US" i="0" dirty="0"/>
          </a:p>
          <a:p>
            <a:r>
              <a:rPr lang="en-US" i="0" dirty="0"/>
              <a:t>3. Actual t</a:t>
            </a:r>
            <a:r>
              <a:rPr lang="en-US" dirty="0"/>
              <a:t>ransmitted sequence:</a:t>
            </a:r>
          </a:p>
          <a:p>
            <a:r>
              <a:rPr lang="en-US" i="0" dirty="0"/>
              <a:t>01001000 00101100 01101010 00011110 01011001 00111101</a:t>
            </a:r>
          </a:p>
        </p:txBody>
      </p:sp>
      <p:sp>
        <p:nvSpPr>
          <p:cNvPr id="4" name="Slide Number Placeholder 3"/>
          <p:cNvSpPr>
            <a:spLocks noGrp="1"/>
          </p:cNvSpPr>
          <p:nvPr>
            <p:ph type="sldNum" sz="quarter" idx="5"/>
          </p:nvPr>
        </p:nvSpPr>
        <p:spPr/>
        <p:txBody>
          <a:bodyPr/>
          <a:lstStyle/>
          <a:p>
            <a:fld id="{B5DCB26F-7BF5-4DA6-BA18-A0B7008BFCA0}" type="slidenum">
              <a:rPr lang="en-US" smtClean="0"/>
              <a:t>26</a:t>
            </a:fld>
            <a:endParaRPr lang="en-US"/>
          </a:p>
        </p:txBody>
      </p:sp>
    </p:spTree>
    <p:extLst>
      <p:ext uri="{BB962C8B-B14F-4D97-AF65-F5344CB8AC3E}">
        <p14:creationId xmlns:p14="http://schemas.microsoft.com/office/powerpoint/2010/main" val="25546339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4C98F-B827-13AD-265C-514C216220B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AA41564-4F01-3DA7-30A5-41B696027D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298C639-4AB9-F4D6-CFBA-209FE857A5B2}"/>
              </a:ext>
            </a:extLst>
          </p:cNvPr>
          <p:cNvSpPr>
            <a:spLocks noGrp="1"/>
          </p:cNvSpPr>
          <p:nvPr>
            <p:ph type="dt" sz="half" idx="10"/>
          </p:nvPr>
        </p:nvSpPr>
        <p:spPr/>
        <p:txBody>
          <a:bodyPr/>
          <a:lstStyle/>
          <a:p>
            <a:fld id="{40272AB9-64A1-45BC-9C9A-78E398D2F99B}" type="datetimeFigureOut">
              <a:rPr lang="en-US" smtClean="0"/>
              <a:t>10/5/2025</a:t>
            </a:fld>
            <a:endParaRPr lang="en-US"/>
          </a:p>
        </p:txBody>
      </p:sp>
      <p:sp>
        <p:nvSpPr>
          <p:cNvPr id="5" name="Footer Placeholder 4">
            <a:extLst>
              <a:ext uri="{FF2B5EF4-FFF2-40B4-BE49-F238E27FC236}">
                <a16:creationId xmlns:a16="http://schemas.microsoft.com/office/drawing/2014/main" id="{07777A7F-9979-7B59-A463-DCEBBA95BB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9F0F76-7128-32CE-27E0-EA7B842C8520}"/>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748364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F79D5-059D-19DB-300F-B545C4C45F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D31340-A1E9-7CE3-85EA-7F1CF2ED7B7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0681CF-4E42-18FC-F8CF-942C82B56AA5}"/>
              </a:ext>
            </a:extLst>
          </p:cNvPr>
          <p:cNvSpPr>
            <a:spLocks noGrp="1"/>
          </p:cNvSpPr>
          <p:nvPr>
            <p:ph type="dt" sz="half" idx="10"/>
          </p:nvPr>
        </p:nvSpPr>
        <p:spPr/>
        <p:txBody>
          <a:bodyPr/>
          <a:lstStyle/>
          <a:p>
            <a:fld id="{40272AB9-64A1-45BC-9C9A-78E398D2F99B}" type="datetimeFigureOut">
              <a:rPr lang="en-US" smtClean="0"/>
              <a:t>10/5/2025</a:t>
            </a:fld>
            <a:endParaRPr lang="en-US"/>
          </a:p>
        </p:txBody>
      </p:sp>
      <p:sp>
        <p:nvSpPr>
          <p:cNvPr id="5" name="Footer Placeholder 4">
            <a:extLst>
              <a:ext uri="{FF2B5EF4-FFF2-40B4-BE49-F238E27FC236}">
                <a16:creationId xmlns:a16="http://schemas.microsoft.com/office/drawing/2014/main" id="{D62C2239-A774-E47F-618D-51D208E68E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14B347-A921-E0AB-5A62-7830EDC846C5}"/>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35521337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3AE5C-05CB-8274-A918-075C19B6A77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07643FC-A248-C72E-7C55-AF40C95C9EE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7FC89F5-84BE-3CEF-33F5-F2CA26EE8B32}"/>
              </a:ext>
            </a:extLst>
          </p:cNvPr>
          <p:cNvSpPr>
            <a:spLocks noGrp="1"/>
          </p:cNvSpPr>
          <p:nvPr>
            <p:ph type="dt" sz="half" idx="10"/>
          </p:nvPr>
        </p:nvSpPr>
        <p:spPr/>
        <p:txBody>
          <a:bodyPr/>
          <a:lstStyle/>
          <a:p>
            <a:fld id="{40272AB9-64A1-45BC-9C9A-78E398D2F99B}" type="datetimeFigureOut">
              <a:rPr lang="en-US" smtClean="0"/>
              <a:t>10/5/2025</a:t>
            </a:fld>
            <a:endParaRPr lang="en-US"/>
          </a:p>
        </p:txBody>
      </p:sp>
      <p:sp>
        <p:nvSpPr>
          <p:cNvPr id="5" name="Footer Placeholder 4">
            <a:extLst>
              <a:ext uri="{FF2B5EF4-FFF2-40B4-BE49-F238E27FC236}">
                <a16:creationId xmlns:a16="http://schemas.microsoft.com/office/drawing/2014/main" id="{144EC82B-F092-F737-C6EC-4508B148A6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AE09F0-8AE5-6C3F-D940-15869CCF5AB3}"/>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3881122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02350-D4AF-4F3C-CEE2-B8734DE147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423F635-D032-EB3F-AA91-8B6201523B0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5D6D8E9-1DD1-0647-572D-88AADC9B0E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8ABC9E6-F832-C7D5-DD5F-43E7579F9B16}"/>
              </a:ext>
            </a:extLst>
          </p:cNvPr>
          <p:cNvSpPr>
            <a:spLocks noGrp="1"/>
          </p:cNvSpPr>
          <p:nvPr>
            <p:ph type="dt" sz="half" idx="10"/>
          </p:nvPr>
        </p:nvSpPr>
        <p:spPr/>
        <p:txBody>
          <a:bodyPr/>
          <a:lstStyle/>
          <a:p>
            <a:fld id="{40272AB9-64A1-45BC-9C9A-78E398D2F99B}" type="datetimeFigureOut">
              <a:rPr lang="en-US" smtClean="0"/>
              <a:t>10/5/2025</a:t>
            </a:fld>
            <a:endParaRPr lang="en-US"/>
          </a:p>
        </p:txBody>
      </p:sp>
      <p:sp>
        <p:nvSpPr>
          <p:cNvPr id="6" name="Footer Placeholder 5">
            <a:extLst>
              <a:ext uri="{FF2B5EF4-FFF2-40B4-BE49-F238E27FC236}">
                <a16:creationId xmlns:a16="http://schemas.microsoft.com/office/drawing/2014/main" id="{AF1C2CA5-C7DE-C955-B48A-7E0F3888C0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A8908E-669F-CB28-260B-78354401EF72}"/>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39618181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24474-5433-09FA-BE28-C0DC57B6462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D4AD488-42FB-58FC-4155-0D56C39BE0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1634D41-5957-DB0E-CB35-AC6249E0A58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2425178-5D33-EBD1-4C79-986B42DAD0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8B3E2A5-4A98-031A-250D-CBFB1D93844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1FBD9DE-6FA7-D067-18F3-C04BBCDB0753}"/>
              </a:ext>
            </a:extLst>
          </p:cNvPr>
          <p:cNvSpPr>
            <a:spLocks noGrp="1"/>
          </p:cNvSpPr>
          <p:nvPr>
            <p:ph type="dt" sz="half" idx="10"/>
          </p:nvPr>
        </p:nvSpPr>
        <p:spPr/>
        <p:txBody>
          <a:bodyPr/>
          <a:lstStyle/>
          <a:p>
            <a:fld id="{40272AB9-64A1-45BC-9C9A-78E398D2F99B}" type="datetimeFigureOut">
              <a:rPr lang="en-US" smtClean="0"/>
              <a:t>10/5/2025</a:t>
            </a:fld>
            <a:endParaRPr lang="en-US"/>
          </a:p>
        </p:txBody>
      </p:sp>
      <p:sp>
        <p:nvSpPr>
          <p:cNvPr id="8" name="Footer Placeholder 7">
            <a:extLst>
              <a:ext uri="{FF2B5EF4-FFF2-40B4-BE49-F238E27FC236}">
                <a16:creationId xmlns:a16="http://schemas.microsoft.com/office/drawing/2014/main" id="{525D33E4-2E0D-1662-B7BF-20E78E7C805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1EDC47E-1E21-2424-6A7B-315D8AAFB6E4}"/>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3043752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BCA65-C705-E6A3-485D-408F56B8171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EF069A2-CE3D-6E6E-685B-1FE020EA8296}"/>
              </a:ext>
            </a:extLst>
          </p:cNvPr>
          <p:cNvSpPr>
            <a:spLocks noGrp="1"/>
          </p:cNvSpPr>
          <p:nvPr>
            <p:ph type="dt" sz="half" idx="10"/>
          </p:nvPr>
        </p:nvSpPr>
        <p:spPr/>
        <p:txBody>
          <a:bodyPr/>
          <a:lstStyle/>
          <a:p>
            <a:fld id="{40272AB9-64A1-45BC-9C9A-78E398D2F99B}" type="datetimeFigureOut">
              <a:rPr lang="en-US" smtClean="0"/>
              <a:t>10/5/2025</a:t>
            </a:fld>
            <a:endParaRPr lang="en-US"/>
          </a:p>
        </p:txBody>
      </p:sp>
      <p:sp>
        <p:nvSpPr>
          <p:cNvPr id="4" name="Footer Placeholder 3">
            <a:extLst>
              <a:ext uri="{FF2B5EF4-FFF2-40B4-BE49-F238E27FC236}">
                <a16:creationId xmlns:a16="http://schemas.microsoft.com/office/drawing/2014/main" id="{AF684AF1-31C9-84AC-0250-05744141CAE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C33C2AA-F699-ED5D-9FBA-C19002EBB900}"/>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2759563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0332F3-879F-BB3B-698B-B2739723538A}"/>
              </a:ext>
            </a:extLst>
          </p:cNvPr>
          <p:cNvSpPr>
            <a:spLocks noGrp="1"/>
          </p:cNvSpPr>
          <p:nvPr>
            <p:ph type="dt" sz="half" idx="10"/>
          </p:nvPr>
        </p:nvSpPr>
        <p:spPr/>
        <p:txBody>
          <a:bodyPr/>
          <a:lstStyle/>
          <a:p>
            <a:fld id="{40272AB9-64A1-45BC-9C9A-78E398D2F99B}" type="datetimeFigureOut">
              <a:rPr lang="en-US" smtClean="0"/>
              <a:t>10/5/2025</a:t>
            </a:fld>
            <a:endParaRPr lang="en-US"/>
          </a:p>
        </p:txBody>
      </p:sp>
      <p:sp>
        <p:nvSpPr>
          <p:cNvPr id="3" name="Footer Placeholder 2">
            <a:extLst>
              <a:ext uri="{FF2B5EF4-FFF2-40B4-BE49-F238E27FC236}">
                <a16:creationId xmlns:a16="http://schemas.microsoft.com/office/drawing/2014/main" id="{F72D113C-0FB8-0400-99D8-6F134830DDC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150B956-7068-44C2-B72A-60BB293DD6C3}"/>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30799932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E8B4E-A384-E57E-E42B-8DF0137C30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5095B01-185E-04BB-14A7-B258CA51CA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3B7228C-5F12-7AF1-FC9F-8C1032F39B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61407C-424A-E815-0FAD-6132348EB71D}"/>
              </a:ext>
            </a:extLst>
          </p:cNvPr>
          <p:cNvSpPr>
            <a:spLocks noGrp="1"/>
          </p:cNvSpPr>
          <p:nvPr>
            <p:ph type="dt" sz="half" idx="10"/>
          </p:nvPr>
        </p:nvSpPr>
        <p:spPr/>
        <p:txBody>
          <a:bodyPr/>
          <a:lstStyle/>
          <a:p>
            <a:fld id="{40272AB9-64A1-45BC-9C9A-78E398D2F99B}" type="datetimeFigureOut">
              <a:rPr lang="en-US" smtClean="0"/>
              <a:t>10/5/2025</a:t>
            </a:fld>
            <a:endParaRPr lang="en-US"/>
          </a:p>
        </p:txBody>
      </p:sp>
      <p:sp>
        <p:nvSpPr>
          <p:cNvPr id="6" name="Footer Placeholder 5">
            <a:extLst>
              <a:ext uri="{FF2B5EF4-FFF2-40B4-BE49-F238E27FC236}">
                <a16:creationId xmlns:a16="http://schemas.microsoft.com/office/drawing/2014/main" id="{3ACF71BD-8573-007D-3858-3535CBA02C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76C0FE8-99A5-4546-F000-62538D60DED5}"/>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24182244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DCAFE-88EA-C3CA-5268-51CB959800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A02BC8C-DCDC-6F3B-EC4D-AD7E7D77A75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F3F378A-43F4-65AF-61DB-1B261A99D1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315D82-7B33-82FC-4CC1-372A7E7A8053}"/>
              </a:ext>
            </a:extLst>
          </p:cNvPr>
          <p:cNvSpPr>
            <a:spLocks noGrp="1"/>
          </p:cNvSpPr>
          <p:nvPr>
            <p:ph type="dt" sz="half" idx="10"/>
          </p:nvPr>
        </p:nvSpPr>
        <p:spPr/>
        <p:txBody>
          <a:bodyPr/>
          <a:lstStyle/>
          <a:p>
            <a:fld id="{40272AB9-64A1-45BC-9C9A-78E398D2F99B}" type="datetimeFigureOut">
              <a:rPr lang="en-US" smtClean="0"/>
              <a:t>10/5/2025</a:t>
            </a:fld>
            <a:endParaRPr lang="en-US"/>
          </a:p>
        </p:txBody>
      </p:sp>
      <p:sp>
        <p:nvSpPr>
          <p:cNvPr id="6" name="Footer Placeholder 5">
            <a:extLst>
              <a:ext uri="{FF2B5EF4-FFF2-40B4-BE49-F238E27FC236}">
                <a16:creationId xmlns:a16="http://schemas.microsoft.com/office/drawing/2014/main" id="{FE298B4F-C700-D100-E550-F1A34A2385F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1C4BE6-38EC-0ED9-64CD-D1DBED13BB35}"/>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41740296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2276C-A078-6711-FF3C-E68ACE035B7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4E0CDEF-7F11-C385-F99C-1D079A4669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B133E6-8B7A-63A7-4B43-936C9C063E95}"/>
              </a:ext>
            </a:extLst>
          </p:cNvPr>
          <p:cNvSpPr>
            <a:spLocks noGrp="1"/>
          </p:cNvSpPr>
          <p:nvPr>
            <p:ph type="dt" sz="half" idx="10"/>
          </p:nvPr>
        </p:nvSpPr>
        <p:spPr/>
        <p:txBody>
          <a:bodyPr/>
          <a:lstStyle/>
          <a:p>
            <a:fld id="{40272AB9-64A1-45BC-9C9A-78E398D2F99B}" type="datetimeFigureOut">
              <a:rPr lang="en-US" smtClean="0"/>
              <a:t>10/5/2025</a:t>
            </a:fld>
            <a:endParaRPr lang="en-US"/>
          </a:p>
        </p:txBody>
      </p:sp>
      <p:sp>
        <p:nvSpPr>
          <p:cNvPr id="5" name="Footer Placeholder 4">
            <a:extLst>
              <a:ext uri="{FF2B5EF4-FFF2-40B4-BE49-F238E27FC236}">
                <a16:creationId xmlns:a16="http://schemas.microsoft.com/office/drawing/2014/main" id="{125BFD48-7F8C-2C53-C6E5-51FBBC2B9F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F0E807-0A14-F9E7-D3C4-243C242BF739}"/>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11956372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2852A6E-A9A4-3335-FD57-B09080704F3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3BA70CC-412C-59DD-E5F3-0B5222096D0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402B3D-CE4D-9039-CF20-3EA5A25A1B97}"/>
              </a:ext>
            </a:extLst>
          </p:cNvPr>
          <p:cNvSpPr>
            <a:spLocks noGrp="1"/>
          </p:cNvSpPr>
          <p:nvPr>
            <p:ph type="dt" sz="half" idx="10"/>
          </p:nvPr>
        </p:nvSpPr>
        <p:spPr/>
        <p:txBody>
          <a:bodyPr/>
          <a:lstStyle/>
          <a:p>
            <a:fld id="{40272AB9-64A1-45BC-9C9A-78E398D2F99B}" type="datetimeFigureOut">
              <a:rPr lang="en-US" smtClean="0"/>
              <a:t>10/5/2025</a:t>
            </a:fld>
            <a:endParaRPr lang="en-US"/>
          </a:p>
        </p:txBody>
      </p:sp>
      <p:sp>
        <p:nvSpPr>
          <p:cNvPr id="5" name="Footer Placeholder 4">
            <a:extLst>
              <a:ext uri="{FF2B5EF4-FFF2-40B4-BE49-F238E27FC236}">
                <a16:creationId xmlns:a16="http://schemas.microsoft.com/office/drawing/2014/main" id="{FCD8CD87-FDF1-2A7A-1BE7-FA7D6B712F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428DFF-8601-30EC-83EF-AD74CA7EE220}"/>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12163457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87597A-B7A8-059C-160C-EC7CE2886B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B2534A4-186E-5F01-1F5B-80DF3841A5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ABDDF5-E321-EF03-3E6D-64F457503C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272AB9-64A1-45BC-9C9A-78E398D2F99B}" type="datetimeFigureOut">
              <a:rPr lang="en-US" smtClean="0"/>
              <a:t>10/5/2025</a:t>
            </a:fld>
            <a:endParaRPr lang="en-US"/>
          </a:p>
        </p:txBody>
      </p:sp>
      <p:sp>
        <p:nvSpPr>
          <p:cNvPr id="5" name="Footer Placeholder 4">
            <a:extLst>
              <a:ext uri="{FF2B5EF4-FFF2-40B4-BE49-F238E27FC236}">
                <a16:creationId xmlns:a16="http://schemas.microsoft.com/office/drawing/2014/main" id="{B231B2B9-24D1-3FFE-9B16-BFA0BAC7B4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E29AEC6-3A77-F298-9C68-54B2F00650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F125542-7130-46B0-9D6D-1892C1FCB086}" type="slidenum">
              <a:rPr lang="en-US" smtClean="0"/>
              <a:t>‹#›</a:t>
            </a:fld>
            <a:endParaRPr lang="en-US"/>
          </a:p>
        </p:txBody>
      </p:sp>
    </p:spTree>
    <p:extLst>
      <p:ext uri="{BB962C8B-B14F-4D97-AF65-F5344CB8AC3E}">
        <p14:creationId xmlns:p14="http://schemas.microsoft.com/office/powerpoint/2010/main" val="19286463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s>
</file>

<file path=ppt/slides/_rels/slide4.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28.png"/></Relationships>
</file>

<file path=ppt/slides/_rels/slide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20.png"/><Relationship Id="rId7"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7.png"/><Relationship Id="rId11" Type="http://schemas.openxmlformats.org/officeDocument/2006/relationships/image" Target="../media/image30.png"/><Relationship Id="rId5" Type="http://schemas.openxmlformats.org/officeDocument/2006/relationships/image" Target="../media/image6.png"/><Relationship Id="rId10" Type="http://schemas.openxmlformats.org/officeDocument/2006/relationships/image" Target="../media/image29.png"/><Relationship Id="rId4" Type="http://schemas.openxmlformats.org/officeDocument/2006/relationships/image" Target="../media/image9.png"/><Relationship Id="rId9"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20.pn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7.png"/><Relationship Id="rId11" Type="http://schemas.openxmlformats.org/officeDocument/2006/relationships/image" Target="../media/image30.png"/><Relationship Id="rId5" Type="http://schemas.openxmlformats.org/officeDocument/2006/relationships/image" Target="../media/image6.png"/><Relationship Id="rId10" Type="http://schemas.openxmlformats.org/officeDocument/2006/relationships/image" Target="../media/image29.png"/><Relationship Id="rId4" Type="http://schemas.openxmlformats.org/officeDocument/2006/relationships/image" Target="../media/image9.png"/><Relationship Id="rId9"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33.jpeg"/><Relationship Id="rId4" Type="http://schemas.openxmlformats.org/officeDocument/2006/relationships/image" Target="../media/image3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35.jpeg"/><Relationship Id="rId7" Type="http://schemas.openxmlformats.org/officeDocument/2006/relationships/image" Target="../media/image37.png"/><Relationship Id="rId2" Type="http://schemas.openxmlformats.org/officeDocument/2006/relationships/image" Target="../media/image34.gif"/><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7.png"/><Relationship Id="rId5" Type="http://schemas.openxmlformats.org/officeDocument/2006/relationships/image" Target="../media/image19.png"/><Relationship Id="rId10" Type="http://schemas.openxmlformats.org/officeDocument/2006/relationships/image" Target="../media/image6.png"/><Relationship Id="rId4" Type="http://schemas.openxmlformats.org/officeDocument/2006/relationships/image" Target="../media/image36.png"/><Relationship Id="rId9"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hyperlink" Target="https://en.wikipedia.org/wiki/MAC_address#Bit-reversed_notation" TargetMode="External"/><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hyperlink" Target="https://en.wikipedia.org/wiki/Ethernet_frame"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A64E1-5610-7CF5-A8AC-8AACF97CA223}"/>
              </a:ext>
            </a:extLst>
          </p:cNvPr>
          <p:cNvSpPr>
            <a:spLocks noGrp="1"/>
          </p:cNvSpPr>
          <p:nvPr>
            <p:ph type="ctrTitle"/>
          </p:nvPr>
        </p:nvSpPr>
        <p:spPr>
          <a:xfrm>
            <a:off x="536448" y="1122363"/>
            <a:ext cx="11119104" cy="2133599"/>
          </a:xfrm>
        </p:spPr>
        <p:txBody>
          <a:bodyPr/>
          <a:lstStyle/>
          <a:p>
            <a:r>
              <a:rPr lang="en-US" dirty="0"/>
              <a:t>CSC 3511 Security and Networking</a:t>
            </a:r>
          </a:p>
        </p:txBody>
      </p:sp>
      <p:sp>
        <p:nvSpPr>
          <p:cNvPr id="3" name="Subtitle 2">
            <a:extLst>
              <a:ext uri="{FF2B5EF4-FFF2-40B4-BE49-F238E27FC236}">
                <a16:creationId xmlns:a16="http://schemas.microsoft.com/office/drawing/2014/main" id="{3A8E7C23-6E8B-EC33-B311-21148E5DBC8C}"/>
              </a:ext>
            </a:extLst>
          </p:cNvPr>
          <p:cNvSpPr>
            <a:spLocks noGrp="1"/>
          </p:cNvSpPr>
          <p:nvPr>
            <p:ph type="subTitle" idx="1"/>
          </p:nvPr>
        </p:nvSpPr>
        <p:spPr>
          <a:xfrm>
            <a:off x="1524000" y="3602039"/>
            <a:ext cx="9144000" cy="1655762"/>
          </a:xfrm>
        </p:spPr>
        <p:txBody>
          <a:bodyPr/>
          <a:lstStyle/>
          <a:p>
            <a:endParaRPr lang="en-US" dirty="0"/>
          </a:p>
          <a:p>
            <a:endParaRPr lang="en-US" dirty="0"/>
          </a:p>
          <a:p>
            <a:r>
              <a:rPr lang="en-US" dirty="0"/>
              <a:t>Week 6, Lecture 2: Link Layer</a:t>
            </a:r>
          </a:p>
        </p:txBody>
      </p:sp>
    </p:spTree>
    <p:extLst>
      <p:ext uri="{BB962C8B-B14F-4D97-AF65-F5344CB8AC3E}">
        <p14:creationId xmlns:p14="http://schemas.microsoft.com/office/powerpoint/2010/main" val="12913817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973E7-50FC-533B-DB7D-DC255DD657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AD034B-E0BD-F3F5-826D-31CF9FD402CE}"/>
              </a:ext>
            </a:extLst>
          </p:cNvPr>
          <p:cNvSpPr txBox="1">
            <a:spLocks/>
          </p:cNvSpPr>
          <p:nvPr/>
        </p:nvSpPr>
        <p:spPr>
          <a:xfrm>
            <a:off x="546662" y="152400"/>
            <a:ext cx="6551791" cy="1650991"/>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6000">
                <a:cs typeface="Calibri" panose="020F0502020204030204" pitchFamily="34" charset="0"/>
              </a:rPr>
              <a:t>Roadmap</a:t>
            </a:r>
            <a:endParaRPr lang="en-US" sz="6000" dirty="0"/>
          </a:p>
        </p:txBody>
      </p:sp>
      <p:sp>
        <p:nvSpPr>
          <p:cNvPr id="3" name="Rectangle 4">
            <a:extLst>
              <a:ext uri="{FF2B5EF4-FFF2-40B4-BE49-F238E27FC236}">
                <a16:creationId xmlns:a16="http://schemas.microsoft.com/office/drawing/2014/main" id="{3BD7F9A9-086C-BE90-5D24-8D0CA1AC5E04}"/>
              </a:ext>
            </a:extLst>
          </p:cNvPr>
          <p:cNvSpPr txBox="1">
            <a:spLocks noChangeArrowheads="1"/>
          </p:cNvSpPr>
          <p:nvPr/>
        </p:nvSpPr>
        <p:spPr>
          <a:xfrm>
            <a:off x="327703" y="1646990"/>
            <a:ext cx="11536594" cy="49783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3225" indent="-285750">
              <a:spcBef>
                <a:spcPts val="800"/>
              </a:spcBef>
              <a:spcAft>
                <a:spcPts val="600"/>
              </a:spcAft>
              <a:buClr>
                <a:schemeClr val="bg1">
                  <a:lumMod val="85000"/>
                </a:schemeClr>
              </a:buClr>
            </a:pPr>
            <a:r>
              <a:rPr lang="en-US" altLang="en-US" sz="3600" b="1" i="1" dirty="0">
                <a:latin typeface="Calibri" panose="020F0502020204030204" pitchFamily="34" charset="0"/>
                <a:cs typeface="Calibri" panose="020F0502020204030204" pitchFamily="34" charset="0"/>
              </a:rPr>
              <a:t>Link Layer and LAN</a:t>
            </a:r>
          </a:p>
          <a:p>
            <a:pPr marL="403225" indent="-285750">
              <a:spcBef>
                <a:spcPts val="800"/>
              </a:spcBef>
              <a:spcAft>
                <a:spcPts val="600"/>
              </a:spcAft>
              <a:buClr>
                <a:schemeClr val="bg1">
                  <a:lumMod val="85000"/>
                </a:schemeClr>
              </a:buClr>
            </a:pPr>
            <a:r>
              <a:rPr lang="en-US" altLang="en-US" sz="3600" b="1" i="1" dirty="0">
                <a:solidFill>
                  <a:schemeClr val="bg1">
                    <a:lumMod val="85000"/>
                  </a:schemeClr>
                </a:solidFill>
                <a:latin typeface="Calibri" panose="020F0502020204030204" pitchFamily="34" charset="0"/>
                <a:cs typeface="Calibri" panose="020F0502020204030204" pitchFamily="34" charset="0"/>
              </a:rPr>
              <a:t>Multiple Access Protocol</a:t>
            </a:r>
          </a:p>
          <a:p>
            <a:pPr marL="403225" indent="-285750">
              <a:spcBef>
                <a:spcPts val="800"/>
              </a:spcBef>
              <a:spcAft>
                <a:spcPts val="600"/>
              </a:spcAft>
              <a:buClr>
                <a:schemeClr val="bg1">
                  <a:lumMod val="85000"/>
                </a:schemeClr>
              </a:buClr>
            </a:pPr>
            <a:r>
              <a:rPr lang="en-US" altLang="en-US" sz="3600" b="1" i="1" dirty="0">
                <a:solidFill>
                  <a:schemeClr val="bg1">
                    <a:lumMod val="85000"/>
                  </a:schemeClr>
                </a:solidFill>
                <a:latin typeface="Calibri" panose="020F0502020204030204" pitchFamily="34" charset="0"/>
                <a:cs typeface="Calibri" panose="020F0502020204030204" pitchFamily="34" charset="0"/>
              </a:rPr>
              <a:t>Sending Ethernet Packets</a:t>
            </a:r>
          </a:p>
          <a:p>
            <a:pPr marL="403225" indent="-285750">
              <a:spcBef>
                <a:spcPts val="800"/>
              </a:spcBef>
              <a:spcAft>
                <a:spcPts val="600"/>
              </a:spcAft>
              <a:buClr>
                <a:schemeClr val="bg1">
                  <a:lumMod val="85000"/>
                </a:schemeClr>
              </a:buClr>
            </a:pPr>
            <a:endParaRPr lang="en-US" altLang="en-US" sz="3600" i="1" dirty="0">
              <a:solidFill>
                <a:schemeClr val="bg1">
                  <a:lumMod val="85000"/>
                </a:schemeClr>
              </a:solidFill>
              <a:latin typeface="Calibri" panose="020F0502020204030204" pitchFamily="34" charset="0"/>
              <a:cs typeface="Calibri" panose="020F0502020204030204" pitchFamily="34" charset="0"/>
            </a:endParaRPr>
          </a:p>
          <a:p>
            <a:pPr marL="403225" indent="-285750">
              <a:spcBef>
                <a:spcPts val="800"/>
              </a:spcBef>
              <a:spcAft>
                <a:spcPts val="600"/>
              </a:spcAft>
              <a:buClr>
                <a:schemeClr val="bg1">
                  <a:lumMod val="85000"/>
                </a:schemeClr>
              </a:buClr>
            </a:pPr>
            <a:endParaRPr lang="en-US" altLang="en-US" sz="3600" b="1" i="1" dirty="0">
              <a:latin typeface="Calibri" panose="020F0502020204030204" pitchFamily="34" charset="0"/>
              <a:cs typeface="Calibri" panose="020F0502020204030204" pitchFamily="34" charset="0"/>
            </a:endParaRPr>
          </a:p>
          <a:p>
            <a:pPr marL="403225" indent="-285750">
              <a:spcBef>
                <a:spcPts val="800"/>
              </a:spcBef>
              <a:spcAft>
                <a:spcPts val="600"/>
              </a:spcAft>
              <a:buClr>
                <a:schemeClr val="bg1">
                  <a:lumMod val="85000"/>
                </a:schemeClr>
              </a:buClr>
            </a:pPr>
            <a:endParaRPr lang="en-US" altLang="en-US" sz="3600" i="1" dirty="0">
              <a:solidFill>
                <a:schemeClr val="bg1">
                  <a:lumMod val="8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852702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B27BFF1-5DCE-D642-8EFE-FACB1C97EEE0}"/>
              </a:ext>
            </a:extLst>
          </p:cNvPr>
          <p:cNvSpPr>
            <a:spLocks noGrp="1"/>
          </p:cNvSpPr>
          <p:nvPr>
            <p:ph type="title"/>
          </p:nvPr>
        </p:nvSpPr>
        <p:spPr>
          <a:xfrm>
            <a:off x="506185" y="84371"/>
            <a:ext cx="11179629" cy="894622"/>
          </a:xfrm>
        </p:spPr>
        <p:txBody>
          <a:bodyPr/>
          <a:lstStyle/>
          <a:p>
            <a:r>
              <a:rPr lang="en-US" b="0" dirty="0">
                <a:latin typeface="+mn-lt"/>
              </a:rPr>
              <a:t>Link Layer: Introduction</a:t>
            </a:r>
          </a:p>
        </p:txBody>
      </p:sp>
      <p:sp>
        <p:nvSpPr>
          <p:cNvPr id="3" name="TextBox 2">
            <a:extLst>
              <a:ext uri="{FF2B5EF4-FFF2-40B4-BE49-F238E27FC236}">
                <a16:creationId xmlns:a16="http://schemas.microsoft.com/office/drawing/2014/main" id="{DDA34054-BE9C-4A43-8306-0923F9B633E0}"/>
              </a:ext>
            </a:extLst>
          </p:cNvPr>
          <p:cNvSpPr txBox="1"/>
          <p:nvPr/>
        </p:nvSpPr>
        <p:spPr>
          <a:xfrm>
            <a:off x="89635" y="933115"/>
            <a:ext cx="7709733" cy="5786199"/>
          </a:xfrm>
          <a:prstGeom prst="rect">
            <a:avLst/>
          </a:prstGeom>
          <a:noFill/>
        </p:spPr>
        <p:txBody>
          <a:bodyPr wrap="square">
            <a:spAutoFit/>
          </a:bodyPr>
          <a:lstStyle/>
          <a:p>
            <a:pPr marL="114300" lvl="0">
              <a:spcBef>
                <a:spcPts val="600"/>
              </a:spcBef>
              <a:spcAft>
                <a:spcPts val="600"/>
              </a:spcAft>
              <a:buSzPts val="1800"/>
            </a:pPr>
            <a:r>
              <a:rPr lang="en-US" sz="2000" dirty="0"/>
              <a:t>Link layer has responsibility of transferring data between </a:t>
            </a:r>
            <a:r>
              <a:rPr lang="en-US" sz="2000" i="1" dirty="0">
                <a:solidFill>
                  <a:srgbClr val="C00000"/>
                </a:solidFill>
              </a:rPr>
              <a:t>adjacent nodes </a:t>
            </a:r>
            <a:r>
              <a:rPr lang="en-US" sz="2000" dirty="0"/>
              <a:t>over a single link</a:t>
            </a:r>
          </a:p>
          <a:p>
            <a:pPr marL="457200" lvl="0" indent="-342900">
              <a:spcBef>
                <a:spcPts val="600"/>
              </a:spcBef>
              <a:spcAft>
                <a:spcPts val="600"/>
              </a:spcAft>
              <a:buSzPts val="1800"/>
              <a:buFont typeface="Arial" panose="020B0604020202020204" pitchFamily="34" charset="0"/>
              <a:buChar char="•"/>
            </a:pPr>
            <a:r>
              <a:rPr lang="en-US" sz="2000" dirty="0"/>
              <a:t>Scope: One "hop" at a time (node-to-node, </a:t>
            </a:r>
            <a:r>
              <a:rPr lang="en-US" sz="2000" dirty="0">
                <a:solidFill>
                  <a:srgbClr val="C00000"/>
                </a:solidFill>
              </a:rPr>
              <a:t>same local network</a:t>
            </a:r>
            <a:r>
              <a:rPr lang="en-US" sz="2000" dirty="0"/>
              <a:t>)</a:t>
            </a:r>
          </a:p>
          <a:p>
            <a:pPr marL="457200" lvl="0" indent="-342900">
              <a:spcBef>
                <a:spcPts val="600"/>
              </a:spcBef>
              <a:spcAft>
                <a:spcPts val="600"/>
              </a:spcAft>
              <a:buSzPts val="1800"/>
              <a:buFont typeface="Arial" panose="020B0604020202020204" pitchFamily="34" charset="0"/>
              <a:buChar char="•"/>
            </a:pPr>
            <a:r>
              <a:rPr lang="en-US" sz="2000" dirty="0"/>
              <a:t>Different from Network Layer: Link layer </a:t>
            </a:r>
            <a:r>
              <a:rPr lang="en-US" sz="2000" dirty="0">
                <a:sym typeface="Wingdings" panose="05000000000000000000" pitchFamily="2" charset="2"/>
              </a:rPr>
              <a:t></a:t>
            </a:r>
            <a:r>
              <a:rPr lang="en-US" sz="2000" dirty="0"/>
              <a:t> one hop, Network layer </a:t>
            </a:r>
            <a:r>
              <a:rPr lang="en-US" sz="2000" dirty="0">
                <a:sym typeface="Wingdings" panose="05000000000000000000" pitchFamily="2" charset="2"/>
              </a:rPr>
              <a:t></a:t>
            </a:r>
            <a:r>
              <a:rPr lang="en-US" sz="2000" dirty="0"/>
              <a:t> end-to-end path</a:t>
            </a:r>
          </a:p>
          <a:p>
            <a:pPr marL="114300" lvl="0">
              <a:spcBef>
                <a:spcPts val="600"/>
              </a:spcBef>
              <a:spcAft>
                <a:spcPts val="600"/>
              </a:spcAft>
              <a:buSzPts val="1800"/>
            </a:pPr>
            <a:r>
              <a:rPr lang="en-US" sz="2000" dirty="0"/>
              <a:t>Link Layer Terminology</a:t>
            </a:r>
          </a:p>
          <a:p>
            <a:pPr marL="457200" lvl="0" indent="-342900">
              <a:spcBef>
                <a:spcPts val="600"/>
              </a:spcBef>
              <a:spcAft>
                <a:spcPts val="600"/>
              </a:spcAft>
              <a:buSzPts val="1800"/>
              <a:buFont typeface="Arial" panose="020B0604020202020204" pitchFamily="34" charset="0"/>
              <a:buChar char="•"/>
            </a:pPr>
            <a:r>
              <a:rPr lang="en-US" sz="2000" i="1" dirty="0">
                <a:solidFill>
                  <a:srgbClr val="C00000"/>
                </a:solidFill>
              </a:rPr>
              <a:t>Frame</a:t>
            </a:r>
            <a:r>
              <a:rPr lang="en-US" sz="2000" dirty="0"/>
              <a:t>: Link layer packet (encapsulates network layer datagram)</a:t>
            </a:r>
          </a:p>
          <a:p>
            <a:pPr marL="457200" lvl="0" indent="-342900">
              <a:spcBef>
                <a:spcPts val="600"/>
              </a:spcBef>
              <a:spcAft>
                <a:spcPts val="600"/>
              </a:spcAft>
              <a:buSzPts val="1800"/>
              <a:buFont typeface="Arial" panose="020B0604020202020204" pitchFamily="34" charset="0"/>
              <a:buChar char="•"/>
            </a:pPr>
            <a:r>
              <a:rPr lang="en-US" sz="2000" i="1" dirty="0">
                <a:solidFill>
                  <a:srgbClr val="C00000"/>
                </a:solidFill>
              </a:rPr>
              <a:t>Links</a:t>
            </a:r>
            <a:r>
              <a:rPr lang="en-US" sz="2000" dirty="0"/>
              <a:t>: Physical communication channels connecting </a:t>
            </a:r>
            <a:r>
              <a:rPr lang="en-US" sz="2000" b="1" dirty="0"/>
              <a:t>physically adjacent nodes. E.g., </a:t>
            </a:r>
            <a:r>
              <a:rPr lang="en-US" sz="2000" dirty="0"/>
              <a:t>Wired (fiber optical cable, copper cable) or wireless (WiFi channel, cellular)</a:t>
            </a:r>
          </a:p>
          <a:p>
            <a:pPr marL="457200" lvl="0" indent="-342900">
              <a:spcBef>
                <a:spcPts val="600"/>
              </a:spcBef>
              <a:spcAft>
                <a:spcPts val="600"/>
              </a:spcAft>
              <a:buSzPts val="1800"/>
              <a:buFont typeface="Arial" panose="020B0604020202020204" pitchFamily="34" charset="0"/>
              <a:buChar char="•"/>
            </a:pPr>
            <a:r>
              <a:rPr lang="en-US" sz="2000" i="1" dirty="0">
                <a:solidFill>
                  <a:srgbClr val="C00000"/>
                </a:solidFill>
              </a:rPr>
              <a:t>Nodes</a:t>
            </a:r>
            <a:r>
              <a:rPr lang="en-US" sz="2000" dirty="0"/>
              <a:t>: Host, routers</a:t>
            </a:r>
          </a:p>
          <a:p>
            <a:pPr marL="114300" lvl="0">
              <a:spcBef>
                <a:spcPts val="600"/>
              </a:spcBef>
              <a:spcAft>
                <a:spcPts val="600"/>
              </a:spcAft>
              <a:buSzPts val="1800"/>
            </a:pPr>
            <a:r>
              <a:rPr lang="en-US" sz="2000" dirty="0"/>
              <a:t>Different links use different protocols: </a:t>
            </a:r>
          </a:p>
          <a:p>
            <a:pPr marL="457200" lvl="0" indent="-342900">
              <a:spcBef>
                <a:spcPts val="600"/>
              </a:spcBef>
              <a:spcAft>
                <a:spcPts val="600"/>
              </a:spcAft>
              <a:buSzPts val="1800"/>
              <a:buFont typeface="Arial" panose="020B0604020202020204" pitchFamily="34" charset="0"/>
              <a:buChar char="•"/>
            </a:pPr>
            <a:r>
              <a:rPr lang="en-US" sz="2000" dirty="0"/>
              <a:t>WiFi on first hop → </a:t>
            </a:r>
            <a:r>
              <a:rPr lang="en-US" sz="2000" b="1" dirty="0"/>
              <a:t>Ethernet</a:t>
            </a:r>
            <a:r>
              <a:rPr lang="en-US" sz="2000" dirty="0"/>
              <a:t> on next hop → …</a:t>
            </a:r>
          </a:p>
          <a:p>
            <a:pPr marL="457200" lvl="0" indent="-342900">
              <a:spcBef>
                <a:spcPts val="600"/>
              </a:spcBef>
              <a:spcAft>
                <a:spcPts val="600"/>
              </a:spcAft>
              <a:buSzPts val="1800"/>
              <a:buFont typeface="Arial" panose="020B0604020202020204" pitchFamily="34" charset="0"/>
              <a:buChar char="•"/>
            </a:pPr>
            <a:r>
              <a:rPr lang="en-US" sz="2000" dirty="0"/>
              <a:t>Same datagram, different </a:t>
            </a:r>
            <a:r>
              <a:rPr lang="en-US" sz="2000" dirty="0">
                <a:solidFill>
                  <a:srgbClr val="C00000"/>
                </a:solidFill>
              </a:rPr>
              <a:t>link-layer protocols </a:t>
            </a:r>
            <a:r>
              <a:rPr lang="en-US" sz="2000" dirty="0"/>
              <a:t>at each hop</a:t>
            </a:r>
          </a:p>
        </p:txBody>
      </p:sp>
      <p:grpSp>
        <p:nvGrpSpPr>
          <p:cNvPr id="561" name="Group 560">
            <a:extLst>
              <a:ext uri="{FF2B5EF4-FFF2-40B4-BE49-F238E27FC236}">
                <a16:creationId xmlns:a16="http://schemas.microsoft.com/office/drawing/2014/main" id="{08B8E1F8-BF6C-F62D-3EB3-6A7E3FD1C99D}"/>
              </a:ext>
            </a:extLst>
          </p:cNvPr>
          <p:cNvGrpSpPr/>
          <p:nvPr/>
        </p:nvGrpSpPr>
        <p:grpSpPr>
          <a:xfrm>
            <a:off x="7458962" y="1673992"/>
            <a:ext cx="4525460" cy="4859961"/>
            <a:chOff x="7205350" y="1488461"/>
            <a:chExt cx="4525460" cy="4859961"/>
          </a:xfrm>
        </p:grpSpPr>
        <p:sp>
          <p:nvSpPr>
            <p:cNvPr id="2" name="Freeform 9">
              <a:extLst>
                <a:ext uri="{FF2B5EF4-FFF2-40B4-BE49-F238E27FC236}">
                  <a16:creationId xmlns:a16="http://schemas.microsoft.com/office/drawing/2014/main" id="{6C1B31C0-7943-E6BF-AB28-217C90AD3F3E}"/>
                </a:ext>
              </a:extLst>
            </p:cNvPr>
            <p:cNvSpPr/>
            <p:nvPr/>
          </p:nvSpPr>
          <p:spPr>
            <a:xfrm>
              <a:off x="8985188" y="3065778"/>
              <a:ext cx="1124807" cy="1337915"/>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82604 w 1558990"/>
                <a:gd name="connsiteY0" fmla="*/ 534641 h 1810599"/>
                <a:gd name="connsiteX1" fmla="*/ 22252 w 1558990"/>
                <a:gd name="connsiteY1" fmla="*/ 940200 h 1810599"/>
                <a:gd name="connsiteX2" fmla="*/ 167457 w 1558990"/>
                <a:gd name="connsiteY2" fmla="*/ 1672556 h 1810599"/>
                <a:gd name="connsiteX3" fmla="*/ 1208772 w 1558990"/>
                <a:gd name="connsiteY3" fmla="*/ 1775650 h 1810599"/>
                <a:gd name="connsiteX4" fmla="*/ 1543003 w 1558990"/>
                <a:gd name="connsiteY4" fmla="*/ 1257671 h 1810599"/>
                <a:gd name="connsiteX5" fmla="*/ 1490762 w 1558990"/>
                <a:gd name="connsiteY5" fmla="*/ 672856 h 1810599"/>
                <a:gd name="connsiteX6" fmla="*/ 1359176 w 1558990"/>
                <a:gd name="connsiteY6" fmla="*/ 154877 h 1810599"/>
                <a:gd name="connsiteX7" fmla="*/ 861336 w 1558990"/>
                <a:gd name="connsiteY7" fmla="*/ 21205 h 1810599"/>
                <a:gd name="connsiteX8" fmla="*/ 382604 w 1558990"/>
                <a:gd name="connsiteY8" fmla="*/ 534641 h 1810599"/>
                <a:gd name="connsiteX0" fmla="*/ 393458 w 1593840"/>
                <a:gd name="connsiteY0" fmla="*/ 534641 h 1793264"/>
                <a:gd name="connsiteX1" fmla="*/ 33106 w 1593840"/>
                <a:gd name="connsiteY1" fmla="*/ 940200 h 1793264"/>
                <a:gd name="connsiteX2" fmla="*/ 178311 w 1593840"/>
                <a:gd name="connsiteY2" fmla="*/ 1672556 h 1793264"/>
                <a:gd name="connsiteX3" fmla="*/ 1464139 w 1593840"/>
                <a:gd name="connsiteY3" fmla="*/ 1752440 h 1793264"/>
                <a:gd name="connsiteX4" fmla="*/ 1553857 w 1593840"/>
                <a:gd name="connsiteY4" fmla="*/ 1257671 h 1793264"/>
                <a:gd name="connsiteX5" fmla="*/ 1501616 w 1593840"/>
                <a:gd name="connsiteY5" fmla="*/ 672856 h 1793264"/>
                <a:gd name="connsiteX6" fmla="*/ 1370030 w 1593840"/>
                <a:gd name="connsiteY6" fmla="*/ 154877 h 1793264"/>
                <a:gd name="connsiteX7" fmla="*/ 872190 w 1593840"/>
                <a:gd name="connsiteY7" fmla="*/ 21205 h 1793264"/>
                <a:gd name="connsiteX8" fmla="*/ 393458 w 1593840"/>
                <a:gd name="connsiteY8" fmla="*/ 534641 h 1793264"/>
                <a:gd name="connsiteX0" fmla="*/ 393458 w 1566550"/>
                <a:gd name="connsiteY0" fmla="*/ 534641 h 1840341"/>
                <a:gd name="connsiteX1" fmla="*/ 33106 w 1566550"/>
                <a:gd name="connsiteY1" fmla="*/ 940200 h 1840341"/>
                <a:gd name="connsiteX2" fmla="*/ 178311 w 1566550"/>
                <a:gd name="connsiteY2" fmla="*/ 1672556 h 1840341"/>
                <a:gd name="connsiteX3" fmla="*/ 1464139 w 1566550"/>
                <a:gd name="connsiteY3" fmla="*/ 1752440 h 1840341"/>
                <a:gd name="connsiteX4" fmla="*/ 1553857 w 1566550"/>
                <a:gd name="connsiteY4" fmla="*/ 1257671 h 1840341"/>
                <a:gd name="connsiteX5" fmla="*/ 1501616 w 1566550"/>
                <a:gd name="connsiteY5" fmla="*/ 672856 h 1840341"/>
                <a:gd name="connsiteX6" fmla="*/ 1370030 w 1566550"/>
                <a:gd name="connsiteY6" fmla="*/ 154877 h 1840341"/>
                <a:gd name="connsiteX7" fmla="*/ 872190 w 1566550"/>
                <a:gd name="connsiteY7" fmla="*/ 21205 h 1840341"/>
                <a:gd name="connsiteX8" fmla="*/ 393458 w 1566550"/>
                <a:gd name="connsiteY8" fmla="*/ 534641 h 1840341"/>
                <a:gd name="connsiteX0" fmla="*/ 393458 w 1555557"/>
                <a:gd name="connsiteY0" fmla="*/ 534641 h 1787187"/>
                <a:gd name="connsiteX1" fmla="*/ 33106 w 1555557"/>
                <a:gd name="connsiteY1" fmla="*/ 940200 h 1787187"/>
                <a:gd name="connsiteX2" fmla="*/ 178311 w 1555557"/>
                <a:gd name="connsiteY2" fmla="*/ 1672556 h 1787187"/>
                <a:gd name="connsiteX3" fmla="*/ 1464139 w 1555557"/>
                <a:gd name="connsiteY3" fmla="*/ 1752440 h 1787187"/>
                <a:gd name="connsiteX4" fmla="*/ 1553857 w 1555557"/>
                <a:gd name="connsiteY4" fmla="*/ 1257671 h 1787187"/>
                <a:gd name="connsiteX5" fmla="*/ 1501616 w 1555557"/>
                <a:gd name="connsiteY5" fmla="*/ 672856 h 1787187"/>
                <a:gd name="connsiteX6" fmla="*/ 1370030 w 1555557"/>
                <a:gd name="connsiteY6" fmla="*/ 154877 h 1787187"/>
                <a:gd name="connsiteX7" fmla="*/ 872190 w 1555557"/>
                <a:gd name="connsiteY7" fmla="*/ 21205 h 1787187"/>
                <a:gd name="connsiteX8" fmla="*/ 393458 w 1555557"/>
                <a:gd name="connsiteY8" fmla="*/ 534641 h 1787187"/>
                <a:gd name="connsiteX0" fmla="*/ 401126 w 1664928"/>
                <a:gd name="connsiteY0" fmla="*/ 534641 h 1783934"/>
                <a:gd name="connsiteX1" fmla="*/ 40774 w 1664928"/>
                <a:gd name="connsiteY1" fmla="*/ 940200 h 1783934"/>
                <a:gd name="connsiteX2" fmla="*/ 185979 w 1664928"/>
                <a:gd name="connsiteY2" fmla="*/ 1672556 h 1783934"/>
                <a:gd name="connsiteX3" fmla="*/ 1618513 w 1664928"/>
                <a:gd name="connsiteY3" fmla="*/ 1747798 h 1783934"/>
                <a:gd name="connsiteX4" fmla="*/ 1561525 w 1664928"/>
                <a:gd name="connsiteY4" fmla="*/ 1257671 h 1783934"/>
                <a:gd name="connsiteX5" fmla="*/ 1509284 w 1664928"/>
                <a:gd name="connsiteY5" fmla="*/ 672856 h 1783934"/>
                <a:gd name="connsiteX6" fmla="*/ 1377698 w 1664928"/>
                <a:gd name="connsiteY6" fmla="*/ 154877 h 1783934"/>
                <a:gd name="connsiteX7" fmla="*/ 879858 w 1664928"/>
                <a:gd name="connsiteY7" fmla="*/ 21205 h 1783934"/>
                <a:gd name="connsiteX8" fmla="*/ 401126 w 1664928"/>
                <a:gd name="connsiteY8" fmla="*/ 534641 h 1783934"/>
                <a:gd name="connsiteX0" fmla="*/ 408119 w 1718774"/>
                <a:gd name="connsiteY0" fmla="*/ 534641 h 1826522"/>
                <a:gd name="connsiteX1" fmla="*/ 47767 w 1718774"/>
                <a:gd name="connsiteY1" fmla="*/ 940200 h 1826522"/>
                <a:gd name="connsiteX2" fmla="*/ 179001 w 1718774"/>
                <a:gd name="connsiteY2" fmla="*/ 1742186 h 1826522"/>
                <a:gd name="connsiteX3" fmla="*/ 1625506 w 1718774"/>
                <a:gd name="connsiteY3" fmla="*/ 1747798 h 1826522"/>
                <a:gd name="connsiteX4" fmla="*/ 1568518 w 1718774"/>
                <a:gd name="connsiteY4" fmla="*/ 1257671 h 1826522"/>
                <a:gd name="connsiteX5" fmla="*/ 1516277 w 1718774"/>
                <a:gd name="connsiteY5" fmla="*/ 672856 h 1826522"/>
                <a:gd name="connsiteX6" fmla="*/ 1384691 w 1718774"/>
                <a:gd name="connsiteY6" fmla="*/ 154877 h 1826522"/>
                <a:gd name="connsiteX7" fmla="*/ 886851 w 1718774"/>
                <a:gd name="connsiteY7" fmla="*/ 21205 h 1826522"/>
                <a:gd name="connsiteX8" fmla="*/ 408119 w 1718774"/>
                <a:gd name="connsiteY8" fmla="*/ 534641 h 1826522"/>
                <a:gd name="connsiteX0" fmla="*/ 477759 w 1796623"/>
                <a:gd name="connsiteY0" fmla="*/ 534641 h 1818043"/>
                <a:gd name="connsiteX1" fmla="*/ 117407 w 1796623"/>
                <a:gd name="connsiteY1" fmla="*/ 940200 h 1818043"/>
                <a:gd name="connsiteX2" fmla="*/ 136864 w 1796623"/>
                <a:gd name="connsiteY2" fmla="*/ 1728260 h 1818043"/>
                <a:gd name="connsiteX3" fmla="*/ 1695146 w 1796623"/>
                <a:gd name="connsiteY3" fmla="*/ 1747798 h 1818043"/>
                <a:gd name="connsiteX4" fmla="*/ 1638158 w 1796623"/>
                <a:gd name="connsiteY4" fmla="*/ 1257671 h 1818043"/>
                <a:gd name="connsiteX5" fmla="*/ 1585917 w 1796623"/>
                <a:gd name="connsiteY5" fmla="*/ 672856 h 1818043"/>
                <a:gd name="connsiteX6" fmla="*/ 1454331 w 1796623"/>
                <a:gd name="connsiteY6" fmla="*/ 154877 h 1818043"/>
                <a:gd name="connsiteX7" fmla="*/ 956491 w 1796623"/>
                <a:gd name="connsiteY7" fmla="*/ 21205 h 1818043"/>
                <a:gd name="connsiteX8" fmla="*/ 477759 w 1796623"/>
                <a:gd name="connsiteY8" fmla="*/ 534641 h 1818043"/>
                <a:gd name="connsiteX0" fmla="*/ 396783 w 1688820"/>
                <a:gd name="connsiteY0" fmla="*/ 534641 h 1815615"/>
                <a:gd name="connsiteX1" fmla="*/ 36431 w 1688820"/>
                <a:gd name="connsiteY1" fmla="*/ 940200 h 1815615"/>
                <a:gd name="connsiteX2" fmla="*/ 55888 w 1688820"/>
                <a:gd name="connsiteY2" fmla="*/ 1728260 h 1815615"/>
                <a:gd name="connsiteX3" fmla="*/ 421834 w 1688820"/>
                <a:gd name="connsiteY3" fmla="*/ 1798118 h 1815615"/>
                <a:gd name="connsiteX4" fmla="*/ 1614170 w 1688820"/>
                <a:gd name="connsiteY4" fmla="*/ 1747798 h 1815615"/>
                <a:gd name="connsiteX5" fmla="*/ 1557182 w 1688820"/>
                <a:gd name="connsiteY5" fmla="*/ 1257671 h 1815615"/>
                <a:gd name="connsiteX6" fmla="*/ 1504941 w 1688820"/>
                <a:gd name="connsiteY6" fmla="*/ 672856 h 1815615"/>
                <a:gd name="connsiteX7" fmla="*/ 1373355 w 1688820"/>
                <a:gd name="connsiteY7" fmla="*/ 154877 h 1815615"/>
                <a:gd name="connsiteX8" fmla="*/ 875515 w 1688820"/>
                <a:gd name="connsiteY8" fmla="*/ 21205 h 1815615"/>
                <a:gd name="connsiteX9" fmla="*/ 396783 w 1688820"/>
                <a:gd name="connsiteY9" fmla="*/ 534641 h 1815615"/>
                <a:gd name="connsiteX0" fmla="*/ 394951 w 1689541"/>
                <a:gd name="connsiteY0" fmla="*/ 534641 h 1877271"/>
                <a:gd name="connsiteX1" fmla="*/ 34599 w 1689541"/>
                <a:gd name="connsiteY1" fmla="*/ 940200 h 1877271"/>
                <a:gd name="connsiteX2" fmla="*/ 54056 w 1689541"/>
                <a:gd name="connsiteY2" fmla="*/ 1728260 h 1877271"/>
                <a:gd name="connsiteX3" fmla="*/ 385071 w 1689541"/>
                <a:gd name="connsiteY3" fmla="*/ 1877032 h 1877271"/>
                <a:gd name="connsiteX4" fmla="*/ 1612338 w 1689541"/>
                <a:gd name="connsiteY4" fmla="*/ 1747798 h 1877271"/>
                <a:gd name="connsiteX5" fmla="*/ 1555350 w 1689541"/>
                <a:gd name="connsiteY5" fmla="*/ 1257671 h 1877271"/>
                <a:gd name="connsiteX6" fmla="*/ 1503109 w 1689541"/>
                <a:gd name="connsiteY6" fmla="*/ 672856 h 1877271"/>
                <a:gd name="connsiteX7" fmla="*/ 1371523 w 1689541"/>
                <a:gd name="connsiteY7" fmla="*/ 154877 h 1877271"/>
                <a:gd name="connsiteX8" fmla="*/ 873683 w 1689541"/>
                <a:gd name="connsiteY8" fmla="*/ 21205 h 1877271"/>
                <a:gd name="connsiteX9" fmla="*/ 394951 w 1689541"/>
                <a:gd name="connsiteY9" fmla="*/ 534641 h 1877271"/>
                <a:gd name="connsiteX0" fmla="*/ 394949 w 1689541"/>
                <a:gd name="connsiteY0" fmla="*/ 534641 h 1877032"/>
                <a:gd name="connsiteX1" fmla="*/ 34597 w 1689541"/>
                <a:gd name="connsiteY1" fmla="*/ 940200 h 1877032"/>
                <a:gd name="connsiteX2" fmla="*/ 54054 w 1689541"/>
                <a:gd name="connsiteY2" fmla="*/ 1728260 h 1877032"/>
                <a:gd name="connsiteX3" fmla="*/ 385069 w 1689541"/>
                <a:gd name="connsiteY3" fmla="*/ 1877032 h 1877032"/>
                <a:gd name="connsiteX4" fmla="*/ 1612336 w 1689541"/>
                <a:gd name="connsiteY4" fmla="*/ 1747798 h 1877032"/>
                <a:gd name="connsiteX5" fmla="*/ 1555348 w 1689541"/>
                <a:gd name="connsiteY5" fmla="*/ 1257671 h 1877032"/>
                <a:gd name="connsiteX6" fmla="*/ 1503107 w 1689541"/>
                <a:gd name="connsiteY6" fmla="*/ 672856 h 1877032"/>
                <a:gd name="connsiteX7" fmla="*/ 1371521 w 1689541"/>
                <a:gd name="connsiteY7" fmla="*/ 154877 h 1877032"/>
                <a:gd name="connsiteX8" fmla="*/ 873681 w 1689541"/>
                <a:gd name="connsiteY8" fmla="*/ 21205 h 1877032"/>
                <a:gd name="connsiteX9" fmla="*/ 394949 w 1689541"/>
                <a:gd name="connsiteY9" fmla="*/ 534641 h 1877032"/>
                <a:gd name="connsiteX0" fmla="*/ 394949 w 1683795"/>
                <a:gd name="connsiteY0" fmla="*/ 534641 h 1877032"/>
                <a:gd name="connsiteX1" fmla="*/ 34597 w 1683795"/>
                <a:gd name="connsiteY1" fmla="*/ 940200 h 1877032"/>
                <a:gd name="connsiteX2" fmla="*/ 54054 w 1683795"/>
                <a:gd name="connsiteY2" fmla="*/ 1728260 h 1877032"/>
                <a:gd name="connsiteX3" fmla="*/ 385069 w 1683795"/>
                <a:gd name="connsiteY3" fmla="*/ 1877032 h 1877032"/>
                <a:gd name="connsiteX4" fmla="*/ 1605349 w 1683795"/>
                <a:gd name="connsiteY4" fmla="*/ 1798860 h 1877032"/>
                <a:gd name="connsiteX5" fmla="*/ 1555348 w 1683795"/>
                <a:gd name="connsiteY5" fmla="*/ 1257671 h 1877032"/>
                <a:gd name="connsiteX6" fmla="*/ 1503107 w 1683795"/>
                <a:gd name="connsiteY6" fmla="*/ 672856 h 1877032"/>
                <a:gd name="connsiteX7" fmla="*/ 1371521 w 1683795"/>
                <a:gd name="connsiteY7" fmla="*/ 154877 h 1877032"/>
                <a:gd name="connsiteX8" fmla="*/ 873681 w 1683795"/>
                <a:gd name="connsiteY8" fmla="*/ 21205 h 1877032"/>
                <a:gd name="connsiteX9" fmla="*/ 394949 w 1683795"/>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671512"/>
                <a:gd name="connsiteY0" fmla="*/ 534641 h 1877032"/>
                <a:gd name="connsiteX1" fmla="*/ 34597 w 1671512"/>
                <a:gd name="connsiteY1" fmla="*/ 940200 h 1877032"/>
                <a:gd name="connsiteX2" fmla="*/ 54054 w 1671512"/>
                <a:gd name="connsiteY2" fmla="*/ 1728260 h 1877032"/>
                <a:gd name="connsiteX3" fmla="*/ 385069 w 1671512"/>
                <a:gd name="connsiteY3" fmla="*/ 1877032 h 1877032"/>
                <a:gd name="connsiteX4" fmla="*/ 1605349 w 1671512"/>
                <a:gd name="connsiteY4" fmla="*/ 1798860 h 1877032"/>
                <a:gd name="connsiteX5" fmla="*/ 1555348 w 1671512"/>
                <a:gd name="connsiteY5" fmla="*/ 1257671 h 1877032"/>
                <a:gd name="connsiteX6" fmla="*/ 1503107 w 1671512"/>
                <a:gd name="connsiteY6" fmla="*/ 672856 h 1877032"/>
                <a:gd name="connsiteX7" fmla="*/ 1371521 w 1671512"/>
                <a:gd name="connsiteY7" fmla="*/ 154877 h 1877032"/>
                <a:gd name="connsiteX8" fmla="*/ 873681 w 1671512"/>
                <a:gd name="connsiteY8" fmla="*/ 21205 h 1877032"/>
                <a:gd name="connsiteX9" fmla="*/ 394949 w 1671512"/>
                <a:gd name="connsiteY9" fmla="*/ 534641 h 1877032"/>
                <a:gd name="connsiteX0" fmla="*/ 394949 w 1677296"/>
                <a:gd name="connsiteY0" fmla="*/ 534641 h 1877032"/>
                <a:gd name="connsiteX1" fmla="*/ 34597 w 1677296"/>
                <a:gd name="connsiteY1" fmla="*/ 940200 h 1877032"/>
                <a:gd name="connsiteX2" fmla="*/ 54054 w 1677296"/>
                <a:gd name="connsiteY2" fmla="*/ 1728260 h 1877032"/>
                <a:gd name="connsiteX3" fmla="*/ 385069 w 1677296"/>
                <a:gd name="connsiteY3" fmla="*/ 1877032 h 1877032"/>
                <a:gd name="connsiteX4" fmla="*/ 1612334 w 1677296"/>
                <a:gd name="connsiteY4" fmla="*/ 1840637 h 1877032"/>
                <a:gd name="connsiteX5" fmla="*/ 1555348 w 1677296"/>
                <a:gd name="connsiteY5" fmla="*/ 1257671 h 1877032"/>
                <a:gd name="connsiteX6" fmla="*/ 1503107 w 1677296"/>
                <a:gd name="connsiteY6" fmla="*/ 672856 h 1877032"/>
                <a:gd name="connsiteX7" fmla="*/ 1371521 w 1677296"/>
                <a:gd name="connsiteY7" fmla="*/ 154877 h 1877032"/>
                <a:gd name="connsiteX8" fmla="*/ 873681 w 1677296"/>
                <a:gd name="connsiteY8" fmla="*/ 21205 h 1877032"/>
                <a:gd name="connsiteX9" fmla="*/ 394949 w 1677296"/>
                <a:gd name="connsiteY9" fmla="*/ 534641 h 1877032"/>
                <a:gd name="connsiteX0" fmla="*/ 394949 w 1677298"/>
                <a:gd name="connsiteY0" fmla="*/ 534641 h 1877032"/>
                <a:gd name="connsiteX1" fmla="*/ 34597 w 1677298"/>
                <a:gd name="connsiteY1" fmla="*/ 940200 h 1877032"/>
                <a:gd name="connsiteX2" fmla="*/ 54054 w 1677298"/>
                <a:gd name="connsiteY2" fmla="*/ 1728260 h 1877032"/>
                <a:gd name="connsiteX3" fmla="*/ 385069 w 1677298"/>
                <a:gd name="connsiteY3" fmla="*/ 1877032 h 1877032"/>
                <a:gd name="connsiteX4" fmla="*/ 1612334 w 1677298"/>
                <a:gd name="connsiteY4" fmla="*/ 1840637 h 1877032"/>
                <a:gd name="connsiteX5" fmla="*/ 1555348 w 1677298"/>
                <a:gd name="connsiteY5" fmla="*/ 1257671 h 1877032"/>
                <a:gd name="connsiteX6" fmla="*/ 1503107 w 1677298"/>
                <a:gd name="connsiteY6" fmla="*/ 672856 h 1877032"/>
                <a:gd name="connsiteX7" fmla="*/ 1371521 w 1677298"/>
                <a:gd name="connsiteY7" fmla="*/ 154877 h 1877032"/>
                <a:gd name="connsiteX8" fmla="*/ 873681 w 1677298"/>
                <a:gd name="connsiteY8" fmla="*/ 21205 h 1877032"/>
                <a:gd name="connsiteX9" fmla="*/ 394949 w 1677298"/>
                <a:gd name="connsiteY9" fmla="*/ 534641 h 1877032"/>
                <a:gd name="connsiteX0" fmla="*/ 394949 w 1677296"/>
                <a:gd name="connsiteY0" fmla="*/ 534641 h 1904936"/>
                <a:gd name="connsiteX1" fmla="*/ 34597 w 1677296"/>
                <a:gd name="connsiteY1" fmla="*/ 940200 h 1904936"/>
                <a:gd name="connsiteX2" fmla="*/ 54054 w 1677296"/>
                <a:gd name="connsiteY2" fmla="*/ 1728260 h 1904936"/>
                <a:gd name="connsiteX3" fmla="*/ 385069 w 1677296"/>
                <a:gd name="connsiteY3" fmla="*/ 1877032 h 1904936"/>
                <a:gd name="connsiteX4" fmla="*/ 1612334 w 1677296"/>
                <a:gd name="connsiteY4" fmla="*/ 1840637 h 1904936"/>
                <a:gd name="connsiteX5" fmla="*/ 1555348 w 1677296"/>
                <a:gd name="connsiteY5" fmla="*/ 1257671 h 1904936"/>
                <a:gd name="connsiteX6" fmla="*/ 1503107 w 1677296"/>
                <a:gd name="connsiteY6" fmla="*/ 672856 h 1904936"/>
                <a:gd name="connsiteX7" fmla="*/ 1371521 w 1677296"/>
                <a:gd name="connsiteY7" fmla="*/ 154877 h 1904936"/>
                <a:gd name="connsiteX8" fmla="*/ 873681 w 1677296"/>
                <a:gd name="connsiteY8" fmla="*/ 21205 h 1904936"/>
                <a:gd name="connsiteX9" fmla="*/ 394949 w 1677296"/>
                <a:gd name="connsiteY9" fmla="*/ 534641 h 1904936"/>
                <a:gd name="connsiteX0" fmla="*/ 461539 w 1743887"/>
                <a:gd name="connsiteY0" fmla="*/ 534641 h 1904936"/>
                <a:gd name="connsiteX1" fmla="*/ 101187 w 1743887"/>
                <a:gd name="connsiteY1" fmla="*/ 940200 h 1904936"/>
                <a:gd name="connsiteX2" fmla="*/ 22840 w 1743887"/>
                <a:gd name="connsiteY2" fmla="*/ 1737812 h 1904936"/>
                <a:gd name="connsiteX3" fmla="*/ 451659 w 1743887"/>
                <a:gd name="connsiteY3" fmla="*/ 1877032 h 1904936"/>
                <a:gd name="connsiteX4" fmla="*/ 1678924 w 1743887"/>
                <a:gd name="connsiteY4" fmla="*/ 1840637 h 1904936"/>
                <a:gd name="connsiteX5" fmla="*/ 1621938 w 1743887"/>
                <a:gd name="connsiteY5" fmla="*/ 1257671 h 1904936"/>
                <a:gd name="connsiteX6" fmla="*/ 1569697 w 1743887"/>
                <a:gd name="connsiteY6" fmla="*/ 672856 h 1904936"/>
                <a:gd name="connsiteX7" fmla="*/ 1438111 w 1743887"/>
                <a:gd name="connsiteY7" fmla="*/ 154877 h 1904936"/>
                <a:gd name="connsiteX8" fmla="*/ 940271 w 1743887"/>
                <a:gd name="connsiteY8" fmla="*/ 21205 h 1904936"/>
                <a:gd name="connsiteX9" fmla="*/ 461539 w 1743887"/>
                <a:gd name="connsiteY9" fmla="*/ 534641 h 1904936"/>
                <a:gd name="connsiteX0" fmla="*/ 452050 w 1756359"/>
                <a:gd name="connsiteY0" fmla="*/ 534641 h 1891359"/>
                <a:gd name="connsiteX1" fmla="*/ 91698 w 1756359"/>
                <a:gd name="connsiteY1" fmla="*/ 940200 h 1891359"/>
                <a:gd name="connsiteX2" fmla="*/ 13351 w 1756359"/>
                <a:gd name="connsiteY2" fmla="*/ 1737812 h 1891359"/>
                <a:gd name="connsiteX3" fmla="*/ 309435 w 1756359"/>
                <a:gd name="connsiteY3" fmla="*/ 1891359 h 1891359"/>
                <a:gd name="connsiteX4" fmla="*/ 1669435 w 1756359"/>
                <a:gd name="connsiteY4" fmla="*/ 1840637 h 1891359"/>
                <a:gd name="connsiteX5" fmla="*/ 1612449 w 1756359"/>
                <a:gd name="connsiteY5" fmla="*/ 1257671 h 1891359"/>
                <a:gd name="connsiteX6" fmla="*/ 1560208 w 1756359"/>
                <a:gd name="connsiteY6" fmla="*/ 672856 h 1891359"/>
                <a:gd name="connsiteX7" fmla="*/ 1428622 w 1756359"/>
                <a:gd name="connsiteY7" fmla="*/ 154877 h 1891359"/>
                <a:gd name="connsiteX8" fmla="*/ 930782 w 1756359"/>
                <a:gd name="connsiteY8" fmla="*/ 21205 h 1891359"/>
                <a:gd name="connsiteX9" fmla="*/ 452050 w 1756359"/>
                <a:gd name="connsiteY9" fmla="*/ 534641 h 1891359"/>
                <a:gd name="connsiteX0" fmla="*/ 452050 w 1756257"/>
                <a:gd name="connsiteY0" fmla="*/ 534641 h 1891359"/>
                <a:gd name="connsiteX1" fmla="*/ 91698 w 1756257"/>
                <a:gd name="connsiteY1" fmla="*/ 940200 h 1891359"/>
                <a:gd name="connsiteX2" fmla="*/ 13351 w 1756257"/>
                <a:gd name="connsiteY2" fmla="*/ 1737812 h 1891359"/>
                <a:gd name="connsiteX3" fmla="*/ 309435 w 1756257"/>
                <a:gd name="connsiteY3" fmla="*/ 1891359 h 1891359"/>
                <a:gd name="connsiteX4" fmla="*/ 1669435 w 1756257"/>
                <a:gd name="connsiteY4" fmla="*/ 1840637 h 1891359"/>
                <a:gd name="connsiteX5" fmla="*/ 1612449 w 1756257"/>
                <a:gd name="connsiteY5" fmla="*/ 1257671 h 1891359"/>
                <a:gd name="connsiteX6" fmla="*/ 1563496 w 1756257"/>
                <a:gd name="connsiteY6" fmla="*/ 959631 h 1891359"/>
                <a:gd name="connsiteX7" fmla="*/ 1560208 w 1756257"/>
                <a:gd name="connsiteY7" fmla="*/ 672856 h 1891359"/>
                <a:gd name="connsiteX8" fmla="*/ 1428622 w 1756257"/>
                <a:gd name="connsiteY8" fmla="*/ 154877 h 1891359"/>
                <a:gd name="connsiteX9" fmla="*/ 930782 w 1756257"/>
                <a:gd name="connsiteY9" fmla="*/ 21205 h 1891359"/>
                <a:gd name="connsiteX10" fmla="*/ 452050 w 1756257"/>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64592"/>
                <a:gd name="connsiteY0" fmla="*/ 534641 h 1891359"/>
                <a:gd name="connsiteX1" fmla="*/ 91698 w 1764592"/>
                <a:gd name="connsiteY1" fmla="*/ 940200 h 1891359"/>
                <a:gd name="connsiteX2" fmla="*/ 13351 w 1764592"/>
                <a:gd name="connsiteY2" fmla="*/ 1737812 h 1891359"/>
                <a:gd name="connsiteX3" fmla="*/ 309435 w 1764592"/>
                <a:gd name="connsiteY3" fmla="*/ 1891359 h 1891359"/>
                <a:gd name="connsiteX4" fmla="*/ 1669435 w 1764592"/>
                <a:gd name="connsiteY4" fmla="*/ 1840637 h 1891359"/>
                <a:gd name="connsiteX5" fmla="*/ 1612449 w 1764592"/>
                <a:gd name="connsiteY5" fmla="*/ 1257671 h 1891359"/>
                <a:gd name="connsiteX6" fmla="*/ 1309780 w 1764592"/>
                <a:gd name="connsiteY6" fmla="*/ 1046341 h 1891359"/>
                <a:gd name="connsiteX7" fmla="*/ 1560208 w 1764592"/>
                <a:gd name="connsiteY7" fmla="*/ 672856 h 1891359"/>
                <a:gd name="connsiteX8" fmla="*/ 1428622 w 1764592"/>
                <a:gd name="connsiteY8" fmla="*/ 154877 h 1891359"/>
                <a:gd name="connsiteX9" fmla="*/ 930782 w 1764592"/>
                <a:gd name="connsiteY9" fmla="*/ 21205 h 1891359"/>
                <a:gd name="connsiteX10" fmla="*/ 452050 w 1764592"/>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92731"/>
                <a:gd name="connsiteY0" fmla="*/ 534641 h 1891359"/>
                <a:gd name="connsiteX1" fmla="*/ 91698 w 1792731"/>
                <a:gd name="connsiteY1" fmla="*/ 940200 h 1891359"/>
                <a:gd name="connsiteX2" fmla="*/ 13351 w 1792731"/>
                <a:gd name="connsiteY2" fmla="*/ 1737812 h 1891359"/>
                <a:gd name="connsiteX3" fmla="*/ 309435 w 1792731"/>
                <a:gd name="connsiteY3" fmla="*/ 1891359 h 1891359"/>
                <a:gd name="connsiteX4" fmla="*/ 1669435 w 1792731"/>
                <a:gd name="connsiteY4" fmla="*/ 1840637 h 1891359"/>
                <a:gd name="connsiteX5" fmla="*/ 1688563 w 1792731"/>
                <a:gd name="connsiteY5" fmla="*/ 1292355 h 1891359"/>
                <a:gd name="connsiteX6" fmla="*/ 1309780 w 1792731"/>
                <a:gd name="connsiteY6" fmla="*/ 1046341 h 1891359"/>
                <a:gd name="connsiteX7" fmla="*/ 1560208 w 1792731"/>
                <a:gd name="connsiteY7" fmla="*/ 672856 h 1891359"/>
                <a:gd name="connsiteX8" fmla="*/ 1428622 w 1792731"/>
                <a:gd name="connsiteY8" fmla="*/ 154877 h 1891359"/>
                <a:gd name="connsiteX9" fmla="*/ 930782 w 1792731"/>
                <a:gd name="connsiteY9" fmla="*/ 21205 h 1891359"/>
                <a:gd name="connsiteX10" fmla="*/ 452050 w 1792731"/>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560208 w 1814809"/>
                <a:gd name="connsiteY7" fmla="*/ 672856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619996 w 1814809"/>
                <a:gd name="connsiteY7" fmla="*/ 526399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42872 h 1899590"/>
                <a:gd name="connsiteX1" fmla="*/ 91698 w 1814809"/>
                <a:gd name="connsiteY1" fmla="*/ 948431 h 1899590"/>
                <a:gd name="connsiteX2" fmla="*/ 13351 w 1814809"/>
                <a:gd name="connsiteY2" fmla="*/ 1746043 h 1899590"/>
                <a:gd name="connsiteX3" fmla="*/ 309435 w 1814809"/>
                <a:gd name="connsiteY3" fmla="*/ 1899590 h 1899590"/>
                <a:gd name="connsiteX4" fmla="*/ 1669435 w 1814809"/>
                <a:gd name="connsiteY4" fmla="*/ 1848868 h 1899590"/>
                <a:gd name="connsiteX5" fmla="*/ 1688563 w 1814809"/>
                <a:gd name="connsiteY5" fmla="*/ 1300586 h 1899590"/>
                <a:gd name="connsiteX6" fmla="*/ 1309780 w 1814809"/>
                <a:gd name="connsiteY6" fmla="*/ 1054572 h 1899590"/>
                <a:gd name="connsiteX7" fmla="*/ 1619996 w 1814809"/>
                <a:gd name="connsiteY7" fmla="*/ 534630 h 1899590"/>
                <a:gd name="connsiteX8" fmla="*/ 1488411 w 1814809"/>
                <a:gd name="connsiteY8" fmla="*/ 129049 h 1899590"/>
                <a:gd name="connsiteX9" fmla="*/ 930782 w 1814809"/>
                <a:gd name="connsiteY9" fmla="*/ 29436 h 1899590"/>
                <a:gd name="connsiteX10" fmla="*/ 452050 w 1814809"/>
                <a:gd name="connsiteY10" fmla="*/ 542872 h 1899590"/>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288567 w 1811701"/>
                <a:gd name="connsiteY0" fmla="*/ 555674 h 1898251"/>
                <a:gd name="connsiteX1" fmla="*/ 88590 w 1811701"/>
                <a:gd name="connsiteY1" fmla="*/ 947092 h 1898251"/>
                <a:gd name="connsiteX2" fmla="*/ 10243 w 1811701"/>
                <a:gd name="connsiteY2" fmla="*/ 1744704 h 1898251"/>
                <a:gd name="connsiteX3" fmla="*/ 306327 w 1811701"/>
                <a:gd name="connsiteY3" fmla="*/ 1898251 h 1898251"/>
                <a:gd name="connsiteX4" fmla="*/ 1666327 w 1811701"/>
                <a:gd name="connsiteY4" fmla="*/ 1847529 h 1898251"/>
                <a:gd name="connsiteX5" fmla="*/ 1685455 w 1811701"/>
                <a:gd name="connsiteY5" fmla="*/ 1299247 h 1898251"/>
                <a:gd name="connsiteX6" fmla="*/ 1306672 w 1811701"/>
                <a:gd name="connsiteY6" fmla="*/ 1053233 h 1898251"/>
                <a:gd name="connsiteX7" fmla="*/ 1616888 w 1811701"/>
                <a:gd name="connsiteY7" fmla="*/ 533291 h 1898251"/>
                <a:gd name="connsiteX8" fmla="*/ 1485303 w 1811701"/>
                <a:gd name="connsiteY8" fmla="*/ 127710 h 1898251"/>
                <a:gd name="connsiteX9" fmla="*/ 927674 w 1811701"/>
                <a:gd name="connsiteY9" fmla="*/ 28097 h 1898251"/>
                <a:gd name="connsiteX10" fmla="*/ 288567 w 1811701"/>
                <a:gd name="connsiteY10" fmla="*/ 555674 h 1898251"/>
                <a:gd name="connsiteX0" fmla="*/ 288567 w 1811701"/>
                <a:gd name="connsiteY0" fmla="*/ 479828 h 1822405"/>
                <a:gd name="connsiteX1" fmla="*/ 88590 w 1811701"/>
                <a:gd name="connsiteY1" fmla="*/ 871246 h 1822405"/>
                <a:gd name="connsiteX2" fmla="*/ 10243 w 1811701"/>
                <a:gd name="connsiteY2" fmla="*/ 1668858 h 1822405"/>
                <a:gd name="connsiteX3" fmla="*/ 306327 w 1811701"/>
                <a:gd name="connsiteY3" fmla="*/ 1822405 h 1822405"/>
                <a:gd name="connsiteX4" fmla="*/ 1666327 w 1811701"/>
                <a:gd name="connsiteY4" fmla="*/ 1771683 h 1822405"/>
                <a:gd name="connsiteX5" fmla="*/ 1685455 w 1811701"/>
                <a:gd name="connsiteY5" fmla="*/ 1223401 h 1822405"/>
                <a:gd name="connsiteX6" fmla="*/ 1306672 w 1811701"/>
                <a:gd name="connsiteY6" fmla="*/ 977387 h 1822405"/>
                <a:gd name="connsiteX7" fmla="*/ 1616888 w 1811701"/>
                <a:gd name="connsiteY7" fmla="*/ 457445 h 1822405"/>
                <a:gd name="connsiteX8" fmla="*/ 1485303 w 1811701"/>
                <a:gd name="connsiteY8" fmla="*/ 51864 h 1822405"/>
                <a:gd name="connsiteX9" fmla="*/ 895599 w 1811701"/>
                <a:gd name="connsiteY9" fmla="*/ 79530 h 1822405"/>
                <a:gd name="connsiteX10" fmla="*/ 288567 w 1811701"/>
                <a:gd name="connsiteY10" fmla="*/ 479828 h 1822405"/>
                <a:gd name="connsiteX0" fmla="*/ 288567 w 1811701"/>
                <a:gd name="connsiteY0" fmla="*/ 419258 h 1761835"/>
                <a:gd name="connsiteX1" fmla="*/ 88590 w 1811701"/>
                <a:gd name="connsiteY1" fmla="*/ 810676 h 1761835"/>
                <a:gd name="connsiteX2" fmla="*/ 10243 w 1811701"/>
                <a:gd name="connsiteY2" fmla="*/ 1608288 h 1761835"/>
                <a:gd name="connsiteX3" fmla="*/ 306327 w 1811701"/>
                <a:gd name="connsiteY3" fmla="*/ 1761835 h 1761835"/>
                <a:gd name="connsiteX4" fmla="*/ 1666327 w 1811701"/>
                <a:gd name="connsiteY4" fmla="*/ 1711113 h 1761835"/>
                <a:gd name="connsiteX5" fmla="*/ 1685455 w 1811701"/>
                <a:gd name="connsiteY5" fmla="*/ 1162831 h 1761835"/>
                <a:gd name="connsiteX6" fmla="*/ 1306672 w 1811701"/>
                <a:gd name="connsiteY6" fmla="*/ 916817 h 1761835"/>
                <a:gd name="connsiteX7" fmla="*/ 1616888 w 1811701"/>
                <a:gd name="connsiteY7" fmla="*/ 396875 h 1761835"/>
                <a:gd name="connsiteX8" fmla="*/ 1373040 w 1811701"/>
                <a:gd name="connsiteY8" fmla="*/ 118574 h 1761835"/>
                <a:gd name="connsiteX9" fmla="*/ 895599 w 1811701"/>
                <a:gd name="connsiteY9" fmla="*/ 18960 h 1761835"/>
                <a:gd name="connsiteX10" fmla="*/ 288567 w 1811701"/>
                <a:gd name="connsiteY10" fmla="*/ 419258 h 1761835"/>
                <a:gd name="connsiteX0" fmla="*/ 288567 w 1811701"/>
                <a:gd name="connsiteY0" fmla="*/ 419258 h 1761835"/>
                <a:gd name="connsiteX1" fmla="*/ 88590 w 1811701"/>
                <a:gd name="connsiteY1" fmla="*/ 810676 h 1761835"/>
                <a:gd name="connsiteX2" fmla="*/ 10243 w 1811701"/>
                <a:gd name="connsiteY2" fmla="*/ 1608288 h 1761835"/>
                <a:gd name="connsiteX3" fmla="*/ 306327 w 1811701"/>
                <a:gd name="connsiteY3" fmla="*/ 1761835 h 1761835"/>
                <a:gd name="connsiteX4" fmla="*/ 1666327 w 1811701"/>
                <a:gd name="connsiteY4" fmla="*/ 1711113 h 1761835"/>
                <a:gd name="connsiteX5" fmla="*/ 1685455 w 1811701"/>
                <a:gd name="connsiteY5" fmla="*/ 1162831 h 1761835"/>
                <a:gd name="connsiteX6" fmla="*/ 1306672 w 1811701"/>
                <a:gd name="connsiteY6" fmla="*/ 916817 h 1761835"/>
                <a:gd name="connsiteX7" fmla="*/ 1584814 w 1811701"/>
                <a:gd name="connsiteY7" fmla="*/ 510012 h 1761835"/>
                <a:gd name="connsiteX8" fmla="*/ 1373040 w 1811701"/>
                <a:gd name="connsiteY8" fmla="*/ 118574 h 1761835"/>
                <a:gd name="connsiteX9" fmla="*/ 895599 w 1811701"/>
                <a:gd name="connsiteY9" fmla="*/ 18960 h 1761835"/>
                <a:gd name="connsiteX10" fmla="*/ 288567 w 1811701"/>
                <a:gd name="connsiteY10" fmla="*/ 419258 h 1761835"/>
                <a:gd name="connsiteX0" fmla="*/ 288567 w 1770444"/>
                <a:gd name="connsiteY0" fmla="*/ 419258 h 1761835"/>
                <a:gd name="connsiteX1" fmla="*/ 88590 w 1770444"/>
                <a:gd name="connsiteY1" fmla="*/ 810676 h 1761835"/>
                <a:gd name="connsiteX2" fmla="*/ 10243 w 1770444"/>
                <a:gd name="connsiteY2" fmla="*/ 1608288 h 1761835"/>
                <a:gd name="connsiteX3" fmla="*/ 306327 w 1770444"/>
                <a:gd name="connsiteY3" fmla="*/ 1761835 h 1761835"/>
                <a:gd name="connsiteX4" fmla="*/ 1666327 w 1770444"/>
                <a:gd name="connsiteY4" fmla="*/ 1711113 h 1761835"/>
                <a:gd name="connsiteX5" fmla="*/ 1589229 w 1770444"/>
                <a:gd name="connsiteY5" fmla="*/ 1176973 h 1761835"/>
                <a:gd name="connsiteX6" fmla="*/ 1306672 w 1770444"/>
                <a:gd name="connsiteY6" fmla="*/ 916817 h 1761835"/>
                <a:gd name="connsiteX7" fmla="*/ 1584814 w 1770444"/>
                <a:gd name="connsiteY7" fmla="*/ 510012 h 1761835"/>
                <a:gd name="connsiteX8" fmla="*/ 1373040 w 1770444"/>
                <a:gd name="connsiteY8" fmla="*/ 118574 h 1761835"/>
                <a:gd name="connsiteX9" fmla="*/ 895599 w 1770444"/>
                <a:gd name="connsiteY9" fmla="*/ 18960 h 1761835"/>
                <a:gd name="connsiteX10" fmla="*/ 288567 w 1770444"/>
                <a:gd name="connsiteY10" fmla="*/ 419258 h 1761835"/>
                <a:gd name="connsiteX0" fmla="*/ 288567 w 1592514"/>
                <a:gd name="connsiteY0" fmla="*/ 419258 h 1863058"/>
                <a:gd name="connsiteX1" fmla="*/ 88590 w 1592514"/>
                <a:gd name="connsiteY1" fmla="*/ 810676 h 1863058"/>
                <a:gd name="connsiteX2" fmla="*/ 10243 w 1592514"/>
                <a:gd name="connsiteY2" fmla="*/ 1608288 h 1863058"/>
                <a:gd name="connsiteX3" fmla="*/ 306327 w 1592514"/>
                <a:gd name="connsiteY3" fmla="*/ 1761835 h 1863058"/>
                <a:gd name="connsiteX4" fmla="*/ 1377650 w 1592514"/>
                <a:gd name="connsiteY4" fmla="*/ 1838393 h 1863058"/>
                <a:gd name="connsiteX5" fmla="*/ 1589229 w 1592514"/>
                <a:gd name="connsiteY5" fmla="*/ 1176973 h 1863058"/>
                <a:gd name="connsiteX6" fmla="*/ 1306672 w 1592514"/>
                <a:gd name="connsiteY6" fmla="*/ 916817 h 1863058"/>
                <a:gd name="connsiteX7" fmla="*/ 1584814 w 1592514"/>
                <a:gd name="connsiteY7" fmla="*/ 510012 h 1863058"/>
                <a:gd name="connsiteX8" fmla="*/ 1373040 w 1592514"/>
                <a:gd name="connsiteY8" fmla="*/ 118574 h 1863058"/>
                <a:gd name="connsiteX9" fmla="*/ 895599 w 1592514"/>
                <a:gd name="connsiteY9" fmla="*/ 18960 h 1863058"/>
                <a:gd name="connsiteX10" fmla="*/ 288567 w 1592514"/>
                <a:gd name="connsiteY10" fmla="*/ 419258 h 1863058"/>
                <a:gd name="connsiteX0" fmla="*/ 421322 w 1594935"/>
                <a:gd name="connsiteY0" fmla="*/ 616342 h 1876292"/>
                <a:gd name="connsiteX1" fmla="*/ 91011 w 1594935"/>
                <a:gd name="connsiteY1" fmla="*/ 823910 h 1876292"/>
                <a:gd name="connsiteX2" fmla="*/ 12664 w 1594935"/>
                <a:gd name="connsiteY2" fmla="*/ 1621522 h 1876292"/>
                <a:gd name="connsiteX3" fmla="*/ 308748 w 1594935"/>
                <a:gd name="connsiteY3" fmla="*/ 1775069 h 1876292"/>
                <a:gd name="connsiteX4" fmla="*/ 1380071 w 1594935"/>
                <a:gd name="connsiteY4" fmla="*/ 1851627 h 1876292"/>
                <a:gd name="connsiteX5" fmla="*/ 1591650 w 1594935"/>
                <a:gd name="connsiteY5" fmla="*/ 1190207 h 1876292"/>
                <a:gd name="connsiteX6" fmla="*/ 1309093 w 1594935"/>
                <a:gd name="connsiteY6" fmla="*/ 930051 h 1876292"/>
                <a:gd name="connsiteX7" fmla="*/ 1587235 w 1594935"/>
                <a:gd name="connsiteY7" fmla="*/ 523246 h 1876292"/>
                <a:gd name="connsiteX8" fmla="*/ 1375461 w 1594935"/>
                <a:gd name="connsiteY8" fmla="*/ 131808 h 1876292"/>
                <a:gd name="connsiteX9" fmla="*/ 898020 w 1594935"/>
                <a:gd name="connsiteY9" fmla="*/ 32194 h 1876292"/>
                <a:gd name="connsiteX10" fmla="*/ 421322 w 1594935"/>
                <a:gd name="connsiteY10" fmla="*/ 616342 h 1876292"/>
                <a:gd name="connsiteX0" fmla="*/ 413257 w 1586870"/>
                <a:gd name="connsiteY0" fmla="*/ 616342 h 1876292"/>
                <a:gd name="connsiteX1" fmla="*/ 140873 w 1586870"/>
                <a:gd name="connsiteY1" fmla="*/ 993617 h 1876292"/>
                <a:gd name="connsiteX2" fmla="*/ 4599 w 1586870"/>
                <a:gd name="connsiteY2" fmla="*/ 1621522 h 1876292"/>
                <a:gd name="connsiteX3" fmla="*/ 300683 w 1586870"/>
                <a:gd name="connsiteY3" fmla="*/ 1775069 h 1876292"/>
                <a:gd name="connsiteX4" fmla="*/ 1372006 w 1586870"/>
                <a:gd name="connsiteY4" fmla="*/ 1851627 h 1876292"/>
                <a:gd name="connsiteX5" fmla="*/ 1583585 w 1586870"/>
                <a:gd name="connsiteY5" fmla="*/ 1190207 h 1876292"/>
                <a:gd name="connsiteX6" fmla="*/ 1301028 w 1586870"/>
                <a:gd name="connsiteY6" fmla="*/ 930051 h 1876292"/>
                <a:gd name="connsiteX7" fmla="*/ 1579170 w 1586870"/>
                <a:gd name="connsiteY7" fmla="*/ 523246 h 1876292"/>
                <a:gd name="connsiteX8" fmla="*/ 1367396 w 1586870"/>
                <a:gd name="connsiteY8" fmla="*/ 131808 h 1876292"/>
                <a:gd name="connsiteX9" fmla="*/ 889955 w 1586870"/>
                <a:gd name="connsiteY9" fmla="*/ 32194 h 1876292"/>
                <a:gd name="connsiteX10" fmla="*/ 413257 w 1586870"/>
                <a:gd name="connsiteY10" fmla="*/ 616342 h 1876292"/>
                <a:gd name="connsiteX0" fmla="*/ 284962 w 1458575"/>
                <a:gd name="connsiteY0" fmla="*/ 616342 h 1908017"/>
                <a:gd name="connsiteX1" fmla="*/ 12578 w 1458575"/>
                <a:gd name="connsiteY1" fmla="*/ 993617 h 1908017"/>
                <a:gd name="connsiteX2" fmla="*/ 172388 w 1458575"/>
                <a:gd name="connsiteY2" fmla="*/ 1775069 h 1908017"/>
                <a:gd name="connsiteX3" fmla="*/ 1243711 w 1458575"/>
                <a:gd name="connsiteY3" fmla="*/ 1851627 h 1908017"/>
                <a:gd name="connsiteX4" fmla="*/ 1455290 w 1458575"/>
                <a:gd name="connsiteY4" fmla="*/ 1190207 h 1908017"/>
                <a:gd name="connsiteX5" fmla="*/ 1172733 w 1458575"/>
                <a:gd name="connsiteY5" fmla="*/ 930051 h 1908017"/>
                <a:gd name="connsiteX6" fmla="*/ 1450875 w 1458575"/>
                <a:gd name="connsiteY6" fmla="*/ 523246 h 1908017"/>
                <a:gd name="connsiteX7" fmla="*/ 1239101 w 1458575"/>
                <a:gd name="connsiteY7" fmla="*/ 131808 h 1908017"/>
                <a:gd name="connsiteX8" fmla="*/ 761660 w 1458575"/>
                <a:gd name="connsiteY8" fmla="*/ 32194 h 1908017"/>
                <a:gd name="connsiteX9" fmla="*/ 284962 w 1458575"/>
                <a:gd name="connsiteY9" fmla="*/ 616342 h 1908017"/>
                <a:gd name="connsiteX0" fmla="*/ 343858 w 1519131"/>
                <a:gd name="connsiteY0" fmla="*/ 616342 h 1885036"/>
                <a:gd name="connsiteX1" fmla="*/ 71474 w 1519131"/>
                <a:gd name="connsiteY1" fmla="*/ 993617 h 1885036"/>
                <a:gd name="connsiteX2" fmla="*/ 115432 w 1519131"/>
                <a:gd name="connsiteY2" fmla="*/ 1704358 h 1885036"/>
                <a:gd name="connsiteX3" fmla="*/ 1302607 w 1519131"/>
                <a:gd name="connsiteY3" fmla="*/ 1851627 h 1885036"/>
                <a:gd name="connsiteX4" fmla="*/ 1514186 w 1519131"/>
                <a:gd name="connsiteY4" fmla="*/ 1190207 h 1885036"/>
                <a:gd name="connsiteX5" fmla="*/ 1231629 w 1519131"/>
                <a:gd name="connsiteY5" fmla="*/ 930051 h 1885036"/>
                <a:gd name="connsiteX6" fmla="*/ 1509771 w 1519131"/>
                <a:gd name="connsiteY6" fmla="*/ 523246 h 1885036"/>
                <a:gd name="connsiteX7" fmla="*/ 1297997 w 1519131"/>
                <a:gd name="connsiteY7" fmla="*/ 131808 h 1885036"/>
                <a:gd name="connsiteX8" fmla="*/ 820556 w 1519131"/>
                <a:gd name="connsiteY8" fmla="*/ 32194 h 1885036"/>
                <a:gd name="connsiteX9" fmla="*/ 343858 w 1519131"/>
                <a:gd name="connsiteY9" fmla="*/ 616342 h 1885036"/>
                <a:gd name="connsiteX0" fmla="*/ 343858 w 1549812"/>
                <a:gd name="connsiteY0" fmla="*/ 616342 h 1800235"/>
                <a:gd name="connsiteX1" fmla="*/ 71474 w 1549812"/>
                <a:gd name="connsiteY1" fmla="*/ 993617 h 1800235"/>
                <a:gd name="connsiteX2" fmla="*/ 115432 w 1549812"/>
                <a:gd name="connsiteY2" fmla="*/ 1704358 h 1800235"/>
                <a:gd name="connsiteX3" fmla="*/ 1389496 w 1549812"/>
                <a:gd name="connsiteY3" fmla="*/ 1724347 h 1800235"/>
                <a:gd name="connsiteX4" fmla="*/ 1514186 w 1549812"/>
                <a:gd name="connsiteY4" fmla="*/ 1190207 h 1800235"/>
                <a:gd name="connsiteX5" fmla="*/ 1231629 w 1549812"/>
                <a:gd name="connsiteY5" fmla="*/ 930051 h 1800235"/>
                <a:gd name="connsiteX6" fmla="*/ 1509771 w 1549812"/>
                <a:gd name="connsiteY6" fmla="*/ 523246 h 1800235"/>
                <a:gd name="connsiteX7" fmla="*/ 1297997 w 1549812"/>
                <a:gd name="connsiteY7" fmla="*/ 131808 h 1800235"/>
                <a:gd name="connsiteX8" fmla="*/ 820556 w 1549812"/>
                <a:gd name="connsiteY8" fmla="*/ 32194 h 1800235"/>
                <a:gd name="connsiteX9" fmla="*/ 343858 w 1549812"/>
                <a:gd name="connsiteY9" fmla="*/ 616342 h 1800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49812" h="1800235">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Freeform 417">
              <a:extLst>
                <a:ext uri="{FF2B5EF4-FFF2-40B4-BE49-F238E27FC236}">
                  <a16:creationId xmlns:a16="http://schemas.microsoft.com/office/drawing/2014/main" id="{C619C5AF-60A7-6563-AC38-78B875E6D51D}"/>
                </a:ext>
              </a:extLst>
            </p:cNvPr>
            <p:cNvSpPr>
              <a:spLocks/>
            </p:cNvSpPr>
            <p:nvPr/>
          </p:nvSpPr>
          <p:spPr bwMode="auto">
            <a:xfrm>
              <a:off x="7274076" y="1826035"/>
              <a:ext cx="1736725" cy="1317704"/>
            </a:xfrm>
            <a:custGeom>
              <a:avLst/>
              <a:gdLst>
                <a:gd name="T0" fmla="*/ 2147483646 w 1036"/>
                <a:gd name="T1" fmla="*/ 2147483646 h 675"/>
                <a:gd name="T2" fmla="*/ 2147483646 w 1036"/>
                <a:gd name="T3" fmla="*/ 2147483646 h 675"/>
                <a:gd name="T4" fmla="*/ 2147483646 w 1036"/>
                <a:gd name="T5" fmla="*/ 2147483646 h 675"/>
                <a:gd name="T6" fmla="*/ 2147483646 w 1036"/>
                <a:gd name="T7" fmla="*/ 2147483646 h 675"/>
                <a:gd name="T8" fmla="*/ 2147483646 w 1036"/>
                <a:gd name="T9" fmla="*/ 2147483646 h 675"/>
                <a:gd name="T10" fmla="*/ 2147483646 w 1036"/>
                <a:gd name="T11" fmla="*/ 2147483646 h 675"/>
                <a:gd name="T12" fmla="*/ 2147483646 w 1036"/>
                <a:gd name="T13" fmla="*/ 2147483646 h 675"/>
                <a:gd name="T14" fmla="*/ 2147483646 w 1036"/>
                <a:gd name="T15" fmla="*/ 2147483646 h 675"/>
                <a:gd name="T16" fmla="*/ 2147483646 w 1036"/>
                <a:gd name="T17" fmla="*/ 2147483646 h 675"/>
                <a:gd name="T18" fmla="*/ 2147483646 w 1036"/>
                <a:gd name="T19" fmla="*/ 2147483646 h 675"/>
                <a:gd name="T20" fmla="*/ 2147483646 w 1036"/>
                <a:gd name="T21" fmla="*/ 2147483646 h 675"/>
                <a:gd name="T22" fmla="*/ 2147483646 w 1036"/>
                <a:gd name="T23" fmla="*/ 2147483646 h 675"/>
                <a:gd name="T24" fmla="*/ 2147483646 w 1036"/>
                <a:gd name="T25" fmla="*/ 2147483646 h 675"/>
                <a:gd name="T26" fmla="*/ 2147483646 w 1036"/>
                <a:gd name="T27" fmla="*/ 2147483646 h 675"/>
                <a:gd name="T28" fmla="*/ 2147483646 w 1036"/>
                <a:gd name="T29" fmla="*/ 2147483646 h 675"/>
                <a:gd name="T30" fmla="*/ 2147483646 w 1036"/>
                <a:gd name="T31" fmla="*/ 2147483646 h 675"/>
                <a:gd name="T32" fmla="*/ 2147483646 w 1036"/>
                <a:gd name="T33" fmla="*/ 2147483646 h 675"/>
                <a:gd name="T34" fmla="*/ 2147483646 w 1036"/>
                <a:gd name="T35" fmla="*/ 2147483646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6" name="Group 418">
              <a:extLst>
                <a:ext uri="{FF2B5EF4-FFF2-40B4-BE49-F238E27FC236}">
                  <a16:creationId xmlns:a16="http://schemas.microsoft.com/office/drawing/2014/main" id="{F096DD48-1D1F-973D-8D14-9DD83B733248}"/>
                </a:ext>
              </a:extLst>
            </p:cNvPr>
            <p:cNvGrpSpPr>
              <a:grpSpLocks/>
            </p:cNvGrpSpPr>
            <p:nvPr/>
          </p:nvGrpSpPr>
          <p:grpSpPr bwMode="auto">
            <a:xfrm>
              <a:off x="7205350" y="3289251"/>
              <a:ext cx="1458912" cy="933450"/>
              <a:chOff x="2889" y="1631"/>
              <a:chExt cx="980" cy="743"/>
            </a:xfrm>
          </p:grpSpPr>
          <p:sp>
            <p:nvSpPr>
              <p:cNvPr id="17" name="Rectangle 419">
                <a:extLst>
                  <a:ext uri="{FF2B5EF4-FFF2-40B4-BE49-F238E27FC236}">
                    <a16:creationId xmlns:a16="http://schemas.microsoft.com/office/drawing/2014/main" id="{B9717422-1470-1D32-D61C-0B9D57A0B2C0}"/>
                  </a:ext>
                </a:extLst>
              </p:cNvPr>
              <p:cNvSpPr>
                <a:spLocks noChangeArrowheads="1"/>
              </p:cNvSpPr>
              <p:nvPr/>
            </p:nvSpPr>
            <p:spPr bwMode="auto">
              <a:xfrm>
                <a:off x="3046" y="1841"/>
                <a:ext cx="663" cy="533"/>
              </a:xfrm>
              <a:prstGeom prst="rect">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8" name="AutoShape 420">
                <a:extLst>
                  <a:ext uri="{FF2B5EF4-FFF2-40B4-BE49-F238E27FC236}">
                    <a16:creationId xmlns:a16="http://schemas.microsoft.com/office/drawing/2014/main" id="{CE6851A1-01AC-0702-802B-C63C981DF646}"/>
                  </a:ext>
                </a:extLst>
              </p:cNvPr>
              <p:cNvSpPr>
                <a:spLocks noChangeArrowheads="1"/>
              </p:cNvSpPr>
              <p:nvPr/>
            </p:nvSpPr>
            <p:spPr bwMode="auto">
              <a:xfrm>
                <a:off x="2889" y="1631"/>
                <a:ext cx="980" cy="253"/>
              </a:xfrm>
              <a:prstGeom prst="triangle">
                <a:avLst>
                  <a:gd name="adj" fmla="val 50000"/>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srgbClr val="00CC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19" name="Freeform 427">
              <a:extLst>
                <a:ext uri="{FF2B5EF4-FFF2-40B4-BE49-F238E27FC236}">
                  <a16:creationId xmlns:a16="http://schemas.microsoft.com/office/drawing/2014/main" id="{83E69544-DCDB-B4A3-16F5-C5BC482E47CF}"/>
                </a:ext>
              </a:extLst>
            </p:cNvPr>
            <p:cNvSpPr>
              <a:spLocks/>
            </p:cNvSpPr>
            <p:nvPr/>
          </p:nvSpPr>
          <p:spPr bwMode="auto">
            <a:xfrm>
              <a:off x="7712401" y="4683134"/>
              <a:ext cx="3079750" cy="1665288"/>
            </a:xfrm>
            <a:custGeom>
              <a:avLst/>
              <a:gdLst>
                <a:gd name="T0" fmla="*/ 2147483646 w 1940"/>
                <a:gd name="T1" fmla="*/ 2147483646 h 1049"/>
                <a:gd name="T2" fmla="*/ 2147483646 w 1940"/>
                <a:gd name="T3" fmla="*/ 2147483646 h 1049"/>
                <a:gd name="T4" fmla="*/ 2147483646 w 1940"/>
                <a:gd name="T5" fmla="*/ 2147483646 h 1049"/>
                <a:gd name="T6" fmla="*/ 2147483646 w 1940"/>
                <a:gd name="T7" fmla="*/ 2147483646 h 1049"/>
                <a:gd name="T8" fmla="*/ 2147483646 w 1940"/>
                <a:gd name="T9" fmla="*/ 2147483646 h 1049"/>
                <a:gd name="T10" fmla="*/ 2147483646 w 1940"/>
                <a:gd name="T11" fmla="*/ 2147483646 h 1049"/>
                <a:gd name="T12" fmla="*/ 2147483646 w 1940"/>
                <a:gd name="T13" fmla="*/ 2147483646 h 1049"/>
                <a:gd name="T14" fmla="*/ 2147483646 w 1940"/>
                <a:gd name="T15" fmla="*/ 2147483646 h 1049"/>
                <a:gd name="T16" fmla="*/ 2147483646 w 1940"/>
                <a:gd name="T17" fmla="*/ 2147483646 h 1049"/>
                <a:gd name="T18" fmla="*/ 2147483646 w 1940"/>
                <a:gd name="T19" fmla="*/ 2147483646 h 1049"/>
                <a:gd name="T20" fmla="*/ 2147483646 w 1940"/>
                <a:gd name="T21" fmla="*/ 2147483646 h 1049"/>
                <a:gd name="T22" fmla="*/ 2147483646 w 1940"/>
                <a:gd name="T23" fmla="*/ 2147483646 h 1049"/>
                <a:gd name="T24" fmla="*/ 2147483646 w 1940"/>
                <a:gd name="T25" fmla="*/ 2147483646 h 1049"/>
                <a:gd name="T26" fmla="*/ 2147483646 w 1940"/>
                <a:gd name="T27" fmla="*/ 2147483646 h 1049"/>
                <a:gd name="T28" fmla="*/ 2147483646 w 1940"/>
                <a:gd name="T29" fmla="*/ 2147483646 h 1049"/>
                <a:gd name="T30" fmla="*/ 2147483646 w 1940"/>
                <a:gd name="T31" fmla="*/ 2147483646 h 10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40"/>
                <a:gd name="T49" fmla="*/ 0 h 1049"/>
                <a:gd name="T50" fmla="*/ 1940 w 1940"/>
                <a:gd name="T51" fmla="*/ 1049 h 10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40" h="1049">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Box 580">
              <a:extLst>
                <a:ext uri="{FF2B5EF4-FFF2-40B4-BE49-F238E27FC236}">
                  <a16:creationId xmlns:a16="http://schemas.microsoft.com/office/drawing/2014/main" id="{7D6B03A6-E8FB-BE24-CCE8-3BF003BBC835}"/>
                </a:ext>
              </a:extLst>
            </p:cNvPr>
            <p:cNvSpPr txBox="1">
              <a:spLocks noChangeArrowheads="1"/>
            </p:cNvSpPr>
            <p:nvPr/>
          </p:nvSpPr>
          <p:spPr bwMode="auto">
            <a:xfrm>
              <a:off x="7679274" y="1488461"/>
              <a:ext cx="133940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mobile network</a:t>
              </a:r>
            </a:p>
          </p:txBody>
        </p:sp>
        <p:sp>
          <p:nvSpPr>
            <p:cNvPr id="21" name="Text Box 580">
              <a:extLst>
                <a:ext uri="{FF2B5EF4-FFF2-40B4-BE49-F238E27FC236}">
                  <a16:creationId xmlns:a16="http://schemas.microsoft.com/office/drawing/2014/main" id="{A9BFF02A-D7EF-0477-84C9-16DB19C104C6}"/>
                </a:ext>
              </a:extLst>
            </p:cNvPr>
            <p:cNvSpPr txBox="1">
              <a:spLocks noChangeArrowheads="1"/>
            </p:cNvSpPr>
            <p:nvPr/>
          </p:nvSpPr>
          <p:spPr bwMode="auto">
            <a:xfrm>
              <a:off x="7306908" y="5779775"/>
              <a:ext cx="1195135" cy="44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enterprise</a:t>
              </a:r>
            </a:p>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          network</a:t>
              </a:r>
            </a:p>
          </p:txBody>
        </p:sp>
        <p:sp>
          <p:nvSpPr>
            <p:cNvPr id="22" name="Freeform 19">
              <a:extLst>
                <a:ext uri="{FF2B5EF4-FFF2-40B4-BE49-F238E27FC236}">
                  <a16:creationId xmlns:a16="http://schemas.microsoft.com/office/drawing/2014/main" id="{2189A584-C29C-772F-EECC-4A587885E374}"/>
                </a:ext>
              </a:extLst>
            </p:cNvPr>
            <p:cNvSpPr/>
            <p:nvPr/>
          </p:nvSpPr>
          <p:spPr>
            <a:xfrm>
              <a:off x="10222146" y="3179540"/>
              <a:ext cx="1273167" cy="1935748"/>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60355 w 1534770"/>
                <a:gd name="connsiteY0" fmla="*/ 553225 h 1800672"/>
                <a:gd name="connsiteX1" fmla="*/ 3 w 1534770"/>
                <a:gd name="connsiteY1" fmla="*/ 958784 h 1800672"/>
                <a:gd name="connsiteX2" fmla="*/ 367657 w 1534770"/>
                <a:gd name="connsiteY2" fmla="*/ 1526890 h 1800672"/>
                <a:gd name="connsiteX3" fmla="*/ 1186523 w 1534770"/>
                <a:gd name="connsiteY3" fmla="*/ 1794234 h 1800672"/>
                <a:gd name="connsiteX4" fmla="*/ 1520754 w 1534770"/>
                <a:gd name="connsiteY4" fmla="*/ 1276255 h 1800672"/>
                <a:gd name="connsiteX5" fmla="*/ 1468513 w 1534770"/>
                <a:gd name="connsiteY5" fmla="*/ 691440 h 1800672"/>
                <a:gd name="connsiteX6" fmla="*/ 1435794 w 1534770"/>
                <a:gd name="connsiteY6" fmla="*/ 107761 h 1800672"/>
                <a:gd name="connsiteX7" fmla="*/ 839087 w 1534770"/>
                <a:gd name="connsiteY7" fmla="*/ 39789 h 1800672"/>
                <a:gd name="connsiteX8" fmla="*/ 360355 w 1534770"/>
                <a:gd name="connsiteY8" fmla="*/ 553225 h 1800672"/>
                <a:gd name="connsiteX0" fmla="*/ 360355 w 1580585"/>
                <a:gd name="connsiteY0" fmla="*/ 553225 h 1880420"/>
                <a:gd name="connsiteX1" fmla="*/ 3 w 1580585"/>
                <a:gd name="connsiteY1" fmla="*/ 958784 h 1880420"/>
                <a:gd name="connsiteX2" fmla="*/ 367657 w 1580585"/>
                <a:gd name="connsiteY2" fmla="*/ 1526890 h 1880420"/>
                <a:gd name="connsiteX3" fmla="*/ 1186523 w 1580585"/>
                <a:gd name="connsiteY3" fmla="*/ 1794234 h 1880420"/>
                <a:gd name="connsiteX4" fmla="*/ 1570188 w 1580585"/>
                <a:gd name="connsiteY4" fmla="*/ 1785433 h 1880420"/>
                <a:gd name="connsiteX5" fmla="*/ 1468513 w 1580585"/>
                <a:gd name="connsiteY5" fmla="*/ 691440 h 1880420"/>
                <a:gd name="connsiteX6" fmla="*/ 1435794 w 1580585"/>
                <a:gd name="connsiteY6" fmla="*/ 107761 h 1880420"/>
                <a:gd name="connsiteX7" fmla="*/ 839087 w 1580585"/>
                <a:gd name="connsiteY7" fmla="*/ 39789 h 1880420"/>
                <a:gd name="connsiteX8" fmla="*/ 360355 w 1580585"/>
                <a:gd name="connsiteY8" fmla="*/ 553225 h 1880420"/>
                <a:gd name="connsiteX0" fmla="*/ 316588 w 1580732"/>
                <a:gd name="connsiteY0" fmla="*/ 359285 h 1867156"/>
                <a:gd name="connsiteX1" fmla="*/ 150 w 1580732"/>
                <a:gd name="connsiteY1" fmla="*/ 945520 h 1867156"/>
                <a:gd name="connsiteX2" fmla="*/ 367804 w 1580732"/>
                <a:gd name="connsiteY2" fmla="*/ 1513626 h 1867156"/>
                <a:gd name="connsiteX3" fmla="*/ 1186670 w 1580732"/>
                <a:gd name="connsiteY3" fmla="*/ 1780970 h 1867156"/>
                <a:gd name="connsiteX4" fmla="*/ 1570335 w 1580732"/>
                <a:gd name="connsiteY4" fmla="*/ 1772169 h 1867156"/>
                <a:gd name="connsiteX5" fmla="*/ 1468660 w 1580732"/>
                <a:gd name="connsiteY5" fmla="*/ 678176 h 1867156"/>
                <a:gd name="connsiteX6" fmla="*/ 1435941 w 1580732"/>
                <a:gd name="connsiteY6" fmla="*/ 94497 h 1867156"/>
                <a:gd name="connsiteX7" fmla="*/ 839234 w 1580732"/>
                <a:gd name="connsiteY7" fmla="*/ 26525 h 1867156"/>
                <a:gd name="connsiteX8" fmla="*/ 316588 w 1580732"/>
                <a:gd name="connsiteY8" fmla="*/ 359285 h 1867156"/>
                <a:gd name="connsiteX0" fmla="*/ 163575 w 1427719"/>
                <a:gd name="connsiteY0" fmla="*/ 359285 h 1867156"/>
                <a:gd name="connsiteX1" fmla="*/ 836 w 1427719"/>
                <a:gd name="connsiteY1" fmla="*/ 1076921 h 1867156"/>
                <a:gd name="connsiteX2" fmla="*/ 214791 w 1427719"/>
                <a:gd name="connsiteY2" fmla="*/ 1513626 h 1867156"/>
                <a:gd name="connsiteX3" fmla="*/ 1033657 w 1427719"/>
                <a:gd name="connsiteY3" fmla="*/ 1780970 h 1867156"/>
                <a:gd name="connsiteX4" fmla="*/ 1417322 w 1427719"/>
                <a:gd name="connsiteY4" fmla="*/ 1772169 h 1867156"/>
                <a:gd name="connsiteX5" fmla="*/ 1315647 w 1427719"/>
                <a:gd name="connsiteY5" fmla="*/ 678176 h 1867156"/>
                <a:gd name="connsiteX6" fmla="*/ 1282928 w 1427719"/>
                <a:gd name="connsiteY6" fmla="*/ 94497 h 1867156"/>
                <a:gd name="connsiteX7" fmla="*/ 686221 w 1427719"/>
                <a:gd name="connsiteY7" fmla="*/ 26525 h 1867156"/>
                <a:gd name="connsiteX8" fmla="*/ 163575 w 1427719"/>
                <a:gd name="connsiteY8" fmla="*/ 359285 h 1867156"/>
                <a:gd name="connsiteX0" fmla="*/ 163575 w 1426632"/>
                <a:gd name="connsiteY0" fmla="*/ 394322 h 1902193"/>
                <a:gd name="connsiteX1" fmla="*/ 836 w 1426632"/>
                <a:gd name="connsiteY1" fmla="*/ 1111958 h 1902193"/>
                <a:gd name="connsiteX2" fmla="*/ 214791 w 1426632"/>
                <a:gd name="connsiteY2" fmla="*/ 1548663 h 1902193"/>
                <a:gd name="connsiteX3" fmla="*/ 1033657 w 1426632"/>
                <a:gd name="connsiteY3" fmla="*/ 1816007 h 1902193"/>
                <a:gd name="connsiteX4" fmla="*/ 1417322 w 1426632"/>
                <a:gd name="connsiteY4" fmla="*/ 1807206 h 1902193"/>
                <a:gd name="connsiteX5" fmla="*/ 1315647 w 1426632"/>
                <a:gd name="connsiteY5" fmla="*/ 713213 h 1902193"/>
                <a:gd name="connsiteX6" fmla="*/ 1401843 w 1426632"/>
                <a:gd name="connsiteY6" fmla="*/ 63834 h 1902193"/>
                <a:gd name="connsiteX7" fmla="*/ 686221 w 1426632"/>
                <a:gd name="connsiteY7" fmla="*/ 61562 h 1902193"/>
                <a:gd name="connsiteX8" fmla="*/ 163575 w 1426632"/>
                <a:gd name="connsiteY8" fmla="*/ 394322 h 1902193"/>
                <a:gd name="connsiteX0" fmla="*/ 163575 w 1435249"/>
                <a:gd name="connsiteY0" fmla="*/ 394322 h 1885560"/>
                <a:gd name="connsiteX1" fmla="*/ 836 w 1435249"/>
                <a:gd name="connsiteY1" fmla="*/ 1111958 h 1885560"/>
                <a:gd name="connsiteX2" fmla="*/ 214791 w 1435249"/>
                <a:gd name="connsiteY2" fmla="*/ 1548663 h 1885560"/>
                <a:gd name="connsiteX3" fmla="*/ 1033657 w 1435249"/>
                <a:gd name="connsiteY3" fmla="*/ 1816007 h 1885560"/>
                <a:gd name="connsiteX4" fmla="*/ 1417322 w 1435249"/>
                <a:gd name="connsiteY4" fmla="*/ 1807206 h 1885560"/>
                <a:gd name="connsiteX5" fmla="*/ 1375103 w 1435249"/>
                <a:gd name="connsiteY5" fmla="*/ 943164 h 1885560"/>
                <a:gd name="connsiteX6" fmla="*/ 1401843 w 1435249"/>
                <a:gd name="connsiteY6" fmla="*/ 63834 h 1885560"/>
                <a:gd name="connsiteX7" fmla="*/ 686221 w 1435249"/>
                <a:gd name="connsiteY7" fmla="*/ 61562 h 1885560"/>
                <a:gd name="connsiteX8" fmla="*/ 163575 w 1435249"/>
                <a:gd name="connsiteY8" fmla="*/ 394322 h 1885560"/>
                <a:gd name="connsiteX0" fmla="*/ 128947 w 1438213"/>
                <a:gd name="connsiteY0" fmla="*/ 345176 h 1883146"/>
                <a:gd name="connsiteX1" fmla="*/ 3802 w 1438213"/>
                <a:gd name="connsiteY1" fmla="*/ 1109544 h 1883146"/>
                <a:gd name="connsiteX2" fmla="*/ 217757 w 1438213"/>
                <a:gd name="connsiteY2" fmla="*/ 1546249 h 1883146"/>
                <a:gd name="connsiteX3" fmla="*/ 1036623 w 1438213"/>
                <a:gd name="connsiteY3" fmla="*/ 1813593 h 1883146"/>
                <a:gd name="connsiteX4" fmla="*/ 1420288 w 1438213"/>
                <a:gd name="connsiteY4" fmla="*/ 1804792 h 1883146"/>
                <a:gd name="connsiteX5" fmla="*/ 1378069 w 1438213"/>
                <a:gd name="connsiteY5" fmla="*/ 940750 h 1883146"/>
                <a:gd name="connsiteX6" fmla="*/ 1404809 w 1438213"/>
                <a:gd name="connsiteY6" fmla="*/ 61420 h 1883146"/>
                <a:gd name="connsiteX7" fmla="*/ 689187 w 1438213"/>
                <a:gd name="connsiteY7" fmla="*/ 59148 h 1883146"/>
                <a:gd name="connsiteX8" fmla="*/ 128947 w 1438213"/>
                <a:gd name="connsiteY8" fmla="*/ 345176 h 1883146"/>
                <a:gd name="connsiteX0" fmla="*/ 126587 w 1435854"/>
                <a:gd name="connsiteY0" fmla="*/ 353278 h 1891248"/>
                <a:gd name="connsiteX1" fmla="*/ 1442 w 1435854"/>
                <a:gd name="connsiteY1" fmla="*/ 1117646 h 1891248"/>
                <a:gd name="connsiteX2" fmla="*/ 215397 w 1435854"/>
                <a:gd name="connsiteY2" fmla="*/ 1554351 h 1891248"/>
                <a:gd name="connsiteX3" fmla="*/ 1034263 w 1435854"/>
                <a:gd name="connsiteY3" fmla="*/ 1821695 h 1891248"/>
                <a:gd name="connsiteX4" fmla="*/ 1417928 w 1435854"/>
                <a:gd name="connsiteY4" fmla="*/ 1812894 h 1891248"/>
                <a:gd name="connsiteX5" fmla="*/ 1375709 w 1435854"/>
                <a:gd name="connsiteY5" fmla="*/ 948852 h 1891248"/>
                <a:gd name="connsiteX6" fmla="*/ 1402449 w 1435854"/>
                <a:gd name="connsiteY6" fmla="*/ 69522 h 1891248"/>
                <a:gd name="connsiteX7" fmla="*/ 221605 w 1435854"/>
                <a:gd name="connsiteY7" fmla="*/ 47778 h 1891248"/>
                <a:gd name="connsiteX8" fmla="*/ 126587 w 1435854"/>
                <a:gd name="connsiteY8" fmla="*/ 353278 h 1891248"/>
                <a:gd name="connsiteX0" fmla="*/ 35803 w 1453152"/>
                <a:gd name="connsiteY0" fmla="*/ 439993 h 1896181"/>
                <a:gd name="connsiteX1" fmla="*/ 18740 w 1453152"/>
                <a:gd name="connsiteY1" fmla="*/ 1122579 h 1896181"/>
                <a:gd name="connsiteX2" fmla="*/ 232695 w 1453152"/>
                <a:gd name="connsiteY2" fmla="*/ 1559284 h 1896181"/>
                <a:gd name="connsiteX3" fmla="*/ 1051561 w 1453152"/>
                <a:gd name="connsiteY3" fmla="*/ 1826628 h 1896181"/>
                <a:gd name="connsiteX4" fmla="*/ 1435226 w 1453152"/>
                <a:gd name="connsiteY4" fmla="*/ 1817827 h 1896181"/>
                <a:gd name="connsiteX5" fmla="*/ 1393007 w 1453152"/>
                <a:gd name="connsiteY5" fmla="*/ 953785 h 1896181"/>
                <a:gd name="connsiteX6" fmla="*/ 1419747 w 1453152"/>
                <a:gd name="connsiteY6" fmla="*/ 74455 h 1896181"/>
                <a:gd name="connsiteX7" fmla="*/ 238903 w 1453152"/>
                <a:gd name="connsiteY7" fmla="*/ 52711 h 1896181"/>
                <a:gd name="connsiteX8" fmla="*/ 35803 w 1453152"/>
                <a:gd name="connsiteY8" fmla="*/ 439993 h 1896181"/>
                <a:gd name="connsiteX0" fmla="*/ 35803 w 1447873"/>
                <a:gd name="connsiteY0" fmla="*/ 439993 h 1952840"/>
                <a:gd name="connsiteX1" fmla="*/ 18740 w 1447873"/>
                <a:gd name="connsiteY1" fmla="*/ 1122579 h 1952840"/>
                <a:gd name="connsiteX2" fmla="*/ 232695 w 1447873"/>
                <a:gd name="connsiteY2" fmla="*/ 1559284 h 1952840"/>
                <a:gd name="connsiteX3" fmla="*/ 1130848 w 1447873"/>
                <a:gd name="connsiteY3" fmla="*/ 1925181 h 1952840"/>
                <a:gd name="connsiteX4" fmla="*/ 1435226 w 1447873"/>
                <a:gd name="connsiteY4" fmla="*/ 1817827 h 1952840"/>
                <a:gd name="connsiteX5" fmla="*/ 1393007 w 1447873"/>
                <a:gd name="connsiteY5" fmla="*/ 953785 h 1952840"/>
                <a:gd name="connsiteX6" fmla="*/ 1419747 w 1447873"/>
                <a:gd name="connsiteY6" fmla="*/ 74455 h 1952840"/>
                <a:gd name="connsiteX7" fmla="*/ 238903 w 1447873"/>
                <a:gd name="connsiteY7" fmla="*/ 52711 h 1952840"/>
                <a:gd name="connsiteX8" fmla="*/ 35803 w 1447873"/>
                <a:gd name="connsiteY8" fmla="*/ 439993 h 1952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47873" h="1952840">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flip="none" rotWithShape="1">
              <a:gsLst>
                <a:gs pos="0">
                  <a:srgbClr val="9CDFF9"/>
                </a:gs>
                <a:gs pos="100000">
                  <a:schemeClr val="bg1"/>
                </a:gs>
                <a:gs pos="59000">
                  <a:schemeClr val="accent5">
                    <a:lumMod val="20000"/>
                    <a:lumOff val="8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23" name="Group 22">
              <a:extLst>
                <a:ext uri="{FF2B5EF4-FFF2-40B4-BE49-F238E27FC236}">
                  <a16:creationId xmlns:a16="http://schemas.microsoft.com/office/drawing/2014/main" id="{7BE5BC5B-951B-AD8A-0997-8CEFE46C4E17}"/>
                </a:ext>
              </a:extLst>
            </p:cNvPr>
            <p:cNvGrpSpPr/>
            <p:nvPr/>
          </p:nvGrpSpPr>
          <p:grpSpPr>
            <a:xfrm>
              <a:off x="10837700" y="3928050"/>
              <a:ext cx="687393" cy="721548"/>
              <a:chOff x="5203089" y="1751190"/>
              <a:chExt cx="858331" cy="662414"/>
            </a:xfrm>
          </p:grpSpPr>
          <p:sp>
            <p:nvSpPr>
              <p:cNvPr id="24" name="Freeform 21">
                <a:extLst>
                  <a:ext uri="{FF2B5EF4-FFF2-40B4-BE49-F238E27FC236}">
                    <a16:creationId xmlns:a16="http://schemas.microsoft.com/office/drawing/2014/main" id="{33465782-A1DE-B143-25CC-9109968009A4}"/>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5" name="Freeform 22">
                <a:extLst>
                  <a:ext uri="{FF2B5EF4-FFF2-40B4-BE49-F238E27FC236}">
                    <a16:creationId xmlns:a16="http://schemas.microsoft.com/office/drawing/2014/main" id="{D68E0697-0F9C-2BDF-52C8-D332742890F0}"/>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26" name="Straight Connector 25">
                <a:extLst>
                  <a:ext uri="{FF2B5EF4-FFF2-40B4-BE49-F238E27FC236}">
                    <a16:creationId xmlns:a16="http://schemas.microsoft.com/office/drawing/2014/main" id="{2414F2E8-E9F2-8158-38F1-B38FD552B6B5}"/>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8770E299-0547-6026-BB75-4A5F477403FA}"/>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E28ED2C8-A0EA-1617-F0F5-8C95D22D248C}"/>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4D1F6F85-410D-FF4E-9542-FD1A0D55192C}"/>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18723F79-A4DB-98BB-5404-E9FF999E8E2E}"/>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64EE2256-9335-E766-579D-5774B6F84644}"/>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grpSp>
          <p:nvGrpSpPr>
            <p:cNvPr id="32" name="Group 31">
              <a:extLst>
                <a:ext uri="{FF2B5EF4-FFF2-40B4-BE49-F238E27FC236}">
                  <a16:creationId xmlns:a16="http://schemas.microsoft.com/office/drawing/2014/main" id="{A50C7C3A-D8F3-D068-3E47-FF4E06CA6987}"/>
                </a:ext>
              </a:extLst>
            </p:cNvPr>
            <p:cNvGrpSpPr/>
            <p:nvPr/>
          </p:nvGrpSpPr>
          <p:grpSpPr>
            <a:xfrm>
              <a:off x="10771171" y="3194171"/>
              <a:ext cx="594613" cy="648336"/>
              <a:chOff x="5203089" y="1751190"/>
              <a:chExt cx="858331" cy="662414"/>
            </a:xfrm>
          </p:grpSpPr>
          <p:sp>
            <p:nvSpPr>
              <p:cNvPr id="33" name="Freeform 30">
                <a:extLst>
                  <a:ext uri="{FF2B5EF4-FFF2-40B4-BE49-F238E27FC236}">
                    <a16:creationId xmlns:a16="http://schemas.microsoft.com/office/drawing/2014/main" id="{ED137875-69B2-942C-0458-56291D40BA0D}"/>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4" name="Freeform 31">
                <a:extLst>
                  <a:ext uri="{FF2B5EF4-FFF2-40B4-BE49-F238E27FC236}">
                    <a16:creationId xmlns:a16="http://schemas.microsoft.com/office/drawing/2014/main" id="{F736AA66-4BCB-1F22-B918-8363737DEB6D}"/>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35" name="Straight Connector 34">
                <a:extLst>
                  <a:ext uri="{FF2B5EF4-FFF2-40B4-BE49-F238E27FC236}">
                    <a16:creationId xmlns:a16="http://schemas.microsoft.com/office/drawing/2014/main" id="{E80DE446-7051-D160-F886-F41F7E9A4C6A}"/>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D1BADD01-384E-48A6-CF96-5DF322576CBF}"/>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DEB2D121-967A-9E12-FE98-7408D606425D}"/>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0A6B2F7C-5302-7E41-967A-3F8767B2D042}"/>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F4FA39BE-754E-78F6-819A-15B3A3F7F642}"/>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15AA8D41-E0C7-4B75-A67A-9C3C67DD8F12}"/>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sp>
          <p:nvSpPr>
            <p:cNvPr id="41" name="Freeform 38">
              <a:extLst>
                <a:ext uri="{FF2B5EF4-FFF2-40B4-BE49-F238E27FC236}">
                  <a16:creationId xmlns:a16="http://schemas.microsoft.com/office/drawing/2014/main" id="{A9E0D006-A163-7B5C-8864-499B88280770}"/>
                </a:ext>
              </a:extLst>
            </p:cNvPr>
            <p:cNvSpPr/>
            <p:nvPr/>
          </p:nvSpPr>
          <p:spPr>
            <a:xfrm>
              <a:off x="9540813" y="1782042"/>
              <a:ext cx="1497864" cy="1386455"/>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60355 w 1494463"/>
                <a:gd name="connsiteY0" fmla="*/ 534641 h 1775651"/>
                <a:gd name="connsiteX1" fmla="*/ 3 w 1494463"/>
                <a:gd name="connsiteY1" fmla="*/ 940200 h 1775651"/>
                <a:gd name="connsiteX2" fmla="*/ 367657 w 1494463"/>
                <a:gd name="connsiteY2" fmla="*/ 1508306 h 1775651"/>
                <a:gd name="connsiteX3" fmla="*/ 1186523 w 1494463"/>
                <a:gd name="connsiteY3" fmla="*/ 1775650 h 1775651"/>
                <a:gd name="connsiteX4" fmla="*/ 1467465 w 1494463"/>
                <a:gd name="connsiteY4" fmla="*/ 1510813 h 1775651"/>
                <a:gd name="connsiteX5" fmla="*/ 1468513 w 1494463"/>
                <a:gd name="connsiteY5" fmla="*/ 672856 h 1775651"/>
                <a:gd name="connsiteX6" fmla="*/ 1336927 w 1494463"/>
                <a:gd name="connsiteY6" fmla="*/ 154877 h 1775651"/>
                <a:gd name="connsiteX7" fmla="*/ 839087 w 1494463"/>
                <a:gd name="connsiteY7" fmla="*/ 21205 h 1775651"/>
                <a:gd name="connsiteX8" fmla="*/ 360355 w 1494463"/>
                <a:gd name="connsiteY8" fmla="*/ 534641 h 1775651"/>
                <a:gd name="connsiteX0" fmla="*/ 360355 w 1491064"/>
                <a:gd name="connsiteY0" fmla="*/ 552327 h 1793337"/>
                <a:gd name="connsiteX1" fmla="*/ 3 w 1491064"/>
                <a:gd name="connsiteY1" fmla="*/ 957886 h 1793337"/>
                <a:gd name="connsiteX2" fmla="*/ 367657 w 1491064"/>
                <a:gd name="connsiteY2" fmla="*/ 1525992 h 1793337"/>
                <a:gd name="connsiteX3" fmla="*/ 1186523 w 1491064"/>
                <a:gd name="connsiteY3" fmla="*/ 1793336 h 1793337"/>
                <a:gd name="connsiteX4" fmla="*/ 1467465 w 1491064"/>
                <a:gd name="connsiteY4" fmla="*/ 1528499 h 1793337"/>
                <a:gd name="connsiteX5" fmla="*/ 1468513 w 1491064"/>
                <a:gd name="connsiteY5" fmla="*/ 690542 h 1793337"/>
                <a:gd name="connsiteX6" fmla="*/ 1407977 w 1491064"/>
                <a:gd name="connsiteY6" fmla="*/ 109278 h 1793337"/>
                <a:gd name="connsiteX7" fmla="*/ 839087 w 1491064"/>
                <a:gd name="connsiteY7" fmla="*/ 38891 h 1793337"/>
                <a:gd name="connsiteX8" fmla="*/ 360355 w 1491064"/>
                <a:gd name="connsiteY8" fmla="*/ 552327 h 1793337"/>
                <a:gd name="connsiteX0" fmla="*/ 360355 w 1502818"/>
                <a:gd name="connsiteY0" fmla="*/ 552327 h 1612281"/>
                <a:gd name="connsiteX1" fmla="*/ 3 w 1502818"/>
                <a:gd name="connsiteY1" fmla="*/ 957886 h 1612281"/>
                <a:gd name="connsiteX2" fmla="*/ 367657 w 1502818"/>
                <a:gd name="connsiteY2" fmla="*/ 1525992 h 1612281"/>
                <a:gd name="connsiteX3" fmla="*/ 1026659 w 1502818"/>
                <a:gd name="connsiteY3" fmla="*/ 1582385 h 1612281"/>
                <a:gd name="connsiteX4" fmla="*/ 1467465 w 1502818"/>
                <a:gd name="connsiteY4" fmla="*/ 1528499 h 1612281"/>
                <a:gd name="connsiteX5" fmla="*/ 1468513 w 1502818"/>
                <a:gd name="connsiteY5" fmla="*/ 690542 h 1612281"/>
                <a:gd name="connsiteX6" fmla="*/ 1407977 w 1502818"/>
                <a:gd name="connsiteY6" fmla="*/ 109278 h 1612281"/>
                <a:gd name="connsiteX7" fmla="*/ 839087 w 1502818"/>
                <a:gd name="connsiteY7" fmla="*/ 38891 h 1612281"/>
                <a:gd name="connsiteX8" fmla="*/ 360355 w 1502818"/>
                <a:gd name="connsiteY8" fmla="*/ 552327 h 1612281"/>
                <a:gd name="connsiteX0" fmla="*/ 360384 w 1502847"/>
                <a:gd name="connsiteY0" fmla="*/ 552327 h 1803602"/>
                <a:gd name="connsiteX1" fmla="*/ 32 w 1502847"/>
                <a:gd name="connsiteY1" fmla="*/ 957886 h 1803602"/>
                <a:gd name="connsiteX2" fmla="*/ 385448 w 1502847"/>
                <a:gd name="connsiteY2" fmla="*/ 1779134 h 1803602"/>
                <a:gd name="connsiteX3" fmla="*/ 1026688 w 1502847"/>
                <a:gd name="connsiteY3" fmla="*/ 1582385 h 1803602"/>
                <a:gd name="connsiteX4" fmla="*/ 1467494 w 1502847"/>
                <a:gd name="connsiteY4" fmla="*/ 1528499 h 1803602"/>
                <a:gd name="connsiteX5" fmla="*/ 1468542 w 1502847"/>
                <a:gd name="connsiteY5" fmla="*/ 690542 h 1803602"/>
                <a:gd name="connsiteX6" fmla="*/ 1408006 w 1502847"/>
                <a:gd name="connsiteY6" fmla="*/ 109278 h 1803602"/>
                <a:gd name="connsiteX7" fmla="*/ 839116 w 1502847"/>
                <a:gd name="connsiteY7" fmla="*/ 38891 h 1803602"/>
                <a:gd name="connsiteX8" fmla="*/ 360384 w 1502847"/>
                <a:gd name="connsiteY8" fmla="*/ 552327 h 1803602"/>
                <a:gd name="connsiteX0" fmla="*/ 360384 w 1502847"/>
                <a:gd name="connsiteY0" fmla="*/ 552327 h 1826319"/>
                <a:gd name="connsiteX1" fmla="*/ 32 w 1502847"/>
                <a:gd name="connsiteY1" fmla="*/ 957886 h 1826319"/>
                <a:gd name="connsiteX2" fmla="*/ 385448 w 1502847"/>
                <a:gd name="connsiteY2" fmla="*/ 1779134 h 1826319"/>
                <a:gd name="connsiteX3" fmla="*/ 1026688 w 1502847"/>
                <a:gd name="connsiteY3" fmla="*/ 1582385 h 1826319"/>
                <a:gd name="connsiteX4" fmla="*/ 1467494 w 1502847"/>
                <a:gd name="connsiteY4" fmla="*/ 1528499 h 1826319"/>
                <a:gd name="connsiteX5" fmla="*/ 1468542 w 1502847"/>
                <a:gd name="connsiteY5" fmla="*/ 690542 h 1826319"/>
                <a:gd name="connsiteX6" fmla="*/ 1408006 w 1502847"/>
                <a:gd name="connsiteY6" fmla="*/ 109278 h 1826319"/>
                <a:gd name="connsiteX7" fmla="*/ 839116 w 1502847"/>
                <a:gd name="connsiteY7" fmla="*/ 38891 h 1826319"/>
                <a:gd name="connsiteX8" fmla="*/ 360384 w 1502847"/>
                <a:gd name="connsiteY8" fmla="*/ 552327 h 1826319"/>
                <a:gd name="connsiteX0" fmla="*/ 289852 w 1503366"/>
                <a:gd name="connsiteY0" fmla="*/ 461730 h 1820101"/>
                <a:gd name="connsiteX1" fmla="*/ 551 w 1503366"/>
                <a:gd name="connsiteY1" fmla="*/ 951668 h 1820101"/>
                <a:gd name="connsiteX2" fmla="*/ 385967 w 1503366"/>
                <a:gd name="connsiteY2" fmla="*/ 1772916 h 1820101"/>
                <a:gd name="connsiteX3" fmla="*/ 1027207 w 1503366"/>
                <a:gd name="connsiteY3" fmla="*/ 1576167 h 1820101"/>
                <a:gd name="connsiteX4" fmla="*/ 1468013 w 1503366"/>
                <a:gd name="connsiteY4" fmla="*/ 1522281 h 1820101"/>
                <a:gd name="connsiteX5" fmla="*/ 1469061 w 1503366"/>
                <a:gd name="connsiteY5" fmla="*/ 684324 h 1820101"/>
                <a:gd name="connsiteX6" fmla="*/ 1408525 w 1503366"/>
                <a:gd name="connsiteY6" fmla="*/ 103060 h 1820101"/>
                <a:gd name="connsiteX7" fmla="*/ 839635 w 1503366"/>
                <a:gd name="connsiteY7" fmla="*/ 32673 h 1820101"/>
                <a:gd name="connsiteX8" fmla="*/ 289852 w 1503366"/>
                <a:gd name="connsiteY8" fmla="*/ 461730 h 1820101"/>
                <a:gd name="connsiteX0" fmla="*/ 293376 w 1506890"/>
                <a:gd name="connsiteY0" fmla="*/ 461730 h 1820101"/>
                <a:gd name="connsiteX1" fmla="*/ 4075 w 1506890"/>
                <a:gd name="connsiteY1" fmla="*/ 951668 h 1820101"/>
                <a:gd name="connsiteX2" fmla="*/ 389491 w 1506890"/>
                <a:gd name="connsiteY2" fmla="*/ 1772916 h 1820101"/>
                <a:gd name="connsiteX3" fmla="*/ 1030731 w 1506890"/>
                <a:gd name="connsiteY3" fmla="*/ 1576167 h 1820101"/>
                <a:gd name="connsiteX4" fmla="*/ 1471537 w 1506890"/>
                <a:gd name="connsiteY4" fmla="*/ 1522281 h 1820101"/>
                <a:gd name="connsiteX5" fmla="*/ 1472585 w 1506890"/>
                <a:gd name="connsiteY5" fmla="*/ 684324 h 1820101"/>
                <a:gd name="connsiteX6" fmla="*/ 1412049 w 1506890"/>
                <a:gd name="connsiteY6" fmla="*/ 103060 h 1820101"/>
                <a:gd name="connsiteX7" fmla="*/ 843159 w 1506890"/>
                <a:gd name="connsiteY7" fmla="*/ 32673 h 1820101"/>
                <a:gd name="connsiteX8" fmla="*/ 293376 w 1506890"/>
                <a:gd name="connsiteY8" fmla="*/ 461730 h 1820101"/>
                <a:gd name="connsiteX0" fmla="*/ 203955 w 1545103"/>
                <a:gd name="connsiteY0" fmla="*/ 206126 h 1802639"/>
                <a:gd name="connsiteX1" fmla="*/ 42288 w 1545103"/>
                <a:gd name="connsiteY1" fmla="*/ 934206 h 1802639"/>
                <a:gd name="connsiteX2" fmla="*/ 427704 w 1545103"/>
                <a:gd name="connsiteY2" fmla="*/ 1755454 h 1802639"/>
                <a:gd name="connsiteX3" fmla="*/ 1068944 w 1545103"/>
                <a:gd name="connsiteY3" fmla="*/ 1558705 h 1802639"/>
                <a:gd name="connsiteX4" fmla="*/ 1509750 w 1545103"/>
                <a:gd name="connsiteY4" fmla="*/ 1504819 h 1802639"/>
                <a:gd name="connsiteX5" fmla="*/ 1510798 w 1545103"/>
                <a:gd name="connsiteY5" fmla="*/ 666862 h 1802639"/>
                <a:gd name="connsiteX6" fmla="*/ 1450262 w 1545103"/>
                <a:gd name="connsiteY6" fmla="*/ 85598 h 1802639"/>
                <a:gd name="connsiteX7" fmla="*/ 881372 w 1545103"/>
                <a:gd name="connsiteY7" fmla="*/ 15211 h 1802639"/>
                <a:gd name="connsiteX8" fmla="*/ 203955 w 1545103"/>
                <a:gd name="connsiteY8" fmla="*/ 206126 h 1802639"/>
                <a:gd name="connsiteX0" fmla="*/ 147252 w 1634267"/>
                <a:gd name="connsiteY0" fmla="*/ 113266 h 1796376"/>
                <a:gd name="connsiteX1" fmla="*/ 131452 w 1634267"/>
                <a:gd name="connsiteY1" fmla="*/ 927943 h 1796376"/>
                <a:gd name="connsiteX2" fmla="*/ 516868 w 1634267"/>
                <a:gd name="connsiteY2" fmla="*/ 1749191 h 1796376"/>
                <a:gd name="connsiteX3" fmla="*/ 1158108 w 1634267"/>
                <a:gd name="connsiteY3" fmla="*/ 1552442 h 1796376"/>
                <a:gd name="connsiteX4" fmla="*/ 1598914 w 1634267"/>
                <a:gd name="connsiteY4" fmla="*/ 1498556 h 1796376"/>
                <a:gd name="connsiteX5" fmla="*/ 1599962 w 1634267"/>
                <a:gd name="connsiteY5" fmla="*/ 660599 h 1796376"/>
                <a:gd name="connsiteX6" fmla="*/ 1539426 w 1634267"/>
                <a:gd name="connsiteY6" fmla="*/ 79335 h 1796376"/>
                <a:gd name="connsiteX7" fmla="*/ 970536 w 1634267"/>
                <a:gd name="connsiteY7" fmla="*/ 8948 h 1796376"/>
                <a:gd name="connsiteX8" fmla="*/ 147252 w 1634267"/>
                <a:gd name="connsiteY8" fmla="*/ 113266 h 179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34267" h="1796376">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flip="none" rotWithShape="1">
              <a:gsLst>
                <a:gs pos="0">
                  <a:srgbClr val="9CDFF9"/>
                </a:gs>
                <a:gs pos="100000">
                  <a:schemeClr val="bg1"/>
                </a:gs>
                <a:gs pos="57000">
                  <a:schemeClr val="accent5">
                    <a:lumMod val="20000"/>
                    <a:lumOff val="8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2" name="TextBox 41">
              <a:extLst>
                <a:ext uri="{FF2B5EF4-FFF2-40B4-BE49-F238E27FC236}">
                  <a16:creationId xmlns:a16="http://schemas.microsoft.com/office/drawing/2014/main" id="{6912F92C-B8A9-BCF6-7C82-413144512521}"/>
                </a:ext>
              </a:extLst>
            </p:cNvPr>
            <p:cNvSpPr txBox="1"/>
            <p:nvPr/>
          </p:nvSpPr>
          <p:spPr>
            <a:xfrm>
              <a:off x="9427201" y="1851195"/>
              <a:ext cx="1725088" cy="286232"/>
            </a:xfrm>
            <a:prstGeom prst="rect">
              <a:avLst/>
            </a:prstGeom>
            <a:noFill/>
          </p:spPr>
          <p:txBody>
            <a:bodyPr wrap="non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national or global ISP</a:t>
              </a:r>
            </a:p>
          </p:txBody>
        </p:sp>
        <p:sp>
          <p:nvSpPr>
            <p:cNvPr id="43" name="Rectangle 42">
              <a:extLst>
                <a:ext uri="{FF2B5EF4-FFF2-40B4-BE49-F238E27FC236}">
                  <a16:creationId xmlns:a16="http://schemas.microsoft.com/office/drawing/2014/main" id="{DD733795-A5A9-4477-C16A-08CCABAB22DB}"/>
                </a:ext>
              </a:extLst>
            </p:cNvPr>
            <p:cNvSpPr/>
            <p:nvPr/>
          </p:nvSpPr>
          <p:spPr>
            <a:xfrm>
              <a:off x="9279068" y="3677908"/>
              <a:ext cx="305749" cy="197847"/>
            </a:xfrm>
            <a:prstGeom prst="rect">
              <a:avLst/>
            </a:prstGeom>
            <a:solidFill>
              <a:srgbClr val="9CD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4" name="TextBox 43">
              <a:extLst>
                <a:ext uri="{FF2B5EF4-FFF2-40B4-BE49-F238E27FC236}">
                  <a16:creationId xmlns:a16="http://schemas.microsoft.com/office/drawing/2014/main" id="{BF348ED5-E2B4-46F5-8486-4E220DEF14CB}"/>
                </a:ext>
              </a:extLst>
            </p:cNvPr>
            <p:cNvSpPr txBox="1"/>
            <p:nvPr/>
          </p:nvSpPr>
          <p:spPr>
            <a:xfrm>
              <a:off x="10917767" y="4677937"/>
              <a:ext cx="813043" cy="383182"/>
            </a:xfrm>
            <a:prstGeom prst="rect">
              <a:avLst/>
            </a:prstGeom>
            <a:noFill/>
          </p:spPr>
          <p:txBody>
            <a:bodyPr wrap="non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datacenter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network</a:t>
              </a:r>
            </a:p>
          </p:txBody>
        </p:sp>
        <p:cxnSp>
          <p:nvCxnSpPr>
            <p:cNvPr id="45" name="Straight Connector 44">
              <a:extLst>
                <a:ext uri="{FF2B5EF4-FFF2-40B4-BE49-F238E27FC236}">
                  <a16:creationId xmlns:a16="http://schemas.microsoft.com/office/drawing/2014/main" id="{E0B8DA3A-E60A-51CA-17C4-86B03D070C27}"/>
                </a:ext>
              </a:extLst>
            </p:cNvPr>
            <p:cNvCxnSpPr>
              <a:cxnSpLocks/>
            </p:cNvCxnSpPr>
            <p:nvPr/>
          </p:nvCxnSpPr>
          <p:spPr>
            <a:xfrm flipH="1" flipV="1">
              <a:off x="10559920" y="3580125"/>
              <a:ext cx="412964" cy="63712"/>
            </a:xfrm>
            <a:prstGeom prst="line">
              <a:avLst/>
            </a:prstGeom>
            <a:ln w="19050">
              <a:solidFill>
                <a:srgbClr val="E4000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A26A86FA-D121-B578-5333-2EB380CEF39D}"/>
                </a:ext>
              </a:extLst>
            </p:cNvPr>
            <p:cNvCxnSpPr>
              <a:cxnSpLocks/>
            </p:cNvCxnSpPr>
            <p:nvPr/>
          </p:nvCxnSpPr>
          <p:spPr>
            <a:xfrm flipH="1" flipV="1">
              <a:off x="10660835" y="3640684"/>
              <a:ext cx="345866" cy="738975"/>
            </a:xfrm>
            <a:prstGeom prst="line">
              <a:avLst/>
            </a:prstGeom>
            <a:ln w="19050">
              <a:solidFill>
                <a:srgbClr val="E4000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463C68F6-14FE-7EA5-9B50-B326BC9C3DB6}"/>
                </a:ext>
              </a:extLst>
            </p:cNvPr>
            <p:cNvCxnSpPr>
              <a:cxnSpLocks/>
            </p:cNvCxnSpPr>
            <p:nvPr/>
          </p:nvCxnSpPr>
          <p:spPr>
            <a:xfrm flipV="1">
              <a:off x="10636897" y="3633421"/>
              <a:ext cx="335987" cy="395340"/>
            </a:xfrm>
            <a:prstGeom prst="line">
              <a:avLst/>
            </a:prstGeom>
            <a:ln w="19050">
              <a:solidFill>
                <a:srgbClr val="E4000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3E5CF859-78B7-867F-B1CE-6479503B1F0E}"/>
                </a:ext>
              </a:extLst>
            </p:cNvPr>
            <p:cNvCxnSpPr>
              <a:cxnSpLocks/>
            </p:cNvCxnSpPr>
            <p:nvPr/>
          </p:nvCxnSpPr>
          <p:spPr>
            <a:xfrm flipH="1" flipV="1">
              <a:off x="10570774" y="3594896"/>
              <a:ext cx="1" cy="4857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08B40F30-4B0D-543C-8ECE-F8DA4BDFD3C7}"/>
                </a:ext>
              </a:extLst>
            </p:cNvPr>
            <p:cNvCxnSpPr>
              <a:cxnSpLocks/>
            </p:cNvCxnSpPr>
            <p:nvPr/>
          </p:nvCxnSpPr>
          <p:spPr>
            <a:xfrm flipH="1" flipV="1">
              <a:off x="10550620" y="4071642"/>
              <a:ext cx="508543" cy="348647"/>
            </a:xfrm>
            <a:prstGeom prst="line">
              <a:avLst/>
            </a:prstGeom>
            <a:ln w="19050">
              <a:solidFill>
                <a:srgbClr val="E4000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5BB7B5BE-0472-1487-BFFF-1302DC482695}"/>
                </a:ext>
              </a:extLst>
            </p:cNvPr>
            <p:cNvCxnSpPr>
              <a:cxnSpLocks/>
            </p:cNvCxnSpPr>
            <p:nvPr/>
          </p:nvCxnSpPr>
          <p:spPr>
            <a:xfrm flipH="1">
              <a:off x="9895195" y="4087742"/>
              <a:ext cx="655425" cy="0"/>
            </a:xfrm>
            <a:prstGeom prst="line">
              <a:avLst/>
            </a:prstGeom>
            <a:ln w="19050">
              <a:solidFill>
                <a:srgbClr val="E4000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F17FB237-2102-052E-9791-BD0063551026}"/>
                </a:ext>
              </a:extLst>
            </p:cNvPr>
            <p:cNvCxnSpPr>
              <a:cxnSpLocks/>
            </p:cNvCxnSpPr>
            <p:nvPr/>
          </p:nvCxnSpPr>
          <p:spPr>
            <a:xfrm flipH="1">
              <a:off x="9219616" y="4087742"/>
              <a:ext cx="655425" cy="0"/>
            </a:xfrm>
            <a:prstGeom prst="line">
              <a:avLst/>
            </a:prstGeom>
            <a:ln w="19050">
              <a:solidFill>
                <a:srgbClr val="E40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8FDAC3D7-1111-1B9C-FEEC-80B28ED54EB5}"/>
                </a:ext>
              </a:extLst>
            </p:cNvPr>
            <p:cNvCxnSpPr>
              <a:cxnSpLocks/>
            </p:cNvCxnSpPr>
            <p:nvPr/>
          </p:nvCxnSpPr>
          <p:spPr>
            <a:xfrm flipH="1">
              <a:off x="9276868" y="3507672"/>
              <a:ext cx="382424" cy="517050"/>
            </a:xfrm>
            <a:prstGeom prst="line">
              <a:avLst/>
            </a:prstGeom>
            <a:ln w="19050">
              <a:solidFill>
                <a:srgbClr val="E40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4024B05-7F42-0D02-3BE8-E7151A0F54BA}"/>
                </a:ext>
              </a:extLst>
            </p:cNvPr>
            <p:cNvCxnSpPr>
              <a:cxnSpLocks/>
            </p:cNvCxnSpPr>
            <p:nvPr/>
          </p:nvCxnSpPr>
          <p:spPr>
            <a:xfrm>
              <a:off x="9733069" y="3507672"/>
              <a:ext cx="0" cy="540294"/>
            </a:xfrm>
            <a:prstGeom prst="line">
              <a:avLst/>
            </a:prstGeom>
            <a:ln w="19050">
              <a:solidFill>
                <a:srgbClr val="E4000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1D37056E-3A34-3FF2-5F7E-B83A59213A73}"/>
                </a:ext>
              </a:extLst>
            </p:cNvPr>
            <p:cNvCxnSpPr/>
            <p:nvPr/>
          </p:nvCxnSpPr>
          <p:spPr>
            <a:xfrm>
              <a:off x="10137668" y="2754692"/>
              <a:ext cx="488174" cy="839333"/>
            </a:xfrm>
            <a:prstGeom prst="line">
              <a:avLst/>
            </a:prstGeom>
            <a:ln w="19050">
              <a:solidFill>
                <a:srgbClr val="E4000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057E039-1892-AD27-BE0A-D2B9DF92E838}"/>
                </a:ext>
              </a:extLst>
            </p:cNvPr>
            <p:cNvCxnSpPr>
              <a:cxnSpLocks/>
            </p:cNvCxnSpPr>
            <p:nvPr/>
          </p:nvCxnSpPr>
          <p:spPr>
            <a:xfrm flipH="1">
              <a:off x="9798719" y="2695013"/>
              <a:ext cx="380432" cy="694807"/>
            </a:xfrm>
            <a:prstGeom prst="line">
              <a:avLst/>
            </a:prstGeom>
            <a:ln w="19050">
              <a:solidFill>
                <a:srgbClr val="E40000"/>
              </a:solidFill>
            </a:ln>
            <a:effectLst/>
          </p:spPr>
          <p:style>
            <a:lnRef idx="2">
              <a:schemeClr val="accent1"/>
            </a:lnRef>
            <a:fillRef idx="0">
              <a:schemeClr val="accent1"/>
            </a:fillRef>
            <a:effectRef idx="1">
              <a:schemeClr val="accent1"/>
            </a:effectRef>
            <a:fontRef idx="minor">
              <a:schemeClr val="tx1"/>
            </a:fontRef>
          </p:style>
        </p:cxnSp>
        <p:sp>
          <p:nvSpPr>
            <p:cNvPr id="56" name="Line 428">
              <a:extLst>
                <a:ext uri="{FF2B5EF4-FFF2-40B4-BE49-F238E27FC236}">
                  <a16:creationId xmlns:a16="http://schemas.microsoft.com/office/drawing/2014/main" id="{6BD02D56-123C-82C8-B0BB-2165EE70CFFC}"/>
                </a:ext>
              </a:extLst>
            </p:cNvPr>
            <p:cNvSpPr>
              <a:spLocks noChangeShapeType="1"/>
            </p:cNvSpPr>
            <p:nvPr/>
          </p:nvSpPr>
          <p:spPr bwMode="auto">
            <a:xfrm rot="16200000" flipV="1">
              <a:off x="9789609" y="5251739"/>
              <a:ext cx="388062" cy="7560"/>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 name="Line 430">
              <a:extLst>
                <a:ext uri="{FF2B5EF4-FFF2-40B4-BE49-F238E27FC236}">
                  <a16:creationId xmlns:a16="http://schemas.microsoft.com/office/drawing/2014/main" id="{CF3A1035-7D59-FBF0-37F7-2C5D597F9B1B}"/>
                </a:ext>
              </a:extLst>
            </p:cNvPr>
            <p:cNvSpPr>
              <a:spLocks noChangeShapeType="1"/>
            </p:cNvSpPr>
            <p:nvPr/>
          </p:nvSpPr>
          <p:spPr bwMode="auto">
            <a:xfrm rot="16200000">
              <a:off x="10209926" y="5405286"/>
              <a:ext cx="0" cy="114300"/>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 name="Line 431">
              <a:extLst>
                <a:ext uri="{FF2B5EF4-FFF2-40B4-BE49-F238E27FC236}">
                  <a16:creationId xmlns:a16="http://schemas.microsoft.com/office/drawing/2014/main" id="{9DCE8FEA-B8D8-D70F-0DE5-34B2F5669C01}"/>
                </a:ext>
              </a:extLst>
            </p:cNvPr>
            <p:cNvSpPr>
              <a:spLocks noChangeShapeType="1"/>
            </p:cNvSpPr>
            <p:nvPr/>
          </p:nvSpPr>
          <p:spPr bwMode="auto">
            <a:xfrm>
              <a:off x="9432959" y="4838517"/>
              <a:ext cx="524483" cy="261537"/>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9" name="Line 432">
              <a:extLst>
                <a:ext uri="{FF2B5EF4-FFF2-40B4-BE49-F238E27FC236}">
                  <a16:creationId xmlns:a16="http://schemas.microsoft.com/office/drawing/2014/main" id="{AAA2FB09-F5C3-D2B3-58EB-436BA0A132E8}"/>
                </a:ext>
              </a:extLst>
            </p:cNvPr>
            <p:cNvSpPr>
              <a:spLocks noChangeShapeType="1"/>
            </p:cNvSpPr>
            <p:nvPr/>
          </p:nvSpPr>
          <p:spPr bwMode="auto">
            <a:xfrm flipV="1">
              <a:off x="8850066" y="4838517"/>
              <a:ext cx="569255" cy="246266"/>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 name="Line 433">
              <a:extLst>
                <a:ext uri="{FF2B5EF4-FFF2-40B4-BE49-F238E27FC236}">
                  <a16:creationId xmlns:a16="http://schemas.microsoft.com/office/drawing/2014/main" id="{0DC9236F-CAB2-0F08-571C-639CDD680837}"/>
                </a:ext>
              </a:extLst>
            </p:cNvPr>
            <p:cNvSpPr>
              <a:spLocks noChangeShapeType="1"/>
            </p:cNvSpPr>
            <p:nvPr/>
          </p:nvSpPr>
          <p:spPr bwMode="auto">
            <a:xfrm flipV="1">
              <a:off x="8821744" y="5108876"/>
              <a:ext cx="1030502" cy="0"/>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1" name="Line 435">
              <a:extLst>
                <a:ext uri="{FF2B5EF4-FFF2-40B4-BE49-F238E27FC236}">
                  <a16:creationId xmlns:a16="http://schemas.microsoft.com/office/drawing/2014/main" id="{CB0A15F7-498C-7286-C4D9-91779800B6BA}"/>
                </a:ext>
              </a:extLst>
            </p:cNvPr>
            <p:cNvSpPr>
              <a:spLocks noChangeShapeType="1"/>
            </p:cNvSpPr>
            <p:nvPr/>
          </p:nvSpPr>
          <p:spPr bwMode="auto">
            <a:xfrm>
              <a:off x="8210207" y="5117334"/>
              <a:ext cx="226800" cy="127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2" name="Line 436">
              <a:extLst>
                <a:ext uri="{FF2B5EF4-FFF2-40B4-BE49-F238E27FC236}">
                  <a16:creationId xmlns:a16="http://schemas.microsoft.com/office/drawing/2014/main" id="{8EE87FF3-3403-C210-2883-EFB6FD58335A}"/>
                </a:ext>
              </a:extLst>
            </p:cNvPr>
            <p:cNvSpPr>
              <a:spLocks noChangeShapeType="1"/>
            </p:cNvSpPr>
            <p:nvPr/>
          </p:nvSpPr>
          <p:spPr bwMode="auto">
            <a:xfrm flipV="1">
              <a:off x="7948367" y="5290470"/>
              <a:ext cx="412750" cy="127000"/>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3" name="Line 439">
              <a:extLst>
                <a:ext uri="{FF2B5EF4-FFF2-40B4-BE49-F238E27FC236}">
                  <a16:creationId xmlns:a16="http://schemas.microsoft.com/office/drawing/2014/main" id="{EC8A3FAD-1467-0C6F-F67B-7C3D9A28C3BB}"/>
                </a:ext>
              </a:extLst>
            </p:cNvPr>
            <p:cNvSpPr>
              <a:spLocks noChangeShapeType="1"/>
            </p:cNvSpPr>
            <p:nvPr/>
          </p:nvSpPr>
          <p:spPr bwMode="auto">
            <a:xfrm flipH="1">
              <a:off x="8373817" y="5282252"/>
              <a:ext cx="68080" cy="293968"/>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 name="Line 440">
              <a:extLst>
                <a:ext uri="{FF2B5EF4-FFF2-40B4-BE49-F238E27FC236}">
                  <a16:creationId xmlns:a16="http://schemas.microsoft.com/office/drawing/2014/main" id="{DE42E118-B0C4-5B77-1969-E6961614A351}"/>
                </a:ext>
              </a:extLst>
            </p:cNvPr>
            <p:cNvSpPr>
              <a:spLocks noChangeShapeType="1"/>
            </p:cNvSpPr>
            <p:nvPr/>
          </p:nvSpPr>
          <p:spPr bwMode="auto">
            <a:xfrm flipH="1" flipV="1">
              <a:off x="8488731" y="5307931"/>
              <a:ext cx="280374" cy="269876"/>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 name="Line 441">
              <a:extLst>
                <a:ext uri="{FF2B5EF4-FFF2-40B4-BE49-F238E27FC236}">
                  <a16:creationId xmlns:a16="http://schemas.microsoft.com/office/drawing/2014/main" id="{597368F3-DF92-DDCA-C0E2-46E98D940B5D}"/>
                </a:ext>
              </a:extLst>
            </p:cNvPr>
            <p:cNvSpPr>
              <a:spLocks noChangeShapeType="1"/>
            </p:cNvSpPr>
            <p:nvPr/>
          </p:nvSpPr>
          <p:spPr bwMode="auto">
            <a:xfrm>
              <a:off x="8488731" y="5258048"/>
              <a:ext cx="914184" cy="468622"/>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 name="Line 443">
              <a:extLst>
                <a:ext uri="{FF2B5EF4-FFF2-40B4-BE49-F238E27FC236}">
                  <a16:creationId xmlns:a16="http://schemas.microsoft.com/office/drawing/2014/main" id="{C6D1F381-3E36-E33D-AA8D-7CA9E6CC6B19}"/>
                </a:ext>
              </a:extLst>
            </p:cNvPr>
            <p:cNvSpPr>
              <a:spLocks noChangeShapeType="1"/>
            </p:cNvSpPr>
            <p:nvPr/>
          </p:nvSpPr>
          <p:spPr bwMode="auto">
            <a:xfrm>
              <a:off x="8247778" y="3829970"/>
              <a:ext cx="0" cy="131762"/>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 name="Line 449">
              <a:extLst>
                <a:ext uri="{FF2B5EF4-FFF2-40B4-BE49-F238E27FC236}">
                  <a16:creationId xmlns:a16="http://schemas.microsoft.com/office/drawing/2014/main" id="{7890326C-24F5-733D-3140-79B1291ED35D}"/>
                </a:ext>
              </a:extLst>
            </p:cNvPr>
            <p:cNvSpPr>
              <a:spLocks noChangeShapeType="1"/>
            </p:cNvSpPr>
            <p:nvPr/>
          </p:nvSpPr>
          <p:spPr bwMode="auto">
            <a:xfrm flipV="1">
              <a:off x="7896666" y="4041107"/>
              <a:ext cx="168275" cy="3175"/>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8" name="Line 428">
              <a:extLst>
                <a:ext uri="{FF2B5EF4-FFF2-40B4-BE49-F238E27FC236}">
                  <a16:creationId xmlns:a16="http://schemas.microsoft.com/office/drawing/2014/main" id="{2FA569EF-C9E4-2430-845B-AD7B374A18A5}"/>
                </a:ext>
              </a:extLst>
            </p:cNvPr>
            <p:cNvSpPr>
              <a:spLocks noChangeShapeType="1"/>
            </p:cNvSpPr>
            <p:nvPr/>
          </p:nvSpPr>
          <p:spPr bwMode="auto">
            <a:xfrm rot="16200000" flipV="1">
              <a:off x="9885545" y="5583471"/>
              <a:ext cx="366793" cy="1482"/>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9" name="Line 440">
              <a:extLst>
                <a:ext uri="{FF2B5EF4-FFF2-40B4-BE49-F238E27FC236}">
                  <a16:creationId xmlns:a16="http://schemas.microsoft.com/office/drawing/2014/main" id="{49E87C71-AA17-5343-15FC-0A888EA3B3FB}"/>
                </a:ext>
              </a:extLst>
            </p:cNvPr>
            <p:cNvSpPr>
              <a:spLocks noChangeShapeType="1"/>
            </p:cNvSpPr>
            <p:nvPr/>
          </p:nvSpPr>
          <p:spPr bwMode="auto">
            <a:xfrm flipV="1">
              <a:off x="8459425" y="5036562"/>
              <a:ext cx="404236" cy="207771"/>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70" name="Straight Connector 69">
              <a:extLst>
                <a:ext uri="{FF2B5EF4-FFF2-40B4-BE49-F238E27FC236}">
                  <a16:creationId xmlns:a16="http://schemas.microsoft.com/office/drawing/2014/main" id="{6B9A5D11-1652-A95D-1062-5C51DF8627E1}"/>
                </a:ext>
              </a:extLst>
            </p:cNvPr>
            <p:cNvCxnSpPr/>
            <p:nvPr/>
          </p:nvCxnSpPr>
          <p:spPr>
            <a:xfrm flipH="1">
              <a:off x="10100635" y="2169432"/>
              <a:ext cx="761467" cy="577355"/>
            </a:xfrm>
            <a:prstGeom prst="line">
              <a:avLst/>
            </a:prstGeom>
            <a:ln w="19050">
              <a:solidFill>
                <a:srgbClr val="E40000"/>
              </a:solidFill>
            </a:ln>
            <a:effectLst/>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id="{77A95C3B-EB10-D91A-F9CE-27AEDB706F75}"/>
                </a:ext>
              </a:extLst>
            </p:cNvPr>
            <p:cNvCxnSpPr/>
            <p:nvPr/>
          </p:nvCxnSpPr>
          <p:spPr>
            <a:xfrm flipH="1">
              <a:off x="10100635" y="2268313"/>
              <a:ext cx="3970" cy="51846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AA2D56AD-E8E5-2DB9-F60E-093AB3B470FA}"/>
                </a:ext>
              </a:extLst>
            </p:cNvPr>
            <p:cNvCxnSpPr/>
            <p:nvPr/>
          </p:nvCxnSpPr>
          <p:spPr>
            <a:xfrm flipH="1">
              <a:off x="10672135" y="2200506"/>
              <a:ext cx="149360" cy="51846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A3FC811C-D344-8258-41C4-6C3F3822EBD9}"/>
                </a:ext>
              </a:extLst>
            </p:cNvPr>
            <p:cNvCxnSpPr/>
            <p:nvPr/>
          </p:nvCxnSpPr>
          <p:spPr>
            <a:xfrm flipH="1">
              <a:off x="10142166" y="2718967"/>
              <a:ext cx="574283" cy="27820"/>
            </a:xfrm>
            <a:prstGeom prst="line">
              <a:avLst/>
            </a:prstGeom>
            <a:ln w="19050">
              <a:solidFill>
                <a:srgbClr val="E40000"/>
              </a:solidFill>
            </a:ln>
            <a:effectLst/>
          </p:spPr>
          <p:style>
            <a:lnRef idx="2">
              <a:schemeClr val="accent1"/>
            </a:lnRef>
            <a:fillRef idx="0">
              <a:schemeClr val="accent1"/>
            </a:fillRef>
            <a:effectRef idx="1">
              <a:schemeClr val="accent1"/>
            </a:effectRef>
            <a:fontRef idx="minor">
              <a:schemeClr val="tx1"/>
            </a:fontRef>
          </p:style>
        </p:cxnSp>
        <p:cxnSp>
          <p:nvCxnSpPr>
            <p:cNvPr id="74" name="Straight Connector 73">
              <a:extLst>
                <a:ext uri="{FF2B5EF4-FFF2-40B4-BE49-F238E27FC236}">
                  <a16:creationId xmlns:a16="http://schemas.microsoft.com/office/drawing/2014/main" id="{5F0DC6F6-1925-DDE2-A7C0-38C715C0F83C}"/>
                </a:ext>
              </a:extLst>
            </p:cNvPr>
            <p:cNvCxnSpPr/>
            <p:nvPr/>
          </p:nvCxnSpPr>
          <p:spPr>
            <a:xfrm flipH="1">
              <a:off x="10069542" y="2169432"/>
              <a:ext cx="788589" cy="98881"/>
            </a:xfrm>
            <a:prstGeom prst="line">
              <a:avLst/>
            </a:prstGeom>
            <a:ln w="19050">
              <a:solidFill>
                <a:srgbClr val="E40000"/>
              </a:solidFill>
            </a:ln>
            <a:effectLst/>
          </p:spPr>
          <p:style>
            <a:lnRef idx="2">
              <a:schemeClr val="accent1"/>
            </a:lnRef>
            <a:fillRef idx="0">
              <a:schemeClr val="accent1"/>
            </a:fillRef>
            <a:effectRef idx="1">
              <a:schemeClr val="accent1"/>
            </a:effectRef>
            <a:fontRef idx="minor">
              <a:schemeClr val="tx1"/>
            </a:fontRef>
          </p:style>
        </p:cxnSp>
        <p:cxnSp>
          <p:nvCxnSpPr>
            <p:cNvPr id="75" name="Straight Connector 74">
              <a:extLst>
                <a:ext uri="{FF2B5EF4-FFF2-40B4-BE49-F238E27FC236}">
                  <a16:creationId xmlns:a16="http://schemas.microsoft.com/office/drawing/2014/main" id="{7B411853-025D-E6E8-CB4B-7C9BF457F899}"/>
                </a:ext>
              </a:extLst>
            </p:cNvPr>
            <p:cNvCxnSpPr/>
            <p:nvPr/>
          </p:nvCxnSpPr>
          <p:spPr>
            <a:xfrm flipH="1">
              <a:off x="10862103" y="2127325"/>
              <a:ext cx="279002" cy="42107"/>
            </a:xfrm>
            <a:prstGeom prst="line">
              <a:avLst/>
            </a:prstGeom>
            <a:ln w="19050">
              <a:solidFill>
                <a:srgbClr val="E40000"/>
              </a:solidFill>
            </a:ln>
            <a:effectLst/>
          </p:spPr>
          <p:style>
            <a:lnRef idx="2">
              <a:schemeClr val="accent1"/>
            </a:lnRef>
            <a:fillRef idx="0">
              <a:schemeClr val="accent1"/>
            </a:fillRef>
            <a:effectRef idx="1">
              <a:schemeClr val="accent1"/>
            </a:effectRef>
            <a:fontRef idx="minor">
              <a:schemeClr val="tx1"/>
            </a:fontRef>
          </p:style>
        </p:cxnSp>
        <p:cxnSp>
          <p:nvCxnSpPr>
            <p:cNvPr id="76" name="Straight Connector 75">
              <a:extLst>
                <a:ext uri="{FF2B5EF4-FFF2-40B4-BE49-F238E27FC236}">
                  <a16:creationId xmlns:a16="http://schemas.microsoft.com/office/drawing/2014/main" id="{85D42901-08E2-7502-0310-FCF1B8AA1919}"/>
                </a:ext>
              </a:extLst>
            </p:cNvPr>
            <p:cNvCxnSpPr/>
            <p:nvPr/>
          </p:nvCxnSpPr>
          <p:spPr>
            <a:xfrm flipH="1" flipV="1">
              <a:off x="10681994" y="2718967"/>
              <a:ext cx="353541" cy="67807"/>
            </a:xfrm>
            <a:prstGeom prst="line">
              <a:avLst/>
            </a:prstGeom>
            <a:ln w="19050">
              <a:solidFill>
                <a:srgbClr val="E40000"/>
              </a:solidFill>
            </a:ln>
            <a:effectLst/>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8480E14C-5C7E-655F-2429-A27FF650DC1C}"/>
                </a:ext>
              </a:extLst>
            </p:cNvPr>
            <p:cNvCxnSpPr/>
            <p:nvPr/>
          </p:nvCxnSpPr>
          <p:spPr>
            <a:xfrm flipH="1">
              <a:off x="8769223" y="2268313"/>
              <a:ext cx="1300319" cy="606622"/>
            </a:xfrm>
            <a:prstGeom prst="line">
              <a:avLst/>
            </a:prstGeom>
            <a:ln w="19050">
              <a:solidFill>
                <a:srgbClr val="E40000"/>
              </a:solidFill>
            </a:ln>
            <a:effectLst/>
          </p:spPr>
          <p:style>
            <a:lnRef idx="2">
              <a:schemeClr val="accent1"/>
            </a:lnRef>
            <a:fillRef idx="0">
              <a:schemeClr val="accent1"/>
            </a:fillRef>
            <a:effectRef idx="1">
              <a:schemeClr val="accent1"/>
            </a:effectRef>
            <a:fontRef idx="minor">
              <a:schemeClr val="tx1"/>
            </a:fontRef>
          </p:style>
        </p:cxnSp>
        <p:sp>
          <p:nvSpPr>
            <p:cNvPr id="78" name="Line 541">
              <a:extLst>
                <a:ext uri="{FF2B5EF4-FFF2-40B4-BE49-F238E27FC236}">
                  <a16:creationId xmlns:a16="http://schemas.microsoft.com/office/drawing/2014/main" id="{BC608787-3D26-1D8C-1F37-6E4C38805E83}"/>
                </a:ext>
              </a:extLst>
            </p:cNvPr>
            <p:cNvSpPr>
              <a:spLocks noChangeShapeType="1"/>
            </p:cNvSpPr>
            <p:nvPr/>
          </p:nvSpPr>
          <p:spPr bwMode="auto">
            <a:xfrm flipV="1">
              <a:off x="9378705" y="4113379"/>
              <a:ext cx="429324" cy="705603"/>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9" name="Line 424">
              <a:extLst>
                <a:ext uri="{FF2B5EF4-FFF2-40B4-BE49-F238E27FC236}">
                  <a16:creationId xmlns:a16="http://schemas.microsoft.com/office/drawing/2014/main" id="{ABCECB7F-DFE4-1BE1-C761-3BCE77C4889B}"/>
                </a:ext>
              </a:extLst>
            </p:cNvPr>
            <p:cNvSpPr>
              <a:spLocks noChangeShapeType="1"/>
            </p:cNvSpPr>
            <p:nvPr/>
          </p:nvSpPr>
          <p:spPr bwMode="auto">
            <a:xfrm flipV="1">
              <a:off x="8244554" y="4047456"/>
              <a:ext cx="969051" cy="3175"/>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0" name="Picture 778" descr="antenna_radiation_stylized">
              <a:extLst>
                <a:ext uri="{FF2B5EF4-FFF2-40B4-BE49-F238E27FC236}">
                  <a16:creationId xmlns:a16="http://schemas.microsoft.com/office/drawing/2014/main" id="{2ECE9412-3F83-4C89-317D-85947DDFA02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238" y="3813930"/>
              <a:ext cx="506412" cy="106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 name="Picture 781" descr="antenna_radiation_stylized">
              <a:extLst>
                <a:ext uri="{FF2B5EF4-FFF2-40B4-BE49-F238E27FC236}">
                  <a16:creationId xmlns:a16="http://schemas.microsoft.com/office/drawing/2014/main" id="{703E7C74-D5B7-EDF7-FD52-985AC7A4B97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42073" y="5480938"/>
              <a:ext cx="452014" cy="95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 name="Picture 799" descr="cell_tower_radiation copy">
              <a:extLst>
                <a:ext uri="{FF2B5EF4-FFF2-40B4-BE49-F238E27FC236}">
                  <a16:creationId xmlns:a16="http://schemas.microsoft.com/office/drawing/2014/main" id="{F0A8AB0A-B1A6-76A8-3E26-ECAF95A3668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80866" y="2158167"/>
              <a:ext cx="457200" cy="33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 name="Oval 800">
              <a:extLst>
                <a:ext uri="{FF2B5EF4-FFF2-40B4-BE49-F238E27FC236}">
                  <a16:creationId xmlns:a16="http://schemas.microsoft.com/office/drawing/2014/main" id="{DAA57D09-68B4-1023-E5C9-9676FBF0463F}"/>
                </a:ext>
              </a:extLst>
            </p:cNvPr>
            <p:cNvSpPr>
              <a:spLocks noChangeArrowheads="1"/>
            </p:cNvSpPr>
            <p:nvPr/>
          </p:nvSpPr>
          <p:spPr bwMode="auto">
            <a:xfrm>
              <a:off x="8174541" y="2292995"/>
              <a:ext cx="52388" cy="49485"/>
            </a:xfrm>
            <a:prstGeom prst="ellipse">
              <a:avLst/>
            </a:prstGeom>
            <a:solidFill>
              <a:schemeClr val="tx2"/>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84" name="Line 426">
              <a:extLst>
                <a:ext uri="{FF2B5EF4-FFF2-40B4-BE49-F238E27FC236}">
                  <a16:creationId xmlns:a16="http://schemas.microsoft.com/office/drawing/2014/main" id="{ACB877C8-F176-5D5C-6116-1F8450B37BFE}"/>
                </a:ext>
              </a:extLst>
            </p:cNvPr>
            <p:cNvSpPr>
              <a:spLocks noChangeShapeType="1"/>
            </p:cNvSpPr>
            <p:nvPr/>
          </p:nvSpPr>
          <p:spPr bwMode="auto">
            <a:xfrm>
              <a:off x="8207860" y="2700359"/>
              <a:ext cx="227964" cy="174352"/>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5" name="Picture 777" descr="access_point_stylized_small">
              <a:extLst>
                <a:ext uri="{FF2B5EF4-FFF2-40B4-BE49-F238E27FC236}">
                  <a16:creationId xmlns:a16="http://schemas.microsoft.com/office/drawing/2014/main" id="{6847A66F-5E32-A543-3E31-D2C15FFCB33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13882" y="3861899"/>
              <a:ext cx="370169" cy="306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 name="Picture 780" descr="access_point_stylized_small">
              <a:extLst>
                <a:ext uri="{FF2B5EF4-FFF2-40B4-BE49-F238E27FC236}">
                  <a16:creationId xmlns:a16="http://schemas.microsoft.com/office/drawing/2014/main" id="{442CBCD2-2EDA-3C0C-2A3A-7130168520E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90610" y="5524232"/>
              <a:ext cx="380935" cy="317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7" name="Group 86">
              <a:extLst>
                <a:ext uri="{FF2B5EF4-FFF2-40B4-BE49-F238E27FC236}">
                  <a16:creationId xmlns:a16="http://schemas.microsoft.com/office/drawing/2014/main" id="{C06E3E74-7AD7-FC88-8318-E02F268DEF2B}"/>
                </a:ext>
              </a:extLst>
            </p:cNvPr>
            <p:cNvGrpSpPr/>
            <p:nvPr/>
          </p:nvGrpSpPr>
          <p:grpSpPr>
            <a:xfrm>
              <a:off x="8676619" y="4967420"/>
              <a:ext cx="393760" cy="218578"/>
              <a:chOff x="7493876" y="2774731"/>
              <a:chExt cx="1481958" cy="894622"/>
            </a:xfrm>
          </p:grpSpPr>
          <p:sp>
            <p:nvSpPr>
              <p:cNvPr id="88" name="Freeform 121">
                <a:extLst>
                  <a:ext uri="{FF2B5EF4-FFF2-40B4-BE49-F238E27FC236}">
                    <a16:creationId xmlns:a16="http://schemas.microsoft.com/office/drawing/2014/main" id="{16AA8B81-329B-C565-235C-28627A5B3297}"/>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89" name="Oval 88">
                <a:extLst>
                  <a:ext uri="{FF2B5EF4-FFF2-40B4-BE49-F238E27FC236}">
                    <a16:creationId xmlns:a16="http://schemas.microsoft.com/office/drawing/2014/main" id="{0A28C8EB-3471-4E0D-F3A9-B3E9D991C09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90" name="Group 89">
                <a:extLst>
                  <a:ext uri="{FF2B5EF4-FFF2-40B4-BE49-F238E27FC236}">
                    <a16:creationId xmlns:a16="http://schemas.microsoft.com/office/drawing/2014/main" id="{364B50FD-2E86-8E1B-8290-2EC469153797}"/>
                  </a:ext>
                </a:extLst>
              </p:cNvPr>
              <p:cNvGrpSpPr/>
              <p:nvPr/>
            </p:nvGrpSpPr>
            <p:grpSpPr>
              <a:xfrm>
                <a:off x="7713663" y="2848339"/>
                <a:ext cx="1042107" cy="425543"/>
                <a:chOff x="7786941" y="2884917"/>
                <a:chExt cx="897649" cy="353919"/>
              </a:xfrm>
            </p:grpSpPr>
            <p:sp>
              <p:nvSpPr>
                <p:cNvPr id="91" name="Freeform 124">
                  <a:extLst>
                    <a:ext uri="{FF2B5EF4-FFF2-40B4-BE49-F238E27FC236}">
                      <a16:creationId xmlns:a16="http://schemas.microsoft.com/office/drawing/2014/main" id="{10270ED3-CA3B-DD55-ADDF-A185B64DA6E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2" name="Freeform 125">
                  <a:extLst>
                    <a:ext uri="{FF2B5EF4-FFF2-40B4-BE49-F238E27FC236}">
                      <a16:creationId xmlns:a16="http://schemas.microsoft.com/office/drawing/2014/main" id="{7DE76D74-B0FD-AC82-F243-B765CBA0690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3" name="Freeform 126">
                  <a:extLst>
                    <a:ext uri="{FF2B5EF4-FFF2-40B4-BE49-F238E27FC236}">
                      <a16:creationId xmlns:a16="http://schemas.microsoft.com/office/drawing/2014/main" id="{E724AE8B-347A-5B16-13A8-CE241571606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4" name="Freeform 127">
                  <a:extLst>
                    <a:ext uri="{FF2B5EF4-FFF2-40B4-BE49-F238E27FC236}">
                      <a16:creationId xmlns:a16="http://schemas.microsoft.com/office/drawing/2014/main" id="{BA3CE3DF-DB26-EA73-01DF-9CA0F2B8D55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95" name="Group 94">
              <a:extLst>
                <a:ext uri="{FF2B5EF4-FFF2-40B4-BE49-F238E27FC236}">
                  <a16:creationId xmlns:a16="http://schemas.microsoft.com/office/drawing/2014/main" id="{CCC36CC4-0DA6-6980-10AF-39C40606B5AA}"/>
                </a:ext>
              </a:extLst>
            </p:cNvPr>
            <p:cNvGrpSpPr/>
            <p:nvPr/>
          </p:nvGrpSpPr>
          <p:grpSpPr>
            <a:xfrm>
              <a:off x="8311829" y="5180504"/>
              <a:ext cx="309187" cy="167750"/>
              <a:chOff x="3668110" y="2448910"/>
              <a:chExt cx="3794234" cy="2165130"/>
            </a:xfrm>
          </p:grpSpPr>
          <p:sp>
            <p:nvSpPr>
              <p:cNvPr id="96" name="Rectangle 95">
                <a:extLst>
                  <a:ext uri="{FF2B5EF4-FFF2-40B4-BE49-F238E27FC236}">
                    <a16:creationId xmlns:a16="http://schemas.microsoft.com/office/drawing/2014/main" id="{C1656E17-974F-B9CB-D951-2BC584C067B4}"/>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a:solidFill>
                  <a:srgbClr val="E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7" name="Freeform 130">
                <a:extLst>
                  <a:ext uri="{FF2B5EF4-FFF2-40B4-BE49-F238E27FC236}">
                    <a16:creationId xmlns:a16="http://schemas.microsoft.com/office/drawing/2014/main" id="{7D797F14-CCF1-351F-428F-689C15E99472}"/>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98" name="Group 97">
                <a:extLst>
                  <a:ext uri="{FF2B5EF4-FFF2-40B4-BE49-F238E27FC236}">
                    <a16:creationId xmlns:a16="http://schemas.microsoft.com/office/drawing/2014/main" id="{8522739D-5B5A-25FC-8A6C-7AA0EAC0F15F}"/>
                  </a:ext>
                </a:extLst>
              </p:cNvPr>
              <p:cNvGrpSpPr/>
              <p:nvPr/>
            </p:nvGrpSpPr>
            <p:grpSpPr>
              <a:xfrm>
                <a:off x="3941378" y="2603243"/>
                <a:ext cx="3202061" cy="1066110"/>
                <a:chOff x="7939341" y="3037317"/>
                <a:chExt cx="897649" cy="353919"/>
              </a:xfrm>
            </p:grpSpPr>
            <p:sp>
              <p:nvSpPr>
                <p:cNvPr id="99" name="Freeform 132">
                  <a:extLst>
                    <a:ext uri="{FF2B5EF4-FFF2-40B4-BE49-F238E27FC236}">
                      <a16:creationId xmlns:a16="http://schemas.microsoft.com/office/drawing/2014/main" id="{85BC6735-F6A9-83DC-B39D-3E42FD4C2D3D}"/>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0" name="Freeform 133">
                  <a:extLst>
                    <a:ext uri="{FF2B5EF4-FFF2-40B4-BE49-F238E27FC236}">
                      <a16:creationId xmlns:a16="http://schemas.microsoft.com/office/drawing/2014/main" id="{57D47DEA-C188-F4C7-E161-AF60AEB1D632}"/>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1" name="Freeform 134">
                  <a:extLst>
                    <a:ext uri="{FF2B5EF4-FFF2-40B4-BE49-F238E27FC236}">
                      <a16:creationId xmlns:a16="http://schemas.microsoft.com/office/drawing/2014/main" id="{D0CB5A57-6A81-F10A-F317-E870DC01173F}"/>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2" name="Freeform 135">
                  <a:extLst>
                    <a:ext uri="{FF2B5EF4-FFF2-40B4-BE49-F238E27FC236}">
                      <a16:creationId xmlns:a16="http://schemas.microsoft.com/office/drawing/2014/main" id="{BD12F7BE-29DB-1574-6814-1015B8E7E875}"/>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EC86A6"/>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03" name="Group 102">
              <a:extLst>
                <a:ext uri="{FF2B5EF4-FFF2-40B4-BE49-F238E27FC236}">
                  <a16:creationId xmlns:a16="http://schemas.microsoft.com/office/drawing/2014/main" id="{A8964A1D-CA4C-4FD8-3F9D-B0C71EBAE869}"/>
                </a:ext>
              </a:extLst>
            </p:cNvPr>
            <p:cNvGrpSpPr/>
            <p:nvPr/>
          </p:nvGrpSpPr>
          <p:grpSpPr>
            <a:xfrm>
              <a:off x="8439827" y="2812309"/>
              <a:ext cx="353678" cy="168275"/>
              <a:chOff x="7493876" y="2774731"/>
              <a:chExt cx="1481958" cy="894622"/>
            </a:xfrm>
          </p:grpSpPr>
          <p:sp>
            <p:nvSpPr>
              <p:cNvPr id="104" name="Freeform 137">
                <a:extLst>
                  <a:ext uri="{FF2B5EF4-FFF2-40B4-BE49-F238E27FC236}">
                    <a16:creationId xmlns:a16="http://schemas.microsoft.com/office/drawing/2014/main" id="{2DA13A9F-845E-4A43-A128-5CB615FC36E5}"/>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05" name="Oval 104">
                <a:extLst>
                  <a:ext uri="{FF2B5EF4-FFF2-40B4-BE49-F238E27FC236}">
                    <a16:creationId xmlns:a16="http://schemas.microsoft.com/office/drawing/2014/main" id="{404279B6-DDC0-9F16-AADD-36486BCE9EB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06" name="Group 105">
                <a:extLst>
                  <a:ext uri="{FF2B5EF4-FFF2-40B4-BE49-F238E27FC236}">
                    <a16:creationId xmlns:a16="http://schemas.microsoft.com/office/drawing/2014/main" id="{68A52880-A947-1F21-5E59-E4077A20279F}"/>
                  </a:ext>
                </a:extLst>
              </p:cNvPr>
              <p:cNvGrpSpPr/>
              <p:nvPr/>
            </p:nvGrpSpPr>
            <p:grpSpPr>
              <a:xfrm>
                <a:off x="7713663" y="2848339"/>
                <a:ext cx="1042107" cy="425543"/>
                <a:chOff x="7786941" y="2884917"/>
                <a:chExt cx="897649" cy="353919"/>
              </a:xfrm>
            </p:grpSpPr>
            <p:sp>
              <p:nvSpPr>
                <p:cNvPr id="107" name="Freeform 140">
                  <a:extLst>
                    <a:ext uri="{FF2B5EF4-FFF2-40B4-BE49-F238E27FC236}">
                      <a16:creationId xmlns:a16="http://schemas.microsoft.com/office/drawing/2014/main" id="{2843B187-73AE-A545-D5FC-0F212F36505C}"/>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8" name="Freeform 141">
                  <a:extLst>
                    <a:ext uri="{FF2B5EF4-FFF2-40B4-BE49-F238E27FC236}">
                      <a16:creationId xmlns:a16="http://schemas.microsoft.com/office/drawing/2014/main" id="{27322F75-0383-CF81-C0B9-DB97F1CC4AAB}"/>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9" name="Freeform 142">
                  <a:extLst>
                    <a:ext uri="{FF2B5EF4-FFF2-40B4-BE49-F238E27FC236}">
                      <a16:creationId xmlns:a16="http://schemas.microsoft.com/office/drawing/2014/main" id="{BA57F018-D528-3BCC-2D6B-2C896291422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0" name="Freeform 143">
                  <a:extLst>
                    <a:ext uri="{FF2B5EF4-FFF2-40B4-BE49-F238E27FC236}">
                      <a16:creationId xmlns:a16="http://schemas.microsoft.com/office/drawing/2014/main" id="{72247EF2-2B89-2D31-4DEF-60E28667F13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11" name="Group 110">
              <a:extLst>
                <a:ext uri="{FF2B5EF4-FFF2-40B4-BE49-F238E27FC236}">
                  <a16:creationId xmlns:a16="http://schemas.microsoft.com/office/drawing/2014/main" id="{13C9ADAD-3001-5AF7-8476-FE9B06953488}"/>
                </a:ext>
              </a:extLst>
            </p:cNvPr>
            <p:cNvGrpSpPr/>
            <p:nvPr/>
          </p:nvGrpSpPr>
          <p:grpSpPr>
            <a:xfrm>
              <a:off x="10884085" y="3601365"/>
              <a:ext cx="170989" cy="97052"/>
              <a:chOff x="7493876" y="2774731"/>
              <a:chExt cx="1481958" cy="894622"/>
            </a:xfrm>
          </p:grpSpPr>
          <p:sp>
            <p:nvSpPr>
              <p:cNvPr id="112" name="Freeform 153">
                <a:extLst>
                  <a:ext uri="{FF2B5EF4-FFF2-40B4-BE49-F238E27FC236}">
                    <a16:creationId xmlns:a16="http://schemas.microsoft.com/office/drawing/2014/main" id="{4E30F74F-F7E3-29AC-9A16-1115BB593FC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13" name="Oval 112">
                <a:extLst>
                  <a:ext uri="{FF2B5EF4-FFF2-40B4-BE49-F238E27FC236}">
                    <a16:creationId xmlns:a16="http://schemas.microsoft.com/office/drawing/2014/main" id="{06BC8B19-FED3-F4ED-8E95-A4819A57D43C}"/>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14" name="Group 113">
                <a:extLst>
                  <a:ext uri="{FF2B5EF4-FFF2-40B4-BE49-F238E27FC236}">
                    <a16:creationId xmlns:a16="http://schemas.microsoft.com/office/drawing/2014/main" id="{65B29CC6-BF62-1D0A-EED7-184EFEC28845}"/>
                  </a:ext>
                </a:extLst>
              </p:cNvPr>
              <p:cNvGrpSpPr/>
              <p:nvPr/>
            </p:nvGrpSpPr>
            <p:grpSpPr>
              <a:xfrm>
                <a:off x="7713663" y="2848339"/>
                <a:ext cx="1042107" cy="425543"/>
                <a:chOff x="7786941" y="2884917"/>
                <a:chExt cx="897649" cy="353919"/>
              </a:xfrm>
            </p:grpSpPr>
            <p:sp>
              <p:nvSpPr>
                <p:cNvPr id="115" name="Freeform 156">
                  <a:extLst>
                    <a:ext uri="{FF2B5EF4-FFF2-40B4-BE49-F238E27FC236}">
                      <a16:creationId xmlns:a16="http://schemas.microsoft.com/office/drawing/2014/main" id="{AA0D4B16-6AB3-E32C-4513-7BC2C4F0FDF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6" name="Freeform 157">
                  <a:extLst>
                    <a:ext uri="{FF2B5EF4-FFF2-40B4-BE49-F238E27FC236}">
                      <a16:creationId xmlns:a16="http://schemas.microsoft.com/office/drawing/2014/main" id="{F018AE04-D056-095C-4E74-61993309F63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7" name="Freeform 158">
                  <a:extLst>
                    <a:ext uri="{FF2B5EF4-FFF2-40B4-BE49-F238E27FC236}">
                      <a16:creationId xmlns:a16="http://schemas.microsoft.com/office/drawing/2014/main" id="{068BD7D2-EC49-6811-3F6C-E1690652514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8" name="Freeform 159">
                  <a:extLst>
                    <a:ext uri="{FF2B5EF4-FFF2-40B4-BE49-F238E27FC236}">
                      <a16:creationId xmlns:a16="http://schemas.microsoft.com/office/drawing/2014/main" id="{26863968-0DC9-B2E0-06CB-B2D42DC7ECA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19" name="Group 118">
              <a:extLst>
                <a:ext uri="{FF2B5EF4-FFF2-40B4-BE49-F238E27FC236}">
                  <a16:creationId xmlns:a16="http://schemas.microsoft.com/office/drawing/2014/main" id="{A88D68EE-04EC-4DE4-F89C-9117ED01E5F0}"/>
                </a:ext>
              </a:extLst>
            </p:cNvPr>
            <p:cNvGrpSpPr/>
            <p:nvPr/>
          </p:nvGrpSpPr>
          <p:grpSpPr>
            <a:xfrm>
              <a:off x="10410609" y="3496138"/>
              <a:ext cx="353678" cy="198344"/>
              <a:chOff x="7493876" y="2774731"/>
              <a:chExt cx="1481958" cy="894622"/>
            </a:xfrm>
          </p:grpSpPr>
          <p:sp>
            <p:nvSpPr>
              <p:cNvPr id="120" name="Freeform 161">
                <a:extLst>
                  <a:ext uri="{FF2B5EF4-FFF2-40B4-BE49-F238E27FC236}">
                    <a16:creationId xmlns:a16="http://schemas.microsoft.com/office/drawing/2014/main" id="{E56F5907-D32C-681B-56C1-DC6B2E7171E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21" name="Oval 120">
                <a:extLst>
                  <a:ext uri="{FF2B5EF4-FFF2-40B4-BE49-F238E27FC236}">
                    <a16:creationId xmlns:a16="http://schemas.microsoft.com/office/drawing/2014/main" id="{84D3F7F0-5B11-B1F1-E288-49B6B95F0DF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22" name="Group 121">
                <a:extLst>
                  <a:ext uri="{FF2B5EF4-FFF2-40B4-BE49-F238E27FC236}">
                    <a16:creationId xmlns:a16="http://schemas.microsoft.com/office/drawing/2014/main" id="{FC5A0426-25D9-E8DA-4A73-1C0017B5E00E}"/>
                  </a:ext>
                </a:extLst>
              </p:cNvPr>
              <p:cNvGrpSpPr/>
              <p:nvPr/>
            </p:nvGrpSpPr>
            <p:grpSpPr>
              <a:xfrm>
                <a:off x="7713663" y="2848339"/>
                <a:ext cx="1042107" cy="425543"/>
                <a:chOff x="7786941" y="2884917"/>
                <a:chExt cx="897649" cy="353919"/>
              </a:xfrm>
            </p:grpSpPr>
            <p:sp>
              <p:nvSpPr>
                <p:cNvPr id="123" name="Freeform 164">
                  <a:extLst>
                    <a:ext uri="{FF2B5EF4-FFF2-40B4-BE49-F238E27FC236}">
                      <a16:creationId xmlns:a16="http://schemas.microsoft.com/office/drawing/2014/main" id="{4D71C2C1-14F4-CAD9-2EDB-9164381EAB6C}"/>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4" name="Freeform 165">
                  <a:extLst>
                    <a:ext uri="{FF2B5EF4-FFF2-40B4-BE49-F238E27FC236}">
                      <a16:creationId xmlns:a16="http://schemas.microsoft.com/office/drawing/2014/main" id="{43398B8A-DFAA-97FF-C9B0-26965D1DDB5D}"/>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5" name="Freeform 166">
                  <a:extLst>
                    <a:ext uri="{FF2B5EF4-FFF2-40B4-BE49-F238E27FC236}">
                      <a16:creationId xmlns:a16="http://schemas.microsoft.com/office/drawing/2014/main" id="{37442262-DA5C-9C6F-806C-84913AE7AF6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6" name="Freeform 167">
                  <a:extLst>
                    <a:ext uri="{FF2B5EF4-FFF2-40B4-BE49-F238E27FC236}">
                      <a16:creationId xmlns:a16="http://schemas.microsoft.com/office/drawing/2014/main" id="{8BE8B6AB-FF4C-58D3-4BC1-5D47A48042F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27" name="Group 126">
              <a:extLst>
                <a:ext uri="{FF2B5EF4-FFF2-40B4-BE49-F238E27FC236}">
                  <a16:creationId xmlns:a16="http://schemas.microsoft.com/office/drawing/2014/main" id="{51D4D1F3-D4B3-A0EB-288E-C5C6D582D9A1}"/>
                </a:ext>
              </a:extLst>
            </p:cNvPr>
            <p:cNvGrpSpPr/>
            <p:nvPr/>
          </p:nvGrpSpPr>
          <p:grpSpPr>
            <a:xfrm>
              <a:off x="9948724" y="2202292"/>
              <a:ext cx="353678" cy="198344"/>
              <a:chOff x="7493876" y="2774731"/>
              <a:chExt cx="1481958" cy="894622"/>
            </a:xfrm>
          </p:grpSpPr>
          <p:sp>
            <p:nvSpPr>
              <p:cNvPr id="128" name="Freeform 169">
                <a:extLst>
                  <a:ext uri="{FF2B5EF4-FFF2-40B4-BE49-F238E27FC236}">
                    <a16:creationId xmlns:a16="http://schemas.microsoft.com/office/drawing/2014/main" id="{FE40D0B2-31B4-94E2-D7AC-C7F39C4C158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29" name="Oval 128">
                <a:extLst>
                  <a:ext uri="{FF2B5EF4-FFF2-40B4-BE49-F238E27FC236}">
                    <a16:creationId xmlns:a16="http://schemas.microsoft.com/office/drawing/2014/main" id="{90965801-1D9E-D6B2-9657-ADD294785387}"/>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30" name="Group 129">
                <a:extLst>
                  <a:ext uri="{FF2B5EF4-FFF2-40B4-BE49-F238E27FC236}">
                    <a16:creationId xmlns:a16="http://schemas.microsoft.com/office/drawing/2014/main" id="{515A0CA4-B7CE-5B9B-BB47-3741A97E60B9}"/>
                  </a:ext>
                </a:extLst>
              </p:cNvPr>
              <p:cNvGrpSpPr/>
              <p:nvPr/>
            </p:nvGrpSpPr>
            <p:grpSpPr>
              <a:xfrm>
                <a:off x="7713663" y="2848339"/>
                <a:ext cx="1042107" cy="425543"/>
                <a:chOff x="7786941" y="2884917"/>
                <a:chExt cx="897649" cy="353919"/>
              </a:xfrm>
            </p:grpSpPr>
            <p:sp>
              <p:nvSpPr>
                <p:cNvPr id="131" name="Freeform 172">
                  <a:extLst>
                    <a:ext uri="{FF2B5EF4-FFF2-40B4-BE49-F238E27FC236}">
                      <a16:creationId xmlns:a16="http://schemas.microsoft.com/office/drawing/2014/main" id="{5DCD11CF-1330-B14F-AD8D-188D5F8339D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2" name="Freeform 173">
                  <a:extLst>
                    <a:ext uri="{FF2B5EF4-FFF2-40B4-BE49-F238E27FC236}">
                      <a16:creationId xmlns:a16="http://schemas.microsoft.com/office/drawing/2014/main" id="{E5A2BDAB-1C8D-172D-92A7-5D278E72E1EC}"/>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3" name="Freeform 174">
                  <a:extLst>
                    <a:ext uri="{FF2B5EF4-FFF2-40B4-BE49-F238E27FC236}">
                      <a16:creationId xmlns:a16="http://schemas.microsoft.com/office/drawing/2014/main" id="{96BFD174-79A1-B5B2-0FBA-07A2A5353A4F}"/>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4" name="Freeform 175">
                  <a:extLst>
                    <a:ext uri="{FF2B5EF4-FFF2-40B4-BE49-F238E27FC236}">
                      <a16:creationId xmlns:a16="http://schemas.microsoft.com/office/drawing/2014/main" id="{B3046A8E-2A26-8162-A363-DD17A32CB67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35" name="Group 134">
              <a:extLst>
                <a:ext uri="{FF2B5EF4-FFF2-40B4-BE49-F238E27FC236}">
                  <a16:creationId xmlns:a16="http://schemas.microsoft.com/office/drawing/2014/main" id="{DD53F50E-95C8-2A39-2078-42C6FDAB6E4E}"/>
                </a:ext>
              </a:extLst>
            </p:cNvPr>
            <p:cNvGrpSpPr/>
            <p:nvPr/>
          </p:nvGrpSpPr>
          <p:grpSpPr>
            <a:xfrm>
              <a:off x="10527214" y="2613367"/>
              <a:ext cx="353678" cy="198344"/>
              <a:chOff x="7493876" y="2774731"/>
              <a:chExt cx="1481958" cy="894622"/>
            </a:xfrm>
          </p:grpSpPr>
          <p:sp>
            <p:nvSpPr>
              <p:cNvPr id="136" name="Freeform 177">
                <a:extLst>
                  <a:ext uri="{FF2B5EF4-FFF2-40B4-BE49-F238E27FC236}">
                    <a16:creationId xmlns:a16="http://schemas.microsoft.com/office/drawing/2014/main" id="{316D83ED-AB8E-5E92-44A6-71FBF30AA89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37" name="Oval 136">
                <a:extLst>
                  <a:ext uri="{FF2B5EF4-FFF2-40B4-BE49-F238E27FC236}">
                    <a16:creationId xmlns:a16="http://schemas.microsoft.com/office/drawing/2014/main" id="{651810A9-4B94-CBAB-ADA7-0DF93937383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38" name="Group 137">
                <a:extLst>
                  <a:ext uri="{FF2B5EF4-FFF2-40B4-BE49-F238E27FC236}">
                    <a16:creationId xmlns:a16="http://schemas.microsoft.com/office/drawing/2014/main" id="{0CAED435-34FA-5AF1-3E1B-34DB599CCB73}"/>
                  </a:ext>
                </a:extLst>
              </p:cNvPr>
              <p:cNvGrpSpPr/>
              <p:nvPr/>
            </p:nvGrpSpPr>
            <p:grpSpPr>
              <a:xfrm>
                <a:off x="7713663" y="2848339"/>
                <a:ext cx="1042107" cy="425543"/>
                <a:chOff x="7786941" y="2884917"/>
                <a:chExt cx="897649" cy="353919"/>
              </a:xfrm>
            </p:grpSpPr>
            <p:sp>
              <p:nvSpPr>
                <p:cNvPr id="139" name="Freeform 180">
                  <a:extLst>
                    <a:ext uri="{FF2B5EF4-FFF2-40B4-BE49-F238E27FC236}">
                      <a16:creationId xmlns:a16="http://schemas.microsoft.com/office/drawing/2014/main" id="{3669EAD5-5325-EB4E-7F27-607AA5557DD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0" name="Freeform 181">
                  <a:extLst>
                    <a:ext uri="{FF2B5EF4-FFF2-40B4-BE49-F238E27FC236}">
                      <a16:creationId xmlns:a16="http://schemas.microsoft.com/office/drawing/2014/main" id="{CA3859CF-ECC5-95A5-3C2F-ACD21C69162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1" name="Freeform 182">
                  <a:extLst>
                    <a:ext uri="{FF2B5EF4-FFF2-40B4-BE49-F238E27FC236}">
                      <a16:creationId xmlns:a16="http://schemas.microsoft.com/office/drawing/2014/main" id="{4938561B-E839-E1BE-BDF1-96D0718EF8C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2" name="Freeform 183">
                  <a:extLst>
                    <a:ext uri="{FF2B5EF4-FFF2-40B4-BE49-F238E27FC236}">
                      <a16:creationId xmlns:a16="http://schemas.microsoft.com/office/drawing/2014/main" id="{94B31C5C-9B47-67EA-6B94-B6639785B8F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43" name="Group 142">
              <a:extLst>
                <a:ext uri="{FF2B5EF4-FFF2-40B4-BE49-F238E27FC236}">
                  <a16:creationId xmlns:a16="http://schemas.microsoft.com/office/drawing/2014/main" id="{D7034AA7-2711-5973-9DAA-22A7EA4AB8B3}"/>
                </a:ext>
              </a:extLst>
            </p:cNvPr>
            <p:cNvGrpSpPr/>
            <p:nvPr/>
          </p:nvGrpSpPr>
          <p:grpSpPr>
            <a:xfrm>
              <a:off x="10643825" y="2107963"/>
              <a:ext cx="353678" cy="198344"/>
              <a:chOff x="7493876" y="2774731"/>
              <a:chExt cx="1481958" cy="894622"/>
            </a:xfrm>
          </p:grpSpPr>
          <p:sp>
            <p:nvSpPr>
              <p:cNvPr id="144" name="Freeform 185">
                <a:extLst>
                  <a:ext uri="{FF2B5EF4-FFF2-40B4-BE49-F238E27FC236}">
                    <a16:creationId xmlns:a16="http://schemas.microsoft.com/office/drawing/2014/main" id="{D78D4873-2A79-5819-ABA5-1AE02DA8810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45" name="Oval 144">
                <a:extLst>
                  <a:ext uri="{FF2B5EF4-FFF2-40B4-BE49-F238E27FC236}">
                    <a16:creationId xmlns:a16="http://schemas.microsoft.com/office/drawing/2014/main" id="{7E4E72C4-CD01-78D0-ECF8-488358997770}"/>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46" name="Group 145">
                <a:extLst>
                  <a:ext uri="{FF2B5EF4-FFF2-40B4-BE49-F238E27FC236}">
                    <a16:creationId xmlns:a16="http://schemas.microsoft.com/office/drawing/2014/main" id="{9ACF73D6-BC51-F432-C86A-1C055C1AD1F4}"/>
                  </a:ext>
                </a:extLst>
              </p:cNvPr>
              <p:cNvGrpSpPr/>
              <p:nvPr/>
            </p:nvGrpSpPr>
            <p:grpSpPr>
              <a:xfrm>
                <a:off x="7713663" y="2848339"/>
                <a:ext cx="1042107" cy="425543"/>
                <a:chOff x="7786941" y="2884917"/>
                <a:chExt cx="897649" cy="353919"/>
              </a:xfrm>
            </p:grpSpPr>
            <p:sp>
              <p:nvSpPr>
                <p:cNvPr id="147" name="Freeform 188">
                  <a:extLst>
                    <a:ext uri="{FF2B5EF4-FFF2-40B4-BE49-F238E27FC236}">
                      <a16:creationId xmlns:a16="http://schemas.microsoft.com/office/drawing/2014/main" id="{52A0911F-6923-A7A2-511F-A2EF596A345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8" name="Freeform 189">
                  <a:extLst>
                    <a:ext uri="{FF2B5EF4-FFF2-40B4-BE49-F238E27FC236}">
                      <a16:creationId xmlns:a16="http://schemas.microsoft.com/office/drawing/2014/main" id="{63F20ECF-62C5-5018-D150-920713A70CE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9" name="Freeform 190">
                  <a:extLst>
                    <a:ext uri="{FF2B5EF4-FFF2-40B4-BE49-F238E27FC236}">
                      <a16:creationId xmlns:a16="http://schemas.microsoft.com/office/drawing/2014/main" id="{857208E7-0952-52A4-1686-F11BB2F76A7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0" name="Freeform 191">
                  <a:extLst>
                    <a:ext uri="{FF2B5EF4-FFF2-40B4-BE49-F238E27FC236}">
                      <a16:creationId xmlns:a16="http://schemas.microsoft.com/office/drawing/2014/main" id="{AAAB98D4-2DEA-A0CF-1681-E9909DFACE0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51" name="Group 150">
              <a:extLst>
                <a:ext uri="{FF2B5EF4-FFF2-40B4-BE49-F238E27FC236}">
                  <a16:creationId xmlns:a16="http://schemas.microsoft.com/office/drawing/2014/main" id="{8CEDC2F5-0DCD-11FA-4908-4088332444B9}"/>
                </a:ext>
              </a:extLst>
            </p:cNvPr>
            <p:cNvGrpSpPr/>
            <p:nvPr/>
          </p:nvGrpSpPr>
          <p:grpSpPr>
            <a:xfrm>
              <a:off x="9980126" y="2661565"/>
              <a:ext cx="353678" cy="198344"/>
              <a:chOff x="7493876" y="2774731"/>
              <a:chExt cx="1481958" cy="894622"/>
            </a:xfrm>
          </p:grpSpPr>
          <p:sp>
            <p:nvSpPr>
              <p:cNvPr id="152" name="Freeform 201">
                <a:extLst>
                  <a:ext uri="{FF2B5EF4-FFF2-40B4-BE49-F238E27FC236}">
                    <a16:creationId xmlns:a16="http://schemas.microsoft.com/office/drawing/2014/main" id="{9FC9740F-ED89-6A26-D5C8-56EBBF3DB61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53" name="Oval 152">
                <a:extLst>
                  <a:ext uri="{FF2B5EF4-FFF2-40B4-BE49-F238E27FC236}">
                    <a16:creationId xmlns:a16="http://schemas.microsoft.com/office/drawing/2014/main" id="{A5E38FDE-F527-CF2B-CC98-8B0A2AF6416F}"/>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54" name="Group 153">
                <a:extLst>
                  <a:ext uri="{FF2B5EF4-FFF2-40B4-BE49-F238E27FC236}">
                    <a16:creationId xmlns:a16="http://schemas.microsoft.com/office/drawing/2014/main" id="{E530E192-1858-58D5-95BF-CCB82EF40DA5}"/>
                  </a:ext>
                </a:extLst>
              </p:cNvPr>
              <p:cNvGrpSpPr/>
              <p:nvPr/>
            </p:nvGrpSpPr>
            <p:grpSpPr>
              <a:xfrm>
                <a:off x="7713663" y="2848339"/>
                <a:ext cx="1042107" cy="425543"/>
                <a:chOff x="7786941" y="2884917"/>
                <a:chExt cx="897649" cy="353919"/>
              </a:xfrm>
            </p:grpSpPr>
            <p:sp>
              <p:nvSpPr>
                <p:cNvPr id="155" name="Freeform 204">
                  <a:extLst>
                    <a:ext uri="{FF2B5EF4-FFF2-40B4-BE49-F238E27FC236}">
                      <a16:creationId xmlns:a16="http://schemas.microsoft.com/office/drawing/2014/main" id="{663C5BB0-C6B7-AA70-7A86-73C97A5B90E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6" name="Freeform 205">
                  <a:extLst>
                    <a:ext uri="{FF2B5EF4-FFF2-40B4-BE49-F238E27FC236}">
                      <a16:creationId xmlns:a16="http://schemas.microsoft.com/office/drawing/2014/main" id="{FF3120AA-4818-6A3D-081D-4D192365BCB2}"/>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7" name="Freeform 206">
                  <a:extLst>
                    <a:ext uri="{FF2B5EF4-FFF2-40B4-BE49-F238E27FC236}">
                      <a16:creationId xmlns:a16="http://schemas.microsoft.com/office/drawing/2014/main" id="{0BA51608-C23E-8BDF-1C0C-4FB9AFB90EF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8" name="Freeform 207">
                  <a:extLst>
                    <a:ext uri="{FF2B5EF4-FFF2-40B4-BE49-F238E27FC236}">
                      <a16:creationId xmlns:a16="http://schemas.microsoft.com/office/drawing/2014/main" id="{D2C3C348-D794-302A-8107-1B1B7B9F36F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59" name="Group 158">
              <a:extLst>
                <a:ext uri="{FF2B5EF4-FFF2-40B4-BE49-F238E27FC236}">
                  <a16:creationId xmlns:a16="http://schemas.microsoft.com/office/drawing/2014/main" id="{81D30A2B-B088-E68D-76CF-D34582501ABF}"/>
                </a:ext>
              </a:extLst>
            </p:cNvPr>
            <p:cNvGrpSpPr/>
            <p:nvPr/>
          </p:nvGrpSpPr>
          <p:grpSpPr>
            <a:xfrm>
              <a:off x="9497138" y="3394032"/>
              <a:ext cx="367224" cy="240304"/>
              <a:chOff x="7493876" y="2774731"/>
              <a:chExt cx="1481958" cy="894622"/>
            </a:xfrm>
          </p:grpSpPr>
          <p:sp>
            <p:nvSpPr>
              <p:cNvPr id="160" name="Freeform 209">
                <a:extLst>
                  <a:ext uri="{FF2B5EF4-FFF2-40B4-BE49-F238E27FC236}">
                    <a16:creationId xmlns:a16="http://schemas.microsoft.com/office/drawing/2014/main" id="{0ED7DFD4-3679-94C8-2F85-015F2E1CE41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61" name="Oval 160">
                <a:extLst>
                  <a:ext uri="{FF2B5EF4-FFF2-40B4-BE49-F238E27FC236}">
                    <a16:creationId xmlns:a16="http://schemas.microsoft.com/office/drawing/2014/main" id="{750F179F-72D9-4243-F6E4-16DCD1B690EE}"/>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62" name="Group 161">
                <a:extLst>
                  <a:ext uri="{FF2B5EF4-FFF2-40B4-BE49-F238E27FC236}">
                    <a16:creationId xmlns:a16="http://schemas.microsoft.com/office/drawing/2014/main" id="{7B0170EC-09F2-D3CC-4118-AC00D7356299}"/>
                  </a:ext>
                </a:extLst>
              </p:cNvPr>
              <p:cNvGrpSpPr/>
              <p:nvPr/>
            </p:nvGrpSpPr>
            <p:grpSpPr>
              <a:xfrm>
                <a:off x="7713663" y="2848339"/>
                <a:ext cx="1042107" cy="425543"/>
                <a:chOff x="7786941" y="2884917"/>
                <a:chExt cx="897649" cy="353919"/>
              </a:xfrm>
            </p:grpSpPr>
            <p:sp>
              <p:nvSpPr>
                <p:cNvPr id="163" name="Freeform 212">
                  <a:extLst>
                    <a:ext uri="{FF2B5EF4-FFF2-40B4-BE49-F238E27FC236}">
                      <a16:creationId xmlns:a16="http://schemas.microsoft.com/office/drawing/2014/main" id="{B61D8FD9-FE3E-7310-17AE-CE526851378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4" name="Freeform 213">
                  <a:extLst>
                    <a:ext uri="{FF2B5EF4-FFF2-40B4-BE49-F238E27FC236}">
                      <a16:creationId xmlns:a16="http://schemas.microsoft.com/office/drawing/2014/main" id="{8B38FCA6-E5C8-9F53-01E1-EF69B8030D4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5" name="Freeform 214">
                  <a:extLst>
                    <a:ext uri="{FF2B5EF4-FFF2-40B4-BE49-F238E27FC236}">
                      <a16:creationId xmlns:a16="http://schemas.microsoft.com/office/drawing/2014/main" id="{8EA40749-DD10-8082-5572-46E852095DCA}"/>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6" name="Freeform 215">
                  <a:extLst>
                    <a:ext uri="{FF2B5EF4-FFF2-40B4-BE49-F238E27FC236}">
                      <a16:creationId xmlns:a16="http://schemas.microsoft.com/office/drawing/2014/main" id="{AFD448C3-9CFC-D16A-65C6-CBACED90FC19}"/>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67" name="Group 166">
              <a:extLst>
                <a:ext uri="{FF2B5EF4-FFF2-40B4-BE49-F238E27FC236}">
                  <a16:creationId xmlns:a16="http://schemas.microsoft.com/office/drawing/2014/main" id="{972594A5-D8FB-19D9-FA3B-B48549D75E1B}"/>
                </a:ext>
              </a:extLst>
            </p:cNvPr>
            <p:cNvGrpSpPr/>
            <p:nvPr/>
          </p:nvGrpSpPr>
          <p:grpSpPr>
            <a:xfrm>
              <a:off x="10375259" y="3992325"/>
              <a:ext cx="353678" cy="198344"/>
              <a:chOff x="7493876" y="2774731"/>
              <a:chExt cx="1481958" cy="894622"/>
            </a:xfrm>
          </p:grpSpPr>
          <p:sp>
            <p:nvSpPr>
              <p:cNvPr id="168" name="Freeform 225">
                <a:extLst>
                  <a:ext uri="{FF2B5EF4-FFF2-40B4-BE49-F238E27FC236}">
                    <a16:creationId xmlns:a16="http://schemas.microsoft.com/office/drawing/2014/main" id="{825C6DC0-BE65-F221-9E60-186CBDB3EFB5}"/>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69" name="Oval 168">
                <a:extLst>
                  <a:ext uri="{FF2B5EF4-FFF2-40B4-BE49-F238E27FC236}">
                    <a16:creationId xmlns:a16="http://schemas.microsoft.com/office/drawing/2014/main" id="{F2D99B34-9468-0B27-B0EB-10F4D9F9FCDA}"/>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70" name="Group 169">
                <a:extLst>
                  <a:ext uri="{FF2B5EF4-FFF2-40B4-BE49-F238E27FC236}">
                    <a16:creationId xmlns:a16="http://schemas.microsoft.com/office/drawing/2014/main" id="{C236ECE6-C6B3-04BC-0AED-4CC1AD523BAF}"/>
                  </a:ext>
                </a:extLst>
              </p:cNvPr>
              <p:cNvGrpSpPr/>
              <p:nvPr/>
            </p:nvGrpSpPr>
            <p:grpSpPr>
              <a:xfrm>
                <a:off x="7713663" y="2848339"/>
                <a:ext cx="1042107" cy="425543"/>
                <a:chOff x="7786941" y="2884917"/>
                <a:chExt cx="897649" cy="353919"/>
              </a:xfrm>
            </p:grpSpPr>
            <p:sp>
              <p:nvSpPr>
                <p:cNvPr id="171" name="Freeform 228">
                  <a:extLst>
                    <a:ext uri="{FF2B5EF4-FFF2-40B4-BE49-F238E27FC236}">
                      <a16:creationId xmlns:a16="http://schemas.microsoft.com/office/drawing/2014/main" id="{12C26C24-AF87-6C18-257E-73F2D282BEB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2" name="Freeform 229">
                  <a:extLst>
                    <a:ext uri="{FF2B5EF4-FFF2-40B4-BE49-F238E27FC236}">
                      <a16:creationId xmlns:a16="http://schemas.microsoft.com/office/drawing/2014/main" id="{A5F38E6C-E191-0538-BF01-7493F162CD7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3" name="Freeform 230">
                  <a:extLst>
                    <a:ext uri="{FF2B5EF4-FFF2-40B4-BE49-F238E27FC236}">
                      <a16:creationId xmlns:a16="http://schemas.microsoft.com/office/drawing/2014/main" id="{9BE7FC55-B859-B8DD-237B-49BB58E318A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4" name="Freeform 231">
                  <a:extLst>
                    <a:ext uri="{FF2B5EF4-FFF2-40B4-BE49-F238E27FC236}">
                      <a16:creationId xmlns:a16="http://schemas.microsoft.com/office/drawing/2014/main" id="{A13639E4-DA22-E452-A609-0AA88EA97C0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75" name="Group 174">
              <a:extLst>
                <a:ext uri="{FF2B5EF4-FFF2-40B4-BE49-F238E27FC236}">
                  <a16:creationId xmlns:a16="http://schemas.microsoft.com/office/drawing/2014/main" id="{4FFC0C7F-D7FA-4932-35A9-92B664F252BD}"/>
                </a:ext>
              </a:extLst>
            </p:cNvPr>
            <p:cNvGrpSpPr/>
            <p:nvPr/>
          </p:nvGrpSpPr>
          <p:grpSpPr>
            <a:xfrm>
              <a:off x="10925982" y="4369125"/>
              <a:ext cx="228295" cy="120400"/>
              <a:chOff x="7493876" y="2774731"/>
              <a:chExt cx="1481958" cy="894622"/>
            </a:xfrm>
          </p:grpSpPr>
          <p:sp>
            <p:nvSpPr>
              <p:cNvPr id="176" name="Freeform 241">
                <a:extLst>
                  <a:ext uri="{FF2B5EF4-FFF2-40B4-BE49-F238E27FC236}">
                    <a16:creationId xmlns:a16="http://schemas.microsoft.com/office/drawing/2014/main" id="{E8B5A19C-8CD1-A221-26CD-FA01B3F2414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77" name="Oval 176">
                <a:extLst>
                  <a:ext uri="{FF2B5EF4-FFF2-40B4-BE49-F238E27FC236}">
                    <a16:creationId xmlns:a16="http://schemas.microsoft.com/office/drawing/2014/main" id="{30BB12CB-5552-6916-540C-52C09BC4DE50}"/>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78" name="Group 177">
                <a:extLst>
                  <a:ext uri="{FF2B5EF4-FFF2-40B4-BE49-F238E27FC236}">
                    <a16:creationId xmlns:a16="http://schemas.microsoft.com/office/drawing/2014/main" id="{2BABC705-D592-103A-7718-11A14F37B67A}"/>
                  </a:ext>
                </a:extLst>
              </p:cNvPr>
              <p:cNvGrpSpPr/>
              <p:nvPr/>
            </p:nvGrpSpPr>
            <p:grpSpPr>
              <a:xfrm>
                <a:off x="7713663" y="2848339"/>
                <a:ext cx="1042107" cy="425543"/>
                <a:chOff x="7786941" y="2884917"/>
                <a:chExt cx="897649" cy="353919"/>
              </a:xfrm>
            </p:grpSpPr>
            <p:sp>
              <p:nvSpPr>
                <p:cNvPr id="179" name="Freeform 244">
                  <a:extLst>
                    <a:ext uri="{FF2B5EF4-FFF2-40B4-BE49-F238E27FC236}">
                      <a16:creationId xmlns:a16="http://schemas.microsoft.com/office/drawing/2014/main" id="{B9828CAC-B230-7F0F-CF09-63B96BA90B2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0" name="Freeform 245">
                  <a:extLst>
                    <a:ext uri="{FF2B5EF4-FFF2-40B4-BE49-F238E27FC236}">
                      <a16:creationId xmlns:a16="http://schemas.microsoft.com/office/drawing/2014/main" id="{4B5BAB4E-2A66-931E-F857-43A74931C5B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1" name="Freeform 246">
                  <a:extLst>
                    <a:ext uri="{FF2B5EF4-FFF2-40B4-BE49-F238E27FC236}">
                      <a16:creationId xmlns:a16="http://schemas.microsoft.com/office/drawing/2014/main" id="{76C0E1B4-4E20-45F2-DB14-D1B0581076FF}"/>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2" name="Freeform 247">
                  <a:extLst>
                    <a:ext uri="{FF2B5EF4-FFF2-40B4-BE49-F238E27FC236}">
                      <a16:creationId xmlns:a16="http://schemas.microsoft.com/office/drawing/2014/main" id="{5A30476A-4009-020E-1461-54276611B4F9}"/>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83" name="Group 182">
              <a:extLst>
                <a:ext uri="{FF2B5EF4-FFF2-40B4-BE49-F238E27FC236}">
                  <a16:creationId xmlns:a16="http://schemas.microsoft.com/office/drawing/2014/main" id="{0332305D-EEA6-98CD-CF3A-94274EA4D9A6}"/>
                </a:ext>
              </a:extLst>
            </p:cNvPr>
            <p:cNvGrpSpPr/>
            <p:nvPr/>
          </p:nvGrpSpPr>
          <p:grpSpPr>
            <a:xfrm>
              <a:off x="7439074" y="2356613"/>
              <a:ext cx="534987" cy="407988"/>
              <a:chOff x="7432700" y="2327293"/>
              <a:chExt cx="534987" cy="407988"/>
            </a:xfrm>
          </p:grpSpPr>
          <p:pic>
            <p:nvPicPr>
              <p:cNvPr id="184" name="Picture 1017" descr="antenna_stylized">
                <a:extLst>
                  <a:ext uri="{FF2B5EF4-FFF2-40B4-BE49-F238E27FC236}">
                    <a16:creationId xmlns:a16="http://schemas.microsoft.com/office/drawing/2014/main" id="{A7CF9AC8-DFAA-ABF1-03BD-00AAFC4E8400}"/>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432700" y="2327293"/>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5" name="Picture 1018" descr="laptop_keyboard">
                <a:extLst>
                  <a:ext uri="{FF2B5EF4-FFF2-40B4-BE49-F238E27FC236}">
                    <a16:creationId xmlns:a16="http://schemas.microsoft.com/office/drawing/2014/main" id="{7898C1C7-1A55-5899-9DE2-6A6D7EE9542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6" name="Freeform 1019">
                <a:extLst>
                  <a:ext uri="{FF2B5EF4-FFF2-40B4-BE49-F238E27FC236}">
                    <a16:creationId xmlns:a16="http://schemas.microsoft.com/office/drawing/2014/main" id="{CBC61CA1-3ADA-947D-2526-68FCE88695F8}"/>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87" name="Picture 1020" descr="screen">
                <a:extLst>
                  <a:ext uri="{FF2B5EF4-FFF2-40B4-BE49-F238E27FC236}">
                    <a16:creationId xmlns:a16="http://schemas.microsoft.com/office/drawing/2014/main" id="{0EE95513-8334-9408-93C5-20D8C87CDDF0}"/>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8" name="Freeform 1021">
                <a:extLst>
                  <a:ext uri="{FF2B5EF4-FFF2-40B4-BE49-F238E27FC236}">
                    <a16:creationId xmlns:a16="http://schemas.microsoft.com/office/drawing/2014/main" id="{2743F8AC-FC67-2226-21CA-7B2256107D9E}"/>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9" name="Freeform 1022">
                <a:extLst>
                  <a:ext uri="{FF2B5EF4-FFF2-40B4-BE49-F238E27FC236}">
                    <a16:creationId xmlns:a16="http://schemas.microsoft.com/office/drawing/2014/main" id="{5167C4FC-7CF3-AF0C-5398-FC625AB3D033}"/>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0" name="Freeform 1023">
                <a:extLst>
                  <a:ext uri="{FF2B5EF4-FFF2-40B4-BE49-F238E27FC236}">
                    <a16:creationId xmlns:a16="http://schemas.microsoft.com/office/drawing/2014/main" id="{885C3B89-601F-E597-A59D-33E072E7FD6E}"/>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1" name="Freeform 1024">
                <a:extLst>
                  <a:ext uri="{FF2B5EF4-FFF2-40B4-BE49-F238E27FC236}">
                    <a16:creationId xmlns:a16="http://schemas.microsoft.com/office/drawing/2014/main" id="{381042D6-0A4E-2F32-6F8C-AEF940CB7613}"/>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2" name="Freeform 1025">
                <a:extLst>
                  <a:ext uri="{FF2B5EF4-FFF2-40B4-BE49-F238E27FC236}">
                    <a16:creationId xmlns:a16="http://schemas.microsoft.com/office/drawing/2014/main" id="{D4A3C210-F6C6-BE10-813F-305D32B45E43}"/>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3" name="Freeform 1026">
                <a:extLst>
                  <a:ext uri="{FF2B5EF4-FFF2-40B4-BE49-F238E27FC236}">
                    <a16:creationId xmlns:a16="http://schemas.microsoft.com/office/drawing/2014/main" id="{B2EEE228-A645-AD81-2760-761273C876EA}"/>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94" name="Group 1027">
                <a:extLst>
                  <a:ext uri="{FF2B5EF4-FFF2-40B4-BE49-F238E27FC236}">
                    <a16:creationId xmlns:a16="http://schemas.microsoft.com/office/drawing/2014/main" id="{9D168B6B-CEBB-EACB-53C5-A2D5D56F4B23}"/>
                  </a:ext>
                </a:extLst>
              </p:cNvPr>
              <p:cNvGrpSpPr>
                <a:grpSpLocks/>
              </p:cNvGrpSpPr>
              <p:nvPr/>
            </p:nvGrpSpPr>
            <p:grpSpPr bwMode="auto">
              <a:xfrm>
                <a:off x="7594735" y="2642220"/>
                <a:ext cx="98740" cy="36846"/>
                <a:chOff x="1740" y="2642"/>
                <a:chExt cx="752" cy="327"/>
              </a:xfrm>
            </p:grpSpPr>
            <p:sp>
              <p:nvSpPr>
                <p:cNvPr id="201" name="Freeform 1028">
                  <a:extLst>
                    <a:ext uri="{FF2B5EF4-FFF2-40B4-BE49-F238E27FC236}">
                      <a16:creationId xmlns:a16="http://schemas.microsoft.com/office/drawing/2014/main" id="{59A9D471-93D4-89A2-D1CD-B5FAF63DB4B1}"/>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2" name="Freeform 1029">
                  <a:extLst>
                    <a:ext uri="{FF2B5EF4-FFF2-40B4-BE49-F238E27FC236}">
                      <a16:creationId xmlns:a16="http://schemas.microsoft.com/office/drawing/2014/main" id="{574B0184-F258-1A32-389F-0B6B4D9C1135}"/>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3" name="Freeform 1030">
                  <a:extLst>
                    <a:ext uri="{FF2B5EF4-FFF2-40B4-BE49-F238E27FC236}">
                      <a16:creationId xmlns:a16="http://schemas.microsoft.com/office/drawing/2014/main" id="{22E6484A-8BA0-284A-34FE-88B9758EB60E}"/>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4" name="Freeform 1031">
                  <a:extLst>
                    <a:ext uri="{FF2B5EF4-FFF2-40B4-BE49-F238E27FC236}">
                      <a16:creationId xmlns:a16="http://schemas.microsoft.com/office/drawing/2014/main" id="{9AF0D73B-2EDD-CE7F-BF49-52A2B3E71ECF}"/>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5" name="Freeform 1032">
                  <a:extLst>
                    <a:ext uri="{FF2B5EF4-FFF2-40B4-BE49-F238E27FC236}">
                      <a16:creationId xmlns:a16="http://schemas.microsoft.com/office/drawing/2014/main" id="{C946F531-F138-8A2F-922E-B4AC8DA79BE6}"/>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6" name="Freeform 1033">
                  <a:extLst>
                    <a:ext uri="{FF2B5EF4-FFF2-40B4-BE49-F238E27FC236}">
                      <a16:creationId xmlns:a16="http://schemas.microsoft.com/office/drawing/2014/main" id="{B53E6903-B167-171B-B74C-7FDABEAC0440}"/>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95" name="Freeform 1034">
                <a:extLst>
                  <a:ext uri="{FF2B5EF4-FFF2-40B4-BE49-F238E27FC236}">
                    <a16:creationId xmlns:a16="http://schemas.microsoft.com/office/drawing/2014/main" id="{E92AD29A-DB1C-26F5-BC92-31F4E828E53C}"/>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6" name="Freeform 1035">
                <a:extLst>
                  <a:ext uri="{FF2B5EF4-FFF2-40B4-BE49-F238E27FC236}">
                    <a16:creationId xmlns:a16="http://schemas.microsoft.com/office/drawing/2014/main" id="{03BDF897-7C50-8670-948B-6ED462E7705B}"/>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7" name="Freeform 1036">
                <a:extLst>
                  <a:ext uri="{FF2B5EF4-FFF2-40B4-BE49-F238E27FC236}">
                    <a16:creationId xmlns:a16="http://schemas.microsoft.com/office/drawing/2014/main" id="{817BE9FD-4DEA-6838-E882-CF138E0A5AAD}"/>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8" name="Freeform 1037">
                <a:extLst>
                  <a:ext uri="{FF2B5EF4-FFF2-40B4-BE49-F238E27FC236}">
                    <a16:creationId xmlns:a16="http://schemas.microsoft.com/office/drawing/2014/main" id="{FB6B58BD-A15E-D3A0-C1A3-D06192489BC9}"/>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9" name="Freeform 1038">
                <a:extLst>
                  <a:ext uri="{FF2B5EF4-FFF2-40B4-BE49-F238E27FC236}">
                    <a16:creationId xmlns:a16="http://schemas.microsoft.com/office/drawing/2014/main" id="{C0BBE11E-F8C0-ECDA-7127-8194E26AB8FE}"/>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0" name="Freeform 1039">
                <a:extLst>
                  <a:ext uri="{FF2B5EF4-FFF2-40B4-BE49-F238E27FC236}">
                    <a16:creationId xmlns:a16="http://schemas.microsoft.com/office/drawing/2014/main" id="{E3F1D6BA-8FD9-F362-C5BB-AB2366DDF566}"/>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07" name="Group 206">
              <a:extLst>
                <a:ext uri="{FF2B5EF4-FFF2-40B4-BE49-F238E27FC236}">
                  <a16:creationId xmlns:a16="http://schemas.microsoft.com/office/drawing/2014/main" id="{9518E5C9-2982-42F1-DEC9-A6C58D09C8B2}"/>
                </a:ext>
              </a:extLst>
            </p:cNvPr>
            <p:cNvGrpSpPr/>
            <p:nvPr/>
          </p:nvGrpSpPr>
          <p:grpSpPr>
            <a:xfrm>
              <a:off x="8637781" y="2319727"/>
              <a:ext cx="530702" cy="478009"/>
              <a:chOff x="8631407" y="2290407"/>
              <a:chExt cx="530702" cy="478009"/>
            </a:xfrm>
          </p:grpSpPr>
          <p:pic>
            <p:nvPicPr>
              <p:cNvPr id="208" name="Picture 568" descr="light2.png">
                <a:extLst>
                  <a:ext uri="{FF2B5EF4-FFF2-40B4-BE49-F238E27FC236}">
                    <a16:creationId xmlns:a16="http://schemas.microsoft.com/office/drawing/2014/main" id="{9CB5CA0A-3986-19C5-9BA4-5A6725D52388}"/>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flipH="1">
                <a:off x="8825293" y="2362969"/>
                <a:ext cx="92772" cy="405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9" name="Picture 1017" descr="antenna_stylized">
                <a:extLst>
                  <a:ext uri="{FF2B5EF4-FFF2-40B4-BE49-F238E27FC236}">
                    <a16:creationId xmlns:a16="http://schemas.microsoft.com/office/drawing/2014/main" id="{902758ED-AA18-D846-9F1A-70A03E636B0B}"/>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631407" y="2290407"/>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10" name="Group 209">
              <a:extLst>
                <a:ext uri="{FF2B5EF4-FFF2-40B4-BE49-F238E27FC236}">
                  <a16:creationId xmlns:a16="http://schemas.microsoft.com/office/drawing/2014/main" id="{768B12C6-A303-2DA6-775C-3C6CD592371E}"/>
                </a:ext>
              </a:extLst>
            </p:cNvPr>
            <p:cNvGrpSpPr/>
            <p:nvPr/>
          </p:nvGrpSpPr>
          <p:grpSpPr>
            <a:xfrm>
              <a:off x="8499539" y="2059124"/>
              <a:ext cx="849312" cy="226109"/>
              <a:chOff x="8493165" y="2029804"/>
              <a:chExt cx="849312" cy="226109"/>
            </a:xfrm>
          </p:grpSpPr>
          <p:pic>
            <p:nvPicPr>
              <p:cNvPr id="211" name="Picture 603" descr="car_icon_small">
                <a:extLst>
                  <a:ext uri="{FF2B5EF4-FFF2-40B4-BE49-F238E27FC236}">
                    <a16:creationId xmlns:a16="http://schemas.microsoft.com/office/drawing/2014/main" id="{46D8E3D7-C1E3-5DB2-D0F2-18C90A2AE66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493165" y="2087638"/>
                <a:ext cx="84931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2" name="Picture 1017" descr="antenna_stylized">
                <a:extLst>
                  <a:ext uri="{FF2B5EF4-FFF2-40B4-BE49-F238E27FC236}">
                    <a16:creationId xmlns:a16="http://schemas.microsoft.com/office/drawing/2014/main" id="{0C288320-FC57-1E88-A113-C9485BB62929}"/>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704645" y="2029804"/>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13" name="Group 212">
              <a:extLst>
                <a:ext uri="{FF2B5EF4-FFF2-40B4-BE49-F238E27FC236}">
                  <a16:creationId xmlns:a16="http://schemas.microsoft.com/office/drawing/2014/main" id="{E74F5A7A-E559-0EBD-ACF8-D2A8F8BB25DB}"/>
                </a:ext>
              </a:extLst>
            </p:cNvPr>
            <p:cNvGrpSpPr/>
            <p:nvPr/>
          </p:nvGrpSpPr>
          <p:grpSpPr>
            <a:xfrm>
              <a:off x="7493518" y="3325424"/>
              <a:ext cx="857739" cy="583764"/>
              <a:chOff x="7487144" y="3296104"/>
              <a:chExt cx="857739" cy="583764"/>
            </a:xfrm>
          </p:grpSpPr>
          <p:grpSp>
            <p:nvGrpSpPr>
              <p:cNvPr id="214" name="Group 213">
                <a:extLst>
                  <a:ext uri="{FF2B5EF4-FFF2-40B4-BE49-F238E27FC236}">
                    <a16:creationId xmlns:a16="http://schemas.microsoft.com/office/drawing/2014/main" id="{4D66E1E5-0E7F-9376-12E9-4838938A6E95}"/>
                  </a:ext>
                </a:extLst>
              </p:cNvPr>
              <p:cNvGrpSpPr/>
              <p:nvPr/>
            </p:nvGrpSpPr>
            <p:grpSpPr>
              <a:xfrm>
                <a:off x="7487144" y="3389820"/>
                <a:ext cx="350807" cy="305517"/>
                <a:chOff x="7487144" y="3389820"/>
                <a:chExt cx="350807" cy="305517"/>
              </a:xfrm>
            </p:grpSpPr>
            <p:pic>
              <p:nvPicPr>
                <p:cNvPr id="221" name="Picture 1115" descr="antenna_stylized">
                  <a:extLst>
                    <a:ext uri="{FF2B5EF4-FFF2-40B4-BE49-F238E27FC236}">
                      <a16:creationId xmlns:a16="http://schemas.microsoft.com/office/drawing/2014/main" id="{CD8FADDB-756F-E9C2-263E-C9297AFBD5E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487144" y="3389820"/>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2" name="Picture 1116" descr="laptop_keyboard">
                  <a:extLst>
                    <a:ext uri="{FF2B5EF4-FFF2-40B4-BE49-F238E27FC236}">
                      <a16:creationId xmlns:a16="http://schemas.microsoft.com/office/drawing/2014/main" id="{83ECF76A-5EE8-FE1A-24B8-CF2487F1653E}"/>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rot="109064" flipH="1">
                  <a:off x="7504001" y="3575889"/>
                  <a:ext cx="286699" cy="119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3" name="Freeform 1117">
                  <a:extLst>
                    <a:ext uri="{FF2B5EF4-FFF2-40B4-BE49-F238E27FC236}">
                      <a16:creationId xmlns:a16="http://schemas.microsoft.com/office/drawing/2014/main" id="{4C234F02-7A29-164D-D217-4607D4EEBB65}"/>
                    </a:ext>
                  </a:extLst>
                </p:cNvPr>
                <p:cNvSpPr>
                  <a:spLocks/>
                </p:cNvSpPr>
                <p:nvPr/>
              </p:nvSpPr>
              <p:spPr bwMode="auto">
                <a:xfrm>
                  <a:off x="7599014" y="3459979"/>
                  <a:ext cx="230764" cy="155883"/>
                </a:xfrm>
                <a:custGeom>
                  <a:avLst/>
                  <a:gdLst>
                    <a:gd name="T0" fmla="*/ 143665061 w 2982"/>
                    <a:gd name="T1" fmla="*/ 0 h 2442"/>
                    <a:gd name="T2" fmla="*/ 0 w 2982"/>
                    <a:gd name="T3" fmla="*/ 66329557 h 2442"/>
                    <a:gd name="T4" fmla="*/ 573719931 w 2982"/>
                    <a:gd name="T5" fmla="*/ 82975142 h 2442"/>
                    <a:gd name="T6" fmla="*/ 717384993 w 2982"/>
                    <a:gd name="T7" fmla="*/ 16645585 h 2442"/>
                    <a:gd name="T8" fmla="*/ 14366506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24" name="Picture 1118" descr="screen">
                  <a:extLst>
                    <a:ext uri="{FF2B5EF4-FFF2-40B4-BE49-F238E27FC236}">
                      <a16:creationId xmlns:a16="http://schemas.microsoft.com/office/drawing/2014/main" id="{F5B06D14-54C3-1F49-BB11-42DFD89ED940}"/>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610380" y="3463988"/>
                  <a:ext cx="209692" cy="141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 name="Freeform 1119">
                  <a:extLst>
                    <a:ext uri="{FF2B5EF4-FFF2-40B4-BE49-F238E27FC236}">
                      <a16:creationId xmlns:a16="http://schemas.microsoft.com/office/drawing/2014/main" id="{E314E99D-EA10-89F9-06F7-A33031856C7D}"/>
                    </a:ext>
                  </a:extLst>
                </p:cNvPr>
                <p:cNvSpPr>
                  <a:spLocks/>
                </p:cNvSpPr>
                <p:nvPr/>
              </p:nvSpPr>
              <p:spPr bwMode="auto">
                <a:xfrm>
                  <a:off x="7641029" y="3455381"/>
                  <a:ext cx="195517" cy="29007"/>
                </a:xfrm>
                <a:custGeom>
                  <a:avLst/>
                  <a:gdLst>
                    <a:gd name="T0" fmla="*/ 35620212 w 2528"/>
                    <a:gd name="T1" fmla="*/ 0 h 455"/>
                    <a:gd name="T2" fmla="*/ 608343257 w 2528"/>
                    <a:gd name="T3" fmla="*/ 16582250 h 455"/>
                    <a:gd name="T4" fmla="*/ 572256449 w 2528"/>
                    <a:gd name="T5" fmla="*/ 16582250 h 455"/>
                    <a:gd name="T6" fmla="*/ 0 w 2528"/>
                    <a:gd name="T7" fmla="*/ 16582250 h 455"/>
                    <a:gd name="T8" fmla="*/ 35620212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6" name="Freeform 1120">
                  <a:extLst>
                    <a:ext uri="{FF2B5EF4-FFF2-40B4-BE49-F238E27FC236}">
                      <a16:creationId xmlns:a16="http://schemas.microsoft.com/office/drawing/2014/main" id="{3384EAD2-0268-7E87-BBD4-39037C601DF7}"/>
                    </a:ext>
                  </a:extLst>
                </p:cNvPr>
                <p:cNvSpPr>
                  <a:spLocks/>
                </p:cNvSpPr>
                <p:nvPr/>
              </p:nvSpPr>
              <p:spPr bwMode="auto">
                <a:xfrm>
                  <a:off x="7596971" y="3455145"/>
                  <a:ext cx="54275" cy="120745"/>
                </a:xfrm>
                <a:custGeom>
                  <a:avLst/>
                  <a:gdLst>
                    <a:gd name="T0" fmla="*/ 142804406 w 702"/>
                    <a:gd name="T1" fmla="*/ 0 h 1893"/>
                    <a:gd name="T2" fmla="*/ 0 w 702"/>
                    <a:gd name="T3" fmla="*/ 66174575 h 1893"/>
                    <a:gd name="T4" fmla="*/ 35584530 w 702"/>
                    <a:gd name="T5" fmla="*/ 66174575 h 1893"/>
                    <a:gd name="T6" fmla="*/ 178855222 w 702"/>
                    <a:gd name="T7" fmla="*/ 16607700 h 1893"/>
                    <a:gd name="T8" fmla="*/ 142804406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7" name="Freeform 1121">
                  <a:extLst>
                    <a:ext uri="{FF2B5EF4-FFF2-40B4-BE49-F238E27FC236}">
                      <a16:creationId xmlns:a16="http://schemas.microsoft.com/office/drawing/2014/main" id="{43B1FB6F-B2E6-6276-EA95-9BF1C5245727}"/>
                    </a:ext>
                  </a:extLst>
                </p:cNvPr>
                <p:cNvSpPr>
                  <a:spLocks/>
                </p:cNvSpPr>
                <p:nvPr/>
              </p:nvSpPr>
              <p:spPr bwMode="auto">
                <a:xfrm>
                  <a:off x="7776652" y="3476723"/>
                  <a:ext cx="58489" cy="139375"/>
                </a:xfrm>
                <a:custGeom>
                  <a:avLst/>
                  <a:gdLst>
                    <a:gd name="T0" fmla="*/ 179213623 w 756"/>
                    <a:gd name="T1" fmla="*/ 0 h 2184"/>
                    <a:gd name="T2" fmla="*/ 35656008 w 756"/>
                    <a:gd name="T3" fmla="*/ 82904513 h 2184"/>
                    <a:gd name="T4" fmla="*/ 0 w 756"/>
                    <a:gd name="T5" fmla="*/ 82904513 h 2184"/>
                    <a:gd name="T6" fmla="*/ 143090785 w 756"/>
                    <a:gd name="T7" fmla="*/ 16632211 h 2184"/>
                    <a:gd name="T8" fmla="*/ 179213623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8" name="Freeform 1122">
                  <a:extLst>
                    <a:ext uri="{FF2B5EF4-FFF2-40B4-BE49-F238E27FC236}">
                      <a16:creationId xmlns:a16="http://schemas.microsoft.com/office/drawing/2014/main" id="{EC487535-D644-37A5-0455-E4CA585F7E8E}"/>
                    </a:ext>
                  </a:extLst>
                </p:cNvPr>
                <p:cNvSpPr>
                  <a:spLocks/>
                </p:cNvSpPr>
                <p:nvPr/>
              </p:nvSpPr>
              <p:spPr bwMode="auto">
                <a:xfrm>
                  <a:off x="7596332" y="3569758"/>
                  <a:ext cx="214545" cy="47048"/>
                </a:xfrm>
                <a:custGeom>
                  <a:avLst/>
                  <a:gdLst>
                    <a:gd name="T0" fmla="*/ 35658648 w 2773"/>
                    <a:gd name="T1" fmla="*/ 0 h 738"/>
                    <a:gd name="T2" fmla="*/ 0 w 2773"/>
                    <a:gd name="T3" fmla="*/ 16581742 h 738"/>
                    <a:gd name="T4" fmla="*/ 573357470 w 2773"/>
                    <a:gd name="T5" fmla="*/ 33163485 h 738"/>
                    <a:gd name="T6" fmla="*/ 573357470 w 2773"/>
                    <a:gd name="T7" fmla="*/ 16581742 h 738"/>
                    <a:gd name="T8" fmla="*/ 35658648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9" name="Freeform 1123">
                  <a:extLst>
                    <a:ext uri="{FF2B5EF4-FFF2-40B4-BE49-F238E27FC236}">
                      <a16:creationId xmlns:a16="http://schemas.microsoft.com/office/drawing/2014/main" id="{2A6035C5-5887-94F6-C96F-23F3327EDDBD}"/>
                    </a:ext>
                  </a:extLst>
                </p:cNvPr>
                <p:cNvSpPr>
                  <a:spLocks/>
                </p:cNvSpPr>
                <p:nvPr/>
              </p:nvSpPr>
              <p:spPr bwMode="auto">
                <a:xfrm>
                  <a:off x="7783165" y="3477902"/>
                  <a:ext cx="54786" cy="139965"/>
                </a:xfrm>
                <a:custGeom>
                  <a:avLst/>
                  <a:gdLst>
                    <a:gd name="T0" fmla="*/ 656550006 w 637"/>
                    <a:gd name="T1" fmla="*/ 0 h 1659"/>
                    <a:gd name="T2" fmla="*/ 656550006 w 637"/>
                    <a:gd name="T3" fmla="*/ 0 h 1659"/>
                    <a:gd name="T4" fmla="*/ 54716163 w 637"/>
                    <a:gd name="T5" fmla="*/ 2147483646 h 1659"/>
                    <a:gd name="T6" fmla="*/ 0 w 637"/>
                    <a:gd name="T7" fmla="*/ 2147483646 h 1659"/>
                    <a:gd name="T8" fmla="*/ 65655000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0" name="Freeform 1124">
                  <a:extLst>
                    <a:ext uri="{FF2B5EF4-FFF2-40B4-BE49-F238E27FC236}">
                      <a16:creationId xmlns:a16="http://schemas.microsoft.com/office/drawing/2014/main" id="{10119555-FD5C-729B-1143-4E71DA87B985}"/>
                    </a:ext>
                  </a:extLst>
                </p:cNvPr>
                <p:cNvSpPr>
                  <a:spLocks/>
                </p:cNvSpPr>
                <p:nvPr/>
              </p:nvSpPr>
              <p:spPr bwMode="auto">
                <a:xfrm>
                  <a:off x="7596588" y="3576007"/>
                  <a:ext cx="190792" cy="46458"/>
                </a:xfrm>
                <a:custGeom>
                  <a:avLst/>
                  <a:gdLst>
                    <a:gd name="T0" fmla="*/ 0 w 2216"/>
                    <a:gd name="T1" fmla="*/ 0 h 550"/>
                    <a:gd name="T2" fmla="*/ 54884212 w 2216"/>
                    <a:gd name="T3" fmla="*/ 101852492 h 550"/>
                    <a:gd name="T4" fmla="*/ 2147483646 w 2216"/>
                    <a:gd name="T5" fmla="*/ 1017940055 h 550"/>
                    <a:gd name="T6" fmla="*/ 2147483646 w 2216"/>
                    <a:gd name="T7" fmla="*/ 865464562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31" name="Group 1125">
                  <a:extLst>
                    <a:ext uri="{FF2B5EF4-FFF2-40B4-BE49-F238E27FC236}">
                      <a16:creationId xmlns:a16="http://schemas.microsoft.com/office/drawing/2014/main" id="{4A28413B-B963-C7AD-19E1-7646C079A7A3}"/>
                    </a:ext>
                  </a:extLst>
                </p:cNvPr>
                <p:cNvGrpSpPr>
                  <a:grpSpLocks/>
                </p:cNvGrpSpPr>
                <p:nvPr/>
              </p:nvGrpSpPr>
              <p:grpSpPr bwMode="auto">
                <a:xfrm>
                  <a:off x="7593395" y="3625649"/>
                  <a:ext cx="64747" cy="27592"/>
                  <a:chOff x="1740" y="2642"/>
                  <a:chExt cx="752" cy="327"/>
                </a:xfrm>
              </p:grpSpPr>
              <p:sp>
                <p:nvSpPr>
                  <p:cNvPr id="238" name="Freeform 1126">
                    <a:extLst>
                      <a:ext uri="{FF2B5EF4-FFF2-40B4-BE49-F238E27FC236}">
                        <a16:creationId xmlns:a16="http://schemas.microsoft.com/office/drawing/2014/main" id="{2D3AE3C1-35BA-7260-7B30-B380F52B23A6}"/>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9" name="Freeform 1127">
                    <a:extLst>
                      <a:ext uri="{FF2B5EF4-FFF2-40B4-BE49-F238E27FC236}">
                        <a16:creationId xmlns:a16="http://schemas.microsoft.com/office/drawing/2014/main" id="{7EC46D7C-9E40-5CE4-741E-BA61ECBCC007}"/>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0" name="Freeform 1128">
                    <a:extLst>
                      <a:ext uri="{FF2B5EF4-FFF2-40B4-BE49-F238E27FC236}">
                        <a16:creationId xmlns:a16="http://schemas.microsoft.com/office/drawing/2014/main" id="{630B7A55-8853-4AB9-3363-4671D348505D}"/>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1" name="Freeform 1129">
                    <a:extLst>
                      <a:ext uri="{FF2B5EF4-FFF2-40B4-BE49-F238E27FC236}">
                        <a16:creationId xmlns:a16="http://schemas.microsoft.com/office/drawing/2014/main" id="{9ED98E92-EC93-2C20-C39A-C5A5546775F8}"/>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2" name="Freeform 1130">
                    <a:extLst>
                      <a:ext uri="{FF2B5EF4-FFF2-40B4-BE49-F238E27FC236}">
                        <a16:creationId xmlns:a16="http://schemas.microsoft.com/office/drawing/2014/main" id="{7C5C81C8-91C8-14C6-CC10-5D7E222321EA}"/>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3" name="Freeform 1131">
                    <a:extLst>
                      <a:ext uri="{FF2B5EF4-FFF2-40B4-BE49-F238E27FC236}">
                        <a16:creationId xmlns:a16="http://schemas.microsoft.com/office/drawing/2014/main" id="{0109A507-D543-4CB7-D8E8-ABAE2536F9EE}"/>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32" name="Freeform 1132">
                  <a:extLst>
                    <a:ext uri="{FF2B5EF4-FFF2-40B4-BE49-F238E27FC236}">
                      <a16:creationId xmlns:a16="http://schemas.microsoft.com/office/drawing/2014/main" id="{E0B53CAD-1DB2-009C-DE7B-ACEB2ACCF251}"/>
                    </a:ext>
                  </a:extLst>
                </p:cNvPr>
                <p:cNvSpPr>
                  <a:spLocks/>
                </p:cNvSpPr>
                <p:nvPr/>
              </p:nvSpPr>
              <p:spPr bwMode="auto">
                <a:xfrm>
                  <a:off x="7704243" y="3629776"/>
                  <a:ext cx="78411" cy="60608"/>
                </a:xfrm>
                <a:custGeom>
                  <a:avLst/>
                  <a:gdLst>
                    <a:gd name="T0" fmla="*/ 39250883 w 990"/>
                    <a:gd name="T1" fmla="*/ 342828616 h 792"/>
                    <a:gd name="T2" fmla="*/ 354255671 w 990"/>
                    <a:gd name="T3" fmla="*/ 0 h 792"/>
                    <a:gd name="T4" fmla="*/ 354255671 w 990"/>
                    <a:gd name="T5" fmla="*/ 34504242 h 792"/>
                    <a:gd name="T6" fmla="*/ 0 w 990"/>
                    <a:gd name="T7" fmla="*/ 342828616 h 792"/>
                    <a:gd name="T8" fmla="*/ 39250883 w 990"/>
                    <a:gd name="T9" fmla="*/ 342828616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3" name="Freeform 1133">
                  <a:extLst>
                    <a:ext uri="{FF2B5EF4-FFF2-40B4-BE49-F238E27FC236}">
                      <a16:creationId xmlns:a16="http://schemas.microsoft.com/office/drawing/2014/main" id="{5F1F3AFD-B4BE-3F23-2554-41493EB1D570}"/>
                    </a:ext>
                  </a:extLst>
                </p:cNvPr>
                <p:cNvSpPr>
                  <a:spLocks/>
                </p:cNvSpPr>
                <p:nvPr/>
              </p:nvSpPr>
              <p:spPr bwMode="auto">
                <a:xfrm>
                  <a:off x="7504129" y="3634611"/>
                  <a:ext cx="200625" cy="55302"/>
                </a:xfrm>
                <a:custGeom>
                  <a:avLst/>
                  <a:gdLst>
                    <a:gd name="T0" fmla="*/ 39302216 w 2532"/>
                    <a:gd name="T1" fmla="*/ 0 h 723"/>
                    <a:gd name="T2" fmla="*/ 39302216 w 2532"/>
                    <a:gd name="T3" fmla="*/ 0 h 723"/>
                    <a:gd name="T4" fmla="*/ 867084690 w 2532"/>
                    <a:gd name="T5" fmla="*/ 307891170 h 723"/>
                    <a:gd name="T6" fmla="*/ 867084690 w 2532"/>
                    <a:gd name="T7" fmla="*/ 342351506 h 723"/>
                    <a:gd name="T8" fmla="*/ 0 w 2532"/>
                    <a:gd name="T9" fmla="*/ 34009889 h 723"/>
                    <a:gd name="T10" fmla="*/ 39302216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4" name="Freeform 1134">
                  <a:extLst>
                    <a:ext uri="{FF2B5EF4-FFF2-40B4-BE49-F238E27FC236}">
                      <a16:creationId xmlns:a16="http://schemas.microsoft.com/office/drawing/2014/main" id="{F4FF3621-CCB6-EB88-FD08-D8612CBEC248}"/>
                    </a:ext>
                  </a:extLst>
                </p:cNvPr>
                <p:cNvSpPr>
                  <a:spLocks/>
                </p:cNvSpPr>
                <p:nvPr/>
              </p:nvSpPr>
              <p:spPr bwMode="auto">
                <a:xfrm>
                  <a:off x="7504257" y="3624470"/>
                  <a:ext cx="2171" cy="11202"/>
                </a:xfrm>
                <a:custGeom>
                  <a:avLst/>
                  <a:gdLst>
                    <a:gd name="T0" fmla="*/ 48903362 w 26"/>
                    <a:gd name="T1" fmla="*/ 33634500 h 147"/>
                    <a:gd name="T2" fmla="*/ 48903362 w 26"/>
                    <a:gd name="T3" fmla="*/ 67263209 h 147"/>
                    <a:gd name="T4" fmla="*/ 0 w 26"/>
                    <a:gd name="T5" fmla="*/ 67263209 h 147"/>
                    <a:gd name="T6" fmla="*/ 48903362 w 26"/>
                    <a:gd name="T7" fmla="*/ 0 h 147"/>
                    <a:gd name="T8" fmla="*/ 48903362 w 26"/>
                    <a:gd name="T9" fmla="*/ 3363450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5" name="Freeform 1135">
                  <a:extLst>
                    <a:ext uri="{FF2B5EF4-FFF2-40B4-BE49-F238E27FC236}">
                      <a16:creationId xmlns:a16="http://schemas.microsoft.com/office/drawing/2014/main" id="{0B283AD9-D5B1-76AD-4AEC-D7AB79A73FA8}"/>
                    </a:ext>
                  </a:extLst>
                </p:cNvPr>
                <p:cNvSpPr>
                  <a:spLocks/>
                </p:cNvSpPr>
                <p:nvPr/>
              </p:nvSpPr>
              <p:spPr bwMode="auto">
                <a:xfrm>
                  <a:off x="7504384" y="3578837"/>
                  <a:ext cx="93225" cy="46340"/>
                </a:xfrm>
                <a:custGeom>
                  <a:avLst/>
                  <a:gdLst>
                    <a:gd name="T0" fmla="*/ 395043791 w 1176"/>
                    <a:gd name="T1" fmla="*/ 0 h 606"/>
                    <a:gd name="T2" fmla="*/ 0 w 1176"/>
                    <a:gd name="T3" fmla="*/ 273654982 h 606"/>
                    <a:gd name="T4" fmla="*/ 39357994 w 1176"/>
                    <a:gd name="T5" fmla="*/ 273654982 h 606"/>
                    <a:gd name="T6" fmla="*/ 395043791 w 1176"/>
                    <a:gd name="T7" fmla="*/ 33985420 h 606"/>
                    <a:gd name="T8" fmla="*/ 39504379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6" name="Freeform 1136">
                  <a:extLst>
                    <a:ext uri="{FF2B5EF4-FFF2-40B4-BE49-F238E27FC236}">
                      <a16:creationId xmlns:a16="http://schemas.microsoft.com/office/drawing/2014/main" id="{8FB361B9-6403-CD7A-9CB1-D98E9BD148D0}"/>
                    </a:ext>
                  </a:extLst>
                </p:cNvPr>
                <p:cNvSpPr>
                  <a:spLocks/>
                </p:cNvSpPr>
                <p:nvPr/>
              </p:nvSpPr>
              <p:spPr bwMode="auto">
                <a:xfrm>
                  <a:off x="7510642" y="3626829"/>
                  <a:ext cx="190281" cy="53180"/>
                </a:xfrm>
                <a:custGeom>
                  <a:avLst/>
                  <a:gdLst>
                    <a:gd name="T0" fmla="*/ 31829833 w 2532"/>
                    <a:gd name="T1" fmla="*/ 0 h 723"/>
                    <a:gd name="T2" fmla="*/ 31829833 w 2532"/>
                    <a:gd name="T3" fmla="*/ 0 h 723"/>
                    <a:gd name="T4" fmla="*/ 382827787 w 2532"/>
                    <a:gd name="T5" fmla="*/ 175498781 h 723"/>
                    <a:gd name="T6" fmla="*/ 382827787 w 2532"/>
                    <a:gd name="T7" fmla="*/ 175498781 h 723"/>
                    <a:gd name="T8" fmla="*/ 0 w 2532"/>
                    <a:gd name="T9" fmla="*/ 29448186 h 723"/>
                    <a:gd name="T10" fmla="*/ 31829833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7" name="Freeform 1137">
                  <a:extLst>
                    <a:ext uri="{FF2B5EF4-FFF2-40B4-BE49-F238E27FC236}">
                      <a16:creationId xmlns:a16="http://schemas.microsoft.com/office/drawing/2014/main" id="{874366FD-0D49-76A9-2C63-00852778F636}"/>
                    </a:ext>
                  </a:extLst>
                </p:cNvPr>
                <p:cNvSpPr>
                  <a:spLocks/>
                </p:cNvSpPr>
                <p:nvPr/>
              </p:nvSpPr>
              <p:spPr bwMode="auto">
                <a:xfrm flipV="1">
                  <a:off x="7700668" y="3623055"/>
                  <a:ext cx="77645" cy="55066"/>
                </a:xfrm>
                <a:custGeom>
                  <a:avLst/>
                  <a:gdLst>
                    <a:gd name="T0" fmla="*/ 0 w 2532"/>
                    <a:gd name="T1" fmla="*/ 0 h 723"/>
                    <a:gd name="T2" fmla="*/ 0 w 2532"/>
                    <a:gd name="T3" fmla="*/ 0 h 723"/>
                    <a:gd name="T4" fmla="*/ 0 w 2532"/>
                    <a:gd name="T5" fmla="*/ 302641137 h 723"/>
                    <a:gd name="T6" fmla="*/ 0 w 2532"/>
                    <a:gd name="T7" fmla="*/ 302641137 h 723"/>
                    <a:gd name="T8" fmla="*/ 0 w 2532"/>
                    <a:gd name="T9" fmla="*/ 33575256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15" name="Group 1139">
                <a:extLst>
                  <a:ext uri="{FF2B5EF4-FFF2-40B4-BE49-F238E27FC236}">
                    <a16:creationId xmlns:a16="http://schemas.microsoft.com/office/drawing/2014/main" id="{710FD334-A95A-C5CC-7FED-11497B9A932C}"/>
                  </a:ext>
                </a:extLst>
              </p:cNvPr>
              <p:cNvGrpSpPr>
                <a:grpSpLocks/>
              </p:cNvGrpSpPr>
              <p:nvPr/>
            </p:nvGrpSpPr>
            <p:grpSpPr bwMode="auto">
              <a:xfrm flipH="1">
                <a:off x="7985622" y="3537823"/>
                <a:ext cx="359261" cy="342045"/>
                <a:chOff x="2839" y="3501"/>
                <a:chExt cx="755" cy="803"/>
              </a:xfrm>
            </p:grpSpPr>
            <p:pic>
              <p:nvPicPr>
                <p:cNvPr id="219" name="Picture 1140" descr="desktop_computer_stylized_medium">
                  <a:extLst>
                    <a:ext uri="{FF2B5EF4-FFF2-40B4-BE49-F238E27FC236}">
                      <a16:creationId xmlns:a16="http://schemas.microsoft.com/office/drawing/2014/main" id="{AE665BBD-690A-6591-289F-B3B83FE0DB39}"/>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0" name="Freeform 1141">
                  <a:extLst>
                    <a:ext uri="{FF2B5EF4-FFF2-40B4-BE49-F238E27FC236}">
                      <a16:creationId xmlns:a16="http://schemas.microsoft.com/office/drawing/2014/main" id="{2AC073AB-A461-45ED-B990-63D047A6D6B2}"/>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16" name="Group 215">
                <a:extLst>
                  <a:ext uri="{FF2B5EF4-FFF2-40B4-BE49-F238E27FC236}">
                    <a16:creationId xmlns:a16="http://schemas.microsoft.com/office/drawing/2014/main" id="{0E0012C2-3430-9D54-31F4-110F2143684E}"/>
                  </a:ext>
                </a:extLst>
              </p:cNvPr>
              <p:cNvGrpSpPr/>
              <p:nvPr/>
            </p:nvGrpSpPr>
            <p:grpSpPr>
              <a:xfrm>
                <a:off x="7797061" y="3296104"/>
                <a:ext cx="347997" cy="396620"/>
                <a:chOff x="7797061" y="3296104"/>
                <a:chExt cx="347997" cy="396620"/>
              </a:xfrm>
            </p:grpSpPr>
            <p:pic>
              <p:nvPicPr>
                <p:cNvPr id="217" name="Picture 571" descr="fridge2.png">
                  <a:extLst>
                    <a:ext uri="{FF2B5EF4-FFF2-40B4-BE49-F238E27FC236}">
                      <a16:creationId xmlns:a16="http://schemas.microsoft.com/office/drawing/2014/main" id="{1D17C216-FBCB-2032-05BA-28845E5E8161}"/>
                    </a:ext>
                  </a:extLst>
                </p:cNvPr>
                <p:cNvPicPr>
                  <a:picLocks noChangeAspect="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7896825" y="3355697"/>
                  <a:ext cx="189578" cy="337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8" name="Picture 1115" descr="antenna_stylized">
                  <a:extLst>
                    <a:ext uri="{FF2B5EF4-FFF2-40B4-BE49-F238E27FC236}">
                      <a16:creationId xmlns:a16="http://schemas.microsoft.com/office/drawing/2014/main" id="{CE5B6E07-3C7A-5A06-E432-3144D2C21B4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797061" y="3296104"/>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244" name="Group 243">
              <a:extLst>
                <a:ext uri="{FF2B5EF4-FFF2-40B4-BE49-F238E27FC236}">
                  <a16:creationId xmlns:a16="http://schemas.microsoft.com/office/drawing/2014/main" id="{47CEDB9F-F681-75DE-1451-209959706C2E}"/>
                </a:ext>
              </a:extLst>
            </p:cNvPr>
            <p:cNvGrpSpPr/>
            <p:nvPr/>
          </p:nvGrpSpPr>
          <p:grpSpPr>
            <a:xfrm>
              <a:off x="11064947" y="3428485"/>
              <a:ext cx="518448" cy="1212242"/>
              <a:chOff x="11058573" y="3399165"/>
              <a:chExt cx="518448" cy="1212242"/>
            </a:xfrm>
          </p:grpSpPr>
          <p:grpSp>
            <p:nvGrpSpPr>
              <p:cNvPr id="245" name="Group 244">
                <a:extLst>
                  <a:ext uri="{FF2B5EF4-FFF2-40B4-BE49-F238E27FC236}">
                    <a16:creationId xmlns:a16="http://schemas.microsoft.com/office/drawing/2014/main" id="{45A0F4F4-395A-0C91-AA84-38D96D08427A}"/>
                  </a:ext>
                </a:extLst>
              </p:cNvPr>
              <p:cNvGrpSpPr/>
              <p:nvPr/>
            </p:nvGrpSpPr>
            <p:grpSpPr>
              <a:xfrm>
                <a:off x="11150622" y="4159591"/>
                <a:ext cx="426399" cy="451816"/>
                <a:chOff x="5182936" y="2693365"/>
                <a:chExt cx="532434" cy="414788"/>
              </a:xfrm>
            </p:grpSpPr>
            <p:cxnSp>
              <p:nvCxnSpPr>
                <p:cNvPr id="252" name="Straight Connector 251">
                  <a:extLst>
                    <a:ext uri="{FF2B5EF4-FFF2-40B4-BE49-F238E27FC236}">
                      <a16:creationId xmlns:a16="http://schemas.microsoft.com/office/drawing/2014/main" id="{80A20F62-9230-B765-D1AA-E6E4ED84E2F5}"/>
                    </a:ext>
                  </a:extLst>
                </p:cNvPr>
                <p:cNvCxnSpPr>
                  <a:cxnSpLocks/>
                </p:cNvCxnSpPr>
                <p:nvPr/>
              </p:nvCxnSpPr>
              <p:spPr>
                <a:xfrm>
                  <a:off x="5182936" y="2914214"/>
                  <a:ext cx="153344" cy="0"/>
                </a:xfrm>
                <a:prstGeom prst="line">
                  <a:avLst/>
                </a:prstGeom>
                <a:ln w="12700">
                  <a:solidFill>
                    <a:srgbClr val="E40000"/>
                  </a:solidFill>
                </a:ln>
                <a:effectLst/>
              </p:spPr>
              <p:style>
                <a:lnRef idx="2">
                  <a:schemeClr val="accent1"/>
                </a:lnRef>
                <a:fillRef idx="0">
                  <a:schemeClr val="accent1"/>
                </a:fillRef>
                <a:effectRef idx="1">
                  <a:schemeClr val="accent1"/>
                </a:effectRef>
                <a:fontRef idx="minor">
                  <a:schemeClr val="tx1"/>
                </a:fontRef>
              </p:style>
            </p:cxnSp>
            <p:grpSp>
              <p:nvGrpSpPr>
                <p:cNvPr id="253" name="Group 252">
                  <a:extLst>
                    <a:ext uri="{FF2B5EF4-FFF2-40B4-BE49-F238E27FC236}">
                      <a16:creationId xmlns:a16="http://schemas.microsoft.com/office/drawing/2014/main" id="{8D9CC150-8F89-5E81-3E7E-632172E17F27}"/>
                    </a:ext>
                  </a:extLst>
                </p:cNvPr>
                <p:cNvGrpSpPr/>
                <p:nvPr/>
              </p:nvGrpSpPr>
              <p:grpSpPr>
                <a:xfrm>
                  <a:off x="5275406" y="2693365"/>
                  <a:ext cx="439964" cy="414788"/>
                  <a:chOff x="5275406" y="2711455"/>
                  <a:chExt cx="452949" cy="405518"/>
                </a:xfrm>
              </p:grpSpPr>
              <p:pic>
                <p:nvPicPr>
                  <p:cNvPr id="254" name="Picture 253" descr="server_rack.png">
                    <a:extLst>
                      <a:ext uri="{FF2B5EF4-FFF2-40B4-BE49-F238E27FC236}">
                        <a16:creationId xmlns:a16="http://schemas.microsoft.com/office/drawing/2014/main" id="{1C31AED9-59E7-14EE-4033-2651299173C7}"/>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537367" y="2770786"/>
                    <a:ext cx="190988" cy="313366"/>
                  </a:xfrm>
                  <a:prstGeom prst="rect">
                    <a:avLst/>
                  </a:prstGeom>
                </p:spPr>
              </p:pic>
              <p:pic>
                <p:nvPicPr>
                  <p:cNvPr id="255" name="Picture 254" descr="server_rack.png">
                    <a:extLst>
                      <a:ext uri="{FF2B5EF4-FFF2-40B4-BE49-F238E27FC236}">
                        <a16:creationId xmlns:a16="http://schemas.microsoft.com/office/drawing/2014/main" id="{C983ECB5-2F8C-D798-2085-1A87D424FAE9}"/>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275406" y="2764002"/>
                    <a:ext cx="190988" cy="313366"/>
                  </a:xfrm>
                  <a:prstGeom prst="rect">
                    <a:avLst/>
                  </a:prstGeom>
                </p:spPr>
              </p:pic>
              <p:pic>
                <p:nvPicPr>
                  <p:cNvPr id="256" name="Picture 255" descr="server_rack.png">
                    <a:extLst>
                      <a:ext uri="{FF2B5EF4-FFF2-40B4-BE49-F238E27FC236}">
                        <a16:creationId xmlns:a16="http://schemas.microsoft.com/office/drawing/2014/main" id="{E361DCFD-4BDA-CF56-DBB8-2DA94A0221E1}"/>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385676" y="2711455"/>
                    <a:ext cx="247152" cy="405518"/>
                  </a:xfrm>
                  <a:prstGeom prst="rect">
                    <a:avLst/>
                  </a:prstGeom>
                </p:spPr>
              </p:pic>
            </p:grpSp>
          </p:grpSp>
          <p:grpSp>
            <p:nvGrpSpPr>
              <p:cNvPr id="246" name="Group 245">
                <a:extLst>
                  <a:ext uri="{FF2B5EF4-FFF2-40B4-BE49-F238E27FC236}">
                    <a16:creationId xmlns:a16="http://schemas.microsoft.com/office/drawing/2014/main" id="{DBE430F2-FAB5-B491-AE4F-DE8B12AC3414}"/>
                  </a:ext>
                </a:extLst>
              </p:cNvPr>
              <p:cNvGrpSpPr/>
              <p:nvPr/>
            </p:nvGrpSpPr>
            <p:grpSpPr>
              <a:xfrm>
                <a:off x="11058573" y="3399165"/>
                <a:ext cx="423724" cy="405973"/>
                <a:chOff x="5103720" y="2693365"/>
                <a:chExt cx="611650" cy="414788"/>
              </a:xfrm>
            </p:grpSpPr>
            <p:cxnSp>
              <p:nvCxnSpPr>
                <p:cNvPr id="247" name="Straight Connector 246">
                  <a:extLst>
                    <a:ext uri="{FF2B5EF4-FFF2-40B4-BE49-F238E27FC236}">
                      <a16:creationId xmlns:a16="http://schemas.microsoft.com/office/drawing/2014/main" id="{8AC7DFF7-D92B-4BD9-16FF-D5B6FF64D341}"/>
                    </a:ext>
                  </a:extLst>
                </p:cNvPr>
                <p:cNvCxnSpPr/>
                <p:nvPr/>
              </p:nvCxnSpPr>
              <p:spPr>
                <a:xfrm>
                  <a:off x="5103720" y="2914214"/>
                  <a:ext cx="232559" cy="0"/>
                </a:xfrm>
                <a:prstGeom prst="line">
                  <a:avLst/>
                </a:prstGeom>
                <a:ln w="12700">
                  <a:solidFill>
                    <a:srgbClr val="E40000"/>
                  </a:solidFill>
                </a:ln>
                <a:effectLst/>
              </p:spPr>
              <p:style>
                <a:lnRef idx="2">
                  <a:schemeClr val="accent1"/>
                </a:lnRef>
                <a:fillRef idx="0">
                  <a:schemeClr val="accent1"/>
                </a:fillRef>
                <a:effectRef idx="1">
                  <a:schemeClr val="accent1"/>
                </a:effectRef>
                <a:fontRef idx="minor">
                  <a:schemeClr val="tx1"/>
                </a:fontRef>
              </p:style>
            </p:cxnSp>
            <p:grpSp>
              <p:nvGrpSpPr>
                <p:cNvPr id="248" name="Group 247">
                  <a:extLst>
                    <a:ext uri="{FF2B5EF4-FFF2-40B4-BE49-F238E27FC236}">
                      <a16:creationId xmlns:a16="http://schemas.microsoft.com/office/drawing/2014/main" id="{23FE2B0F-5F09-0266-DD50-F8E93C51A022}"/>
                    </a:ext>
                  </a:extLst>
                </p:cNvPr>
                <p:cNvGrpSpPr/>
                <p:nvPr/>
              </p:nvGrpSpPr>
              <p:grpSpPr>
                <a:xfrm>
                  <a:off x="5275406" y="2693365"/>
                  <a:ext cx="439964" cy="414788"/>
                  <a:chOff x="5275406" y="2711455"/>
                  <a:chExt cx="452949" cy="405518"/>
                </a:xfrm>
              </p:grpSpPr>
              <p:pic>
                <p:nvPicPr>
                  <p:cNvPr id="249" name="Picture 248" descr="server_rack.png">
                    <a:extLst>
                      <a:ext uri="{FF2B5EF4-FFF2-40B4-BE49-F238E27FC236}">
                        <a16:creationId xmlns:a16="http://schemas.microsoft.com/office/drawing/2014/main" id="{563C1EE0-E5C5-27AC-68A9-8C448BF44411}"/>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537367" y="2770786"/>
                    <a:ext cx="190988" cy="313366"/>
                  </a:xfrm>
                  <a:prstGeom prst="rect">
                    <a:avLst/>
                  </a:prstGeom>
                </p:spPr>
              </p:pic>
              <p:pic>
                <p:nvPicPr>
                  <p:cNvPr id="250" name="Picture 249" descr="server_rack.png">
                    <a:extLst>
                      <a:ext uri="{FF2B5EF4-FFF2-40B4-BE49-F238E27FC236}">
                        <a16:creationId xmlns:a16="http://schemas.microsoft.com/office/drawing/2014/main" id="{5640EE2D-9257-62B7-8168-66F241222050}"/>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275406" y="2764002"/>
                    <a:ext cx="190988" cy="313366"/>
                  </a:xfrm>
                  <a:prstGeom prst="rect">
                    <a:avLst/>
                  </a:prstGeom>
                </p:spPr>
              </p:pic>
              <p:pic>
                <p:nvPicPr>
                  <p:cNvPr id="251" name="Picture 250" descr="server_rack.png">
                    <a:extLst>
                      <a:ext uri="{FF2B5EF4-FFF2-40B4-BE49-F238E27FC236}">
                        <a16:creationId xmlns:a16="http://schemas.microsoft.com/office/drawing/2014/main" id="{355759AC-A4A3-A340-486E-A5935CCEE16B}"/>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385676" y="2711455"/>
                    <a:ext cx="247152" cy="405518"/>
                  </a:xfrm>
                  <a:prstGeom prst="rect">
                    <a:avLst/>
                  </a:prstGeom>
                </p:spPr>
              </p:pic>
            </p:grpSp>
          </p:grpSp>
        </p:grpSp>
        <p:grpSp>
          <p:nvGrpSpPr>
            <p:cNvPr id="257" name="Group 590">
              <a:extLst>
                <a:ext uri="{FF2B5EF4-FFF2-40B4-BE49-F238E27FC236}">
                  <a16:creationId xmlns:a16="http://schemas.microsoft.com/office/drawing/2014/main" id="{ED712C40-1AD4-D2CC-2CC8-AD4C0A3A3EE3}"/>
                </a:ext>
              </a:extLst>
            </p:cNvPr>
            <p:cNvGrpSpPr>
              <a:grpSpLocks/>
            </p:cNvGrpSpPr>
            <p:nvPr/>
          </p:nvGrpSpPr>
          <p:grpSpPr bwMode="auto">
            <a:xfrm flipH="1">
              <a:off x="7980855" y="4900161"/>
              <a:ext cx="345630" cy="320302"/>
              <a:chOff x="2839" y="3501"/>
              <a:chExt cx="755" cy="803"/>
            </a:xfrm>
          </p:grpSpPr>
          <p:pic>
            <p:nvPicPr>
              <p:cNvPr id="258" name="Picture 591" descr="desktop_computer_stylized_medium">
                <a:extLst>
                  <a:ext uri="{FF2B5EF4-FFF2-40B4-BE49-F238E27FC236}">
                    <a16:creationId xmlns:a16="http://schemas.microsoft.com/office/drawing/2014/main" id="{5E404C16-FCC3-6456-77FF-D8F7A04538C4}"/>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9" name="Freeform 592">
                <a:extLst>
                  <a:ext uri="{FF2B5EF4-FFF2-40B4-BE49-F238E27FC236}">
                    <a16:creationId xmlns:a16="http://schemas.microsoft.com/office/drawing/2014/main" id="{5A5519AA-3165-8309-458E-C0401F4BDD21}"/>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60" name="Group 1064">
              <a:extLst>
                <a:ext uri="{FF2B5EF4-FFF2-40B4-BE49-F238E27FC236}">
                  <a16:creationId xmlns:a16="http://schemas.microsoft.com/office/drawing/2014/main" id="{BED0358F-789E-390E-3B79-20C6326EC78E}"/>
                </a:ext>
              </a:extLst>
            </p:cNvPr>
            <p:cNvGrpSpPr>
              <a:grpSpLocks/>
            </p:cNvGrpSpPr>
            <p:nvPr/>
          </p:nvGrpSpPr>
          <p:grpSpPr bwMode="auto">
            <a:xfrm>
              <a:off x="9201681" y="5852809"/>
              <a:ext cx="310186" cy="307808"/>
              <a:chOff x="877" y="1008"/>
              <a:chExt cx="2747" cy="2591"/>
            </a:xfrm>
          </p:grpSpPr>
          <p:pic>
            <p:nvPicPr>
              <p:cNvPr id="261" name="Picture 1065" descr="antenna_stylized">
                <a:extLst>
                  <a:ext uri="{FF2B5EF4-FFF2-40B4-BE49-F238E27FC236}">
                    <a16:creationId xmlns:a16="http://schemas.microsoft.com/office/drawing/2014/main" id="{D7B3E187-B40D-B119-3E82-2546540AE4CD}"/>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2" name="Picture 1066" descr="laptop_keyboard">
                <a:extLst>
                  <a:ext uri="{FF2B5EF4-FFF2-40B4-BE49-F238E27FC236}">
                    <a16:creationId xmlns:a16="http://schemas.microsoft.com/office/drawing/2014/main" id="{13F8FD0B-51E3-7953-CEF0-D488D3537721}"/>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3" name="Freeform 1067">
                <a:extLst>
                  <a:ext uri="{FF2B5EF4-FFF2-40B4-BE49-F238E27FC236}">
                    <a16:creationId xmlns:a16="http://schemas.microsoft.com/office/drawing/2014/main" id="{7424E189-16F4-3DAE-F906-0B0F9D0A4C47}"/>
                  </a:ext>
                </a:extLst>
              </p:cNvPr>
              <p:cNvSpPr>
                <a:spLocks/>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64" name="Picture 1068" descr="screen">
                <a:extLst>
                  <a:ext uri="{FF2B5EF4-FFF2-40B4-BE49-F238E27FC236}">
                    <a16:creationId xmlns:a16="http://schemas.microsoft.com/office/drawing/2014/main" id="{2B73F352-2A0E-11AA-0156-7A94ABEA838F}"/>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5" name="Freeform 1069">
                <a:extLst>
                  <a:ext uri="{FF2B5EF4-FFF2-40B4-BE49-F238E27FC236}">
                    <a16:creationId xmlns:a16="http://schemas.microsoft.com/office/drawing/2014/main" id="{57E58895-AD27-704D-B77A-25637462524D}"/>
                  </a:ext>
                </a:extLst>
              </p:cNvPr>
              <p:cNvSpPr>
                <a:spLocks/>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6" name="Freeform 1070">
                <a:extLst>
                  <a:ext uri="{FF2B5EF4-FFF2-40B4-BE49-F238E27FC236}">
                    <a16:creationId xmlns:a16="http://schemas.microsoft.com/office/drawing/2014/main" id="{14E7D7E9-F996-6334-2A9E-93467CCAEC3D}"/>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7" name="Freeform 1071">
                <a:extLst>
                  <a:ext uri="{FF2B5EF4-FFF2-40B4-BE49-F238E27FC236}">
                    <a16:creationId xmlns:a16="http://schemas.microsoft.com/office/drawing/2014/main" id="{81F119B1-3DDA-1B6B-B36D-629D01CBDD52}"/>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8" name="Freeform 1072">
                <a:extLst>
                  <a:ext uri="{FF2B5EF4-FFF2-40B4-BE49-F238E27FC236}">
                    <a16:creationId xmlns:a16="http://schemas.microsoft.com/office/drawing/2014/main" id="{378CA4B9-3762-6DE6-9E6E-8FFCCE0A9BC6}"/>
                  </a:ext>
                </a:extLst>
              </p:cNvPr>
              <p:cNvSpPr>
                <a:spLocks/>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9" name="Freeform 1073">
                <a:extLst>
                  <a:ext uri="{FF2B5EF4-FFF2-40B4-BE49-F238E27FC236}">
                    <a16:creationId xmlns:a16="http://schemas.microsoft.com/office/drawing/2014/main" id="{C6256E1A-38BC-B65C-E65D-0AFE2E9C9F78}"/>
                  </a:ext>
                </a:extLst>
              </p:cNvPr>
              <p:cNvSpPr>
                <a:spLocks/>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0" name="Freeform 1074">
                <a:extLst>
                  <a:ext uri="{FF2B5EF4-FFF2-40B4-BE49-F238E27FC236}">
                    <a16:creationId xmlns:a16="http://schemas.microsoft.com/office/drawing/2014/main" id="{35A96CD6-46CF-25BD-1BBD-699660C8F4CB}"/>
                  </a:ext>
                </a:extLst>
              </p:cNvPr>
              <p:cNvSpPr>
                <a:spLocks/>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71" name="Group 1075">
                <a:extLst>
                  <a:ext uri="{FF2B5EF4-FFF2-40B4-BE49-F238E27FC236}">
                    <a16:creationId xmlns:a16="http://schemas.microsoft.com/office/drawing/2014/main" id="{F0FE5345-0C4E-1355-D57B-DAF2ED58CCF2}"/>
                  </a:ext>
                </a:extLst>
              </p:cNvPr>
              <p:cNvGrpSpPr>
                <a:grpSpLocks/>
              </p:cNvGrpSpPr>
              <p:nvPr/>
            </p:nvGrpSpPr>
            <p:grpSpPr bwMode="auto">
              <a:xfrm>
                <a:off x="1709" y="3008"/>
                <a:ext cx="507" cy="234"/>
                <a:chOff x="1740" y="2642"/>
                <a:chExt cx="752" cy="327"/>
              </a:xfrm>
            </p:grpSpPr>
            <p:sp>
              <p:nvSpPr>
                <p:cNvPr id="278" name="Freeform 1076">
                  <a:extLst>
                    <a:ext uri="{FF2B5EF4-FFF2-40B4-BE49-F238E27FC236}">
                      <a16:creationId xmlns:a16="http://schemas.microsoft.com/office/drawing/2014/main" id="{72839A7D-E5D9-D2D9-7973-49F2D2F53845}"/>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9" name="Freeform 1077">
                  <a:extLst>
                    <a:ext uri="{FF2B5EF4-FFF2-40B4-BE49-F238E27FC236}">
                      <a16:creationId xmlns:a16="http://schemas.microsoft.com/office/drawing/2014/main" id="{1037B36C-0431-0374-53E4-87B352C11125}"/>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0" name="Freeform 1078">
                  <a:extLst>
                    <a:ext uri="{FF2B5EF4-FFF2-40B4-BE49-F238E27FC236}">
                      <a16:creationId xmlns:a16="http://schemas.microsoft.com/office/drawing/2014/main" id="{D12C3431-2ECE-D017-2545-E9790E2C37CA}"/>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1" name="Freeform 1079">
                  <a:extLst>
                    <a:ext uri="{FF2B5EF4-FFF2-40B4-BE49-F238E27FC236}">
                      <a16:creationId xmlns:a16="http://schemas.microsoft.com/office/drawing/2014/main" id="{B4C81F3C-DDB4-94DE-6120-9C1616AD9C27}"/>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2" name="Freeform 1080">
                  <a:extLst>
                    <a:ext uri="{FF2B5EF4-FFF2-40B4-BE49-F238E27FC236}">
                      <a16:creationId xmlns:a16="http://schemas.microsoft.com/office/drawing/2014/main" id="{65C69EDA-DDB9-A9A0-611A-F17F3118C98A}"/>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3" name="Freeform 1081">
                  <a:extLst>
                    <a:ext uri="{FF2B5EF4-FFF2-40B4-BE49-F238E27FC236}">
                      <a16:creationId xmlns:a16="http://schemas.microsoft.com/office/drawing/2014/main" id="{6CC6560C-F17E-F7A7-CFD8-BF673B0B5E0D}"/>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72" name="Freeform 1082">
                <a:extLst>
                  <a:ext uri="{FF2B5EF4-FFF2-40B4-BE49-F238E27FC236}">
                    <a16:creationId xmlns:a16="http://schemas.microsoft.com/office/drawing/2014/main" id="{D8A27293-6F2B-5941-7608-A34485B1B337}"/>
                  </a:ext>
                </a:extLst>
              </p:cNvPr>
              <p:cNvSpPr>
                <a:spLocks/>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3" name="Freeform 1083">
                <a:extLst>
                  <a:ext uri="{FF2B5EF4-FFF2-40B4-BE49-F238E27FC236}">
                    <a16:creationId xmlns:a16="http://schemas.microsoft.com/office/drawing/2014/main" id="{3934CFBF-F085-BBEA-F99C-EF0B7ED3EDAC}"/>
                  </a:ext>
                </a:extLst>
              </p:cNvPr>
              <p:cNvSpPr>
                <a:spLocks/>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4" name="Freeform 1084">
                <a:extLst>
                  <a:ext uri="{FF2B5EF4-FFF2-40B4-BE49-F238E27FC236}">
                    <a16:creationId xmlns:a16="http://schemas.microsoft.com/office/drawing/2014/main" id="{1DE26216-15F4-2D1C-9E78-4401F7F1554C}"/>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5" name="Freeform 1085">
                <a:extLst>
                  <a:ext uri="{FF2B5EF4-FFF2-40B4-BE49-F238E27FC236}">
                    <a16:creationId xmlns:a16="http://schemas.microsoft.com/office/drawing/2014/main" id="{CD5E4460-8833-41CB-ED4C-531DB627CE2A}"/>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6" name="Freeform 1086">
                <a:extLst>
                  <a:ext uri="{FF2B5EF4-FFF2-40B4-BE49-F238E27FC236}">
                    <a16:creationId xmlns:a16="http://schemas.microsoft.com/office/drawing/2014/main" id="{CC69955D-775B-F4B4-5DC0-86B1D220FD72}"/>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7" name="Freeform 1087">
                <a:extLst>
                  <a:ext uri="{FF2B5EF4-FFF2-40B4-BE49-F238E27FC236}">
                    <a16:creationId xmlns:a16="http://schemas.microsoft.com/office/drawing/2014/main" id="{A29E6A38-82FE-2D74-4D66-27331BB047FA}"/>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84" name="Group 590">
              <a:extLst>
                <a:ext uri="{FF2B5EF4-FFF2-40B4-BE49-F238E27FC236}">
                  <a16:creationId xmlns:a16="http://schemas.microsoft.com/office/drawing/2014/main" id="{1840953F-75FF-8AE9-13EA-79FC56B187A3}"/>
                </a:ext>
              </a:extLst>
            </p:cNvPr>
            <p:cNvGrpSpPr>
              <a:grpSpLocks/>
            </p:cNvGrpSpPr>
            <p:nvPr/>
          </p:nvGrpSpPr>
          <p:grpSpPr bwMode="auto">
            <a:xfrm flipH="1">
              <a:off x="8153909" y="5504657"/>
              <a:ext cx="345630" cy="320302"/>
              <a:chOff x="2839" y="3501"/>
              <a:chExt cx="755" cy="803"/>
            </a:xfrm>
          </p:grpSpPr>
          <p:pic>
            <p:nvPicPr>
              <p:cNvPr id="285" name="Picture 591" descr="desktop_computer_stylized_medium">
                <a:extLst>
                  <a:ext uri="{FF2B5EF4-FFF2-40B4-BE49-F238E27FC236}">
                    <a16:creationId xmlns:a16="http://schemas.microsoft.com/office/drawing/2014/main" id="{13D875E3-1E49-A60A-830E-638AF517EB0B}"/>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 name="Freeform 592">
                <a:extLst>
                  <a:ext uri="{FF2B5EF4-FFF2-40B4-BE49-F238E27FC236}">
                    <a16:creationId xmlns:a16="http://schemas.microsoft.com/office/drawing/2014/main" id="{7455F4BC-B6E1-C95B-8328-536313A38525}"/>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87" name="Group 590">
              <a:extLst>
                <a:ext uri="{FF2B5EF4-FFF2-40B4-BE49-F238E27FC236}">
                  <a16:creationId xmlns:a16="http://schemas.microsoft.com/office/drawing/2014/main" id="{4DA99DA0-B877-3EF0-5C32-8CFF699DB284}"/>
                </a:ext>
              </a:extLst>
            </p:cNvPr>
            <p:cNvGrpSpPr>
              <a:grpSpLocks/>
            </p:cNvGrpSpPr>
            <p:nvPr/>
          </p:nvGrpSpPr>
          <p:grpSpPr bwMode="auto">
            <a:xfrm flipH="1">
              <a:off x="8552134" y="5526130"/>
              <a:ext cx="345630" cy="320302"/>
              <a:chOff x="2839" y="3501"/>
              <a:chExt cx="755" cy="803"/>
            </a:xfrm>
          </p:grpSpPr>
          <p:pic>
            <p:nvPicPr>
              <p:cNvPr id="288" name="Picture 591" descr="desktop_computer_stylized_medium">
                <a:extLst>
                  <a:ext uri="{FF2B5EF4-FFF2-40B4-BE49-F238E27FC236}">
                    <a16:creationId xmlns:a16="http://schemas.microsoft.com/office/drawing/2014/main" id="{AD8AD667-6719-30BC-F198-218E1098B1E3}"/>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9" name="Freeform 592">
                <a:extLst>
                  <a:ext uri="{FF2B5EF4-FFF2-40B4-BE49-F238E27FC236}">
                    <a16:creationId xmlns:a16="http://schemas.microsoft.com/office/drawing/2014/main" id="{10C4177B-49CC-76B3-E88B-C78128905FFA}"/>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90" name="Group 1064">
              <a:extLst>
                <a:ext uri="{FF2B5EF4-FFF2-40B4-BE49-F238E27FC236}">
                  <a16:creationId xmlns:a16="http://schemas.microsoft.com/office/drawing/2014/main" id="{F980EDCC-BFDA-8332-F311-21E2E752A690}"/>
                </a:ext>
              </a:extLst>
            </p:cNvPr>
            <p:cNvGrpSpPr>
              <a:grpSpLocks/>
            </p:cNvGrpSpPr>
            <p:nvPr/>
          </p:nvGrpSpPr>
          <p:grpSpPr bwMode="auto">
            <a:xfrm>
              <a:off x="9534746" y="5795138"/>
              <a:ext cx="319264" cy="253379"/>
              <a:chOff x="877" y="1008"/>
              <a:chExt cx="2747" cy="2591"/>
            </a:xfrm>
          </p:grpSpPr>
          <p:pic>
            <p:nvPicPr>
              <p:cNvPr id="291" name="Picture 1065" descr="antenna_stylized">
                <a:extLst>
                  <a:ext uri="{FF2B5EF4-FFF2-40B4-BE49-F238E27FC236}">
                    <a16:creationId xmlns:a16="http://schemas.microsoft.com/office/drawing/2014/main" id="{0C947F0B-CE6E-536D-C62F-D839DEEC49F0}"/>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2" name="Picture 1066" descr="laptop_keyboard">
                <a:extLst>
                  <a:ext uri="{FF2B5EF4-FFF2-40B4-BE49-F238E27FC236}">
                    <a16:creationId xmlns:a16="http://schemas.microsoft.com/office/drawing/2014/main" id="{5E457BD1-62A4-829F-3328-C7ECDFE06882}"/>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3" name="Freeform 1067">
                <a:extLst>
                  <a:ext uri="{FF2B5EF4-FFF2-40B4-BE49-F238E27FC236}">
                    <a16:creationId xmlns:a16="http://schemas.microsoft.com/office/drawing/2014/main" id="{2D83C171-1518-3BC6-C7C2-4FBF94983355}"/>
                  </a:ext>
                </a:extLst>
              </p:cNvPr>
              <p:cNvSpPr>
                <a:spLocks/>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94" name="Picture 1068" descr="screen">
                <a:extLst>
                  <a:ext uri="{FF2B5EF4-FFF2-40B4-BE49-F238E27FC236}">
                    <a16:creationId xmlns:a16="http://schemas.microsoft.com/office/drawing/2014/main" id="{C002FBC2-FABE-DE26-64B0-B3AEF34BFDC7}"/>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5" name="Freeform 1069">
                <a:extLst>
                  <a:ext uri="{FF2B5EF4-FFF2-40B4-BE49-F238E27FC236}">
                    <a16:creationId xmlns:a16="http://schemas.microsoft.com/office/drawing/2014/main" id="{ED8F4B55-4B6F-50E2-0C69-972B21C68D61}"/>
                  </a:ext>
                </a:extLst>
              </p:cNvPr>
              <p:cNvSpPr>
                <a:spLocks/>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6" name="Freeform 1070">
                <a:extLst>
                  <a:ext uri="{FF2B5EF4-FFF2-40B4-BE49-F238E27FC236}">
                    <a16:creationId xmlns:a16="http://schemas.microsoft.com/office/drawing/2014/main" id="{E566997D-F31E-6EEF-FF73-A4767C7FFE60}"/>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7" name="Freeform 1071">
                <a:extLst>
                  <a:ext uri="{FF2B5EF4-FFF2-40B4-BE49-F238E27FC236}">
                    <a16:creationId xmlns:a16="http://schemas.microsoft.com/office/drawing/2014/main" id="{95616953-2E56-78BA-D379-8A556371D87E}"/>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8" name="Freeform 1072">
                <a:extLst>
                  <a:ext uri="{FF2B5EF4-FFF2-40B4-BE49-F238E27FC236}">
                    <a16:creationId xmlns:a16="http://schemas.microsoft.com/office/drawing/2014/main" id="{FC34ECCD-5A68-B31F-82FA-E5CBAA59F5C1}"/>
                  </a:ext>
                </a:extLst>
              </p:cNvPr>
              <p:cNvSpPr>
                <a:spLocks/>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9" name="Freeform 1073">
                <a:extLst>
                  <a:ext uri="{FF2B5EF4-FFF2-40B4-BE49-F238E27FC236}">
                    <a16:creationId xmlns:a16="http://schemas.microsoft.com/office/drawing/2014/main" id="{E0B049F3-FD19-CDDC-36AC-A14D3F8CA739}"/>
                  </a:ext>
                </a:extLst>
              </p:cNvPr>
              <p:cNvSpPr>
                <a:spLocks/>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0" name="Freeform 1074">
                <a:extLst>
                  <a:ext uri="{FF2B5EF4-FFF2-40B4-BE49-F238E27FC236}">
                    <a16:creationId xmlns:a16="http://schemas.microsoft.com/office/drawing/2014/main" id="{7DA410A9-E624-9152-2926-B0834E34A625}"/>
                  </a:ext>
                </a:extLst>
              </p:cNvPr>
              <p:cNvSpPr>
                <a:spLocks/>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01" name="Group 1075">
                <a:extLst>
                  <a:ext uri="{FF2B5EF4-FFF2-40B4-BE49-F238E27FC236}">
                    <a16:creationId xmlns:a16="http://schemas.microsoft.com/office/drawing/2014/main" id="{DC55ED47-4705-D55B-F291-9996187B204F}"/>
                  </a:ext>
                </a:extLst>
              </p:cNvPr>
              <p:cNvGrpSpPr>
                <a:grpSpLocks/>
              </p:cNvGrpSpPr>
              <p:nvPr/>
            </p:nvGrpSpPr>
            <p:grpSpPr bwMode="auto">
              <a:xfrm>
                <a:off x="1709" y="3008"/>
                <a:ext cx="507" cy="234"/>
                <a:chOff x="1740" y="2642"/>
                <a:chExt cx="752" cy="327"/>
              </a:xfrm>
            </p:grpSpPr>
            <p:sp>
              <p:nvSpPr>
                <p:cNvPr id="308" name="Freeform 1076">
                  <a:extLst>
                    <a:ext uri="{FF2B5EF4-FFF2-40B4-BE49-F238E27FC236}">
                      <a16:creationId xmlns:a16="http://schemas.microsoft.com/office/drawing/2014/main" id="{538E2072-27A9-AE98-B4F9-FDB21BE651D4}"/>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9" name="Freeform 1077">
                  <a:extLst>
                    <a:ext uri="{FF2B5EF4-FFF2-40B4-BE49-F238E27FC236}">
                      <a16:creationId xmlns:a16="http://schemas.microsoft.com/office/drawing/2014/main" id="{4EDE00AD-FDA8-B1F8-4053-4434F34A163B}"/>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0" name="Freeform 1078">
                  <a:extLst>
                    <a:ext uri="{FF2B5EF4-FFF2-40B4-BE49-F238E27FC236}">
                      <a16:creationId xmlns:a16="http://schemas.microsoft.com/office/drawing/2014/main" id="{BA2D12B7-CB0C-146A-44ED-FEAF2F405EC7}"/>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1" name="Freeform 1079">
                  <a:extLst>
                    <a:ext uri="{FF2B5EF4-FFF2-40B4-BE49-F238E27FC236}">
                      <a16:creationId xmlns:a16="http://schemas.microsoft.com/office/drawing/2014/main" id="{17288070-51B0-A576-627E-33C55D357A94}"/>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2" name="Freeform 1080">
                  <a:extLst>
                    <a:ext uri="{FF2B5EF4-FFF2-40B4-BE49-F238E27FC236}">
                      <a16:creationId xmlns:a16="http://schemas.microsoft.com/office/drawing/2014/main" id="{6A16DD01-B542-C5BC-6B33-EB25FB989E01}"/>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3" name="Freeform 1081">
                  <a:extLst>
                    <a:ext uri="{FF2B5EF4-FFF2-40B4-BE49-F238E27FC236}">
                      <a16:creationId xmlns:a16="http://schemas.microsoft.com/office/drawing/2014/main" id="{6ECC703F-CC6F-600B-FDEB-A64D5929D955}"/>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302" name="Freeform 1082">
                <a:extLst>
                  <a:ext uri="{FF2B5EF4-FFF2-40B4-BE49-F238E27FC236}">
                    <a16:creationId xmlns:a16="http://schemas.microsoft.com/office/drawing/2014/main" id="{A76C381C-3AD1-A50A-5368-0871746A0D13}"/>
                  </a:ext>
                </a:extLst>
              </p:cNvPr>
              <p:cNvSpPr>
                <a:spLocks/>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3" name="Freeform 1083">
                <a:extLst>
                  <a:ext uri="{FF2B5EF4-FFF2-40B4-BE49-F238E27FC236}">
                    <a16:creationId xmlns:a16="http://schemas.microsoft.com/office/drawing/2014/main" id="{1C5B7FE8-ED7B-FD79-E970-72A726DC1EAE}"/>
                  </a:ext>
                </a:extLst>
              </p:cNvPr>
              <p:cNvSpPr>
                <a:spLocks/>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4" name="Freeform 1084">
                <a:extLst>
                  <a:ext uri="{FF2B5EF4-FFF2-40B4-BE49-F238E27FC236}">
                    <a16:creationId xmlns:a16="http://schemas.microsoft.com/office/drawing/2014/main" id="{5A920E13-E8B4-A321-C238-68E08D3C4D93}"/>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5" name="Freeform 1085">
                <a:extLst>
                  <a:ext uri="{FF2B5EF4-FFF2-40B4-BE49-F238E27FC236}">
                    <a16:creationId xmlns:a16="http://schemas.microsoft.com/office/drawing/2014/main" id="{C19B95B0-01F6-62DF-C08B-E3ADCE7A2857}"/>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6" name="Freeform 1086">
                <a:extLst>
                  <a:ext uri="{FF2B5EF4-FFF2-40B4-BE49-F238E27FC236}">
                    <a16:creationId xmlns:a16="http://schemas.microsoft.com/office/drawing/2014/main" id="{954FACA3-4EE3-9346-E68F-F73C7B516307}"/>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7" name="Freeform 1087">
                <a:extLst>
                  <a:ext uri="{FF2B5EF4-FFF2-40B4-BE49-F238E27FC236}">
                    <a16:creationId xmlns:a16="http://schemas.microsoft.com/office/drawing/2014/main" id="{54630EC8-F56A-4927-804C-7DC666E6BED2}"/>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314" name="Freeform 984">
              <a:extLst>
                <a:ext uri="{FF2B5EF4-FFF2-40B4-BE49-F238E27FC236}">
                  <a16:creationId xmlns:a16="http://schemas.microsoft.com/office/drawing/2014/main" id="{415DA781-F1C6-93E5-7B41-125EF2416304}"/>
                </a:ext>
              </a:extLst>
            </p:cNvPr>
            <p:cNvSpPr>
              <a:spLocks/>
            </p:cNvSpPr>
            <p:nvPr/>
          </p:nvSpPr>
          <p:spPr bwMode="auto">
            <a:xfrm>
              <a:off x="10153593" y="5636971"/>
              <a:ext cx="34049" cy="332924"/>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5" name="Freeform 986">
              <a:extLst>
                <a:ext uri="{FF2B5EF4-FFF2-40B4-BE49-F238E27FC236}">
                  <a16:creationId xmlns:a16="http://schemas.microsoft.com/office/drawing/2014/main" id="{A0DADAC3-8AD8-B499-A452-0DC23AB7CE13}"/>
                </a:ext>
              </a:extLst>
            </p:cNvPr>
            <p:cNvSpPr>
              <a:spLocks/>
            </p:cNvSpPr>
            <p:nvPr/>
          </p:nvSpPr>
          <p:spPr bwMode="auto">
            <a:xfrm>
              <a:off x="10159970" y="5656923"/>
              <a:ext cx="20333" cy="308020"/>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6" name="Freeform 987">
              <a:extLst>
                <a:ext uri="{FF2B5EF4-FFF2-40B4-BE49-F238E27FC236}">
                  <a16:creationId xmlns:a16="http://schemas.microsoft.com/office/drawing/2014/main" id="{84D35ABE-5F27-A126-2DE2-22A117208DE4}"/>
                </a:ext>
              </a:extLst>
            </p:cNvPr>
            <p:cNvSpPr>
              <a:spLocks/>
            </p:cNvSpPr>
            <p:nvPr/>
          </p:nvSpPr>
          <p:spPr bwMode="auto">
            <a:xfrm>
              <a:off x="10155518" y="5812753"/>
              <a:ext cx="31643" cy="27525"/>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7" name="Rectangle 988">
              <a:extLst>
                <a:ext uri="{FF2B5EF4-FFF2-40B4-BE49-F238E27FC236}">
                  <a16:creationId xmlns:a16="http://schemas.microsoft.com/office/drawing/2014/main" id="{BBC2F920-A38B-1AF5-5112-EEE74D3A3144}"/>
                </a:ext>
              </a:extLst>
            </p:cNvPr>
            <p:cNvSpPr>
              <a:spLocks noChangeArrowheads="1"/>
            </p:cNvSpPr>
            <p:nvPr/>
          </p:nvSpPr>
          <p:spPr bwMode="auto">
            <a:xfrm>
              <a:off x="10026299" y="5674399"/>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18" name="Group 989">
              <a:extLst>
                <a:ext uri="{FF2B5EF4-FFF2-40B4-BE49-F238E27FC236}">
                  <a16:creationId xmlns:a16="http://schemas.microsoft.com/office/drawing/2014/main" id="{A558A7F6-8FB0-BC6F-E872-71C5DF75CBE2}"/>
                </a:ext>
              </a:extLst>
            </p:cNvPr>
            <p:cNvGrpSpPr>
              <a:grpSpLocks/>
            </p:cNvGrpSpPr>
            <p:nvPr/>
          </p:nvGrpSpPr>
          <p:grpSpPr bwMode="auto">
            <a:xfrm>
              <a:off x="10091149" y="5671195"/>
              <a:ext cx="69903" cy="21117"/>
              <a:chOff x="614" y="2568"/>
              <a:chExt cx="725" cy="139"/>
            </a:xfrm>
          </p:grpSpPr>
          <p:sp>
            <p:nvSpPr>
              <p:cNvPr id="319" name="AutoShape 990">
                <a:extLst>
                  <a:ext uri="{FF2B5EF4-FFF2-40B4-BE49-F238E27FC236}">
                    <a16:creationId xmlns:a16="http://schemas.microsoft.com/office/drawing/2014/main" id="{382BAD84-9A3F-4100-D41E-25AD92273254}"/>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20" name="AutoShape 991">
                <a:extLst>
                  <a:ext uri="{FF2B5EF4-FFF2-40B4-BE49-F238E27FC236}">
                    <a16:creationId xmlns:a16="http://schemas.microsoft.com/office/drawing/2014/main" id="{08B7C3E5-7A49-CDD3-3A06-9F6D79DDE3DB}"/>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21" name="Rectangle 992">
              <a:extLst>
                <a:ext uri="{FF2B5EF4-FFF2-40B4-BE49-F238E27FC236}">
                  <a16:creationId xmlns:a16="http://schemas.microsoft.com/office/drawing/2014/main" id="{9C1B27AD-3222-2FFB-9058-B33C5DA69B79}"/>
                </a:ext>
              </a:extLst>
            </p:cNvPr>
            <p:cNvSpPr>
              <a:spLocks noChangeArrowheads="1"/>
            </p:cNvSpPr>
            <p:nvPr/>
          </p:nvSpPr>
          <p:spPr bwMode="auto">
            <a:xfrm>
              <a:off x="10027502" y="5722750"/>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22" name="Group 993">
              <a:extLst>
                <a:ext uri="{FF2B5EF4-FFF2-40B4-BE49-F238E27FC236}">
                  <a16:creationId xmlns:a16="http://schemas.microsoft.com/office/drawing/2014/main" id="{7664E61F-7D77-1E7D-D4E2-2605AD08E64F}"/>
                </a:ext>
              </a:extLst>
            </p:cNvPr>
            <p:cNvGrpSpPr>
              <a:grpSpLocks/>
            </p:cNvGrpSpPr>
            <p:nvPr/>
          </p:nvGrpSpPr>
          <p:grpSpPr bwMode="auto">
            <a:xfrm>
              <a:off x="10090909" y="5718672"/>
              <a:ext cx="69903" cy="19515"/>
              <a:chOff x="614" y="2568"/>
              <a:chExt cx="725" cy="139"/>
            </a:xfrm>
          </p:grpSpPr>
          <p:sp>
            <p:nvSpPr>
              <p:cNvPr id="323" name="AutoShape 994">
                <a:extLst>
                  <a:ext uri="{FF2B5EF4-FFF2-40B4-BE49-F238E27FC236}">
                    <a16:creationId xmlns:a16="http://schemas.microsoft.com/office/drawing/2014/main" id="{71111263-5385-2669-35F5-E338E44F9494}"/>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24" name="AutoShape 995">
                <a:extLst>
                  <a:ext uri="{FF2B5EF4-FFF2-40B4-BE49-F238E27FC236}">
                    <a16:creationId xmlns:a16="http://schemas.microsoft.com/office/drawing/2014/main" id="{D7DE3E08-C9C0-7275-D2E6-D05591F744BC}"/>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25" name="Rectangle 996">
              <a:extLst>
                <a:ext uri="{FF2B5EF4-FFF2-40B4-BE49-F238E27FC236}">
                  <a16:creationId xmlns:a16="http://schemas.microsoft.com/office/drawing/2014/main" id="{8851935C-69C8-CD83-EE06-FAAA7AD3B9D2}"/>
                </a:ext>
              </a:extLst>
            </p:cNvPr>
            <p:cNvSpPr>
              <a:spLocks noChangeArrowheads="1"/>
            </p:cNvSpPr>
            <p:nvPr/>
          </p:nvSpPr>
          <p:spPr bwMode="auto">
            <a:xfrm>
              <a:off x="10027502" y="5771101"/>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26" name="Rectangle 997">
              <a:extLst>
                <a:ext uri="{FF2B5EF4-FFF2-40B4-BE49-F238E27FC236}">
                  <a16:creationId xmlns:a16="http://schemas.microsoft.com/office/drawing/2014/main" id="{C07D8053-7183-F475-3683-D4084FF914CF}"/>
                </a:ext>
              </a:extLst>
            </p:cNvPr>
            <p:cNvSpPr>
              <a:spLocks noChangeArrowheads="1"/>
            </p:cNvSpPr>
            <p:nvPr/>
          </p:nvSpPr>
          <p:spPr bwMode="auto">
            <a:xfrm>
              <a:off x="10028705" y="5814938"/>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27" name="Group 998">
              <a:extLst>
                <a:ext uri="{FF2B5EF4-FFF2-40B4-BE49-F238E27FC236}">
                  <a16:creationId xmlns:a16="http://schemas.microsoft.com/office/drawing/2014/main" id="{ED99DA54-83C1-D539-F380-2F9FC7AEE9BB}"/>
                </a:ext>
              </a:extLst>
            </p:cNvPr>
            <p:cNvGrpSpPr>
              <a:grpSpLocks/>
            </p:cNvGrpSpPr>
            <p:nvPr/>
          </p:nvGrpSpPr>
          <p:grpSpPr bwMode="auto">
            <a:xfrm>
              <a:off x="10089465" y="5810860"/>
              <a:ext cx="70024" cy="21991"/>
              <a:chOff x="614" y="2568"/>
              <a:chExt cx="725" cy="139"/>
            </a:xfrm>
          </p:grpSpPr>
          <p:sp>
            <p:nvSpPr>
              <p:cNvPr id="328" name="AutoShape 999">
                <a:extLst>
                  <a:ext uri="{FF2B5EF4-FFF2-40B4-BE49-F238E27FC236}">
                    <a16:creationId xmlns:a16="http://schemas.microsoft.com/office/drawing/2014/main" id="{D4E50D66-C652-3A26-21ED-64AE6C86818D}"/>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29" name="AutoShape 1000">
                <a:extLst>
                  <a:ext uri="{FF2B5EF4-FFF2-40B4-BE49-F238E27FC236}">
                    <a16:creationId xmlns:a16="http://schemas.microsoft.com/office/drawing/2014/main" id="{8F70A203-E63E-F362-47DD-48BBCFC9C9D0}"/>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0" name="Freeform 1001">
              <a:extLst>
                <a:ext uri="{FF2B5EF4-FFF2-40B4-BE49-F238E27FC236}">
                  <a16:creationId xmlns:a16="http://schemas.microsoft.com/office/drawing/2014/main" id="{2E57F408-007B-CAED-C908-08C0D63A3C24}"/>
                </a:ext>
              </a:extLst>
            </p:cNvPr>
            <p:cNvSpPr>
              <a:spLocks/>
            </p:cNvSpPr>
            <p:nvPr/>
          </p:nvSpPr>
          <p:spPr bwMode="auto">
            <a:xfrm>
              <a:off x="10156000" y="5771101"/>
              <a:ext cx="31643" cy="27380"/>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31" name="Group 1002">
              <a:extLst>
                <a:ext uri="{FF2B5EF4-FFF2-40B4-BE49-F238E27FC236}">
                  <a16:creationId xmlns:a16="http://schemas.microsoft.com/office/drawing/2014/main" id="{ACA65DA6-A309-5C80-806B-4B23A5AF9607}"/>
                </a:ext>
              </a:extLst>
            </p:cNvPr>
            <p:cNvGrpSpPr>
              <a:grpSpLocks/>
            </p:cNvGrpSpPr>
            <p:nvPr/>
          </p:nvGrpSpPr>
          <p:grpSpPr bwMode="auto">
            <a:xfrm>
              <a:off x="10089946" y="5767169"/>
              <a:ext cx="70024" cy="20243"/>
              <a:chOff x="614" y="2568"/>
              <a:chExt cx="725" cy="139"/>
            </a:xfrm>
          </p:grpSpPr>
          <p:sp>
            <p:nvSpPr>
              <p:cNvPr id="332" name="AutoShape 1003">
                <a:extLst>
                  <a:ext uri="{FF2B5EF4-FFF2-40B4-BE49-F238E27FC236}">
                    <a16:creationId xmlns:a16="http://schemas.microsoft.com/office/drawing/2014/main" id="{979E5EAD-0459-77F2-377A-9D079C20A88A}"/>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33" name="AutoShape 1004">
                <a:extLst>
                  <a:ext uri="{FF2B5EF4-FFF2-40B4-BE49-F238E27FC236}">
                    <a16:creationId xmlns:a16="http://schemas.microsoft.com/office/drawing/2014/main" id="{4FCBF3F2-1645-999C-217E-657E6B0F824C}"/>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4" name="Rectangle 1005">
              <a:extLst>
                <a:ext uri="{FF2B5EF4-FFF2-40B4-BE49-F238E27FC236}">
                  <a16:creationId xmlns:a16="http://schemas.microsoft.com/office/drawing/2014/main" id="{4E95C3DF-1F0D-59A4-D266-80762C7DB236}"/>
                </a:ext>
              </a:extLst>
            </p:cNvPr>
            <p:cNvSpPr>
              <a:spLocks noChangeArrowheads="1"/>
            </p:cNvSpPr>
            <p:nvPr/>
          </p:nvSpPr>
          <p:spPr bwMode="auto">
            <a:xfrm>
              <a:off x="10150946" y="5636388"/>
              <a:ext cx="8422" cy="332778"/>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35" name="Freeform 1006">
              <a:extLst>
                <a:ext uri="{FF2B5EF4-FFF2-40B4-BE49-F238E27FC236}">
                  <a16:creationId xmlns:a16="http://schemas.microsoft.com/office/drawing/2014/main" id="{3391877F-4C88-99C2-3EE0-30A2A9EDFA6B}"/>
                </a:ext>
              </a:extLst>
            </p:cNvPr>
            <p:cNvSpPr>
              <a:spLocks/>
            </p:cNvSpPr>
            <p:nvPr/>
          </p:nvSpPr>
          <p:spPr bwMode="auto">
            <a:xfrm>
              <a:off x="10158887" y="5720566"/>
              <a:ext cx="28515" cy="31020"/>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6" name="Freeform 1007">
              <a:extLst>
                <a:ext uri="{FF2B5EF4-FFF2-40B4-BE49-F238E27FC236}">
                  <a16:creationId xmlns:a16="http://schemas.microsoft.com/office/drawing/2014/main" id="{FD12B556-DFCD-ADCB-6DB9-6896EA977025}"/>
                </a:ext>
              </a:extLst>
            </p:cNvPr>
            <p:cNvSpPr>
              <a:spLocks/>
            </p:cNvSpPr>
            <p:nvPr/>
          </p:nvSpPr>
          <p:spPr bwMode="auto">
            <a:xfrm>
              <a:off x="10159248" y="5672943"/>
              <a:ext cx="29357" cy="34953"/>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7" name="Oval 1008">
              <a:extLst>
                <a:ext uri="{FF2B5EF4-FFF2-40B4-BE49-F238E27FC236}">
                  <a16:creationId xmlns:a16="http://schemas.microsoft.com/office/drawing/2014/main" id="{1513E4FB-E85F-65F3-334B-35D8D339E01F}"/>
                </a:ext>
              </a:extLst>
            </p:cNvPr>
            <p:cNvSpPr>
              <a:spLocks noChangeArrowheads="1"/>
            </p:cNvSpPr>
            <p:nvPr/>
          </p:nvSpPr>
          <p:spPr bwMode="auto">
            <a:xfrm>
              <a:off x="10183311" y="5954166"/>
              <a:ext cx="6016" cy="1383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38" name="Freeform 1009">
              <a:extLst>
                <a:ext uri="{FF2B5EF4-FFF2-40B4-BE49-F238E27FC236}">
                  <a16:creationId xmlns:a16="http://schemas.microsoft.com/office/drawing/2014/main" id="{CE92D6E6-E630-F710-FB8B-146F2CCD39C5}"/>
                </a:ext>
              </a:extLst>
            </p:cNvPr>
            <p:cNvSpPr>
              <a:spLocks/>
            </p:cNvSpPr>
            <p:nvPr/>
          </p:nvSpPr>
          <p:spPr bwMode="auto">
            <a:xfrm>
              <a:off x="10157684" y="5954603"/>
              <a:ext cx="29477" cy="29127"/>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9" name="AutoShape 1010">
              <a:extLst>
                <a:ext uri="{FF2B5EF4-FFF2-40B4-BE49-F238E27FC236}">
                  <a16:creationId xmlns:a16="http://schemas.microsoft.com/office/drawing/2014/main" id="{0801BC77-106C-093D-D31A-A7F3621B5589}"/>
                </a:ext>
              </a:extLst>
            </p:cNvPr>
            <p:cNvSpPr>
              <a:spLocks noChangeArrowheads="1"/>
            </p:cNvSpPr>
            <p:nvPr/>
          </p:nvSpPr>
          <p:spPr bwMode="auto">
            <a:xfrm>
              <a:off x="10017877" y="5963487"/>
              <a:ext cx="143898" cy="21845"/>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0" name="AutoShape 1011">
              <a:extLst>
                <a:ext uri="{FF2B5EF4-FFF2-40B4-BE49-F238E27FC236}">
                  <a16:creationId xmlns:a16="http://schemas.microsoft.com/office/drawing/2014/main" id="{F85BE141-FA52-A761-B996-1E7B0D041568}"/>
                </a:ext>
              </a:extLst>
            </p:cNvPr>
            <p:cNvSpPr>
              <a:spLocks noChangeArrowheads="1"/>
            </p:cNvSpPr>
            <p:nvPr/>
          </p:nvSpPr>
          <p:spPr bwMode="auto">
            <a:xfrm>
              <a:off x="10026299" y="5969166"/>
              <a:ext cx="128257" cy="11505"/>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1" name="Oval 1012">
              <a:extLst>
                <a:ext uri="{FF2B5EF4-FFF2-40B4-BE49-F238E27FC236}">
                  <a16:creationId xmlns:a16="http://schemas.microsoft.com/office/drawing/2014/main" id="{EF67843B-915E-2114-8567-3147C6B54C0A}"/>
                </a:ext>
              </a:extLst>
            </p:cNvPr>
            <p:cNvSpPr>
              <a:spLocks noChangeArrowheads="1"/>
            </p:cNvSpPr>
            <p:nvPr/>
          </p:nvSpPr>
          <p:spPr bwMode="auto">
            <a:xfrm>
              <a:off x="10038210" y="5920815"/>
              <a:ext cx="19130" cy="20680"/>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2" name="Oval 1013">
              <a:extLst>
                <a:ext uri="{FF2B5EF4-FFF2-40B4-BE49-F238E27FC236}">
                  <a16:creationId xmlns:a16="http://schemas.microsoft.com/office/drawing/2014/main" id="{52316FDB-4525-E413-CDBD-96760900E444}"/>
                </a:ext>
              </a:extLst>
            </p:cNvPr>
            <p:cNvSpPr>
              <a:spLocks noChangeArrowheads="1"/>
            </p:cNvSpPr>
            <p:nvPr/>
          </p:nvSpPr>
          <p:spPr bwMode="auto">
            <a:xfrm>
              <a:off x="10059867" y="5920815"/>
              <a:ext cx="19130" cy="2068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dirty="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3" name="Oval 1014">
              <a:extLst>
                <a:ext uri="{FF2B5EF4-FFF2-40B4-BE49-F238E27FC236}">
                  <a16:creationId xmlns:a16="http://schemas.microsoft.com/office/drawing/2014/main" id="{9F18A4E5-F425-6A64-6575-D85CA0F8E840}"/>
                </a:ext>
              </a:extLst>
            </p:cNvPr>
            <p:cNvSpPr>
              <a:spLocks noChangeArrowheads="1"/>
            </p:cNvSpPr>
            <p:nvPr/>
          </p:nvSpPr>
          <p:spPr bwMode="auto">
            <a:xfrm>
              <a:off x="10080201" y="5920815"/>
              <a:ext cx="19130" cy="20680"/>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4" name="Rectangle 1015">
              <a:extLst>
                <a:ext uri="{FF2B5EF4-FFF2-40B4-BE49-F238E27FC236}">
                  <a16:creationId xmlns:a16="http://schemas.microsoft.com/office/drawing/2014/main" id="{0E85A51B-041F-42A7-9EE8-C4698CBE97C3}"/>
                </a:ext>
              </a:extLst>
            </p:cNvPr>
            <p:cNvSpPr>
              <a:spLocks noChangeArrowheads="1"/>
            </p:cNvSpPr>
            <p:nvPr/>
          </p:nvSpPr>
          <p:spPr bwMode="auto">
            <a:xfrm>
              <a:off x="10129410" y="5841444"/>
              <a:ext cx="9625" cy="110538"/>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45" name="Group 590">
              <a:extLst>
                <a:ext uri="{FF2B5EF4-FFF2-40B4-BE49-F238E27FC236}">
                  <a16:creationId xmlns:a16="http://schemas.microsoft.com/office/drawing/2014/main" id="{572A3107-B75A-B591-3E10-5B238C966578}"/>
                </a:ext>
              </a:extLst>
            </p:cNvPr>
            <p:cNvGrpSpPr>
              <a:grpSpLocks/>
            </p:cNvGrpSpPr>
            <p:nvPr/>
          </p:nvGrpSpPr>
          <p:grpSpPr bwMode="auto">
            <a:xfrm flipH="1">
              <a:off x="7773981" y="5281060"/>
              <a:ext cx="345630" cy="320302"/>
              <a:chOff x="2839" y="3501"/>
              <a:chExt cx="755" cy="803"/>
            </a:xfrm>
          </p:grpSpPr>
          <p:pic>
            <p:nvPicPr>
              <p:cNvPr id="346" name="Picture 591" descr="desktop_computer_stylized_medium">
                <a:extLst>
                  <a:ext uri="{FF2B5EF4-FFF2-40B4-BE49-F238E27FC236}">
                    <a16:creationId xmlns:a16="http://schemas.microsoft.com/office/drawing/2014/main" id="{533AFAA2-1ABA-4A5F-E8D2-9C997D976C56}"/>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7" name="Freeform 592">
                <a:extLst>
                  <a:ext uri="{FF2B5EF4-FFF2-40B4-BE49-F238E27FC236}">
                    <a16:creationId xmlns:a16="http://schemas.microsoft.com/office/drawing/2014/main" id="{E6DA2DFF-189C-50E8-5FD6-A5B921C494B8}"/>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48" name="Group 652">
              <a:extLst>
                <a:ext uri="{FF2B5EF4-FFF2-40B4-BE49-F238E27FC236}">
                  <a16:creationId xmlns:a16="http://schemas.microsoft.com/office/drawing/2014/main" id="{6C3FE4B9-C622-E6B7-8084-FE00F92FF7F4}"/>
                </a:ext>
              </a:extLst>
            </p:cNvPr>
            <p:cNvGrpSpPr>
              <a:grpSpLocks/>
            </p:cNvGrpSpPr>
            <p:nvPr/>
          </p:nvGrpSpPr>
          <p:grpSpPr bwMode="auto">
            <a:xfrm>
              <a:off x="7750224" y="1859725"/>
              <a:ext cx="415925" cy="385763"/>
              <a:chOff x="2751" y="1851"/>
              <a:chExt cx="462" cy="478"/>
            </a:xfrm>
          </p:grpSpPr>
          <p:pic>
            <p:nvPicPr>
              <p:cNvPr id="349" name="Picture 653" descr="iphone_stylized_small">
                <a:extLst>
                  <a:ext uri="{FF2B5EF4-FFF2-40B4-BE49-F238E27FC236}">
                    <a16:creationId xmlns:a16="http://schemas.microsoft.com/office/drawing/2014/main" id="{F958CD59-A4EA-7F90-314A-EF19729B358B}"/>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0" name="Picture 654" descr="antenna_radiation_stylized">
                <a:extLst>
                  <a:ext uri="{FF2B5EF4-FFF2-40B4-BE49-F238E27FC236}">
                    <a16:creationId xmlns:a16="http://schemas.microsoft.com/office/drawing/2014/main" id="{AFD2D961-082C-E987-2C6E-59206C19ADB6}"/>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51" name="Group 950">
              <a:extLst>
                <a:ext uri="{FF2B5EF4-FFF2-40B4-BE49-F238E27FC236}">
                  <a16:creationId xmlns:a16="http://schemas.microsoft.com/office/drawing/2014/main" id="{7709DBC7-95B3-B7AC-0B08-1DDCE5B7D25A}"/>
                </a:ext>
              </a:extLst>
            </p:cNvPr>
            <p:cNvGrpSpPr>
              <a:grpSpLocks/>
            </p:cNvGrpSpPr>
            <p:nvPr/>
          </p:nvGrpSpPr>
          <p:grpSpPr bwMode="auto">
            <a:xfrm>
              <a:off x="10253990" y="5273951"/>
              <a:ext cx="177192" cy="330833"/>
              <a:chOff x="4140" y="429"/>
              <a:chExt cx="1425" cy="2396"/>
            </a:xfrm>
          </p:grpSpPr>
          <p:sp>
            <p:nvSpPr>
              <p:cNvPr id="352" name="Freeform 951">
                <a:extLst>
                  <a:ext uri="{FF2B5EF4-FFF2-40B4-BE49-F238E27FC236}">
                    <a16:creationId xmlns:a16="http://schemas.microsoft.com/office/drawing/2014/main" id="{8EC2DE83-B2A2-872F-4771-07E17B36EBAE}"/>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3" name="Rectangle 952">
                <a:extLst>
                  <a:ext uri="{FF2B5EF4-FFF2-40B4-BE49-F238E27FC236}">
                    <a16:creationId xmlns:a16="http://schemas.microsoft.com/office/drawing/2014/main" id="{59FC2593-11D1-15C7-DEAE-C20AB1BAAD70}"/>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54" name="Freeform 953">
                <a:extLst>
                  <a:ext uri="{FF2B5EF4-FFF2-40B4-BE49-F238E27FC236}">
                    <a16:creationId xmlns:a16="http://schemas.microsoft.com/office/drawing/2014/main" id="{F1727F63-7054-D107-F577-F39B47EBE3E9}"/>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5" name="Freeform 954">
                <a:extLst>
                  <a:ext uri="{FF2B5EF4-FFF2-40B4-BE49-F238E27FC236}">
                    <a16:creationId xmlns:a16="http://schemas.microsoft.com/office/drawing/2014/main" id="{BA75B624-A84D-6B43-34DB-D66883DE3B8C}"/>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6" name="Rectangle 955">
                <a:extLst>
                  <a:ext uri="{FF2B5EF4-FFF2-40B4-BE49-F238E27FC236}">
                    <a16:creationId xmlns:a16="http://schemas.microsoft.com/office/drawing/2014/main" id="{6FFE5414-1922-444C-0A4D-2D5BA6CECA8E}"/>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57" name="Group 956">
                <a:extLst>
                  <a:ext uri="{FF2B5EF4-FFF2-40B4-BE49-F238E27FC236}">
                    <a16:creationId xmlns:a16="http://schemas.microsoft.com/office/drawing/2014/main" id="{8CA56E2C-6F9B-A4E6-B2FB-803D78110C10}"/>
                  </a:ext>
                </a:extLst>
              </p:cNvPr>
              <p:cNvGrpSpPr>
                <a:grpSpLocks/>
              </p:cNvGrpSpPr>
              <p:nvPr/>
            </p:nvGrpSpPr>
            <p:grpSpPr bwMode="auto">
              <a:xfrm>
                <a:off x="4749" y="668"/>
                <a:ext cx="581" cy="145"/>
                <a:chOff x="614" y="2568"/>
                <a:chExt cx="725" cy="139"/>
              </a:xfrm>
            </p:grpSpPr>
            <p:sp>
              <p:nvSpPr>
                <p:cNvPr id="382" name="AutoShape 957">
                  <a:extLst>
                    <a:ext uri="{FF2B5EF4-FFF2-40B4-BE49-F238E27FC236}">
                      <a16:creationId xmlns:a16="http://schemas.microsoft.com/office/drawing/2014/main" id="{4FD4E79B-D4D7-A692-A531-57AE9B01D65A}"/>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83" name="AutoShape 958">
                  <a:extLst>
                    <a:ext uri="{FF2B5EF4-FFF2-40B4-BE49-F238E27FC236}">
                      <a16:creationId xmlns:a16="http://schemas.microsoft.com/office/drawing/2014/main" id="{9193C27A-7D45-9B46-D1D9-AA7CFD45674C}"/>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58" name="Rectangle 959">
                <a:extLst>
                  <a:ext uri="{FF2B5EF4-FFF2-40B4-BE49-F238E27FC236}">
                    <a16:creationId xmlns:a16="http://schemas.microsoft.com/office/drawing/2014/main" id="{A477AB43-A832-DB0B-E506-E4BDF2E2392C}"/>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59" name="Group 960">
                <a:extLst>
                  <a:ext uri="{FF2B5EF4-FFF2-40B4-BE49-F238E27FC236}">
                    <a16:creationId xmlns:a16="http://schemas.microsoft.com/office/drawing/2014/main" id="{71F70628-9E59-98C9-9F09-9835992BE74F}"/>
                  </a:ext>
                </a:extLst>
              </p:cNvPr>
              <p:cNvGrpSpPr>
                <a:grpSpLocks/>
              </p:cNvGrpSpPr>
              <p:nvPr/>
            </p:nvGrpSpPr>
            <p:grpSpPr bwMode="auto">
              <a:xfrm>
                <a:off x="4747" y="994"/>
                <a:ext cx="581" cy="134"/>
                <a:chOff x="614" y="2568"/>
                <a:chExt cx="725" cy="139"/>
              </a:xfrm>
            </p:grpSpPr>
            <p:sp>
              <p:nvSpPr>
                <p:cNvPr id="380" name="AutoShape 961">
                  <a:extLst>
                    <a:ext uri="{FF2B5EF4-FFF2-40B4-BE49-F238E27FC236}">
                      <a16:creationId xmlns:a16="http://schemas.microsoft.com/office/drawing/2014/main" id="{0017765D-0EEC-B08A-1D05-E3FD156426D4}"/>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81" name="AutoShape 962">
                  <a:extLst>
                    <a:ext uri="{FF2B5EF4-FFF2-40B4-BE49-F238E27FC236}">
                      <a16:creationId xmlns:a16="http://schemas.microsoft.com/office/drawing/2014/main" id="{EF049227-C827-96F6-106A-394DAAF9689B}"/>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60" name="Rectangle 963">
                <a:extLst>
                  <a:ext uri="{FF2B5EF4-FFF2-40B4-BE49-F238E27FC236}">
                    <a16:creationId xmlns:a16="http://schemas.microsoft.com/office/drawing/2014/main" id="{F43EC8BB-4852-02DF-9783-AF95D9C9F1EA}"/>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61" name="Rectangle 964">
                <a:extLst>
                  <a:ext uri="{FF2B5EF4-FFF2-40B4-BE49-F238E27FC236}">
                    <a16:creationId xmlns:a16="http://schemas.microsoft.com/office/drawing/2014/main" id="{0CCE5170-841C-A49B-549C-62C11FAA3EBC}"/>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62" name="Group 965">
                <a:extLst>
                  <a:ext uri="{FF2B5EF4-FFF2-40B4-BE49-F238E27FC236}">
                    <a16:creationId xmlns:a16="http://schemas.microsoft.com/office/drawing/2014/main" id="{FB4634FD-DA85-6E97-3981-14948B035735}"/>
                  </a:ext>
                </a:extLst>
              </p:cNvPr>
              <p:cNvGrpSpPr>
                <a:grpSpLocks/>
              </p:cNvGrpSpPr>
              <p:nvPr/>
            </p:nvGrpSpPr>
            <p:grpSpPr bwMode="auto">
              <a:xfrm>
                <a:off x="4735" y="1627"/>
                <a:ext cx="582" cy="151"/>
                <a:chOff x="614" y="2568"/>
                <a:chExt cx="725" cy="139"/>
              </a:xfrm>
            </p:grpSpPr>
            <p:sp>
              <p:nvSpPr>
                <p:cNvPr id="378" name="AutoShape 966">
                  <a:extLst>
                    <a:ext uri="{FF2B5EF4-FFF2-40B4-BE49-F238E27FC236}">
                      <a16:creationId xmlns:a16="http://schemas.microsoft.com/office/drawing/2014/main" id="{39D7A42C-9592-8AC7-6C01-23259AA9A79C}"/>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79" name="AutoShape 967">
                  <a:extLst>
                    <a:ext uri="{FF2B5EF4-FFF2-40B4-BE49-F238E27FC236}">
                      <a16:creationId xmlns:a16="http://schemas.microsoft.com/office/drawing/2014/main" id="{0C65AD01-A4ED-331D-E126-35AF7E0F56B1}"/>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63" name="Freeform 968">
                <a:extLst>
                  <a:ext uri="{FF2B5EF4-FFF2-40B4-BE49-F238E27FC236}">
                    <a16:creationId xmlns:a16="http://schemas.microsoft.com/office/drawing/2014/main" id="{1E79E873-95F0-D82D-C1D1-14DD84CB2C18}"/>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64" name="Group 969">
                <a:extLst>
                  <a:ext uri="{FF2B5EF4-FFF2-40B4-BE49-F238E27FC236}">
                    <a16:creationId xmlns:a16="http://schemas.microsoft.com/office/drawing/2014/main" id="{CC1E3C24-2037-D648-3E8C-0D3880CB1B18}"/>
                  </a:ext>
                </a:extLst>
              </p:cNvPr>
              <p:cNvGrpSpPr>
                <a:grpSpLocks/>
              </p:cNvGrpSpPr>
              <p:nvPr/>
            </p:nvGrpSpPr>
            <p:grpSpPr bwMode="auto">
              <a:xfrm>
                <a:off x="4739" y="1327"/>
                <a:ext cx="582" cy="139"/>
                <a:chOff x="614" y="2568"/>
                <a:chExt cx="725" cy="139"/>
              </a:xfrm>
            </p:grpSpPr>
            <p:sp>
              <p:nvSpPr>
                <p:cNvPr id="376" name="AutoShape 970">
                  <a:extLst>
                    <a:ext uri="{FF2B5EF4-FFF2-40B4-BE49-F238E27FC236}">
                      <a16:creationId xmlns:a16="http://schemas.microsoft.com/office/drawing/2014/main" id="{10CC2442-796F-8451-516C-CC68A7A52336}"/>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77" name="AutoShape 971">
                  <a:extLst>
                    <a:ext uri="{FF2B5EF4-FFF2-40B4-BE49-F238E27FC236}">
                      <a16:creationId xmlns:a16="http://schemas.microsoft.com/office/drawing/2014/main" id="{4404EE1D-F293-15EB-B583-0B719051880B}"/>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65" name="Rectangle 972">
                <a:extLst>
                  <a:ext uri="{FF2B5EF4-FFF2-40B4-BE49-F238E27FC236}">
                    <a16:creationId xmlns:a16="http://schemas.microsoft.com/office/drawing/2014/main" id="{11CA15D0-2FF6-8138-CA29-DFD86FC83D5A}"/>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66" name="Freeform 973">
                <a:extLst>
                  <a:ext uri="{FF2B5EF4-FFF2-40B4-BE49-F238E27FC236}">
                    <a16:creationId xmlns:a16="http://schemas.microsoft.com/office/drawing/2014/main" id="{C1C6F980-7B31-94A5-D7FE-0582A1696073}"/>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7" name="Freeform 974">
                <a:extLst>
                  <a:ext uri="{FF2B5EF4-FFF2-40B4-BE49-F238E27FC236}">
                    <a16:creationId xmlns:a16="http://schemas.microsoft.com/office/drawing/2014/main" id="{3D6A5BC5-0BD8-0BCF-4E4E-5F00E6B7FC4B}"/>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8" name="Oval 975">
                <a:extLst>
                  <a:ext uri="{FF2B5EF4-FFF2-40B4-BE49-F238E27FC236}">
                    <a16:creationId xmlns:a16="http://schemas.microsoft.com/office/drawing/2014/main" id="{0054B04D-1A57-77E8-D9D7-0E01A3248AE4}"/>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69" name="Freeform 976">
                <a:extLst>
                  <a:ext uri="{FF2B5EF4-FFF2-40B4-BE49-F238E27FC236}">
                    <a16:creationId xmlns:a16="http://schemas.microsoft.com/office/drawing/2014/main" id="{ADB92CE1-865F-FCF3-91D8-EE1814B1C983}"/>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0" name="AutoShape 977">
                <a:extLst>
                  <a:ext uri="{FF2B5EF4-FFF2-40B4-BE49-F238E27FC236}">
                    <a16:creationId xmlns:a16="http://schemas.microsoft.com/office/drawing/2014/main" id="{AD983378-547E-B212-2368-10301E42CCBD}"/>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71" name="AutoShape 978">
                <a:extLst>
                  <a:ext uri="{FF2B5EF4-FFF2-40B4-BE49-F238E27FC236}">
                    <a16:creationId xmlns:a16="http://schemas.microsoft.com/office/drawing/2014/main" id="{70BAAA40-3C51-50A2-B41E-08BB8D0F5ACB}"/>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72" name="Oval 979">
                <a:extLst>
                  <a:ext uri="{FF2B5EF4-FFF2-40B4-BE49-F238E27FC236}">
                    <a16:creationId xmlns:a16="http://schemas.microsoft.com/office/drawing/2014/main" id="{FBECF5CF-F10E-09F2-3417-5204BAA90E39}"/>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73" name="Oval 980">
                <a:extLst>
                  <a:ext uri="{FF2B5EF4-FFF2-40B4-BE49-F238E27FC236}">
                    <a16:creationId xmlns:a16="http://schemas.microsoft.com/office/drawing/2014/main" id="{69E422E3-9143-77AE-9E6A-1AE7DD8FDF26}"/>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dirty="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74" name="Oval 981">
                <a:extLst>
                  <a:ext uri="{FF2B5EF4-FFF2-40B4-BE49-F238E27FC236}">
                    <a16:creationId xmlns:a16="http://schemas.microsoft.com/office/drawing/2014/main" id="{3EB9C75F-4FA5-E700-E1B0-2AC647CC17F1}"/>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75" name="Rectangle 982">
                <a:extLst>
                  <a:ext uri="{FF2B5EF4-FFF2-40B4-BE49-F238E27FC236}">
                    <a16:creationId xmlns:a16="http://schemas.microsoft.com/office/drawing/2014/main" id="{B8E43985-093E-0E30-1C81-F7B3D0D939CE}"/>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grpSp>
          <p:nvGrpSpPr>
            <p:cNvPr id="384" name="Group 950">
              <a:extLst>
                <a:ext uri="{FF2B5EF4-FFF2-40B4-BE49-F238E27FC236}">
                  <a16:creationId xmlns:a16="http://schemas.microsoft.com/office/drawing/2014/main" id="{A9F65658-539D-375B-27E0-18233D6FAD1C}"/>
                </a:ext>
              </a:extLst>
            </p:cNvPr>
            <p:cNvGrpSpPr>
              <a:grpSpLocks/>
            </p:cNvGrpSpPr>
            <p:nvPr/>
          </p:nvGrpSpPr>
          <p:grpSpPr bwMode="auto">
            <a:xfrm>
              <a:off x="10002508" y="5616400"/>
              <a:ext cx="214974" cy="403920"/>
              <a:chOff x="4140" y="429"/>
              <a:chExt cx="1425" cy="2396"/>
            </a:xfrm>
          </p:grpSpPr>
          <p:sp>
            <p:nvSpPr>
              <p:cNvPr id="385" name="Freeform 951">
                <a:extLst>
                  <a:ext uri="{FF2B5EF4-FFF2-40B4-BE49-F238E27FC236}">
                    <a16:creationId xmlns:a16="http://schemas.microsoft.com/office/drawing/2014/main" id="{805B88AF-D2FF-CDA9-A83A-B56D4E2090A1}"/>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6" name="Rectangle 952">
                <a:extLst>
                  <a:ext uri="{FF2B5EF4-FFF2-40B4-BE49-F238E27FC236}">
                    <a16:creationId xmlns:a16="http://schemas.microsoft.com/office/drawing/2014/main" id="{5EF39DE0-C11B-7BD0-EE20-795867C9E999}"/>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87" name="Freeform 953">
                <a:extLst>
                  <a:ext uri="{FF2B5EF4-FFF2-40B4-BE49-F238E27FC236}">
                    <a16:creationId xmlns:a16="http://schemas.microsoft.com/office/drawing/2014/main" id="{736553D0-E619-D3A7-26AE-06D561D440ED}"/>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8" name="Freeform 954">
                <a:extLst>
                  <a:ext uri="{FF2B5EF4-FFF2-40B4-BE49-F238E27FC236}">
                    <a16:creationId xmlns:a16="http://schemas.microsoft.com/office/drawing/2014/main" id="{1A87E9CA-63E2-4672-F79A-D3EC4679D077}"/>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9" name="Rectangle 955">
                <a:extLst>
                  <a:ext uri="{FF2B5EF4-FFF2-40B4-BE49-F238E27FC236}">
                    <a16:creationId xmlns:a16="http://schemas.microsoft.com/office/drawing/2014/main" id="{00A592B0-EEEE-9AD7-A793-07C484B0FF7C}"/>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90" name="Group 956">
                <a:extLst>
                  <a:ext uri="{FF2B5EF4-FFF2-40B4-BE49-F238E27FC236}">
                    <a16:creationId xmlns:a16="http://schemas.microsoft.com/office/drawing/2014/main" id="{BDFD73E3-B394-7046-0848-8B6DE62AAF1C}"/>
                  </a:ext>
                </a:extLst>
              </p:cNvPr>
              <p:cNvGrpSpPr>
                <a:grpSpLocks/>
              </p:cNvGrpSpPr>
              <p:nvPr/>
            </p:nvGrpSpPr>
            <p:grpSpPr bwMode="auto">
              <a:xfrm>
                <a:off x="4749" y="668"/>
                <a:ext cx="581" cy="145"/>
                <a:chOff x="614" y="2568"/>
                <a:chExt cx="725" cy="139"/>
              </a:xfrm>
            </p:grpSpPr>
            <p:sp>
              <p:nvSpPr>
                <p:cNvPr id="415" name="AutoShape 957">
                  <a:extLst>
                    <a:ext uri="{FF2B5EF4-FFF2-40B4-BE49-F238E27FC236}">
                      <a16:creationId xmlns:a16="http://schemas.microsoft.com/office/drawing/2014/main" id="{94378409-1F7D-F4DB-0432-7D0F2103D86D}"/>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16" name="AutoShape 958">
                  <a:extLst>
                    <a:ext uri="{FF2B5EF4-FFF2-40B4-BE49-F238E27FC236}">
                      <a16:creationId xmlns:a16="http://schemas.microsoft.com/office/drawing/2014/main" id="{0CE937B7-B476-0A6C-6B9C-18A85B049DB4}"/>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91" name="Rectangle 959">
                <a:extLst>
                  <a:ext uri="{FF2B5EF4-FFF2-40B4-BE49-F238E27FC236}">
                    <a16:creationId xmlns:a16="http://schemas.microsoft.com/office/drawing/2014/main" id="{D38DABDE-04A5-BF0B-3C82-51D9F732CF15}"/>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92" name="Group 960">
                <a:extLst>
                  <a:ext uri="{FF2B5EF4-FFF2-40B4-BE49-F238E27FC236}">
                    <a16:creationId xmlns:a16="http://schemas.microsoft.com/office/drawing/2014/main" id="{70D59CDF-F00F-285A-7D2F-C4543A14D039}"/>
                  </a:ext>
                </a:extLst>
              </p:cNvPr>
              <p:cNvGrpSpPr>
                <a:grpSpLocks/>
              </p:cNvGrpSpPr>
              <p:nvPr/>
            </p:nvGrpSpPr>
            <p:grpSpPr bwMode="auto">
              <a:xfrm>
                <a:off x="4747" y="994"/>
                <a:ext cx="581" cy="134"/>
                <a:chOff x="614" y="2568"/>
                <a:chExt cx="725" cy="139"/>
              </a:xfrm>
            </p:grpSpPr>
            <p:sp>
              <p:nvSpPr>
                <p:cNvPr id="413" name="AutoShape 961">
                  <a:extLst>
                    <a:ext uri="{FF2B5EF4-FFF2-40B4-BE49-F238E27FC236}">
                      <a16:creationId xmlns:a16="http://schemas.microsoft.com/office/drawing/2014/main" id="{CFB26AB9-98FA-C44D-9F9E-DB42AA565CB4}"/>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14" name="AutoShape 962">
                  <a:extLst>
                    <a:ext uri="{FF2B5EF4-FFF2-40B4-BE49-F238E27FC236}">
                      <a16:creationId xmlns:a16="http://schemas.microsoft.com/office/drawing/2014/main" id="{050BC6DC-13C2-962C-62F1-E6EE83088E96}"/>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93" name="Rectangle 963">
                <a:extLst>
                  <a:ext uri="{FF2B5EF4-FFF2-40B4-BE49-F238E27FC236}">
                    <a16:creationId xmlns:a16="http://schemas.microsoft.com/office/drawing/2014/main" id="{ADDC9571-46F8-B987-3314-22466243DC33}"/>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94" name="Rectangle 964">
                <a:extLst>
                  <a:ext uri="{FF2B5EF4-FFF2-40B4-BE49-F238E27FC236}">
                    <a16:creationId xmlns:a16="http://schemas.microsoft.com/office/drawing/2014/main" id="{28B6967F-8CE1-5259-AE8E-562A12C6ABA5}"/>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95" name="Group 965">
                <a:extLst>
                  <a:ext uri="{FF2B5EF4-FFF2-40B4-BE49-F238E27FC236}">
                    <a16:creationId xmlns:a16="http://schemas.microsoft.com/office/drawing/2014/main" id="{990167BC-2089-3005-3ECB-2931471BC752}"/>
                  </a:ext>
                </a:extLst>
              </p:cNvPr>
              <p:cNvGrpSpPr>
                <a:grpSpLocks/>
              </p:cNvGrpSpPr>
              <p:nvPr/>
            </p:nvGrpSpPr>
            <p:grpSpPr bwMode="auto">
              <a:xfrm>
                <a:off x="4735" y="1627"/>
                <a:ext cx="582" cy="151"/>
                <a:chOff x="614" y="2568"/>
                <a:chExt cx="725" cy="139"/>
              </a:xfrm>
            </p:grpSpPr>
            <p:sp>
              <p:nvSpPr>
                <p:cNvPr id="411" name="AutoShape 966">
                  <a:extLst>
                    <a:ext uri="{FF2B5EF4-FFF2-40B4-BE49-F238E27FC236}">
                      <a16:creationId xmlns:a16="http://schemas.microsoft.com/office/drawing/2014/main" id="{94A1B712-09A6-B278-8EC5-0963A2D63C81}"/>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12" name="AutoShape 967">
                  <a:extLst>
                    <a:ext uri="{FF2B5EF4-FFF2-40B4-BE49-F238E27FC236}">
                      <a16:creationId xmlns:a16="http://schemas.microsoft.com/office/drawing/2014/main" id="{7CC5F570-F3EB-D7BB-7818-991C879A9DED}"/>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96" name="Freeform 968">
                <a:extLst>
                  <a:ext uri="{FF2B5EF4-FFF2-40B4-BE49-F238E27FC236}">
                    <a16:creationId xmlns:a16="http://schemas.microsoft.com/office/drawing/2014/main" id="{BD123933-00E0-70B1-A6F2-645793200448}"/>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97" name="Group 969">
                <a:extLst>
                  <a:ext uri="{FF2B5EF4-FFF2-40B4-BE49-F238E27FC236}">
                    <a16:creationId xmlns:a16="http://schemas.microsoft.com/office/drawing/2014/main" id="{59FABFB9-F3B1-89C3-9ECA-D60BB65F9A2B}"/>
                  </a:ext>
                </a:extLst>
              </p:cNvPr>
              <p:cNvGrpSpPr>
                <a:grpSpLocks/>
              </p:cNvGrpSpPr>
              <p:nvPr/>
            </p:nvGrpSpPr>
            <p:grpSpPr bwMode="auto">
              <a:xfrm>
                <a:off x="4739" y="1327"/>
                <a:ext cx="582" cy="139"/>
                <a:chOff x="614" y="2568"/>
                <a:chExt cx="725" cy="139"/>
              </a:xfrm>
            </p:grpSpPr>
            <p:sp>
              <p:nvSpPr>
                <p:cNvPr id="409" name="AutoShape 970">
                  <a:extLst>
                    <a:ext uri="{FF2B5EF4-FFF2-40B4-BE49-F238E27FC236}">
                      <a16:creationId xmlns:a16="http://schemas.microsoft.com/office/drawing/2014/main" id="{E5E1C162-6FD0-C59A-4B72-41DF57543E92}"/>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10" name="AutoShape 971">
                  <a:extLst>
                    <a:ext uri="{FF2B5EF4-FFF2-40B4-BE49-F238E27FC236}">
                      <a16:creationId xmlns:a16="http://schemas.microsoft.com/office/drawing/2014/main" id="{11399A68-D3E9-830B-4A8F-58463BD405B0}"/>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98" name="Rectangle 972">
                <a:extLst>
                  <a:ext uri="{FF2B5EF4-FFF2-40B4-BE49-F238E27FC236}">
                    <a16:creationId xmlns:a16="http://schemas.microsoft.com/office/drawing/2014/main" id="{74275D78-2E73-AAD6-3809-918CA9783D41}"/>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99" name="Freeform 973">
                <a:extLst>
                  <a:ext uri="{FF2B5EF4-FFF2-40B4-BE49-F238E27FC236}">
                    <a16:creationId xmlns:a16="http://schemas.microsoft.com/office/drawing/2014/main" id="{B1894A06-AB01-727A-599D-3D1E47DF944E}"/>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0" name="Freeform 974">
                <a:extLst>
                  <a:ext uri="{FF2B5EF4-FFF2-40B4-BE49-F238E27FC236}">
                    <a16:creationId xmlns:a16="http://schemas.microsoft.com/office/drawing/2014/main" id="{F53BD9CB-67D4-6E39-02FB-53897AADD248}"/>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1" name="Oval 975">
                <a:extLst>
                  <a:ext uri="{FF2B5EF4-FFF2-40B4-BE49-F238E27FC236}">
                    <a16:creationId xmlns:a16="http://schemas.microsoft.com/office/drawing/2014/main" id="{DD503629-26BC-48CA-19C3-75E4E3A19600}"/>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02" name="Freeform 976">
                <a:extLst>
                  <a:ext uri="{FF2B5EF4-FFF2-40B4-BE49-F238E27FC236}">
                    <a16:creationId xmlns:a16="http://schemas.microsoft.com/office/drawing/2014/main" id="{29D7D702-F631-8E31-6D35-4109C078D4EA}"/>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3" name="AutoShape 977">
                <a:extLst>
                  <a:ext uri="{FF2B5EF4-FFF2-40B4-BE49-F238E27FC236}">
                    <a16:creationId xmlns:a16="http://schemas.microsoft.com/office/drawing/2014/main" id="{F5AAEDF0-1A62-9D3E-DC23-EB8A40130890}"/>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04" name="AutoShape 978">
                <a:extLst>
                  <a:ext uri="{FF2B5EF4-FFF2-40B4-BE49-F238E27FC236}">
                    <a16:creationId xmlns:a16="http://schemas.microsoft.com/office/drawing/2014/main" id="{EBFE67FB-8B43-C07C-0892-18B03532C3D2}"/>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05" name="Oval 979">
                <a:extLst>
                  <a:ext uri="{FF2B5EF4-FFF2-40B4-BE49-F238E27FC236}">
                    <a16:creationId xmlns:a16="http://schemas.microsoft.com/office/drawing/2014/main" id="{D1226205-78D8-FC4D-413D-9DA50A8115B0}"/>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06" name="Oval 980">
                <a:extLst>
                  <a:ext uri="{FF2B5EF4-FFF2-40B4-BE49-F238E27FC236}">
                    <a16:creationId xmlns:a16="http://schemas.microsoft.com/office/drawing/2014/main" id="{7A06EC0F-428C-0950-2DE9-8F8CFD3A2DE3}"/>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dirty="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07" name="Oval 981">
                <a:extLst>
                  <a:ext uri="{FF2B5EF4-FFF2-40B4-BE49-F238E27FC236}">
                    <a16:creationId xmlns:a16="http://schemas.microsoft.com/office/drawing/2014/main" id="{069A7E74-18B7-6415-9F75-A7FA99CF28B8}"/>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08" name="Rectangle 982">
                <a:extLst>
                  <a:ext uri="{FF2B5EF4-FFF2-40B4-BE49-F238E27FC236}">
                    <a16:creationId xmlns:a16="http://schemas.microsoft.com/office/drawing/2014/main" id="{0C57A5D0-A9CB-1883-765D-CB4D711871EE}"/>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grpSp>
          <p:nvGrpSpPr>
            <p:cNvPr id="417" name="Group 416">
              <a:extLst>
                <a:ext uri="{FF2B5EF4-FFF2-40B4-BE49-F238E27FC236}">
                  <a16:creationId xmlns:a16="http://schemas.microsoft.com/office/drawing/2014/main" id="{D5BC91DC-98B4-6368-7FB4-D7A92D97EE31}"/>
                </a:ext>
              </a:extLst>
            </p:cNvPr>
            <p:cNvGrpSpPr/>
            <p:nvPr/>
          </p:nvGrpSpPr>
          <p:grpSpPr>
            <a:xfrm>
              <a:off x="9098788" y="3956624"/>
              <a:ext cx="367224" cy="240304"/>
              <a:chOff x="7493876" y="2774731"/>
              <a:chExt cx="1481958" cy="894622"/>
            </a:xfrm>
          </p:grpSpPr>
          <p:sp>
            <p:nvSpPr>
              <p:cNvPr id="418" name="Freeform 193">
                <a:extLst>
                  <a:ext uri="{FF2B5EF4-FFF2-40B4-BE49-F238E27FC236}">
                    <a16:creationId xmlns:a16="http://schemas.microsoft.com/office/drawing/2014/main" id="{364FBC29-C70A-C29F-BB00-C5B193669CF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419" name="Oval 418">
                <a:extLst>
                  <a:ext uri="{FF2B5EF4-FFF2-40B4-BE49-F238E27FC236}">
                    <a16:creationId xmlns:a16="http://schemas.microsoft.com/office/drawing/2014/main" id="{464C3D5D-E917-8908-0396-2DEAA7C112C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420" name="Group 419">
                <a:extLst>
                  <a:ext uri="{FF2B5EF4-FFF2-40B4-BE49-F238E27FC236}">
                    <a16:creationId xmlns:a16="http://schemas.microsoft.com/office/drawing/2014/main" id="{44B1822C-8FB4-83B6-64B8-090B27124674}"/>
                  </a:ext>
                </a:extLst>
              </p:cNvPr>
              <p:cNvGrpSpPr/>
              <p:nvPr/>
            </p:nvGrpSpPr>
            <p:grpSpPr>
              <a:xfrm>
                <a:off x="7713663" y="2848339"/>
                <a:ext cx="1042107" cy="425543"/>
                <a:chOff x="7786941" y="2884917"/>
                <a:chExt cx="897649" cy="353919"/>
              </a:xfrm>
            </p:grpSpPr>
            <p:sp>
              <p:nvSpPr>
                <p:cNvPr id="421" name="Freeform 196">
                  <a:extLst>
                    <a:ext uri="{FF2B5EF4-FFF2-40B4-BE49-F238E27FC236}">
                      <a16:creationId xmlns:a16="http://schemas.microsoft.com/office/drawing/2014/main" id="{13221C8B-1CCD-5AB8-BE8D-3E07BF226B5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22" name="Freeform 197">
                  <a:extLst>
                    <a:ext uri="{FF2B5EF4-FFF2-40B4-BE49-F238E27FC236}">
                      <a16:creationId xmlns:a16="http://schemas.microsoft.com/office/drawing/2014/main" id="{3BE0D8DF-6B69-5A32-3DF6-46F58A7B59A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23" name="Freeform 198">
                  <a:extLst>
                    <a:ext uri="{FF2B5EF4-FFF2-40B4-BE49-F238E27FC236}">
                      <a16:creationId xmlns:a16="http://schemas.microsoft.com/office/drawing/2014/main" id="{3F9F1812-69F2-B59C-E2B8-3DAB6B3C9FC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24" name="Freeform 199">
                  <a:extLst>
                    <a:ext uri="{FF2B5EF4-FFF2-40B4-BE49-F238E27FC236}">
                      <a16:creationId xmlns:a16="http://schemas.microsoft.com/office/drawing/2014/main" id="{31C5F887-3B2B-23B9-FD15-DA510F70D7E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425" name="Group 424">
              <a:extLst>
                <a:ext uri="{FF2B5EF4-FFF2-40B4-BE49-F238E27FC236}">
                  <a16:creationId xmlns:a16="http://schemas.microsoft.com/office/drawing/2014/main" id="{A2535D9A-E3CE-103A-7976-186BA61B86AD}"/>
                </a:ext>
              </a:extLst>
            </p:cNvPr>
            <p:cNvGrpSpPr/>
            <p:nvPr/>
          </p:nvGrpSpPr>
          <p:grpSpPr>
            <a:xfrm>
              <a:off x="9601554" y="3999763"/>
              <a:ext cx="367224" cy="240304"/>
              <a:chOff x="7493876" y="2774731"/>
              <a:chExt cx="1481958" cy="894622"/>
            </a:xfrm>
          </p:grpSpPr>
          <p:sp>
            <p:nvSpPr>
              <p:cNvPr id="426" name="Freeform 217">
                <a:extLst>
                  <a:ext uri="{FF2B5EF4-FFF2-40B4-BE49-F238E27FC236}">
                    <a16:creationId xmlns:a16="http://schemas.microsoft.com/office/drawing/2014/main" id="{E64845D5-9245-7C33-B795-C4155F650FD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427" name="Oval 426">
                <a:extLst>
                  <a:ext uri="{FF2B5EF4-FFF2-40B4-BE49-F238E27FC236}">
                    <a16:creationId xmlns:a16="http://schemas.microsoft.com/office/drawing/2014/main" id="{94C93AD2-1637-0B22-347B-A036274A54FF}"/>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428" name="Group 427">
                <a:extLst>
                  <a:ext uri="{FF2B5EF4-FFF2-40B4-BE49-F238E27FC236}">
                    <a16:creationId xmlns:a16="http://schemas.microsoft.com/office/drawing/2014/main" id="{C2429B98-0A74-454E-6821-BF9DFB82B80B}"/>
                  </a:ext>
                </a:extLst>
              </p:cNvPr>
              <p:cNvGrpSpPr/>
              <p:nvPr/>
            </p:nvGrpSpPr>
            <p:grpSpPr>
              <a:xfrm>
                <a:off x="7713663" y="2848339"/>
                <a:ext cx="1042107" cy="425543"/>
                <a:chOff x="7786941" y="2884917"/>
                <a:chExt cx="897649" cy="353919"/>
              </a:xfrm>
            </p:grpSpPr>
            <p:sp>
              <p:nvSpPr>
                <p:cNvPr id="429" name="Freeform 220">
                  <a:extLst>
                    <a:ext uri="{FF2B5EF4-FFF2-40B4-BE49-F238E27FC236}">
                      <a16:creationId xmlns:a16="http://schemas.microsoft.com/office/drawing/2014/main" id="{CD6CDDCB-D42D-BC8B-DF19-0EF731BE5D0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30" name="Freeform 222">
                  <a:extLst>
                    <a:ext uri="{FF2B5EF4-FFF2-40B4-BE49-F238E27FC236}">
                      <a16:creationId xmlns:a16="http://schemas.microsoft.com/office/drawing/2014/main" id="{22891E51-B217-7B33-6345-CF780D49551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31" name="Freeform 223">
                  <a:extLst>
                    <a:ext uri="{FF2B5EF4-FFF2-40B4-BE49-F238E27FC236}">
                      <a16:creationId xmlns:a16="http://schemas.microsoft.com/office/drawing/2014/main" id="{79E6DC85-B5C5-7EDE-F31B-AF719E01B96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32" name="Freeform 221">
                  <a:extLst>
                    <a:ext uri="{FF2B5EF4-FFF2-40B4-BE49-F238E27FC236}">
                      <a16:creationId xmlns:a16="http://schemas.microsoft.com/office/drawing/2014/main" id="{B03C2C7F-B616-CBAD-7E48-36F2D452A5D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433" name="Group 432">
              <a:extLst>
                <a:ext uri="{FF2B5EF4-FFF2-40B4-BE49-F238E27FC236}">
                  <a16:creationId xmlns:a16="http://schemas.microsoft.com/office/drawing/2014/main" id="{6F0B3ADC-102F-1CAA-8D78-36F6F36DCF32}"/>
                </a:ext>
              </a:extLst>
            </p:cNvPr>
            <p:cNvGrpSpPr/>
            <p:nvPr/>
          </p:nvGrpSpPr>
          <p:grpSpPr>
            <a:xfrm>
              <a:off x="8050070" y="3965994"/>
              <a:ext cx="354986" cy="175668"/>
              <a:chOff x="7493876" y="2774731"/>
              <a:chExt cx="1481958" cy="894622"/>
            </a:xfrm>
          </p:grpSpPr>
          <p:sp>
            <p:nvSpPr>
              <p:cNvPr id="434" name="Freeform 145">
                <a:extLst>
                  <a:ext uri="{FF2B5EF4-FFF2-40B4-BE49-F238E27FC236}">
                    <a16:creationId xmlns:a16="http://schemas.microsoft.com/office/drawing/2014/main" id="{50B5DBF5-C44C-43F1-8BAF-F83DA869F748}"/>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435" name="Oval 434">
                <a:extLst>
                  <a:ext uri="{FF2B5EF4-FFF2-40B4-BE49-F238E27FC236}">
                    <a16:creationId xmlns:a16="http://schemas.microsoft.com/office/drawing/2014/main" id="{8AF7B893-9E68-F2D8-1593-080298593EA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436" name="Group 435">
                <a:extLst>
                  <a:ext uri="{FF2B5EF4-FFF2-40B4-BE49-F238E27FC236}">
                    <a16:creationId xmlns:a16="http://schemas.microsoft.com/office/drawing/2014/main" id="{1F5AE026-C518-DCD9-6C66-4251F62D9B7D}"/>
                  </a:ext>
                </a:extLst>
              </p:cNvPr>
              <p:cNvGrpSpPr/>
              <p:nvPr/>
            </p:nvGrpSpPr>
            <p:grpSpPr>
              <a:xfrm>
                <a:off x="7713663" y="2848339"/>
                <a:ext cx="1042107" cy="425543"/>
                <a:chOff x="7786941" y="2884917"/>
                <a:chExt cx="897649" cy="353919"/>
              </a:xfrm>
            </p:grpSpPr>
            <p:sp>
              <p:nvSpPr>
                <p:cNvPr id="437" name="Freeform 148">
                  <a:extLst>
                    <a:ext uri="{FF2B5EF4-FFF2-40B4-BE49-F238E27FC236}">
                      <a16:creationId xmlns:a16="http://schemas.microsoft.com/office/drawing/2014/main" id="{D2F3F18D-A682-1C3C-6DE2-A8FF6D74072E}"/>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38" name="Freeform 149">
                  <a:extLst>
                    <a:ext uri="{FF2B5EF4-FFF2-40B4-BE49-F238E27FC236}">
                      <a16:creationId xmlns:a16="http://schemas.microsoft.com/office/drawing/2014/main" id="{4D4C7DD8-325C-C686-5B69-7FA5F1AB51F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39" name="Freeform 150">
                  <a:extLst>
                    <a:ext uri="{FF2B5EF4-FFF2-40B4-BE49-F238E27FC236}">
                      <a16:creationId xmlns:a16="http://schemas.microsoft.com/office/drawing/2014/main" id="{99BD5396-5B26-191F-E7A3-B8F2304994F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40" name="Freeform 151">
                  <a:extLst>
                    <a:ext uri="{FF2B5EF4-FFF2-40B4-BE49-F238E27FC236}">
                      <a16:creationId xmlns:a16="http://schemas.microsoft.com/office/drawing/2014/main" id="{B9473068-5F43-2823-73A6-DFFB45B1A519}"/>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441" name="Group 440">
              <a:extLst>
                <a:ext uri="{FF2B5EF4-FFF2-40B4-BE49-F238E27FC236}">
                  <a16:creationId xmlns:a16="http://schemas.microsoft.com/office/drawing/2014/main" id="{AEF9949B-34E8-BE45-7B30-B157979D8B16}"/>
                </a:ext>
              </a:extLst>
            </p:cNvPr>
            <p:cNvGrpSpPr/>
            <p:nvPr/>
          </p:nvGrpSpPr>
          <p:grpSpPr>
            <a:xfrm>
              <a:off x="9247893" y="4775686"/>
              <a:ext cx="393760" cy="218578"/>
              <a:chOff x="7493876" y="2774731"/>
              <a:chExt cx="1481958" cy="894622"/>
            </a:xfrm>
          </p:grpSpPr>
          <p:sp>
            <p:nvSpPr>
              <p:cNvPr id="442" name="Freeform 233">
                <a:extLst>
                  <a:ext uri="{FF2B5EF4-FFF2-40B4-BE49-F238E27FC236}">
                    <a16:creationId xmlns:a16="http://schemas.microsoft.com/office/drawing/2014/main" id="{6834D49C-5BE3-BE21-31D9-923D3F911E3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443" name="Oval 442">
                <a:extLst>
                  <a:ext uri="{FF2B5EF4-FFF2-40B4-BE49-F238E27FC236}">
                    <a16:creationId xmlns:a16="http://schemas.microsoft.com/office/drawing/2014/main" id="{9A6C93C0-3439-396C-7AA9-2D0F429E635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444" name="Group 443">
                <a:extLst>
                  <a:ext uri="{FF2B5EF4-FFF2-40B4-BE49-F238E27FC236}">
                    <a16:creationId xmlns:a16="http://schemas.microsoft.com/office/drawing/2014/main" id="{65242273-9CB6-EC2A-C9CE-F70D823EA7B6}"/>
                  </a:ext>
                </a:extLst>
              </p:cNvPr>
              <p:cNvGrpSpPr/>
              <p:nvPr/>
            </p:nvGrpSpPr>
            <p:grpSpPr>
              <a:xfrm>
                <a:off x="7713663" y="2848339"/>
                <a:ext cx="1042107" cy="425543"/>
                <a:chOff x="7786941" y="2884917"/>
                <a:chExt cx="897649" cy="353919"/>
              </a:xfrm>
            </p:grpSpPr>
            <p:sp>
              <p:nvSpPr>
                <p:cNvPr id="445" name="Freeform 236">
                  <a:extLst>
                    <a:ext uri="{FF2B5EF4-FFF2-40B4-BE49-F238E27FC236}">
                      <a16:creationId xmlns:a16="http://schemas.microsoft.com/office/drawing/2014/main" id="{7FBF4739-D425-E2A5-74A0-F62557F196C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46" name="Freeform 237">
                  <a:extLst>
                    <a:ext uri="{FF2B5EF4-FFF2-40B4-BE49-F238E27FC236}">
                      <a16:creationId xmlns:a16="http://schemas.microsoft.com/office/drawing/2014/main" id="{C52BB6AC-9607-F735-8EA6-0E017C2C17D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47" name="Freeform 238">
                  <a:extLst>
                    <a:ext uri="{FF2B5EF4-FFF2-40B4-BE49-F238E27FC236}">
                      <a16:creationId xmlns:a16="http://schemas.microsoft.com/office/drawing/2014/main" id="{FD1E4517-CE44-FAFA-A537-C8CDC11BE72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48" name="Freeform 239">
                  <a:extLst>
                    <a:ext uri="{FF2B5EF4-FFF2-40B4-BE49-F238E27FC236}">
                      <a16:creationId xmlns:a16="http://schemas.microsoft.com/office/drawing/2014/main" id="{6E1BB7D4-43D8-B710-AE97-4D13B25FDA5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449" name="Group 448">
              <a:extLst>
                <a:ext uri="{FF2B5EF4-FFF2-40B4-BE49-F238E27FC236}">
                  <a16:creationId xmlns:a16="http://schemas.microsoft.com/office/drawing/2014/main" id="{6E083952-386F-9203-CC22-6D049F84DEF1}"/>
                </a:ext>
              </a:extLst>
            </p:cNvPr>
            <p:cNvGrpSpPr/>
            <p:nvPr/>
          </p:nvGrpSpPr>
          <p:grpSpPr>
            <a:xfrm>
              <a:off x="9783558" y="4989983"/>
              <a:ext cx="393760" cy="218578"/>
              <a:chOff x="7493876" y="2774731"/>
              <a:chExt cx="1481958" cy="894622"/>
            </a:xfrm>
          </p:grpSpPr>
          <p:sp>
            <p:nvSpPr>
              <p:cNvPr id="450" name="Freeform 105">
                <a:extLst>
                  <a:ext uri="{FF2B5EF4-FFF2-40B4-BE49-F238E27FC236}">
                    <a16:creationId xmlns:a16="http://schemas.microsoft.com/office/drawing/2014/main" id="{146811B3-2B9B-7C44-5754-5E40AA6D6FB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451" name="Oval 450">
                <a:extLst>
                  <a:ext uri="{FF2B5EF4-FFF2-40B4-BE49-F238E27FC236}">
                    <a16:creationId xmlns:a16="http://schemas.microsoft.com/office/drawing/2014/main" id="{9C32D832-090B-93FF-1C43-96D6CE9EB71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452" name="Group 451">
                <a:extLst>
                  <a:ext uri="{FF2B5EF4-FFF2-40B4-BE49-F238E27FC236}">
                    <a16:creationId xmlns:a16="http://schemas.microsoft.com/office/drawing/2014/main" id="{985FE923-C731-EE56-62D7-282D222BF17D}"/>
                  </a:ext>
                </a:extLst>
              </p:cNvPr>
              <p:cNvGrpSpPr/>
              <p:nvPr/>
            </p:nvGrpSpPr>
            <p:grpSpPr>
              <a:xfrm>
                <a:off x="7713663" y="2848339"/>
                <a:ext cx="1042107" cy="425543"/>
                <a:chOff x="7786941" y="2884917"/>
                <a:chExt cx="897649" cy="353919"/>
              </a:xfrm>
            </p:grpSpPr>
            <p:sp>
              <p:nvSpPr>
                <p:cNvPr id="453" name="Freeform 108">
                  <a:extLst>
                    <a:ext uri="{FF2B5EF4-FFF2-40B4-BE49-F238E27FC236}">
                      <a16:creationId xmlns:a16="http://schemas.microsoft.com/office/drawing/2014/main" id="{29E3BE66-AB0A-49D4-6ECA-4F6D5F4EBF9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54" name="Freeform 109">
                  <a:extLst>
                    <a:ext uri="{FF2B5EF4-FFF2-40B4-BE49-F238E27FC236}">
                      <a16:creationId xmlns:a16="http://schemas.microsoft.com/office/drawing/2014/main" id="{165C2CA9-D708-4416-13D9-8AB0891C8C8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55" name="Freeform 110">
                  <a:extLst>
                    <a:ext uri="{FF2B5EF4-FFF2-40B4-BE49-F238E27FC236}">
                      <a16:creationId xmlns:a16="http://schemas.microsoft.com/office/drawing/2014/main" id="{9B84FF2C-C16D-567C-AC86-77C858C85506}"/>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56" name="Freeform 111">
                  <a:extLst>
                    <a:ext uri="{FF2B5EF4-FFF2-40B4-BE49-F238E27FC236}">
                      <a16:creationId xmlns:a16="http://schemas.microsoft.com/office/drawing/2014/main" id="{B6A0229D-A671-C4C3-9502-5134382EAC6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457" name="Group 850">
              <a:extLst>
                <a:ext uri="{FF2B5EF4-FFF2-40B4-BE49-F238E27FC236}">
                  <a16:creationId xmlns:a16="http://schemas.microsoft.com/office/drawing/2014/main" id="{D1D9A6EC-A52C-68C1-7251-6B53FB3AB093}"/>
                </a:ext>
              </a:extLst>
            </p:cNvPr>
            <p:cNvGrpSpPr>
              <a:grpSpLocks/>
            </p:cNvGrpSpPr>
            <p:nvPr/>
          </p:nvGrpSpPr>
          <p:grpSpPr bwMode="auto">
            <a:xfrm>
              <a:off x="7566349" y="3812814"/>
              <a:ext cx="496588" cy="96676"/>
              <a:chOff x="2199" y="955"/>
              <a:chExt cx="2547" cy="506"/>
            </a:xfrm>
          </p:grpSpPr>
          <p:sp>
            <p:nvSpPr>
              <p:cNvPr id="458" name="Freeform 851">
                <a:extLst>
                  <a:ext uri="{FF2B5EF4-FFF2-40B4-BE49-F238E27FC236}">
                    <a16:creationId xmlns:a16="http://schemas.microsoft.com/office/drawing/2014/main" id="{FD4B7A70-1B5F-9863-EC7F-A91DA16646DE}"/>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270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9" name="Freeform 852">
                <a:extLst>
                  <a:ext uri="{FF2B5EF4-FFF2-40B4-BE49-F238E27FC236}">
                    <a16:creationId xmlns:a16="http://schemas.microsoft.com/office/drawing/2014/main" id="{19B55E13-C0D6-D487-6005-3231D83D8366}"/>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270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0" name="Freeform 853">
                <a:extLst>
                  <a:ext uri="{FF2B5EF4-FFF2-40B4-BE49-F238E27FC236}">
                    <a16:creationId xmlns:a16="http://schemas.microsoft.com/office/drawing/2014/main" id="{3B4F06D9-EC2F-CA4A-3DC1-3FB4DC4CEEB2}"/>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270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1" name="Freeform 854">
                <a:extLst>
                  <a:ext uri="{FF2B5EF4-FFF2-40B4-BE49-F238E27FC236}">
                    <a16:creationId xmlns:a16="http://schemas.microsoft.com/office/drawing/2014/main" id="{DE67DC3C-E9C2-1E43-2EDE-6323EDF3F0FB}"/>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270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2" name="Freeform 855">
                <a:extLst>
                  <a:ext uri="{FF2B5EF4-FFF2-40B4-BE49-F238E27FC236}">
                    <a16:creationId xmlns:a16="http://schemas.microsoft.com/office/drawing/2014/main" id="{C832CEA7-BF82-BD89-C268-00A8B9FC61F6}"/>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270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3" name="Freeform 856">
                <a:extLst>
                  <a:ext uri="{FF2B5EF4-FFF2-40B4-BE49-F238E27FC236}">
                    <a16:creationId xmlns:a16="http://schemas.microsoft.com/office/drawing/2014/main" id="{C0C4EF0E-889B-DE00-31D5-0B3776D43AC5}"/>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270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464" name="Group 850">
              <a:extLst>
                <a:ext uri="{FF2B5EF4-FFF2-40B4-BE49-F238E27FC236}">
                  <a16:creationId xmlns:a16="http://schemas.microsoft.com/office/drawing/2014/main" id="{F504E9B0-39D9-48BE-BC79-12AD82D3272D}"/>
                </a:ext>
              </a:extLst>
            </p:cNvPr>
            <p:cNvGrpSpPr>
              <a:grpSpLocks/>
            </p:cNvGrpSpPr>
            <p:nvPr/>
          </p:nvGrpSpPr>
          <p:grpSpPr bwMode="auto">
            <a:xfrm>
              <a:off x="7801777" y="3327400"/>
              <a:ext cx="269073" cy="46492"/>
              <a:chOff x="2199" y="955"/>
              <a:chExt cx="2547" cy="506"/>
            </a:xfrm>
          </p:grpSpPr>
          <p:sp>
            <p:nvSpPr>
              <p:cNvPr id="465" name="Freeform 851">
                <a:extLst>
                  <a:ext uri="{FF2B5EF4-FFF2-40B4-BE49-F238E27FC236}">
                    <a16:creationId xmlns:a16="http://schemas.microsoft.com/office/drawing/2014/main" id="{2E0CFA0B-1B91-46B3-FB3C-A25824F019EC}"/>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6" name="Freeform 852">
                <a:extLst>
                  <a:ext uri="{FF2B5EF4-FFF2-40B4-BE49-F238E27FC236}">
                    <a16:creationId xmlns:a16="http://schemas.microsoft.com/office/drawing/2014/main" id="{A6B83B09-4C10-FA5A-4CE1-56284EE4C694}"/>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7" name="Freeform 853">
                <a:extLst>
                  <a:ext uri="{FF2B5EF4-FFF2-40B4-BE49-F238E27FC236}">
                    <a16:creationId xmlns:a16="http://schemas.microsoft.com/office/drawing/2014/main" id="{B3870FB0-72FA-3523-0D2F-21465886AC8B}"/>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8" name="Freeform 854">
                <a:extLst>
                  <a:ext uri="{FF2B5EF4-FFF2-40B4-BE49-F238E27FC236}">
                    <a16:creationId xmlns:a16="http://schemas.microsoft.com/office/drawing/2014/main" id="{B84CBACD-E869-AB6D-1648-F4CD0A2B2562}"/>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9" name="Freeform 855">
                <a:extLst>
                  <a:ext uri="{FF2B5EF4-FFF2-40B4-BE49-F238E27FC236}">
                    <a16:creationId xmlns:a16="http://schemas.microsoft.com/office/drawing/2014/main" id="{B763EC53-669B-8103-C6B6-3FD675054188}"/>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0" name="Freeform 856">
                <a:extLst>
                  <a:ext uri="{FF2B5EF4-FFF2-40B4-BE49-F238E27FC236}">
                    <a16:creationId xmlns:a16="http://schemas.microsoft.com/office/drawing/2014/main" id="{FD920A07-93C4-72E3-4189-4793F1DA2DEF}"/>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471" name="Group 850">
              <a:extLst>
                <a:ext uri="{FF2B5EF4-FFF2-40B4-BE49-F238E27FC236}">
                  <a16:creationId xmlns:a16="http://schemas.microsoft.com/office/drawing/2014/main" id="{4A06F245-CEF1-4D58-BADA-FC43EC95D71C}"/>
                </a:ext>
              </a:extLst>
            </p:cNvPr>
            <p:cNvGrpSpPr>
              <a:grpSpLocks/>
            </p:cNvGrpSpPr>
            <p:nvPr/>
          </p:nvGrpSpPr>
          <p:grpSpPr bwMode="auto">
            <a:xfrm>
              <a:off x="7493802" y="3422650"/>
              <a:ext cx="269073" cy="46492"/>
              <a:chOff x="2199" y="955"/>
              <a:chExt cx="2547" cy="506"/>
            </a:xfrm>
          </p:grpSpPr>
          <p:sp>
            <p:nvSpPr>
              <p:cNvPr id="472" name="Freeform 851">
                <a:extLst>
                  <a:ext uri="{FF2B5EF4-FFF2-40B4-BE49-F238E27FC236}">
                    <a16:creationId xmlns:a16="http://schemas.microsoft.com/office/drawing/2014/main" id="{71BFF39A-D048-133B-1429-EC525D34D0D8}"/>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3" name="Freeform 852">
                <a:extLst>
                  <a:ext uri="{FF2B5EF4-FFF2-40B4-BE49-F238E27FC236}">
                    <a16:creationId xmlns:a16="http://schemas.microsoft.com/office/drawing/2014/main" id="{D8A1CE16-3CB6-893C-B21A-BB3D9BBD6E1B}"/>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4" name="Freeform 853">
                <a:extLst>
                  <a:ext uri="{FF2B5EF4-FFF2-40B4-BE49-F238E27FC236}">
                    <a16:creationId xmlns:a16="http://schemas.microsoft.com/office/drawing/2014/main" id="{4BB3A67A-A79F-E364-6708-1A1F0EF95A90}"/>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5" name="Freeform 854">
                <a:extLst>
                  <a:ext uri="{FF2B5EF4-FFF2-40B4-BE49-F238E27FC236}">
                    <a16:creationId xmlns:a16="http://schemas.microsoft.com/office/drawing/2014/main" id="{1D090CC4-EB06-E263-B6B9-4A665CB9BC4A}"/>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6" name="Freeform 855">
                <a:extLst>
                  <a:ext uri="{FF2B5EF4-FFF2-40B4-BE49-F238E27FC236}">
                    <a16:creationId xmlns:a16="http://schemas.microsoft.com/office/drawing/2014/main" id="{D8FA66C6-67E5-4F52-7AE2-5CD386C8847F}"/>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7" name="Freeform 856">
                <a:extLst>
                  <a:ext uri="{FF2B5EF4-FFF2-40B4-BE49-F238E27FC236}">
                    <a16:creationId xmlns:a16="http://schemas.microsoft.com/office/drawing/2014/main" id="{A04F417D-0FE4-53F5-360A-EBAB185842D2}"/>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478" name="Group 850">
              <a:extLst>
                <a:ext uri="{FF2B5EF4-FFF2-40B4-BE49-F238E27FC236}">
                  <a16:creationId xmlns:a16="http://schemas.microsoft.com/office/drawing/2014/main" id="{DBFADC0A-09D8-5A5B-B4AB-72D65A13465F}"/>
                </a:ext>
              </a:extLst>
            </p:cNvPr>
            <p:cNvGrpSpPr>
              <a:grpSpLocks/>
            </p:cNvGrpSpPr>
            <p:nvPr/>
          </p:nvGrpSpPr>
          <p:grpSpPr bwMode="auto">
            <a:xfrm>
              <a:off x="7439349" y="2355850"/>
              <a:ext cx="399726" cy="74090"/>
              <a:chOff x="2199" y="955"/>
              <a:chExt cx="2547" cy="506"/>
            </a:xfrm>
          </p:grpSpPr>
          <p:sp>
            <p:nvSpPr>
              <p:cNvPr id="479" name="Freeform 851">
                <a:extLst>
                  <a:ext uri="{FF2B5EF4-FFF2-40B4-BE49-F238E27FC236}">
                    <a16:creationId xmlns:a16="http://schemas.microsoft.com/office/drawing/2014/main" id="{CB48E151-D644-AF7B-5CAD-F6DED0330ED0}"/>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0" name="Freeform 852">
                <a:extLst>
                  <a:ext uri="{FF2B5EF4-FFF2-40B4-BE49-F238E27FC236}">
                    <a16:creationId xmlns:a16="http://schemas.microsoft.com/office/drawing/2014/main" id="{BD4376B0-54FF-5EDC-D22F-B4CF6A7384B2}"/>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1" name="Freeform 853">
                <a:extLst>
                  <a:ext uri="{FF2B5EF4-FFF2-40B4-BE49-F238E27FC236}">
                    <a16:creationId xmlns:a16="http://schemas.microsoft.com/office/drawing/2014/main" id="{30B12FC1-E166-8A4D-F970-62CC1AD6E3BF}"/>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2" name="Freeform 854">
                <a:extLst>
                  <a:ext uri="{FF2B5EF4-FFF2-40B4-BE49-F238E27FC236}">
                    <a16:creationId xmlns:a16="http://schemas.microsoft.com/office/drawing/2014/main" id="{1D451087-C598-8ACA-A39F-D1F9D6E35B78}"/>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3" name="Freeform 855">
                <a:extLst>
                  <a:ext uri="{FF2B5EF4-FFF2-40B4-BE49-F238E27FC236}">
                    <a16:creationId xmlns:a16="http://schemas.microsoft.com/office/drawing/2014/main" id="{B6E8ABFD-373A-2F9A-1453-87563D9944D4}"/>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4" name="Freeform 856">
                <a:extLst>
                  <a:ext uri="{FF2B5EF4-FFF2-40B4-BE49-F238E27FC236}">
                    <a16:creationId xmlns:a16="http://schemas.microsoft.com/office/drawing/2014/main" id="{13A5EB3C-494B-AB3C-E6BF-F0176DF28F24}"/>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485" name="Group 850">
              <a:extLst>
                <a:ext uri="{FF2B5EF4-FFF2-40B4-BE49-F238E27FC236}">
                  <a16:creationId xmlns:a16="http://schemas.microsoft.com/office/drawing/2014/main" id="{2D90503E-7428-B773-25B0-F819E5046259}"/>
                </a:ext>
              </a:extLst>
            </p:cNvPr>
            <p:cNvGrpSpPr>
              <a:grpSpLocks/>
            </p:cNvGrpSpPr>
            <p:nvPr/>
          </p:nvGrpSpPr>
          <p:grpSpPr bwMode="auto">
            <a:xfrm>
              <a:off x="7756849" y="1863725"/>
              <a:ext cx="399726" cy="74090"/>
              <a:chOff x="2199" y="955"/>
              <a:chExt cx="2547" cy="506"/>
            </a:xfrm>
          </p:grpSpPr>
          <p:sp>
            <p:nvSpPr>
              <p:cNvPr id="486" name="Freeform 851">
                <a:extLst>
                  <a:ext uri="{FF2B5EF4-FFF2-40B4-BE49-F238E27FC236}">
                    <a16:creationId xmlns:a16="http://schemas.microsoft.com/office/drawing/2014/main" id="{460C5F2A-EC84-C1F0-3C57-EAD5C7A639D7}"/>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7" name="Freeform 852">
                <a:extLst>
                  <a:ext uri="{FF2B5EF4-FFF2-40B4-BE49-F238E27FC236}">
                    <a16:creationId xmlns:a16="http://schemas.microsoft.com/office/drawing/2014/main" id="{324FF98F-F61D-0368-B664-DFB729C8A868}"/>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8" name="Freeform 853">
                <a:extLst>
                  <a:ext uri="{FF2B5EF4-FFF2-40B4-BE49-F238E27FC236}">
                    <a16:creationId xmlns:a16="http://schemas.microsoft.com/office/drawing/2014/main" id="{AD11AF52-3100-A3BF-2BFA-47253D4CE374}"/>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9" name="Freeform 854">
                <a:extLst>
                  <a:ext uri="{FF2B5EF4-FFF2-40B4-BE49-F238E27FC236}">
                    <a16:creationId xmlns:a16="http://schemas.microsoft.com/office/drawing/2014/main" id="{C1A584E0-F351-C651-6B85-F845F9E832E5}"/>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0" name="Freeform 855">
                <a:extLst>
                  <a:ext uri="{FF2B5EF4-FFF2-40B4-BE49-F238E27FC236}">
                    <a16:creationId xmlns:a16="http://schemas.microsoft.com/office/drawing/2014/main" id="{A7C380D0-6883-4A9B-46B7-9BE2925ADCE5}"/>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1" name="Freeform 856">
                <a:extLst>
                  <a:ext uri="{FF2B5EF4-FFF2-40B4-BE49-F238E27FC236}">
                    <a16:creationId xmlns:a16="http://schemas.microsoft.com/office/drawing/2014/main" id="{5D8E5203-C8BB-481B-4610-CF92C4DFC601}"/>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492" name="Group 850">
              <a:extLst>
                <a:ext uri="{FF2B5EF4-FFF2-40B4-BE49-F238E27FC236}">
                  <a16:creationId xmlns:a16="http://schemas.microsoft.com/office/drawing/2014/main" id="{F4310C26-2EB9-C8C5-1BC8-CAFA9447DB2F}"/>
                </a:ext>
              </a:extLst>
            </p:cNvPr>
            <p:cNvGrpSpPr>
              <a:grpSpLocks/>
            </p:cNvGrpSpPr>
            <p:nvPr/>
          </p:nvGrpSpPr>
          <p:grpSpPr bwMode="auto">
            <a:xfrm>
              <a:off x="8709349" y="2057400"/>
              <a:ext cx="399726" cy="74090"/>
              <a:chOff x="2199" y="955"/>
              <a:chExt cx="2547" cy="506"/>
            </a:xfrm>
          </p:grpSpPr>
          <p:sp>
            <p:nvSpPr>
              <p:cNvPr id="493" name="Freeform 851">
                <a:extLst>
                  <a:ext uri="{FF2B5EF4-FFF2-40B4-BE49-F238E27FC236}">
                    <a16:creationId xmlns:a16="http://schemas.microsoft.com/office/drawing/2014/main" id="{F38622AA-FB57-343A-82AB-A519CF0B54C3}"/>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4" name="Freeform 852">
                <a:extLst>
                  <a:ext uri="{FF2B5EF4-FFF2-40B4-BE49-F238E27FC236}">
                    <a16:creationId xmlns:a16="http://schemas.microsoft.com/office/drawing/2014/main" id="{0D6EE680-5953-11C4-DFCC-B0B8256743C3}"/>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5" name="Freeform 853">
                <a:extLst>
                  <a:ext uri="{FF2B5EF4-FFF2-40B4-BE49-F238E27FC236}">
                    <a16:creationId xmlns:a16="http://schemas.microsoft.com/office/drawing/2014/main" id="{E94AEB44-BD46-F305-F55F-27EBE6FACE89}"/>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6" name="Freeform 854">
                <a:extLst>
                  <a:ext uri="{FF2B5EF4-FFF2-40B4-BE49-F238E27FC236}">
                    <a16:creationId xmlns:a16="http://schemas.microsoft.com/office/drawing/2014/main" id="{41A3BE9E-91F3-7055-889E-A2CFFAC21098}"/>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7" name="Freeform 855">
                <a:extLst>
                  <a:ext uri="{FF2B5EF4-FFF2-40B4-BE49-F238E27FC236}">
                    <a16:creationId xmlns:a16="http://schemas.microsoft.com/office/drawing/2014/main" id="{48ECC1D9-04EA-5749-AB46-21F365606D39}"/>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8" name="Freeform 856">
                <a:extLst>
                  <a:ext uri="{FF2B5EF4-FFF2-40B4-BE49-F238E27FC236}">
                    <a16:creationId xmlns:a16="http://schemas.microsoft.com/office/drawing/2014/main" id="{B68EF994-AB6E-666A-EBB1-C155BFD99109}"/>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499" name="Group 850">
              <a:extLst>
                <a:ext uri="{FF2B5EF4-FFF2-40B4-BE49-F238E27FC236}">
                  <a16:creationId xmlns:a16="http://schemas.microsoft.com/office/drawing/2014/main" id="{FA698B29-119A-ED3D-F103-B49ED7FB6F09}"/>
                </a:ext>
              </a:extLst>
            </p:cNvPr>
            <p:cNvGrpSpPr>
              <a:grpSpLocks/>
            </p:cNvGrpSpPr>
            <p:nvPr/>
          </p:nvGrpSpPr>
          <p:grpSpPr bwMode="auto">
            <a:xfrm>
              <a:off x="8639499" y="2320925"/>
              <a:ext cx="399726" cy="74090"/>
              <a:chOff x="2199" y="955"/>
              <a:chExt cx="2547" cy="506"/>
            </a:xfrm>
          </p:grpSpPr>
          <p:sp>
            <p:nvSpPr>
              <p:cNvPr id="500" name="Freeform 851">
                <a:extLst>
                  <a:ext uri="{FF2B5EF4-FFF2-40B4-BE49-F238E27FC236}">
                    <a16:creationId xmlns:a16="http://schemas.microsoft.com/office/drawing/2014/main" id="{CA4C0D77-C9E5-C8C5-8CBE-930B5FEB3ED8}"/>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1" name="Freeform 852">
                <a:extLst>
                  <a:ext uri="{FF2B5EF4-FFF2-40B4-BE49-F238E27FC236}">
                    <a16:creationId xmlns:a16="http://schemas.microsoft.com/office/drawing/2014/main" id="{C7BAD280-C03B-ABD5-868B-057A5D82BD62}"/>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2" name="Freeform 853">
                <a:extLst>
                  <a:ext uri="{FF2B5EF4-FFF2-40B4-BE49-F238E27FC236}">
                    <a16:creationId xmlns:a16="http://schemas.microsoft.com/office/drawing/2014/main" id="{F4EC0725-57DA-C0B2-5FCE-EBDEC087AAE1}"/>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3" name="Freeform 854">
                <a:extLst>
                  <a:ext uri="{FF2B5EF4-FFF2-40B4-BE49-F238E27FC236}">
                    <a16:creationId xmlns:a16="http://schemas.microsoft.com/office/drawing/2014/main" id="{7B66768B-7A57-C97F-493C-B83344B2A3E3}"/>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4" name="Freeform 855">
                <a:extLst>
                  <a:ext uri="{FF2B5EF4-FFF2-40B4-BE49-F238E27FC236}">
                    <a16:creationId xmlns:a16="http://schemas.microsoft.com/office/drawing/2014/main" id="{05C80B54-7C3F-723F-5FAF-C9D345E77B50}"/>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5" name="Freeform 856">
                <a:extLst>
                  <a:ext uri="{FF2B5EF4-FFF2-40B4-BE49-F238E27FC236}">
                    <a16:creationId xmlns:a16="http://schemas.microsoft.com/office/drawing/2014/main" id="{40E45302-1A4A-D8C8-D217-35D3608D3276}"/>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506" name="Group 850">
              <a:extLst>
                <a:ext uri="{FF2B5EF4-FFF2-40B4-BE49-F238E27FC236}">
                  <a16:creationId xmlns:a16="http://schemas.microsoft.com/office/drawing/2014/main" id="{BADC086B-899B-CB1F-E2BF-8D7D5B60743C}"/>
                </a:ext>
              </a:extLst>
            </p:cNvPr>
            <p:cNvGrpSpPr>
              <a:grpSpLocks/>
            </p:cNvGrpSpPr>
            <p:nvPr/>
          </p:nvGrpSpPr>
          <p:grpSpPr bwMode="auto">
            <a:xfrm>
              <a:off x="9245924" y="5476874"/>
              <a:ext cx="450526" cy="96315"/>
              <a:chOff x="2199" y="955"/>
              <a:chExt cx="2547" cy="506"/>
            </a:xfrm>
          </p:grpSpPr>
          <p:sp>
            <p:nvSpPr>
              <p:cNvPr id="507" name="Freeform 851">
                <a:extLst>
                  <a:ext uri="{FF2B5EF4-FFF2-40B4-BE49-F238E27FC236}">
                    <a16:creationId xmlns:a16="http://schemas.microsoft.com/office/drawing/2014/main" id="{AA6131DD-C937-E6D1-919D-87B85208FA71}"/>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270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8" name="Freeform 852">
                <a:extLst>
                  <a:ext uri="{FF2B5EF4-FFF2-40B4-BE49-F238E27FC236}">
                    <a16:creationId xmlns:a16="http://schemas.microsoft.com/office/drawing/2014/main" id="{D39C3383-698F-D366-60C9-6A923C970082}"/>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270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9" name="Freeform 853">
                <a:extLst>
                  <a:ext uri="{FF2B5EF4-FFF2-40B4-BE49-F238E27FC236}">
                    <a16:creationId xmlns:a16="http://schemas.microsoft.com/office/drawing/2014/main" id="{0E6407CD-04C1-835C-A581-7D97D05F7586}"/>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270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0" name="Freeform 854">
                <a:extLst>
                  <a:ext uri="{FF2B5EF4-FFF2-40B4-BE49-F238E27FC236}">
                    <a16:creationId xmlns:a16="http://schemas.microsoft.com/office/drawing/2014/main" id="{4E040B1A-4A71-BBB3-8D12-663033E5E2DD}"/>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270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1" name="Freeform 855">
                <a:extLst>
                  <a:ext uri="{FF2B5EF4-FFF2-40B4-BE49-F238E27FC236}">
                    <a16:creationId xmlns:a16="http://schemas.microsoft.com/office/drawing/2014/main" id="{4AF42D24-3CC6-7205-56E3-98EBA4E7BE2E}"/>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270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2" name="Freeform 856">
                <a:extLst>
                  <a:ext uri="{FF2B5EF4-FFF2-40B4-BE49-F238E27FC236}">
                    <a16:creationId xmlns:a16="http://schemas.microsoft.com/office/drawing/2014/main" id="{3EA599CE-D739-E59B-B9B7-84F1F0DA43C6}"/>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270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513" name="Group 850">
              <a:extLst>
                <a:ext uri="{FF2B5EF4-FFF2-40B4-BE49-F238E27FC236}">
                  <a16:creationId xmlns:a16="http://schemas.microsoft.com/office/drawing/2014/main" id="{D139C6CC-D12F-917C-87AA-D1165C03F30C}"/>
                </a:ext>
              </a:extLst>
            </p:cNvPr>
            <p:cNvGrpSpPr>
              <a:grpSpLocks/>
            </p:cNvGrpSpPr>
            <p:nvPr/>
          </p:nvGrpSpPr>
          <p:grpSpPr bwMode="auto">
            <a:xfrm>
              <a:off x="9195602" y="5857875"/>
              <a:ext cx="230973" cy="45719"/>
              <a:chOff x="2199" y="955"/>
              <a:chExt cx="2547" cy="506"/>
            </a:xfrm>
          </p:grpSpPr>
          <p:sp>
            <p:nvSpPr>
              <p:cNvPr id="514" name="Freeform 851">
                <a:extLst>
                  <a:ext uri="{FF2B5EF4-FFF2-40B4-BE49-F238E27FC236}">
                    <a16:creationId xmlns:a16="http://schemas.microsoft.com/office/drawing/2014/main" id="{CC077E94-AC4E-5194-7C71-BB0361121E75}"/>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63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5" name="Freeform 852">
                <a:extLst>
                  <a:ext uri="{FF2B5EF4-FFF2-40B4-BE49-F238E27FC236}">
                    <a16:creationId xmlns:a16="http://schemas.microsoft.com/office/drawing/2014/main" id="{8537D646-D354-F5F0-43AB-62E6079FA4B3}"/>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63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6" name="Freeform 853">
                <a:extLst>
                  <a:ext uri="{FF2B5EF4-FFF2-40B4-BE49-F238E27FC236}">
                    <a16:creationId xmlns:a16="http://schemas.microsoft.com/office/drawing/2014/main" id="{8A3828A6-06C6-970A-516C-8DFFAA017A23}"/>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63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7" name="Freeform 854">
                <a:extLst>
                  <a:ext uri="{FF2B5EF4-FFF2-40B4-BE49-F238E27FC236}">
                    <a16:creationId xmlns:a16="http://schemas.microsoft.com/office/drawing/2014/main" id="{5296D25C-1505-BDB2-505E-280E6858E328}"/>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63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8" name="Freeform 855">
                <a:extLst>
                  <a:ext uri="{FF2B5EF4-FFF2-40B4-BE49-F238E27FC236}">
                    <a16:creationId xmlns:a16="http://schemas.microsoft.com/office/drawing/2014/main" id="{C923F685-DAAB-5BCF-B301-F801C628F204}"/>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63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9" name="Freeform 856">
                <a:extLst>
                  <a:ext uri="{FF2B5EF4-FFF2-40B4-BE49-F238E27FC236}">
                    <a16:creationId xmlns:a16="http://schemas.microsoft.com/office/drawing/2014/main" id="{96F88868-662A-C0CE-7944-A78AC30584F0}"/>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63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520" name="Group 850">
              <a:extLst>
                <a:ext uri="{FF2B5EF4-FFF2-40B4-BE49-F238E27FC236}">
                  <a16:creationId xmlns:a16="http://schemas.microsoft.com/office/drawing/2014/main" id="{E44D862F-D173-4729-04CE-0D823E7391F6}"/>
                </a:ext>
              </a:extLst>
            </p:cNvPr>
            <p:cNvGrpSpPr>
              <a:grpSpLocks/>
            </p:cNvGrpSpPr>
            <p:nvPr/>
          </p:nvGrpSpPr>
          <p:grpSpPr bwMode="auto">
            <a:xfrm>
              <a:off x="9538502" y="5794375"/>
              <a:ext cx="230973" cy="45719"/>
              <a:chOff x="2199" y="955"/>
              <a:chExt cx="2547" cy="506"/>
            </a:xfrm>
          </p:grpSpPr>
          <p:sp>
            <p:nvSpPr>
              <p:cNvPr id="521" name="Freeform 851">
                <a:extLst>
                  <a:ext uri="{FF2B5EF4-FFF2-40B4-BE49-F238E27FC236}">
                    <a16:creationId xmlns:a16="http://schemas.microsoft.com/office/drawing/2014/main" id="{52599B81-EAF4-45B8-721C-A82F23105B92}"/>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63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22" name="Freeform 852">
                <a:extLst>
                  <a:ext uri="{FF2B5EF4-FFF2-40B4-BE49-F238E27FC236}">
                    <a16:creationId xmlns:a16="http://schemas.microsoft.com/office/drawing/2014/main" id="{6C2A0365-CB01-4216-69CB-54AD269C92F5}"/>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63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23" name="Freeform 853">
                <a:extLst>
                  <a:ext uri="{FF2B5EF4-FFF2-40B4-BE49-F238E27FC236}">
                    <a16:creationId xmlns:a16="http://schemas.microsoft.com/office/drawing/2014/main" id="{68907C3D-2E8E-B329-F570-17B9EB78DEB6}"/>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63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24" name="Freeform 854">
                <a:extLst>
                  <a:ext uri="{FF2B5EF4-FFF2-40B4-BE49-F238E27FC236}">
                    <a16:creationId xmlns:a16="http://schemas.microsoft.com/office/drawing/2014/main" id="{161575F8-3044-3EEC-0A11-D09EECF1CD9F}"/>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63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25" name="Freeform 855">
                <a:extLst>
                  <a:ext uri="{FF2B5EF4-FFF2-40B4-BE49-F238E27FC236}">
                    <a16:creationId xmlns:a16="http://schemas.microsoft.com/office/drawing/2014/main" id="{BCF535CF-B75C-D1B2-D552-0CB189729574}"/>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63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26" name="Freeform 856">
                <a:extLst>
                  <a:ext uri="{FF2B5EF4-FFF2-40B4-BE49-F238E27FC236}">
                    <a16:creationId xmlns:a16="http://schemas.microsoft.com/office/drawing/2014/main" id="{DD33484F-3D4D-AF9D-69B5-953BAFFB7F9D}"/>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63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527" name="Group 817">
              <a:extLst>
                <a:ext uri="{FF2B5EF4-FFF2-40B4-BE49-F238E27FC236}">
                  <a16:creationId xmlns:a16="http://schemas.microsoft.com/office/drawing/2014/main" id="{E88AA046-CE5B-AA05-7203-BFCA1BAA48FE}"/>
                </a:ext>
              </a:extLst>
            </p:cNvPr>
            <p:cNvGrpSpPr>
              <a:grpSpLocks/>
            </p:cNvGrpSpPr>
            <p:nvPr/>
          </p:nvGrpSpPr>
          <p:grpSpPr bwMode="auto">
            <a:xfrm>
              <a:off x="7975063" y="2094561"/>
              <a:ext cx="466245" cy="434369"/>
              <a:chOff x="2920" y="1424"/>
              <a:chExt cx="326" cy="320"/>
            </a:xfrm>
          </p:grpSpPr>
          <p:sp>
            <p:nvSpPr>
              <p:cNvPr id="528" name="Oval 818">
                <a:extLst>
                  <a:ext uri="{FF2B5EF4-FFF2-40B4-BE49-F238E27FC236}">
                    <a16:creationId xmlns:a16="http://schemas.microsoft.com/office/drawing/2014/main" id="{6F0DBA60-AE9B-03E7-37CA-A0A0079656DD}"/>
                  </a:ext>
                </a:extLst>
              </p:cNvPr>
              <p:cNvSpPr>
                <a:spLocks noChangeArrowheads="1"/>
              </p:cNvSpPr>
              <p:nvPr/>
            </p:nvSpPr>
            <p:spPr bwMode="auto">
              <a:xfrm>
                <a:off x="2920" y="1445"/>
                <a:ext cx="326" cy="289"/>
              </a:xfrm>
              <a:prstGeom prst="ellipse">
                <a:avLst/>
              </a:prstGeom>
              <a:noFill/>
              <a:ln w="1905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29" name="Group 819">
                <a:extLst>
                  <a:ext uri="{FF2B5EF4-FFF2-40B4-BE49-F238E27FC236}">
                    <a16:creationId xmlns:a16="http://schemas.microsoft.com/office/drawing/2014/main" id="{D00F4A52-41CA-489E-CBCD-81F2E0D0B1A6}"/>
                  </a:ext>
                </a:extLst>
              </p:cNvPr>
              <p:cNvGrpSpPr>
                <a:grpSpLocks/>
              </p:cNvGrpSpPr>
              <p:nvPr/>
            </p:nvGrpSpPr>
            <p:grpSpPr bwMode="auto">
              <a:xfrm>
                <a:off x="2949" y="1424"/>
                <a:ext cx="265" cy="280"/>
                <a:chOff x="2949" y="1424"/>
                <a:chExt cx="265" cy="280"/>
              </a:xfrm>
            </p:grpSpPr>
            <p:sp>
              <p:nvSpPr>
                <p:cNvPr id="531" name="Oval 820">
                  <a:extLst>
                    <a:ext uri="{FF2B5EF4-FFF2-40B4-BE49-F238E27FC236}">
                      <a16:creationId xmlns:a16="http://schemas.microsoft.com/office/drawing/2014/main" id="{9A62934B-8959-6A2E-9A82-5F114DDE1494}"/>
                    </a:ext>
                  </a:extLst>
                </p:cNvPr>
                <p:cNvSpPr>
                  <a:spLocks noChangeArrowheads="1"/>
                </p:cNvSpPr>
                <p:nvPr/>
              </p:nvSpPr>
              <p:spPr bwMode="auto">
                <a:xfrm>
                  <a:off x="3030" y="1545"/>
                  <a:ext cx="107" cy="92"/>
                </a:xfrm>
                <a:prstGeom prst="ellipse">
                  <a:avLst/>
                </a:prstGeom>
                <a:noFill/>
                <a:ln w="1905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2" name="Oval 821">
                  <a:extLst>
                    <a:ext uri="{FF2B5EF4-FFF2-40B4-BE49-F238E27FC236}">
                      <a16:creationId xmlns:a16="http://schemas.microsoft.com/office/drawing/2014/main" id="{342ADF4E-3784-303D-B631-DBFC2E7CBC04}"/>
                    </a:ext>
                  </a:extLst>
                </p:cNvPr>
                <p:cNvSpPr>
                  <a:spLocks noChangeArrowheads="1"/>
                </p:cNvSpPr>
                <p:nvPr/>
              </p:nvSpPr>
              <p:spPr bwMode="auto">
                <a:xfrm>
                  <a:off x="3006" y="1525"/>
                  <a:ext cx="154" cy="131"/>
                </a:xfrm>
                <a:prstGeom prst="ellipse">
                  <a:avLst/>
                </a:prstGeom>
                <a:noFill/>
                <a:ln w="1905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3" name="Oval 822">
                  <a:extLst>
                    <a:ext uri="{FF2B5EF4-FFF2-40B4-BE49-F238E27FC236}">
                      <a16:creationId xmlns:a16="http://schemas.microsoft.com/office/drawing/2014/main" id="{B0160E35-0EEF-D7FC-DBD4-AE485785B720}"/>
                    </a:ext>
                  </a:extLst>
                </p:cNvPr>
                <p:cNvSpPr>
                  <a:spLocks noChangeArrowheads="1"/>
                </p:cNvSpPr>
                <p:nvPr/>
              </p:nvSpPr>
              <p:spPr bwMode="auto">
                <a:xfrm>
                  <a:off x="2983" y="1501"/>
                  <a:ext cx="203" cy="179"/>
                </a:xfrm>
                <a:prstGeom prst="ellipse">
                  <a:avLst/>
                </a:prstGeom>
                <a:noFill/>
                <a:ln w="1905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4" name="Oval 823">
                  <a:extLst>
                    <a:ext uri="{FF2B5EF4-FFF2-40B4-BE49-F238E27FC236}">
                      <a16:creationId xmlns:a16="http://schemas.microsoft.com/office/drawing/2014/main" id="{3DECE649-5EA3-5C90-9E5E-A055C3F60AC7}"/>
                    </a:ext>
                  </a:extLst>
                </p:cNvPr>
                <p:cNvSpPr>
                  <a:spLocks noChangeArrowheads="1"/>
                </p:cNvSpPr>
                <p:nvPr/>
              </p:nvSpPr>
              <p:spPr bwMode="auto">
                <a:xfrm>
                  <a:off x="2949" y="1476"/>
                  <a:ext cx="265" cy="228"/>
                </a:xfrm>
                <a:prstGeom prst="ellipse">
                  <a:avLst/>
                </a:prstGeom>
                <a:noFill/>
                <a:ln w="1905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5" name="Freeform 824">
                  <a:extLst>
                    <a:ext uri="{FF2B5EF4-FFF2-40B4-BE49-F238E27FC236}">
                      <a16:creationId xmlns:a16="http://schemas.microsoft.com/office/drawing/2014/main" id="{6ECBAA7E-CD5F-5EBE-CF71-AA61D9F82906}"/>
                    </a:ext>
                  </a:extLst>
                </p:cNvPr>
                <p:cNvSpPr>
                  <a:spLocks/>
                </p:cNvSpPr>
                <p:nvPr/>
              </p:nvSpPr>
              <p:spPr bwMode="auto">
                <a:xfrm flipV="1">
                  <a:off x="2987" y="1424"/>
                  <a:ext cx="205" cy="143"/>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9CE0FA"/>
                </a:solidFill>
                <a:ln>
                  <a:noFill/>
                </a:ln>
                <a:effectLst/>
                <a:extLst>
                  <a:ext uri="{91240B29-F687-4f45-9708-019B960494DF}">
                    <a14:hiddenLine xmlns:a14="http://schemas.microsoft.com/office/drawing/2010/main" xmlns="" w="19050" cmpd="sng">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530" name="Freeform 825">
                <a:extLst>
                  <a:ext uri="{FF2B5EF4-FFF2-40B4-BE49-F238E27FC236}">
                    <a16:creationId xmlns:a16="http://schemas.microsoft.com/office/drawing/2014/main" id="{11328CA8-5DD9-013B-8EAB-D077F5D85479}"/>
                  </a:ext>
                </a:extLst>
              </p:cNvPr>
              <p:cNvSpPr>
                <a:spLocks/>
              </p:cNvSpPr>
              <p:nvPr/>
            </p:nvSpPr>
            <p:spPr bwMode="auto">
              <a:xfrm>
                <a:off x="2995" y="1615"/>
                <a:ext cx="178" cy="129"/>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9CE0FA"/>
              </a:solidFill>
              <a:ln w="19050" cmpd="sng">
                <a:no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536" name="Group 783">
              <a:extLst>
                <a:ext uri="{FF2B5EF4-FFF2-40B4-BE49-F238E27FC236}">
                  <a16:creationId xmlns:a16="http://schemas.microsoft.com/office/drawing/2014/main" id="{79FF2530-F96C-8A10-F289-2107D5580356}"/>
                </a:ext>
              </a:extLst>
            </p:cNvPr>
            <p:cNvGrpSpPr>
              <a:grpSpLocks/>
            </p:cNvGrpSpPr>
            <p:nvPr/>
          </p:nvGrpSpPr>
          <p:grpSpPr bwMode="auto">
            <a:xfrm>
              <a:off x="8050698" y="2309376"/>
              <a:ext cx="298450" cy="464008"/>
              <a:chOff x="3130" y="3288"/>
              <a:chExt cx="410" cy="742"/>
            </a:xfrm>
          </p:grpSpPr>
          <p:sp>
            <p:nvSpPr>
              <p:cNvPr id="537" name="Line 270">
                <a:extLst>
                  <a:ext uri="{FF2B5EF4-FFF2-40B4-BE49-F238E27FC236}">
                    <a16:creationId xmlns:a16="http://schemas.microsoft.com/office/drawing/2014/main" id="{80036192-D0B6-5978-7C2E-C7E3609A0A29}"/>
                  </a:ext>
                </a:extLst>
              </p:cNvPr>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8" name="Line 271">
                <a:extLst>
                  <a:ext uri="{FF2B5EF4-FFF2-40B4-BE49-F238E27FC236}">
                    <a16:creationId xmlns:a16="http://schemas.microsoft.com/office/drawing/2014/main" id="{E7ED521D-1543-F980-0DAC-32CD8491E38D}"/>
                  </a:ext>
                </a:extLst>
              </p:cNvPr>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9" name="Line 272">
                <a:extLst>
                  <a:ext uri="{FF2B5EF4-FFF2-40B4-BE49-F238E27FC236}">
                    <a16:creationId xmlns:a16="http://schemas.microsoft.com/office/drawing/2014/main" id="{8EF58AE8-2BF0-1DBC-5AAD-2881202831F1}"/>
                  </a:ext>
                </a:extLst>
              </p:cNvPr>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0" name="Line 273">
                <a:extLst>
                  <a:ext uri="{FF2B5EF4-FFF2-40B4-BE49-F238E27FC236}">
                    <a16:creationId xmlns:a16="http://schemas.microsoft.com/office/drawing/2014/main" id="{34A69941-789D-74F8-861A-4FD6EECF8910}"/>
                  </a:ext>
                </a:extLst>
              </p:cNvPr>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1" name="Line 274">
                <a:extLst>
                  <a:ext uri="{FF2B5EF4-FFF2-40B4-BE49-F238E27FC236}">
                    <a16:creationId xmlns:a16="http://schemas.microsoft.com/office/drawing/2014/main" id="{97956911-8EB3-5A33-B590-EF1100C9BEBC}"/>
                  </a:ext>
                </a:extLst>
              </p:cNvPr>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2" name="Line 275">
                <a:extLst>
                  <a:ext uri="{FF2B5EF4-FFF2-40B4-BE49-F238E27FC236}">
                    <a16:creationId xmlns:a16="http://schemas.microsoft.com/office/drawing/2014/main" id="{0897C196-5D6D-2002-526F-8AA73EC17586}"/>
                  </a:ext>
                </a:extLst>
              </p:cNvPr>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3" name="Line 276">
                <a:extLst>
                  <a:ext uri="{FF2B5EF4-FFF2-40B4-BE49-F238E27FC236}">
                    <a16:creationId xmlns:a16="http://schemas.microsoft.com/office/drawing/2014/main" id="{C6F847F5-804B-D613-C901-3D4F366CCC2C}"/>
                  </a:ext>
                </a:extLst>
              </p:cNvPr>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4" name="Line 277">
                <a:extLst>
                  <a:ext uri="{FF2B5EF4-FFF2-40B4-BE49-F238E27FC236}">
                    <a16:creationId xmlns:a16="http://schemas.microsoft.com/office/drawing/2014/main" id="{77746ABF-E175-628C-82DF-52FA2D64D466}"/>
                  </a:ext>
                </a:extLst>
              </p:cNvPr>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5" name="Line 278">
                <a:extLst>
                  <a:ext uri="{FF2B5EF4-FFF2-40B4-BE49-F238E27FC236}">
                    <a16:creationId xmlns:a16="http://schemas.microsoft.com/office/drawing/2014/main" id="{D27F62C1-82D7-7146-7492-FADB957A2078}"/>
                  </a:ext>
                </a:extLst>
              </p:cNvPr>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6" name="Line 279">
                <a:extLst>
                  <a:ext uri="{FF2B5EF4-FFF2-40B4-BE49-F238E27FC236}">
                    <a16:creationId xmlns:a16="http://schemas.microsoft.com/office/drawing/2014/main" id="{2A45C970-6E49-F5E4-B704-EEF701966E08}"/>
                  </a:ext>
                </a:extLst>
              </p:cNvPr>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7" name="Line 280">
                <a:extLst>
                  <a:ext uri="{FF2B5EF4-FFF2-40B4-BE49-F238E27FC236}">
                    <a16:creationId xmlns:a16="http://schemas.microsoft.com/office/drawing/2014/main" id="{BC349C73-A014-5367-FC7B-BF0E4BD2B665}"/>
                  </a:ext>
                </a:extLst>
              </p:cNvPr>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8" name="Line 281">
                <a:extLst>
                  <a:ext uri="{FF2B5EF4-FFF2-40B4-BE49-F238E27FC236}">
                    <a16:creationId xmlns:a16="http://schemas.microsoft.com/office/drawing/2014/main" id="{BE3EAD0C-6834-41FD-D056-B9D20A6DFBEA}"/>
                  </a:ext>
                </a:extLst>
              </p:cNvPr>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9" name="Line 282">
                <a:extLst>
                  <a:ext uri="{FF2B5EF4-FFF2-40B4-BE49-F238E27FC236}">
                    <a16:creationId xmlns:a16="http://schemas.microsoft.com/office/drawing/2014/main" id="{4457971A-D55A-FF7F-1FEA-5973E41D81E1}"/>
                  </a:ext>
                </a:extLst>
              </p:cNvPr>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0" name="Line 283">
                <a:extLst>
                  <a:ext uri="{FF2B5EF4-FFF2-40B4-BE49-F238E27FC236}">
                    <a16:creationId xmlns:a16="http://schemas.microsoft.com/office/drawing/2014/main" id="{1724E132-22C1-05B6-964F-5A7D419EE9D2}"/>
                  </a:ext>
                </a:extLst>
              </p:cNvPr>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1" name="Line 284">
                <a:extLst>
                  <a:ext uri="{FF2B5EF4-FFF2-40B4-BE49-F238E27FC236}">
                    <a16:creationId xmlns:a16="http://schemas.microsoft.com/office/drawing/2014/main" id="{C315D1C1-452B-CD13-370E-0CFF3A3540FD}"/>
                  </a:ext>
                </a:extLst>
              </p:cNvPr>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552" name="Group 551">
              <a:extLst>
                <a:ext uri="{FF2B5EF4-FFF2-40B4-BE49-F238E27FC236}">
                  <a16:creationId xmlns:a16="http://schemas.microsoft.com/office/drawing/2014/main" id="{B9A0AD35-BC50-A103-CC56-7BDE71832391}"/>
                </a:ext>
              </a:extLst>
            </p:cNvPr>
            <p:cNvGrpSpPr/>
            <p:nvPr/>
          </p:nvGrpSpPr>
          <p:grpSpPr>
            <a:xfrm>
              <a:off x="9885167" y="5352639"/>
              <a:ext cx="309187" cy="167750"/>
              <a:chOff x="3668110" y="2448910"/>
              <a:chExt cx="3794234" cy="2165130"/>
            </a:xfrm>
          </p:grpSpPr>
          <p:sp>
            <p:nvSpPr>
              <p:cNvPr id="553" name="Rectangle 552">
                <a:extLst>
                  <a:ext uri="{FF2B5EF4-FFF2-40B4-BE49-F238E27FC236}">
                    <a16:creationId xmlns:a16="http://schemas.microsoft.com/office/drawing/2014/main" id="{9512CBA9-C100-BCD0-0A7B-4FFEBF949CDD}"/>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a:solidFill>
                  <a:srgbClr val="E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54" name="Freeform 676">
                <a:extLst>
                  <a:ext uri="{FF2B5EF4-FFF2-40B4-BE49-F238E27FC236}">
                    <a16:creationId xmlns:a16="http://schemas.microsoft.com/office/drawing/2014/main" id="{E6E6A8EC-CDEC-D826-68E3-DD0D89D55F36}"/>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555" name="Group 554">
                <a:extLst>
                  <a:ext uri="{FF2B5EF4-FFF2-40B4-BE49-F238E27FC236}">
                    <a16:creationId xmlns:a16="http://schemas.microsoft.com/office/drawing/2014/main" id="{8ACC28D4-A4BC-B558-4D7E-DD5D5F3ABB43}"/>
                  </a:ext>
                </a:extLst>
              </p:cNvPr>
              <p:cNvGrpSpPr/>
              <p:nvPr/>
            </p:nvGrpSpPr>
            <p:grpSpPr>
              <a:xfrm>
                <a:off x="3941378" y="2603243"/>
                <a:ext cx="3202061" cy="1066110"/>
                <a:chOff x="7939341" y="3037317"/>
                <a:chExt cx="897649" cy="353919"/>
              </a:xfrm>
            </p:grpSpPr>
            <p:sp>
              <p:nvSpPr>
                <p:cNvPr id="556" name="Freeform 678">
                  <a:extLst>
                    <a:ext uri="{FF2B5EF4-FFF2-40B4-BE49-F238E27FC236}">
                      <a16:creationId xmlns:a16="http://schemas.microsoft.com/office/drawing/2014/main" id="{89EAA5A3-091E-2D85-4B70-EC53E1F6D64E}"/>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57" name="Freeform 679">
                  <a:extLst>
                    <a:ext uri="{FF2B5EF4-FFF2-40B4-BE49-F238E27FC236}">
                      <a16:creationId xmlns:a16="http://schemas.microsoft.com/office/drawing/2014/main" id="{0813BD3C-30FD-D093-0E25-AB52E6CE4BC9}"/>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58" name="Freeform 680">
                  <a:extLst>
                    <a:ext uri="{FF2B5EF4-FFF2-40B4-BE49-F238E27FC236}">
                      <a16:creationId xmlns:a16="http://schemas.microsoft.com/office/drawing/2014/main" id="{B8DFA60A-90A0-F816-58E2-49969960B80B}"/>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59" name="Freeform 681">
                  <a:extLst>
                    <a:ext uri="{FF2B5EF4-FFF2-40B4-BE49-F238E27FC236}">
                      <a16:creationId xmlns:a16="http://schemas.microsoft.com/office/drawing/2014/main" id="{EC3B972A-DC19-BDB9-C0E9-8211D54F29AA}"/>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EC86A6"/>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spTree>
    <p:extLst>
      <p:ext uri="{BB962C8B-B14F-4D97-AF65-F5344CB8AC3E}">
        <p14:creationId xmlns:p14="http://schemas.microsoft.com/office/powerpoint/2010/main" val="4137390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EEB8D-02B5-AFF8-113A-C97C1A0FA0D4}"/>
              </a:ext>
            </a:extLst>
          </p:cNvPr>
          <p:cNvSpPr>
            <a:spLocks noGrp="1"/>
          </p:cNvSpPr>
          <p:nvPr>
            <p:ph type="title"/>
          </p:nvPr>
        </p:nvSpPr>
        <p:spPr>
          <a:xfrm>
            <a:off x="838200" y="53437"/>
            <a:ext cx="10515600" cy="979556"/>
          </a:xfrm>
        </p:spPr>
        <p:txBody>
          <a:bodyPr/>
          <a:lstStyle/>
          <a:p>
            <a:r>
              <a:rPr lang="en-US" dirty="0"/>
              <a:t>Transportation analogy</a:t>
            </a:r>
          </a:p>
        </p:txBody>
      </p:sp>
      <p:sp>
        <p:nvSpPr>
          <p:cNvPr id="6" name="Rectangle 4">
            <a:extLst>
              <a:ext uri="{FF2B5EF4-FFF2-40B4-BE49-F238E27FC236}">
                <a16:creationId xmlns:a16="http://schemas.microsoft.com/office/drawing/2014/main" id="{E1BB2F83-A8AB-8639-C991-4DE1912A567D}"/>
              </a:ext>
            </a:extLst>
          </p:cNvPr>
          <p:cNvSpPr txBox="1">
            <a:spLocks noChangeArrowheads="1"/>
          </p:cNvSpPr>
          <p:nvPr/>
        </p:nvSpPr>
        <p:spPr>
          <a:xfrm>
            <a:off x="5693098" y="1316467"/>
            <a:ext cx="6424818" cy="4953138"/>
          </a:xfrm>
          <a:prstGeom prst="rect">
            <a:avLst/>
          </a:prstGeom>
          <a:solidFill>
            <a:schemeClr val="bg1"/>
          </a:solidFill>
        </p:spPr>
        <p:txBody>
          <a:bodyPr vert="horz" lIns="91440" tIns="45720" rIns="91440" bIns="45720" rtlCol="0">
            <a:normAutofit fontScale="77500" lnSpcReduction="2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3200" b="0" i="0" u="none" strike="noStrike" kern="1200" cap="none" spc="0" normalizeH="0" baseline="0" noProof="0" dirty="0">
                <a:ln>
                  <a:noFill/>
                </a:ln>
                <a:solidFill>
                  <a:srgbClr val="C00000"/>
                </a:solidFill>
                <a:effectLst/>
                <a:uLnTx/>
                <a:uFillTx/>
                <a:ea typeface="+mn-ea"/>
                <a:cs typeface="+mn-cs"/>
              </a:rPr>
              <a:t>Transportation analogy:</a:t>
            </a:r>
          </a:p>
          <a:p>
            <a:pPr lvl="0">
              <a:buClrTx/>
              <a:buFont typeface="Arial" panose="020B0604020202020204" pitchFamily="34" charset="0"/>
              <a:buChar char="•"/>
              <a:defRPr/>
            </a:pPr>
            <a:r>
              <a:rPr lang="en-US" dirty="0">
                <a:solidFill>
                  <a:prstClr val="black"/>
                </a:solidFill>
              </a:rPr>
              <a:t>Travel agent = </a:t>
            </a:r>
            <a:r>
              <a:rPr lang="en-US" dirty="0">
                <a:solidFill>
                  <a:srgbClr val="0013A3"/>
                </a:solidFill>
              </a:rPr>
              <a:t>routing algorithm</a:t>
            </a:r>
          </a:p>
          <a:p>
            <a:pPr lvl="1">
              <a:spcBef>
                <a:spcPts val="1000"/>
              </a:spcBef>
              <a:buClrTx/>
              <a:defRPr/>
            </a:pPr>
            <a:r>
              <a:rPr lang="en-US" dirty="0">
                <a:solidFill>
                  <a:srgbClr val="000099"/>
                </a:solidFill>
              </a:rPr>
              <a:t>Determines the overall path and which modes to use</a:t>
            </a:r>
            <a:endParaRPr kumimoji="0" lang="en-US" sz="2800" b="0" i="0" u="none" strike="noStrike" kern="1200" cap="none" spc="0" normalizeH="0" baseline="0" noProof="0" dirty="0">
              <a:ln>
                <a:noFill/>
              </a:ln>
              <a:solidFill>
                <a:prstClr val="black"/>
              </a:solidFill>
              <a:effectLst/>
              <a:uLnTx/>
              <a:uFillTx/>
              <a:ea typeface="+mn-ea"/>
              <a:cs typeface="+mn-cs"/>
            </a:endParaRPr>
          </a:p>
          <a:p>
            <a:pPr marR="0" lvl="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ea typeface="+mn-ea"/>
                <a:cs typeface="+mn-cs"/>
              </a:rPr>
              <a:t>Trip from San Jose, CA to Milwaukee</a:t>
            </a:r>
            <a:r>
              <a:rPr lang="en-US" dirty="0">
                <a:solidFill>
                  <a:prstClr val="black"/>
                </a:solidFill>
              </a:rPr>
              <a:t>, WI</a:t>
            </a:r>
            <a:endParaRPr kumimoji="0" lang="en-US" sz="2800" b="0" i="0" u="none" strike="noStrike" kern="1200" cap="none" spc="0" normalizeH="0" baseline="0" noProof="0" dirty="0">
              <a:ln>
                <a:noFill/>
              </a:ln>
              <a:solidFill>
                <a:prstClr val="black"/>
              </a:solidFill>
              <a:effectLst/>
              <a:uLnTx/>
              <a:uFillTx/>
              <a:ea typeface="+mn-ea"/>
              <a:cs typeface="+mn-cs"/>
            </a:endParaRPr>
          </a:p>
          <a:p>
            <a:pPr marR="0" lvl="1" algn="l" defTabSz="914400" rtl="0" eaLnBrk="1" fontAlgn="auto" latinLnBrk="0" hangingPunct="1">
              <a:lnSpc>
                <a:spcPct val="90000"/>
              </a:lnSpc>
              <a:spcBef>
                <a:spcPts val="500"/>
              </a:spcBef>
              <a:spcAft>
                <a:spcPts val="0"/>
              </a:spcAft>
              <a:buClrTx/>
              <a:buSzTx/>
              <a:tabLst/>
              <a:defRPr/>
            </a:pPr>
            <a:r>
              <a:rPr kumimoji="0" lang="en-US" sz="2400" b="0" i="0" u="none" strike="noStrike" kern="1200" cap="none" spc="0" normalizeH="0" baseline="0" noProof="0" dirty="0">
                <a:ln>
                  <a:noFill/>
                </a:ln>
                <a:solidFill>
                  <a:prstClr val="black"/>
                </a:solidFill>
                <a:effectLst/>
                <a:uLnTx/>
                <a:uFillTx/>
                <a:ea typeface="+mn-ea"/>
                <a:cs typeface="+mn-cs"/>
              </a:rPr>
              <a:t>Uber: San Jose to SFO</a:t>
            </a:r>
          </a:p>
          <a:p>
            <a:pPr lvl="1">
              <a:buClrTx/>
              <a:defRPr/>
            </a:pPr>
            <a:r>
              <a:rPr lang="en-US" dirty="0">
                <a:solidFill>
                  <a:prstClr val="black"/>
                </a:solidFill>
              </a:rPr>
              <a:t>P</a:t>
            </a:r>
            <a:r>
              <a:rPr kumimoji="0" lang="en-US" sz="2400" b="0" i="0" u="none" strike="noStrike" kern="1200" cap="none" spc="0" normalizeH="0" baseline="0" noProof="0" dirty="0">
                <a:ln>
                  <a:noFill/>
                </a:ln>
                <a:solidFill>
                  <a:prstClr val="black"/>
                </a:solidFill>
                <a:effectLst/>
                <a:uLnTx/>
                <a:uFillTx/>
                <a:ea typeface="+mn-ea"/>
                <a:cs typeface="+mn-cs"/>
              </a:rPr>
              <a:t>lane: </a:t>
            </a:r>
            <a:r>
              <a:rPr lang="en-US" dirty="0">
                <a:solidFill>
                  <a:prstClr val="black"/>
                </a:solidFill>
              </a:rPr>
              <a:t>SFO</a:t>
            </a:r>
            <a:r>
              <a:rPr kumimoji="0" lang="en-US" sz="2400" b="0" i="0" u="none" strike="noStrike" kern="1200" cap="none" spc="0" normalizeH="0" baseline="0" noProof="0" dirty="0">
                <a:ln>
                  <a:noFill/>
                </a:ln>
                <a:solidFill>
                  <a:prstClr val="black"/>
                </a:solidFill>
                <a:effectLst/>
                <a:uLnTx/>
                <a:uFillTx/>
                <a:ea typeface="+mn-ea"/>
                <a:cs typeface="+mn-cs"/>
              </a:rPr>
              <a:t> to ORD</a:t>
            </a:r>
          </a:p>
          <a:p>
            <a:pPr marR="0" lvl="1" algn="l" defTabSz="914400" rtl="0" eaLnBrk="1" fontAlgn="auto" latinLnBrk="0" hangingPunct="1">
              <a:lnSpc>
                <a:spcPct val="90000"/>
              </a:lnSpc>
              <a:spcBef>
                <a:spcPts val="500"/>
              </a:spcBef>
              <a:spcAft>
                <a:spcPts val="0"/>
              </a:spcAft>
              <a:buClrTx/>
              <a:buSzTx/>
              <a:tabLst/>
              <a:defRPr/>
            </a:pPr>
            <a:r>
              <a:rPr lang="en-US" dirty="0">
                <a:solidFill>
                  <a:prstClr val="black"/>
                </a:solidFill>
              </a:rPr>
              <a:t>T</a:t>
            </a:r>
            <a:r>
              <a:rPr kumimoji="0" lang="en-US" sz="2400" b="0" i="0" u="none" strike="noStrike" kern="1200" cap="none" spc="0" normalizeH="0" baseline="0" noProof="0" dirty="0">
                <a:ln>
                  <a:noFill/>
                </a:ln>
                <a:solidFill>
                  <a:prstClr val="black"/>
                </a:solidFill>
                <a:effectLst/>
                <a:uLnTx/>
                <a:uFillTx/>
                <a:ea typeface="+mn-ea"/>
                <a:cs typeface="+mn-cs"/>
              </a:rPr>
              <a:t>rain: ORD to Milwaukee</a:t>
            </a:r>
          </a:p>
          <a:p>
            <a:pPr marR="0" lvl="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ea typeface="+mn-ea"/>
                <a:cs typeface="+mn-cs"/>
              </a:rPr>
              <a:t>Passenger = </a:t>
            </a:r>
            <a:r>
              <a:rPr kumimoji="0" lang="en-US" sz="2800" b="0" i="0" u="none" strike="noStrike" kern="1200" cap="none" spc="0" normalizeH="0" baseline="0" noProof="0" dirty="0">
                <a:ln>
                  <a:noFill/>
                </a:ln>
                <a:solidFill>
                  <a:srgbClr val="0013A3"/>
                </a:solidFill>
                <a:effectLst/>
                <a:uLnTx/>
                <a:uFillTx/>
                <a:ea typeface="+mn-ea"/>
                <a:cs typeface="+mn-cs"/>
              </a:rPr>
              <a:t>frame</a:t>
            </a:r>
            <a:endParaRPr lang="en-US" dirty="0">
              <a:solidFill>
                <a:srgbClr val="0013A3"/>
              </a:solidFill>
            </a:endParaRPr>
          </a:p>
          <a:p>
            <a:pPr lvl="1">
              <a:spcBef>
                <a:spcPts val="1000"/>
              </a:spcBef>
              <a:buClrTx/>
              <a:defRPr/>
            </a:pPr>
            <a:r>
              <a:rPr kumimoji="0" lang="en-US" b="0" i="0" u="none" strike="noStrike" kern="1200" cap="none" spc="0" normalizeH="0" baseline="0" noProof="0" dirty="0">
                <a:ln>
                  <a:noFill/>
                </a:ln>
                <a:solidFill>
                  <a:srgbClr val="0013A3"/>
                </a:solidFill>
                <a:effectLst/>
                <a:uLnTx/>
                <a:uFillTx/>
                <a:ea typeface="+mn-ea"/>
                <a:cs typeface="+mn-cs"/>
              </a:rPr>
              <a:t>The "packet" being transported</a:t>
            </a:r>
          </a:p>
          <a:p>
            <a:pPr marR="0" lvl="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ea typeface="+mn-ea"/>
                <a:cs typeface="+mn-cs"/>
              </a:rPr>
              <a:t>Transport segment = </a:t>
            </a:r>
            <a:r>
              <a:rPr kumimoji="0" lang="en-US" sz="2800" b="0" i="0" u="none" strike="noStrike" kern="1200" cap="none" spc="0" normalizeH="0" baseline="0" noProof="0" dirty="0">
                <a:ln>
                  <a:noFill/>
                </a:ln>
                <a:solidFill>
                  <a:srgbClr val="0013A3"/>
                </a:solidFill>
                <a:effectLst/>
                <a:uLnTx/>
                <a:uFillTx/>
                <a:ea typeface="+mn-ea"/>
                <a:cs typeface="+mn-cs"/>
              </a:rPr>
              <a:t>communication link</a:t>
            </a:r>
            <a:endParaRPr lang="en-US" dirty="0">
              <a:solidFill>
                <a:srgbClr val="0013A3"/>
              </a:solidFill>
            </a:endParaRPr>
          </a:p>
          <a:p>
            <a:pPr lvl="1">
              <a:spcBef>
                <a:spcPts val="1000"/>
              </a:spcBef>
              <a:buClrTx/>
              <a:defRPr/>
            </a:pPr>
            <a:r>
              <a:rPr kumimoji="0" lang="en-US" b="0" i="0" u="none" strike="noStrike" kern="1200" cap="none" spc="0" normalizeH="0" baseline="0" noProof="0" dirty="0">
                <a:ln>
                  <a:noFill/>
                </a:ln>
                <a:solidFill>
                  <a:srgbClr val="0013A3"/>
                </a:solidFill>
                <a:effectLst/>
                <a:uLnTx/>
                <a:uFillTx/>
                <a:ea typeface="+mn-ea"/>
                <a:cs typeface="+mn-cs"/>
              </a:rPr>
              <a:t>The physical path/medium</a:t>
            </a:r>
          </a:p>
          <a:p>
            <a:pPr marR="0" lvl="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ea typeface="+mn-ea"/>
                <a:cs typeface="+mn-cs"/>
              </a:rPr>
              <a:t>Transportation mode </a:t>
            </a:r>
            <a:r>
              <a:rPr kumimoji="0" lang="en-US" sz="2800" b="0" i="0" u="none" strike="noStrike" kern="1200" cap="none" spc="0" normalizeH="0" baseline="0" noProof="0" dirty="0">
                <a:ln>
                  <a:noFill/>
                </a:ln>
                <a:solidFill>
                  <a:srgbClr val="0013A3"/>
                </a:solidFill>
                <a:effectLst/>
                <a:uLnTx/>
                <a:uFillTx/>
                <a:ea typeface="+mn-ea"/>
                <a:cs typeface="+mn-cs"/>
              </a:rPr>
              <a:t>= link-layer protocol</a:t>
            </a:r>
            <a:endParaRPr lang="en-US" dirty="0">
              <a:solidFill>
                <a:srgbClr val="0013A3"/>
              </a:solidFill>
            </a:endParaRPr>
          </a:p>
          <a:p>
            <a:pPr lvl="1">
              <a:spcBef>
                <a:spcPts val="1000"/>
              </a:spcBef>
              <a:buClrTx/>
              <a:defRPr/>
            </a:pPr>
            <a:r>
              <a:rPr kumimoji="0" lang="en-US" b="0" i="0" u="none" strike="noStrike" kern="1200" cap="none" spc="0" normalizeH="0" baseline="0" noProof="0" dirty="0">
                <a:ln>
                  <a:noFill/>
                </a:ln>
                <a:solidFill>
                  <a:srgbClr val="0013A3"/>
                </a:solidFill>
                <a:effectLst/>
                <a:uLnTx/>
                <a:uFillTx/>
                <a:ea typeface="+mn-ea"/>
                <a:cs typeface="+mn-cs"/>
              </a:rPr>
              <a:t>Different rules/methods for each segment </a:t>
            </a:r>
          </a:p>
          <a:p>
            <a:pPr lvl="1">
              <a:spcBef>
                <a:spcPts val="1000"/>
              </a:spcBef>
              <a:buClrTx/>
              <a:defRPr/>
            </a:pPr>
            <a:r>
              <a:rPr kumimoji="0" lang="en-US" b="0" i="0" u="none" strike="noStrike" kern="1200" cap="none" spc="0" normalizeH="0" baseline="0" noProof="0" dirty="0">
                <a:ln>
                  <a:noFill/>
                </a:ln>
                <a:solidFill>
                  <a:srgbClr val="0013A3"/>
                </a:solidFill>
                <a:effectLst/>
                <a:uLnTx/>
                <a:uFillTx/>
                <a:ea typeface="+mn-ea"/>
                <a:cs typeface="+mn-cs"/>
              </a:rPr>
              <a:t>E.g., Uber – road protocol; Airline – air protocol; Amtrak – rail protocol</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endParaRPr kumimoji="0" lang="en-US" sz="2000" b="0" i="0" u="none" strike="noStrike" kern="1200" cap="none" spc="0" normalizeH="0" baseline="0" noProof="0" dirty="0">
              <a:ln>
                <a:noFill/>
              </a:ln>
              <a:solidFill>
                <a:srgbClr val="CC0000"/>
              </a:solidFill>
              <a:effectLst/>
              <a:uLnTx/>
              <a:uFillTx/>
              <a:latin typeface="Gill Sans MT" charset="0"/>
              <a:ea typeface="+mn-ea"/>
              <a:cs typeface="+mn-cs"/>
            </a:endParaRPr>
          </a:p>
        </p:txBody>
      </p:sp>
      <p:grpSp>
        <p:nvGrpSpPr>
          <p:cNvPr id="3" name="Group 2">
            <a:extLst>
              <a:ext uri="{FF2B5EF4-FFF2-40B4-BE49-F238E27FC236}">
                <a16:creationId xmlns:a16="http://schemas.microsoft.com/office/drawing/2014/main" id="{50F02AE8-90E0-DADA-0075-2624CCCEFECF}"/>
              </a:ext>
            </a:extLst>
          </p:cNvPr>
          <p:cNvGrpSpPr/>
          <p:nvPr/>
        </p:nvGrpSpPr>
        <p:grpSpPr>
          <a:xfrm>
            <a:off x="213204" y="1152213"/>
            <a:ext cx="5594837" cy="5195578"/>
            <a:chOff x="569665" y="1454430"/>
            <a:chExt cx="5594837" cy="5195578"/>
          </a:xfrm>
        </p:grpSpPr>
        <p:sp>
          <p:nvSpPr>
            <p:cNvPr id="27" name="Right Arrow 26">
              <a:extLst>
                <a:ext uri="{FF2B5EF4-FFF2-40B4-BE49-F238E27FC236}">
                  <a16:creationId xmlns:a16="http://schemas.microsoft.com/office/drawing/2014/main" id="{22110369-90D7-FD3A-62E5-02B5D6CA62D8}"/>
                </a:ext>
              </a:extLst>
            </p:cNvPr>
            <p:cNvSpPr/>
            <p:nvPr/>
          </p:nvSpPr>
          <p:spPr>
            <a:xfrm rot="8568869">
              <a:off x="1556718" y="3851119"/>
              <a:ext cx="3620733" cy="311693"/>
            </a:xfrm>
            <a:prstGeom prst="rightArrow">
              <a:avLst/>
            </a:prstGeom>
            <a:solidFill>
              <a:srgbClr val="02B7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6" name="Right Arrow 25">
              <a:extLst>
                <a:ext uri="{FF2B5EF4-FFF2-40B4-BE49-F238E27FC236}">
                  <a16:creationId xmlns:a16="http://schemas.microsoft.com/office/drawing/2014/main" id="{93CF0A89-2AFE-E00F-B470-36CADBA49A97}"/>
                </a:ext>
              </a:extLst>
            </p:cNvPr>
            <p:cNvSpPr/>
            <p:nvPr/>
          </p:nvSpPr>
          <p:spPr>
            <a:xfrm>
              <a:off x="1915571" y="5996243"/>
              <a:ext cx="2743064" cy="285275"/>
            </a:xfrm>
            <a:prstGeom prst="right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5" name="Right Arrow 24">
              <a:extLst>
                <a:ext uri="{FF2B5EF4-FFF2-40B4-BE49-F238E27FC236}">
                  <a16:creationId xmlns:a16="http://schemas.microsoft.com/office/drawing/2014/main" id="{51DF835B-4521-E928-3588-8395AE7E6FCD}"/>
                </a:ext>
              </a:extLst>
            </p:cNvPr>
            <p:cNvSpPr/>
            <p:nvPr/>
          </p:nvSpPr>
          <p:spPr>
            <a:xfrm>
              <a:off x="1745809" y="2305258"/>
              <a:ext cx="2743064" cy="285275"/>
            </a:xfrm>
            <a:prstGeom prst="rightArrow">
              <a:avLst/>
            </a:prstGeom>
            <a:solidFill>
              <a:srgbClr val="FB56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4" name="Picture 13" descr="A picture containing text, building, window&#10;&#10;Description automatically generated">
              <a:extLst>
                <a:ext uri="{FF2B5EF4-FFF2-40B4-BE49-F238E27FC236}">
                  <a16:creationId xmlns:a16="http://schemas.microsoft.com/office/drawing/2014/main" id="{B1A494F2-345C-4FB1-C476-2FF09827935C}"/>
                </a:ext>
              </a:extLst>
            </p:cNvPr>
            <p:cNvPicPr>
              <a:picLocks noChangeAspect="1"/>
            </p:cNvPicPr>
            <p:nvPr/>
          </p:nvPicPr>
          <p:blipFill>
            <a:blip r:embed="rId3"/>
            <a:stretch>
              <a:fillRect/>
            </a:stretch>
          </p:blipFill>
          <p:spPr>
            <a:xfrm>
              <a:off x="4759064" y="5297248"/>
              <a:ext cx="929641" cy="929641"/>
            </a:xfrm>
            <a:prstGeom prst="rect">
              <a:avLst/>
            </a:prstGeom>
          </p:spPr>
        </p:pic>
        <p:pic>
          <p:nvPicPr>
            <p:cNvPr id="16" name="Picture 15" descr="A picture containing icon&#10;&#10;Description automatically generated">
              <a:extLst>
                <a:ext uri="{FF2B5EF4-FFF2-40B4-BE49-F238E27FC236}">
                  <a16:creationId xmlns:a16="http://schemas.microsoft.com/office/drawing/2014/main" id="{BBD2942A-C840-B98D-F09E-97F36AA9252D}"/>
                </a:ext>
              </a:extLst>
            </p:cNvPr>
            <p:cNvPicPr>
              <a:picLocks noChangeAspect="1"/>
            </p:cNvPicPr>
            <p:nvPr/>
          </p:nvPicPr>
          <p:blipFill>
            <a:blip r:embed="rId4"/>
            <a:stretch>
              <a:fillRect/>
            </a:stretch>
          </p:blipFill>
          <p:spPr>
            <a:xfrm>
              <a:off x="4712725" y="1565892"/>
              <a:ext cx="1112982" cy="1112982"/>
            </a:xfrm>
            <a:prstGeom prst="rect">
              <a:avLst/>
            </a:prstGeom>
          </p:spPr>
        </p:pic>
        <p:pic>
          <p:nvPicPr>
            <p:cNvPr id="18" name="Picture 17" descr="Logo, icon&#10;&#10;Description automatically generated">
              <a:extLst>
                <a:ext uri="{FF2B5EF4-FFF2-40B4-BE49-F238E27FC236}">
                  <a16:creationId xmlns:a16="http://schemas.microsoft.com/office/drawing/2014/main" id="{8FEC51B5-6931-3DC5-6D17-EED29B33E275}"/>
                </a:ext>
              </a:extLst>
            </p:cNvPr>
            <p:cNvPicPr>
              <a:picLocks noChangeAspect="1"/>
            </p:cNvPicPr>
            <p:nvPr/>
          </p:nvPicPr>
          <p:blipFill>
            <a:blip r:embed="rId5"/>
            <a:stretch>
              <a:fillRect/>
            </a:stretch>
          </p:blipFill>
          <p:spPr>
            <a:xfrm>
              <a:off x="662115" y="1714520"/>
              <a:ext cx="693138" cy="693138"/>
            </a:xfrm>
            <a:prstGeom prst="rect">
              <a:avLst/>
            </a:prstGeom>
          </p:spPr>
        </p:pic>
        <p:pic>
          <p:nvPicPr>
            <p:cNvPr id="8" name="Picture 7" descr="Icon&#10;&#10;Description automatically generated">
              <a:extLst>
                <a:ext uri="{FF2B5EF4-FFF2-40B4-BE49-F238E27FC236}">
                  <a16:creationId xmlns:a16="http://schemas.microsoft.com/office/drawing/2014/main" id="{A0465E42-78C7-228E-51B9-6E11455AD317}"/>
                </a:ext>
              </a:extLst>
            </p:cNvPr>
            <p:cNvPicPr>
              <a:picLocks noChangeAspect="1"/>
            </p:cNvPicPr>
            <p:nvPr/>
          </p:nvPicPr>
          <p:blipFill>
            <a:blip r:embed="rId6"/>
            <a:stretch>
              <a:fillRect/>
            </a:stretch>
          </p:blipFill>
          <p:spPr>
            <a:xfrm>
              <a:off x="2166696" y="1454430"/>
              <a:ext cx="1601585" cy="1601585"/>
            </a:xfrm>
            <a:prstGeom prst="rect">
              <a:avLst/>
            </a:prstGeom>
          </p:spPr>
        </p:pic>
        <p:pic>
          <p:nvPicPr>
            <p:cNvPr id="10" name="Picture 9" descr="Icon&#10;&#10;Description automatically generated">
              <a:extLst>
                <a:ext uri="{FF2B5EF4-FFF2-40B4-BE49-F238E27FC236}">
                  <a16:creationId xmlns:a16="http://schemas.microsoft.com/office/drawing/2014/main" id="{5CBC4C6E-1665-5CA9-1580-8C46FB62706A}"/>
                </a:ext>
              </a:extLst>
            </p:cNvPr>
            <p:cNvPicPr>
              <a:picLocks noChangeAspect="1"/>
            </p:cNvPicPr>
            <p:nvPr/>
          </p:nvPicPr>
          <p:blipFill>
            <a:blip r:embed="rId7"/>
            <a:stretch>
              <a:fillRect/>
            </a:stretch>
          </p:blipFill>
          <p:spPr>
            <a:xfrm rot="11242646">
              <a:off x="3089825" y="3385388"/>
              <a:ext cx="929640" cy="929640"/>
            </a:xfrm>
            <a:prstGeom prst="rect">
              <a:avLst/>
            </a:prstGeom>
          </p:spPr>
        </p:pic>
        <p:pic>
          <p:nvPicPr>
            <p:cNvPr id="19" name="Picture 18" descr="A picture containing icon&#10;&#10;Description automatically generated">
              <a:extLst>
                <a:ext uri="{FF2B5EF4-FFF2-40B4-BE49-F238E27FC236}">
                  <a16:creationId xmlns:a16="http://schemas.microsoft.com/office/drawing/2014/main" id="{B58E758B-9E8E-E797-CD0A-5BC6BE2E7E77}"/>
                </a:ext>
              </a:extLst>
            </p:cNvPr>
            <p:cNvPicPr>
              <a:picLocks noChangeAspect="1"/>
            </p:cNvPicPr>
            <p:nvPr/>
          </p:nvPicPr>
          <p:blipFill>
            <a:blip r:embed="rId4"/>
            <a:stretch>
              <a:fillRect/>
            </a:stretch>
          </p:blipFill>
          <p:spPr>
            <a:xfrm>
              <a:off x="702160" y="5109885"/>
              <a:ext cx="1112982" cy="1112982"/>
            </a:xfrm>
            <a:prstGeom prst="rect">
              <a:avLst/>
            </a:prstGeom>
          </p:spPr>
        </p:pic>
        <p:pic>
          <p:nvPicPr>
            <p:cNvPr id="12" name="Picture 11" descr="Icon&#10;&#10;Description automatically generated with low confidence">
              <a:extLst>
                <a:ext uri="{FF2B5EF4-FFF2-40B4-BE49-F238E27FC236}">
                  <a16:creationId xmlns:a16="http://schemas.microsoft.com/office/drawing/2014/main" id="{CA94E103-DEF4-F689-2EC2-2C36B53FA53A}"/>
                </a:ext>
              </a:extLst>
            </p:cNvPr>
            <p:cNvPicPr>
              <a:picLocks noChangeAspect="1"/>
            </p:cNvPicPr>
            <p:nvPr/>
          </p:nvPicPr>
          <p:blipFill>
            <a:blip r:embed="rId8"/>
            <a:stretch>
              <a:fillRect/>
            </a:stretch>
          </p:blipFill>
          <p:spPr>
            <a:xfrm>
              <a:off x="2779550" y="5422356"/>
              <a:ext cx="919779" cy="919779"/>
            </a:xfrm>
            <a:prstGeom prst="rect">
              <a:avLst/>
            </a:prstGeom>
          </p:spPr>
        </p:pic>
        <p:sp>
          <p:nvSpPr>
            <p:cNvPr id="21" name="TextBox 20">
              <a:extLst>
                <a:ext uri="{FF2B5EF4-FFF2-40B4-BE49-F238E27FC236}">
                  <a16:creationId xmlns:a16="http://schemas.microsoft.com/office/drawing/2014/main" id="{568A98A8-5186-1E1D-A241-5F393F38D806}"/>
                </a:ext>
              </a:extLst>
            </p:cNvPr>
            <p:cNvSpPr txBox="1"/>
            <p:nvPr/>
          </p:nvSpPr>
          <p:spPr>
            <a:xfrm>
              <a:off x="569665" y="2407658"/>
              <a:ext cx="136902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San Jose, CA</a:t>
              </a:r>
            </a:p>
          </p:txBody>
        </p:sp>
        <p:sp>
          <p:nvSpPr>
            <p:cNvPr id="22" name="TextBox 21">
              <a:extLst>
                <a:ext uri="{FF2B5EF4-FFF2-40B4-BE49-F238E27FC236}">
                  <a16:creationId xmlns:a16="http://schemas.microsoft.com/office/drawing/2014/main" id="{AC775AA8-3E7E-9024-CDED-7BA9619EE9F6}"/>
                </a:ext>
              </a:extLst>
            </p:cNvPr>
            <p:cNvSpPr txBox="1"/>
            <p:nvPr/>
          </p:nvSpPr>
          <p:spPr>
            <a:xfrm>
              <a:off x="4988358" y="2713657"/>
              <a:ext cx="117614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SFO</a:t>
              </a:r>
            </a:p>
          </p:txBody>
        </p:sp>
        <p:sp>
          <p:nvSpPr>
            <p:cNvPr id="23" name="TextBox 22">
              <a:extLst>
                <a:ext uri="{FF2B5EF4-FFF2-40B4-BE49-F238E27FC236}">
                  <a16:creationId xmlns:a16="http://schemas.microsoft.com/office/drawing/2014/main" id="{E11A3428-283A-BDA3-DA6D-ED346DC93A3E}"/>
                </a:ext>
              </a:extLst>
            </p:cNvPr>
            <p:cNvSpPr txBox="1"/>
            <p:nvPr/>
          </p:nvSpPr>
          <p:spPr>
            <a:xfrm>
              <a:off x="833318" y="6266343"/>
              <a:ext cx="117614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ORD</a:t>
              </a:r>
            </a:p>
          </p:txBody>
        </p:sp>
        <p:sp>
          <p:nvSpPr>
            <p:cNvPr id="24" name="TextBox 23">
              <a:extLst>
                <a:ext uri="{FF2B5EF4-FFF2-40B4-BE49-F238E27FC236}">
                  <a16:creationId xmlns:a16="http://schemas.microsoft.com/office/drawing/2014/main" id="{109F5271-71F6-B382-67F3-F23B3D05D618}"/>
                </a:ext>
              </a:extLst>
            </p:cNvPr>
            <p:cNvSpPr txBox="1"/>
            <p:nvPr/>
          </p:nvSpPr>
          <p:spPr>
            <a:xfrm>
              <a:off x="4563308" y="6280676"/>
              <a:ext cx="160119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Milwaukee, WI</a:t>
              </a:r>
            </a:p>
          </p:txBody>
        </p:sp>
        <p:pic>
          <p:nvPicPr>
            <p:cNvPr id="31" name="Picture 30" descr="Shape&#10;&#10;Description automatically generated with low confidence">
              <a:extLst>
                <a:ext uri="{FF2B5EF4-FFF2-40B4-BE49-F238E27FC236}">
                  <a16:creationId xmlns:a16="http://schemas.microsoft.com/office/drawing/2014/main" id="{DBAE814F-348F-ED67-AEE5-46AB8100252D}"/>
                </a:ext>
              </a:extLst>
            </p:cNvPr>
            <p:cNvPicPr>
              <a:picLocks noChangeAspect="1"/>
            </p:cNvPicPr>
            <p:nvPr/>
          </p:nvPicPr>
          <p:blipFill>
            <a:blip r:embed="rId9"/>
            <a:stretch>
              <a:fillRect/>
            </a:stretch>
          </p:blipFill>
          <p:spPr>
            <a:xfrm>
              <a:off x="1255361" y="1817242"/>
              <a:ext cx="667867" cy="667867"/>
            </a:xfrm>
            <a:prstGeom prst="rect">
              <a:avLst/>
            </a:prstGeom>
          </p:spPr>
        </p:pic>
      </p:grpSp>
    </p:spTree>
    <p:extLst>
      <p:ext uri="{BB962C8B-B14F-4D97-AF65-F5344CB8AC3E}">
        <p14:creationId xmlns:p14="http://schemas.microsoft.com/office/powerpoint/2010/main" val="4093029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60620" y="11272"/>
            <a:ext cx="10515600" cy="894622"/>
          </a:xfrm>
        </p:spPr>
        <p:txBody>
          <a:bodyPr>
            <a:normAutofit/>
          </a:bodyPr>
          <a:lstStyle/>
          <a:p>
            <a:r>
              <a:rPr lang="en-US" altLang="en-US" sz="5400" dirty="0">
                <a:cs typeface="Calibri" panose="020F0502020204030204" pitchFamily="34" charset="0"/>
              </a:rPr>
              <a:t>Link layer: Services</a:t>
            </a:r>
            <a:endParaRPr lang="en-US" sz="5400" dirty="0"/>
          </a:p>
        </p:txBody>
      </p:sp>
      <p:sp>
        <p:nvSpPr>
          <p:cNvPr id="6" name="Rectangle 3">
            <a:extLst>
              <a:ext uri="{FF2B5EF4-FFF2-40B4-BE49-F238E27FC236}">
                <a16:creationId xmlns:a16="http://schemas.microsoft.com/office/drawing/2014/main" id="{8AECB38E-687E-C946-9EB7-A4D36B2DC890}"/>
              </a:ext>
            </a:extLst>
          </p:cNvPr>
          <p:cNvSpPr txBox="1">
            <a:spLocks noChangeArrowheads="1"/>
          </p:cNvSpPr>
          <p:nvPr/>
        </p:nvSpPr>
        <p:spPr>
          <a:xfrm>
            <a:off x="107429" y="1181951"/>
            <a:ext cx="7661174" cy="3727862"/>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69900" marR="0" lvl="0" indent="-457200" algn="l" defTabSz="914400" rtl="0" eaLnBrk="1" fontAlgn="auto" latinLnBrk="0" hangingPunct="1">
              <a:lnSpc>
                <a:spcPct val="75000"/>
              </a:lnSpc>
              <a:spcBef>
                <a:spcPts val="1000"/>
              </a:spcBef>
              <a:spcAft>
                <a:spcPts val="6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C00000"/>
                </a:solidFill>
                <a:effectLst/>
                <a:uLnTx/>
                <a:uFillTx/>
              </a:rPr>
              <a:t>Framing, link access: </a:t>
            </a:r>
          </a:p>
          <a:p>
            <a:pPr marR="0" lvl="1" algn="l" defTabSz="914400" rtl="0" eaLnBrk="1" fontAlgn="auto" latinLnBrk="0" hangingPunct="1">
              <a:lnSpc>
                <a:spcPct val="90000"/>
              </a:lnSpc>
              <a:spcBef>
                <a:spcPts val="500"/>
              </a:spcBef>
              <a:spcAft>
                <a:spcPts val="600"/>
              </a:spcAft>
              <a:buClrTx/>
              <a:buSzTx/>
              <a:tabLst/>
              <a:defRPr/>
            </a:pPr>
            <a:r>
              <a:rPr kumimoji="0" lang="en-US" sz="2200" b="0" i="0" u="none" strike="noStrike" kern="1200" cap="none" spc="0" normalizeH="0" baseline="0" noProof="0" dirty="0">
                <a:ln>
                  <a:noFill/>
                </a:ln>
                <a:solidFill>
                  <a:prstClr val="black"/>
                </a:solidFill>
                <a:effectLst/>
                <a:uLnTx/>
                <a:uFillTx/>
              </a:rPr>
              <a:t>Encapsulate datagram into frame, adding header, trailer</a:t>
            </a:r>
          </a:p>
          <a:p>
            <a:pPr marR="0" lvl="1" algn="l" defTabSz="914400" rtl="0" eaLnBrk="1" fontAlgn="auto" latinLnBrk="0" hangingPunct="1">
              <a:lnSpc>
                <a:spcPct val="90000"/>
              </a:lnSpc>
              <a:spcBef>
                <a:spcPts val="500"/>
              </a:spcBef>
              <a:spcAft>
                <a:spcPts val="600"/>
              </a:spcAft>
              <a:buClrTx/>
              <a:buSzTx/>
              <a:tabLst/>
              <a:defRPr/>
            </a:pPr>
            <a:r>
              <a:rPr kumimoji="0" lang="en-US" sz="2200" b="0" i="0" u="none" strike="noStrike" kern="1200" cap="none" spc="0" normalizeH="0" baseline="0" noProof="0" dirty="0">
                <a:ln>
                  <a:noFill/>
                </a:ln>
                <a:solidFill>
                  <a:prstClr val="black"/>
                </a:solidFill>
                <a:effectLst/>
                <a:uLnTx/>
                <a:uFillTx/>
              </a:rPr>
              <a:t>“MAC” addresses in frame headers identify source, destination (different from IP address!)</a:t>
            </a:r>
          </a:p>
          <a:p>
            <a:pPr lvl="1">
              <a:spcAft>
                <a:spcPts val="600"/>
              </a:spcAft>
              <a:buClrTx/>
              <a:defRPr/>
            </a:pPr>
            <a:r>
              <a:rPr lang="en-US" sz="2200" dirty="0">
                <a:solidFill>
                  <a:prstClr val="black"/>
                </a:solidFill>
              </a:rPr>
              <a:t>Channel access if shared medium</a:t>
            </a:r>
            <a:endParaRPr kumimoji="0" lang="en-US" sz="2200" b="0" i="0" u="none" strike="noStrike" kern="1200" cap="none" spc="0" normalizeH="0" baseline="0" noProof="0" dirty="0">
              <a:ln>
                <a:noFill/>
              </a:ln>
              <a:solidFill>
                <a:prstClr val="black"/>
              </a:solidFill>
              <a:effectLst/>
              <a:uLnTx/>
              <a:uFillTx/>
            </a:endParaRPr>
          </a:p>
          <a:p>
            <a:pPr marL="525462" marR="0" lvl="0" indent="-457200" algn="l" defTabSz="914400" rtl="0" eaLnBrk="1" fontAlgn="auto" latinLnBrk="0" hangingPunct="1">
              <a:lnSpc>
                <a:spcPct val="75000"/>
              </a:lnSpc>
              <a:spcBef>
                <a:spcPts val="1000"/>
              </a:spcBef>
              <a:spcAft>
                <a:spcPts val="6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C00000"/>
                </a:solidFill>
                <a:effectLst/>
                <a:uLnTx/>
                <a:uFillTx/>
              </a:rPr>
              <a:t>Reliable delivery between adjacent nodes</a:t>
            </a:r>
          </a:p>
          <a:p>
            <a:pPr marR="0" lvl="1" algn="l" defTabSz="914400" rtl="0" eaLnBrk="1" fontAlgn="auto" latinLnBrk="0" hangingPunct="1">
              <a:lnSpc>
                <a:spcPct val="90000"/>
              </a:lnSpc>
              <a:spcBef>
                <a:spcPts val="500"/>
              </a:spcBef>
              <a:spcAft>
                <a:spcPts val="600"/>
              </a:spcAft>
              <a:buClrTx/>
              <a:buSzTx/>
              <a:tabLst/>
              <a:defRPr/>
            </a:pPr>
            <a:r>
              <a:rPr kumimoji="0" lang="en-US" sz="2200" b="0" i="0" u="none" strike="noStrike" kern="1200" cap="none" spc="0" normalizeH="0" baseline="0" noProof="0" dirty="0">
                <a:ln>
                  <a:noFill/>
                </a:ln>
                <a:solidFill>
                  <a:prstClr val="black"/>
                </a:solidFill>
                <a:effectLst/>
                <a:uLnTx/>
                <a:uFillTx/>
              </a:rPr>
              <a:t>Unnecessary</a:t>
            </a:r>
            <a:r>
              <a:rPr lang="en-US" sz="2200" dirty="0">
                <a:solidFill>
                  <a:prstClr val="black"/>
                </a:solidFill>
              </a:rPr>
              <a:t>, mostly</a:t>
            </a:r>
            <a:r>
              <a:rPr kumimoji="0" lang="en-US" sz="2200" b="0" i="0" u="none" strike="noStrike" kern="1200" cap="none" spc="0" normalizeH="0" baseline="0" noProof="0" dirty="0">
                <a:ln>
                  <a:noFill/>
                </a:ln>
                <a:solidFill>
                  <a:prstClr val="black"/>
                </a:solidFill>
                <a:effectLst/>
                <a:uLnTx/>
                <a:uFillTx/>
              </a:rPr>
              <a:t> used on high bit-error links (wireless) where data corruption or loss is more frequent</a:t>
            </a:r>
          </a:p>
          <a:p>
            <a:pPr marR="0" lvl="1" algn="l" defTabSz="914400" rtl="0" eaLnBrk="1" fontAlgn="auto" latinLnBrk="0" hangingPunct="1">
              <a:lnSpc>
                <a:spcPct val="90000"/>
              </a:lnSpc>
              <a:spcBef>
                <a:spcPts val="500"/>
              </a:spcBef>
              <a:spcAft>
                <a:spcPts val="600"/>
              </a:spcAft>
              <a:buClrTx/>
              <a:buSzTx/>
              <a:tabLst/>
              <a:defRPr/>
            </a:pPr>
            <a:r>
              <a:rPr kumimoji="0" lang="en-US" sz="2200" b="0" i="1" u="none" strike="noStrike" kern="1200" cap="none" spc="0" normalizeH="0" baseline="0" noProof="0" dirty="0">
                <a:ln>
                  <a:noFill/>
                </a:ln>
                <a:solidFill>
                  <a:srgbClr val="C00000"/>
                </a:solidFill>
                <a:effectLst/>
                <a:uLnTx/>
                <a:uFillTx/>
              </a:rPr>
              <a:t>Correct</a:t>
            </a:r>
            <a:r>
              <a:rPr kumimoji="0" lang="en-US" sz="2200" b="0" i="0" u="none" strike="noStrike" kern="1200" cap="none" spc="0" normalizeH="0" baseline="0" noProof="0" dirty="0">
                <a:ln>
                  <a:noFill/>
                </a:ln>
                <a:solidFill>
                  <a:prstClr val="black"/>
                </a:solidFill>
                <a:effectLst/>
                <a:uLnTx/>
                <a:uFillTx/>
              </a:rPr>
              <a:t> errors locally</a:t>
            </a:r>
          </a:p>
        </p:txBody>
      </p:sp>
      <p:grpSp>
        <p:nvGrpSpPr>
          <p:cNvPr id="25" name="Group 24">
            <a:extLst>
              <a:ext uri="{FF2B5EF4-FFF2-40B4-BE49-F238E27FC236}">
                <a16:creationId xmlns:a16="http://schemas.microsoft.com/office/drawing/2014/main" id="{7D809199-2E5E-0C47-AF05-8522B171420A}"/>
              </a:ext>
            </a:extLst>
          </p:cNvPr>
          <p:cNvGrpSpPr/>
          <p:nvPr/>
        </p:nvGrpSpPr>
        <p:grpSpPr>
          <a:xfrm>
            <a:off x="7840518" y="1242873"/>
            <a:ext cx="4208607" cy="5116362"/>
            <a:chOff x="7840518" y="1242873"/>
            <a:chExt cx="4208607" cy="5116362"/>
          </a:xfrm>
        </p:grpSpPr>
        <p:grpSp>
          <p:nvGrpSpPr>
            <p:cNvPr id="5" name="Group 4">
              <a:extLst>
                <a:ext uri="{FF2B5EF4-FFF2-40B4-BE49-F238E27FC236}">
                  <a16:creationId xmlns:a16="http://schemas.microsoft.com/office/drawing/2014/main" id="{CC3D70D9-7861-1D4C-BBF3-3A5EAAD960EB}"/>
                </a:ext>
              </a:extLst>
            </p:cNvPr>
            <p:cNvGrpSpPr/>
            <p:nvPr/>
          </p:nvGrpSpPr>
          <p:grpSpPr>
            <a:xfrm>
              <a:off x="9022376" y="3275911"/>
              <a:ext cx="532171" cy="1016171"/>
              <a:chOff x="9022376" y="3275911"/>
              <a:chExt cx="615031" cy="1296090"/>
            </a:xfrm>
          </p:grpSpPr>
          <p:sp>
            <p:nvSpPr>
              <p:cNvPr id="99" name="Oval 800">
                <a:extLst>
                  <a:ext uri="{FF2B5EF4-FFF2-40B4-BE49-F238E27FC236}">
                    <a16:creationId xmlns:a16="http://schemas.microsoft.com/office/drawing/2014/main" id="{F837CB36-493B-5745-B9FD-E829379923E6}"/>
                  </a:ext>
                </a:extLst>
              </p:cNvPr>
              <p:cNvSpPr>
                <a:spLocks noChangeArrowheads="1"/>
              </p:cNvSpPr>
              <p:nvPr/>
            </p:nvSpPr>
            <p:spPr bwMode="auto">
              <a:xfrm>
                <a:off x="9285510" y="3593195"/>
                <a:ext cx="69106" cy="79124"/>
              </a:xfrm>
              <a:prstGeom prst="ellipse">
                <a:avLst/>
              </a:prstGeom>
              <a:solidFill>
                <a:schemeClr val="tx2"/>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101" name="Group 817">
                <a:extLst>
                  <a:ext uri="{FF2B5EF4-FFF2-40B4-BE49-F238E27FC236}">
                    <a16:creationId xmlns:a16="http://schemas.microsoft.com/office/drawing/2014/main" id="{CA1E1C7E-A9E4-CF45-9133-2CC43B860D8B}"/>
                  </a:ext>
                </a:extLst>
              </p:cNvPr>
              <p:cNvGrpSpPr>
                <a:grpSpLocks/>
              </p:cNvGrpSpPr>
              <p:nvPr/>
            </p:nvGrpSpPr>
            <p:grpSpPr bwMode="auto">
              <a:xfrm>
                <a:off x="9022376" y="3275911"/>
                <a:ext cx="615031" cy="694531"/>
                <a:chOff x="2920" y="1424"/>
                <a:chExt cx="326" cy="320"/>
              </a:xfrm>
            </p:grpSpPr>
            <p:sp>
              <p:nvSpPr>
                <p:cNvPr id="102" name="Oval 818">
                  <a:extLst>
                    <a:ext uri="{FF2B5EF4-FFF2-40B4-BE49-F238E27FC236}">
                      <a16:creationId xmlns:a16="http://schemas.microsoft.com/office/drawing/2014/main" id="{CF63D940-213E-E04E-B278-9D3A7C64D0B1}"/>
                    </a:ext>
                  </a:extLst>
                </p:cNvPr>
                <p:cNvSpPr>
                  <a:spLocks noChangeArrowheads="1"/>
                </p:cNvSpPr>
                <p:nvPr/>
              </p:nvSpPr>
              <p:spPr bwMode="auto">
                <a:xfrm>
                  <a:off x="2920" y="1445"/>
                  <a:ext cx="326" cy="289"/>
                </a:xfrm>
                <a:prstGeom prst="ellipse">
                  <a:avLst/>
                </a:prstGeom>
                <a:noFill/>
                <a:ln w="19050">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03" name="Group 819">
                  <a:extLst>
                    <a:ext uri="{FF2B5EF4-FFF2-40B4-BE49-F238E27FC236}">
                      <a16:creationId xmlns:a16="http://schemas.microsoft.com/office/drawing/2014/main" id="{41FFEB08-147C-7842-AF61-E4B607AED1BF}"/>
                    </a:ext>
                  </a:extLst>
                </p:cNvPr>
                <p:cNvGrpSpPr>
                  <a:grpSpLocks/>
                </p:cNvGrpSpPr>
                <p:nvPr/>
              </p:nvGrpSpPr>
              <p:grpSpPr bwMode="auto">
                <a:xfrm>
                  <a:off x="2949" y="1424"/>
                  <a:ext cx="265" cy="280"/>
                  <a:chOff x="2949" y="1424"/>
                  <a:chExt cx="265" cy="280"/>
                </a:xfrm>
              </p:grpSpPr>
              <p:sp>
                <p:nvSpPr>
                  <p:cNvPr id="105" name="Oval 820">
                    <a:extLst>
                      <a:ext uri="{FF2B5EF4-FFF2-40B4-BE49-F238E27FC236}">
                        <a16:creationId xmlns:a16="http://schemas.microsoft.com/office/drawing/2014/main" id="{35CFE63C-F843-B949-AE7D-6F9539B56651}"/>
                      </a:ext>
                    </a:extLst>
                  </p:cNvPr>
                  <p:cNvSpPr>
                    <a:spLocks noChangeArrowheads="1"/>
                  </p:cNvSpPr>
                  <p:nvPr/>
                </p:nvSpPr>
                <p:spPr bwMode="auto">
                  <a:xfrm>
                    <a:off x="3030" y="1545"/>
                    <a:ext cx="107" cy="92"/>
                  </a:xfrm>
                  <a:prstGeom prst="ellipse">
                    <a:avLst/>
                  </a:prstGeom>
                  <a:noFill/>
                  <a:ln w="19050">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6" name="Oval 821">
                    <a:extLst>
                      <a:ext uri="{FF2B5EF4-FFF2-40B4-BE49-F238E27FC236}">
                        <a16:creationId xmlns:a16="http://schemas.microsoft.com/office/drawing/2014/main" id="{B892C53C-F2F4-CE4E-8F26-179F537FF29F}"/>
                      </a:ext>
                    </a:extLst>
                  </p:cNvPr>
                  <p:cNvSpPr>
                    <a:spLocks noChangeArrowheads="1"/>
                  </p:cNvSpPr>
                  <p:nvPr/>
                </p:nvSpPr>
                <p:spPr bwMode="auto">
                  <a:xfrm>
                    <a:off x="3006" y="1525"/>
                    <a:ext cx="154" cy="131"/>
                  </a:xfrm>
                  <a:prstGeom prst="ellipse">
                    <a:avLst/>
                  </a:prstGeom>
                  <a:noFill/>
                  <a:ln w="19050">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7" name="Oval 822">
                    <a:extLst>
                      <a:ext uri="{FF2B5EF4-FFF2-40B4-BE49-F238E27FC236}">
                        <a16:creationId xmlns:a16="http://schemas.microsoft.com/office/drawing/2014/main" id="{93D8ED6E-5A62-7746-B2FE-26FB2D124491}"/>
                      </a:ext>
                    </a:extLst>
                  </p:cNvPr>
                  <p:cNvSpPr>
                    <a:spLocks noChangeArrowheads="1"/>
                  </p:cNvSpPr>
                  <p:nvPr/>
                </p:nvSpPr>
                <p:spPr bwMode="auto">
                  <a:xfrm>
                    <a:off x="2983" y="1501"/>
                    <a:ext cx="203" cy="179"/>
                  </a:xfrm>
                  <a:prstGeom prst="ellipse">
                    <a:avLst/>
                  </a:prstGeom>
                  <a:noFill/>
                  <a:ln w="19050">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8" name="Oval 823">
                    <a:extLst>
                      <a:ext uri="{FF2B5EF4-FFF2-40B4-BE49-F238E27FC236}">
                        <a16:creationId xmlns:a16="http://schemas.microsoft.com/office/drawing/2014/main" id="{8B0BD3C8-F5CA-2F4E-ACAC-306F926E764D}"/>
                      </a:ext>
                    </a:extLst>
                  </p:cNvPr>
                  <p:cNvSpPr>
                    <a:spLocks noChangeArrowheads="1"/>
                  </p:cNvSpPr>
                  <p:nvPr/>
                </p:nvSpPr>
                <p:spPr bwMode="auto">
                  <a:xfrm>
                    <a:off x="2949" y="1476"/>
                    <a:ext cx="265" cy="228"/>
                  </a:xfrm>
                  <a:prstGeom prst="ellipse">
                    <a:avLst/>
                  </a:prstGeom>
                  <a:noFill/>
                  <a:ln w="19050">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9" name="Freeform 824">
                    <a:extLst>
                      <a:ext uri="{FF2B5EF4-FFF2-40B4-BE49-F238E27FC236}">
                        <a16:creationId xmlns:a16="http://schemas.microsoft.com/office/drawing/2014/main" id="{FB8F1236-6E4E-714D-83A5-42A9D509C744}"/>
                      </a:ext>
                    </a:extLst>
                  </p:cNvPr>
                  <p:cNvSpPr>
                    <a:spLocks/>
                  </p:cNvSpPr>
                  <p:nvPr/>
                </p:nvSpPr>
                <p:spPr bwMode="auto">
                  <a:xfrm flipV="1">
                    <a:off x="2987" y="1424"/>
                    <a:ext cx="205" cy="143"/>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chemeClr val="bg1"/>
                  </a:solidFill>
                  <a:ln>
                    <a:noFill/>
                  </a:ln>
                  <a:effectLst/>
                  <a:extLst>
                    <a:ext uri="{91240B29-F687-4f45-9708-019B960494DF}">
                      <a14:hiddenLine xmlns="" xmlns:a14="http://schemas.microsoft.com/office/drawing/2010/main" w="19050" cmpd="sng">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04" name="Freeform 825">
                  <a:extLst>
                    <a:ext uri="{FF2B5EF4-FFF2-40B4-BE49-F238E27FC236}">
                      <a16:creationId xmlns:a16="http://schemas.microsoft.com/office/drawing/2014/main" id="{C06E7111-B442-654D-93DE-DCB036DF81BA}"/>
                    </a:ext>
                  </a:extLst>
                </p:cNvPr>
                <p:cNvSpPr>
                  <a:spLocks/>
                </p:cNvSpPr>
                <p:nvPr/>
              </p:nvSpPr>
              <p:spPr bwMode="auto">
                <a:xfrm>
                  <a:off x="2995" y="1615"/>
                  <a:ext cx="178" cy="129"/>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chemeClr val="bg1"/>
                </a:solidFill>
                <a:ln w="19050" cmpd="sng">
                  <a:no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110" name="Group 783">
                <a:extLst>
                  <a:ext uri="{FF2B5EF4-FFF2-40B4-BE49-F238E27FC236}">
                    <a16:creationId xmlns:a16="http://schemas.microsoft.com/office/drawing/2014/main" id="{4E159764-D53A-B343-8E61-238FD6ACF010}"/>
                  </a:ext>
                </a:extLst>
              </p:cNvPr>
              <p:cNvGrpSpPr>
                <a:grpSpLocks/>
              </p:cNvGrpSpPr>
              <p:nvPr/>
            </p:nvGrpSpPr>
            <p:grpSpPr bwMode="auto">
              <a:xfrm>
                <a:off x="9122147" y="3619387"/>
                <a:ext cx="432400" cy="952614"/>
                <a:chOff x="3130" y="3288"/>
                <a:chExt cx="410" cy="742"/>
              </a:xfrm>
            </p:grpSpPr>
            <p:sp>
              <p:nvSpPr>
                <p:cNvPr id="111" name="Line 270">
                  <a:extLst>
                    <a:ext uri="{FF2B5EF4-FFF2-40B4-BE49-F238E27FC236}">
                      <a16:creationId xmlns:a16="http://schemas.microsoft.com/office/drawing/2014/main" id="{EF393024-E96E-BC4A-AFC7-770CCF687250}"/>
                    </a:ext>
                  </a:extLst>
                </p:cNvPr>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2" name="Line 271">
                  <a:extLst>
                    <a:ext uri="{FF2B5EF4-FFF2-40B4-BE49-F238E27FC236}">
                      <a16:creationId xmlns:a16="http://schemas.microsoft.com/office/drawing/2014/main" id="{97A332F8-64CC-E54E-89A8-3A66296F2728}"/>
                    </a:ext>
                  </a:extLst>
                </p:cNvPr>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3" name="Line 272">
                  <a:extLst>
                    <a:ext uri="{FF2B5EF4-FFF2-40B4-BE49-F238E27FC236}">
                      <a16:creationId xmlns:a16="http://schemas.microsoft.com/office/drawing/2014/main" id="{B89CE5D8-6AD0-234A-A17D-F831C5189113}"/>
                    </a:ext>
                  </a:extLst>
                </p:cNvPr>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4" name="Line 273">
                  <a:extLst>
                    <a:ext uri="{FF2B5EF4-FFF2-40B4-BE49-F238E27FC236}">
                      <a16:creationId xmlns:a16="http://schemas.microsoft.com/office/drawing/2014/main" id="{9B5C3397-523D-9644-BC85-607D66CD1094}"/>
                    </a:ext>
                  </a:extLst>
                </p:cNvPr>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5" name="Line 274">
                  <a:extLst>
                    <a:ext uri="{FF2B5EF4-FFF2-40B4-BE49-F238E27FC236}">
                      <a16:creationId xmlns:a16="http://schemas.microsoft.com/office/drawing/2014/main" id="{12645991-B70B-2B48-998E-16E93B522100}"/>
                    </a:ext>
                  </a:extLst>
                </p:cNvPr>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6" name="Line 275">
                  <a:extLst>
                    <a:ext uri="{FF2B5EF4-FFF2-40B4-BE49-F238E27FC236}">
                      <a16:creationId xmlns:a16="http://schemas.microsoft.com/office/drawing/2014/main" id="{7A8C4036-0BF2-9840-B003-74195473F313}"/>
                    </a:ext>
                  </a:extLst>
                </p:cNvPr>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7" name="Line 276">
                  <a:extLst>
                    <a:ext uri="{FF2B5EF4-FFF2-40B4-BE49-F238E27FC236}">
                      <a16:creationId xmlns:a16="http://schemas.microsoft.com/office/drawing/2014/main" id="{7CDA1E43-304C-074F-9E06-E93B37E49D15}"/>
                    </a:ext>
                  </a:extLst>
                </p:cNvPr>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8" name="Line 277">
                  <a:extLst>
                    <a:ext uri="{FF2B5EF4-FFF2-40B4-BE49-F238E27FC236}">
                      <a16:creationId xmlns:a16="http://schemas.microsoft.com/office/drawing/2014/main" id="{C7C89A76-158C-7E4B-9295-D1DFF6E09B9D}"/>
                    </a:ext>
                  </a:extLst>
                </p:cNvPr>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9" name="Line 278">
                  <a:extLst>
                    <a:ext uri="{FF2B5EF4-FFF2-40B4-BE49-F238E27FC236}">
                      <a16:creationId xmlns:a16="http://schemas.microsoft.com/office/drawing/2014/main" id="{2A9734CD-5DDC-B344-9909-F9F2B88967D1}"/>
                    </a:ext>
                  </a:extLst>
                </p:cNvPr>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0" name="Line 279">
                  <a:extLst>
                    <a:ext uri="{FF2B5EF4-FFF2-40B4-BE49-F238E27FC236}">
                      <a16:creationId xmlns:a16="http://schemas.microsoft.com/office/drawing/2014/main" id="{7977226D-E060-384A-8FB2-4D4BA87F4ED0}"/>
                    </a:ext>
                  </a:extLst>
                </p:cNvPr>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1" name="Line 280">
                  <a:extLst>
                    <a:ext uri="{FF2B5EF4-FFF2-40B4-BE49-F238E27FC236}">
                      <a16:creationId xmlns:a16="http://schemas.microsoft.com/office/drawing/2014/main" id="{7BC5632D-E9C7-C34C-B3D8-2D5EDB4FD1F0}"/>
                    </a:ext>
                  </a:extLst>
                </p:cNvPr>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2" name="Line 281">
                  <a:extLst>
                    <a:ext uri="{FF2B5EF4-FFF2-40B4-BE49-F238E27FC236}">
                      <a16:creationId xmlns:a16="http://schemas.microsoft.com/office/drawing/2014/main" id="{784FC5BE-6C9B-1641-8647-96A953320DBC}"/>
                    </a:ext>
                  </a:extLst>
                </p:cNvPr>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3" name="Line 282">
                  <a:extLst>
                    <a:ext uri="{FF2B5EF4-FFF2-40B4-BE49-F238E27FC236}">
                      <a16:creationId xmlns:a16="http://schemas.microsoft.com/office/drawing/2014/main" id="{112A8FA7-D02F-1C4E-928A-458AE095C8B7}"/>
                    </a:ext>
                  </a:extLst>
                </p:cNvPr>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4" name="Line 283">
                  <a:extLst>
                    <a:ext uri="{FF2B5EF4-FFF2-40B4-BE49-F238E27FC236}">
                      <a16:creationId xmlns:a16="http://schemas.microsoft.com/office/drawing/2014/main" id="{62B98988-D94E-9445-99A1-BDC64235BA77}"/>
                    </a:ext>
                  </a:extLst>
                </p:cNvPr>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5" name="Line 284">
                  <a:extLst>
                    <a:ext uri="{FF2B5EF4-FFF2-40B4-BE49-F238E27FC236}">
                      <a16:creationId xmlns:a16="http://schemas.microsoft.com/office/drawing/2014/main" id="{A9D2D73A-3D78-1145-AB93-BA57A4EAEB5B}"/>
                    </a:ext>
                  </a:extLst>
                </p:cNvPr>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grpSp>
          <p:nvGrpSpPr>
            <p:cNvPr id="525" name="Group 524">
              <a:extLst>
                <a:ext uri="{FF2B5EF4-FFF2-40B4-BE49-F238E27FC236}">
                  <a16:creationId xmlns:a16="http://schemas.microsoft.com/office/drawing/2014/main" id="{D6838F16-4A3C-DD46-9087-E9BB27216267}"/>
                </a:ext>
              </a:extLst>
            </p:cNvPr>
            <p:cNvGrpSpPr/>
            <p:nvPr/>
          </p:nvGrpSpPr>
          <p:grpSpPr>
            <a:xfrm>
              <a:off x="8405402" y="3099042"/>
              <a:ext cx="527285" cy="593983"/>
              <a:chOff x="8328836" y="2202873"/>
              <a:chExt cx="527285" cy="593983"/>
            </a:xfrm>
          </p:grpSpPr>
          <p:pic>
            <p:nvPicPr>
              <p:cNvPr id="154" name="Picture 653" descr="iphone_stylized_small">
                <a:extLst>
                  <a:ext uri="{FF2B5EF4-FFF2-40B4-BE49-F238E27FC236}">
                    <a16:creationId xmlns:a16="http://schemas.microsoft.com/office/drawing/2014/main" id="{FA77DB9E-F75E-434C-9D9B-6786CCA70D9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66432" y="2271663"/>
                <a:ext cx="180509" cy="525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3" name="Group 850">
                <a:extLst>
                  <a:ext uri="{FF2B5EF4-FFF2-40B4-BE49-F238E27FC236}">
                    <a16:creationId xmlns:a16="http://schemas.microsoft.com/office/drawing/2014/main" id="{0DD913BC-2375-CA41-B393-8196AC67CF5D}"/>
                  </a:ext>
                </a:extLst>
              </p:cNvPr>
              <p:cNvGrpSpPr>
                <a:grpSpLocks/>
              </p:cNvGrpSpPr>
              <p:nvPr/>
            </p:nvGrpSpPr>
            <p:grpSpPr bwMode="auto">
              <a:xfrm>
                <a:off x="8328836" y="2202873"/>
                <a:ext cx="527285" cy="118466"/>
                <a:chOff x="2199" y="955"/>
                <a:chExt cx="2547" cy="506"/>
              </a:xfrm>
            </p:grpSpPr>
            <p:sp>
              <p:nvSpPr>
                <p:cNvPr id="164" name="Freeform 851">
                  <a:extLst>
                    <a:ext uri="{FF2B5EF4-FFF2-40B4-BE49-F238E27FC236}">
                      <a16:creationId xmlns:a16="http://schemas.microsoft.com/office/drawing/2014/main" id="{0A3B2890-63C0-1440-A3F8-44AC4E0DB90B}"/>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5" name="Freeform 852">
                  <a:extLst>
                    <a:ext uri="{FF2B5EF4-FFF2-40B4-BE49-F238E27FC236}">
                      <a16:creationId xmlns:a16="http://schemas.microsoft.com/office/drawing/2014/main" id="{A936340B-6216-054B-ABBB-93144592513F}"/>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6" name="Freeform 853">
                  <a:extLst>
                    <a:ext uri="{FF2B5EF4-FFF2-40B4-BE49-F238E27FC236}">
                      <a16:creationId xmlns:a16="http://schemas.microsoft.com/office/drawing/2014/main" id="{BC6D110B-6A56-E645-8A6E-0EAE48C6FB4D}"/>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7" name="Freeform 854">
                  <a:extLst>
                    <a:ext uri="{FF2B5EF4-FFF2-40B4-BE49-F238E27FC236}">
                      <a16:creationId xmlns:a16="http://schemas.microsoft.com/office/drawing/2014/main" id="{87BB582F-47C4-C14A-97F4-E44CFD9ADD8E}"/>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8" name="Freeform 855">
                  <a:extLst>
                    <a:ext uri="{FF2B5EF4-FFF2-40B4-BE49-F238E27FC236}">
                      <a16:creationId xmlns:a16="http://schemas.microsoft.com/office/drawing/2014/main" id="{9C57A89C-CE02-E746-A809-CF43F922127E}"/>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9" name="Freeform 856">
                  <a:extLst>
                    <a:ext uri="{FF2B5EF4-FFF2-40B4-BE49-F238E27FC236}">
                      <a16:creationId xmlns:a16="http://schemas.microsoft.com/office/drawing/2014/main" id="{FDBAE25A-BB84-9244-B180-D26AB9237451}"/>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grpSp>
          <p:nvGrpSpPr>
            <p:cNvPr id="526" name="Group 525">
              <a:extLst>
                <a:ext uri="{FF2B5EF4-FFF2-40B4-BE49-F238E27FC236}">
                  <a16:creationId xmlns:a16="http://schemas.microsoft.com/office/drawing/2014/main" id="{9AA7F5F4-C3F0-DE47-B448-A0D5329BF8F8}"/>
                </a:ext>
              </a:extLst>
            </p:cNvPr>
            <p:cNvGrpSpPr/>
            <p:nvPr/>
          </p:nvGrpSpPr>
          <p:grpSpPr>
            <a:xfrm>
              <a:off x="7856376" y="3838205"/>
              <a:ext cx="1062340" cy="341909"/>
              <a:chOff x="9561515" y="2748013"/>
              <a:chExt cx="1120341" cy="347863"/>
            </a:xfrm>
          </p:grpSpPr>
          <p:pic>
            <p:nvPicPr>
              <p:cNvPr id="151" name="Picture 603" descr="car_icon_small">
                <a:extLst>
                  <a:ext uri="{FF2B5EF4-FFF2-40B4-BE49-F238E27FC236}">
                    <a16:creationId xmlns:a16="http://schemas.microsoft.com/office/drawing/2014/main" id="{33C39A1D-A80E-064C-8859-82219AD6D5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61515" y="2826814"/>
                <a:ext cx="1120341" cy="269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70" name="Group 850">
                <a:extLst>
                  <a:ext uri="{FF2B5EF4-FFF2-40B4-BE49-F238E27FC236}">
                    <a16:creationId xmlns:a16="http://schemas.microsoft.com/office/drawing/2014/main" id="{A59911D2-E46E-9348-A949-1DF1D38ED547}"/>
                  </a:ext>
                </a:extLst>
              </p:cNvPr>
              <p:cNvGrpSpPr>
                <a:grpSpLocks/>
              </p:cNvGrpSpPr>
              <p:nvPr/>
            </p:nvGrpSpPr>
            <p:grpSpPr bwMode="auto">
              <a:xfrm>
                <a:off x="9788587" y="2748013"/>
                <a:ext cx="527285" cy="118466"/>
                <a:chOff x="2199" y="955"/>
                <a:chExt cx="2547" cy="506"/>
              </a:xfrm>
            </p:grpSpPr>
            <p:sp>
              <p:nvSpPr>
                <p:cNvPr id="171" name="Freeform 851">
                  <a:extLst>
                    <a:ext uri="{FF2B5EF4-FFF2-40B4-BE49-F238E27FC236}">
                      <a16:creationId xmlns:a16="http://schemas.microsoft.com/office/drawing/2014/main" id="{0C14BB78-0294-D54F-9DD1-C6F2EDA49B82}"/>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2" name="Freeform 852">
                  <a:extLst>
                    <a:ext uri="{FF2B5EF4-FFF2-40B4-BE49-F238E27FC236}">
                      <a16:creationId xmlns:a16="http://schemas.microsoft.com/office/drawing/2014/main" id="{55BB298B-A15C-B24A-B157-0358B8660088}"/>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3" name="Freeform 853">
                  <a:extLst>
                    <a:ext uri="{FF2B5EF4-FFF2-40B4-BE49-F238E27FC236}">
                      <a16:creationId xmlns:a16="http://schemas.microsoft.com/office/drawing/2014/main" id="{141EB67B-0F7A-374E-96B4-A369EE448973}"/>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4" name="Freeform 854">
                  <a:extLst>
                    <a:ext uri="{FF2B5EF4-FFF2-40B4-BE49-F238E27FC236}">
                      <a16:creationId xmlns:a16="http://schemas.microsoft.com/office/drawing/2014/main" id="{ACA4D0C6-74D9-FD45-A60A-768D96892338}"/>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5" name="Freeform 855">
                  <a:extLst>
                    <a:ext uri="{FF2B5EF4-FFF2-40B4-BE49-F238E27FC236}">
                      <a16:creationId xmlns:a16="http://schemas.microsoft.com/office/drawing/2014/main" id="{2C29AE09-F70C-834E-81F1-8458E86CFB60}"/>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6" name="Freeform 856">
                  <a:extLst>
                    <a:ext uri="{FF2B5EF4-FFF2-40B4-BE49-F238E27FC236}">
                      <a16:creationId xmlns:a16="http://schemas.microsoft.com/office/drawing/2014/main" id="{7DF8543E-A029-FF4D-8570-1F1561369C62}"/>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cxnSp>
            <p:nvCxnSpPr>
              <p:cNvPr id="514" name="Straight Connector 513">
                <a:extLst>
                  <a:ext uri="{FF2B5EF4-FFF2-40B4-BE49-F238E27FC236}">
                    <a16:creationId xmlns:a16="http://schemas.microsoft.com/office/drawing/2014/main" id="{D836A7FE-71EF-AE45-913D-6B411C646596}"/>
                  </a:ext>
                </a:extLst>
              </p:cNvPr>
              <p:cNvCxnSpPr/>
              <p:nvPr/>
            </p:nvCxnSpPr>
            <p:spPr>
              <a:xfrm>
                <a:off x="10032156" y="2798664"/>
                <a:ext cx="31623" cy="13689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17" name="Group 516">
              <a:extLst>
                <a:ext uri="{FF2B5EF4-FFF2-40B4-BE49-F238E27FC236}">
                  <a16:creationId xmlns:a16="http://schemas.microsoft.com/office/drawing/2014/main" id="{AEC62089-4CCC-E141-AC3C-36C166B8E09C}"/>
                </a:ext>
              </a:extLst>
            </p:cNvPr>
            <p:cNvGrpSpPr/>
            <p:nvPr/>
          </p:nvGrpSpPr>
          <p:grpSpPr>
            <a:xfrm>
              <a:off x="9731765" y="3463179"/>
              <a:ext cx="502369" cy="512348"/>
              <a:chOff x="7341491" y="2307905"/>
              <a:chExt cx="509280" cy="439573"/>
            </a:xfrm>
          </p:grpSpPr>
          <p:grpSp>
            <p:nvGrpSpPr>
              <p:cNvPr id="126" name="Group 125">
                <a:extLst>
                  <a:ext uri="{FF2B5EF4-FFF2-40B4-BE49-F238E27FC236}">
                    <a16:creationId xmlns:a16="http://schemas.microsoft.com/office/drawing/2014/main" id="{DD901445-2578-E74A-AB6E-D336861DE9B9}"/>
                  </a:ext>
                </a:extLst>
              </p:cNvPr>
              <p:cNvGrpSpPr/>
              <p:nvPr/>
            </p:nvGrpSpPr>
            <p:grpSpPr>
              <a:xfrm>
                <a:off x="7341491" y="2426725"/>
                <a:ext cx="509280" cy="320753"/>
                <a:chOff x="7458407" y="2414528"/>
                <a:chExt cx="509280" cy="320753"/>
              </a:xfrm>
            </p:grpSpPr>
            <p:pic>
              <p:nvPicPr>
                <p:cNvPr id="128" name="Picture 1018" descr="laptop_keyboard">
                  <a:extLst>
                    <a:ext uri="{FF2B5EF4-FFF2-40B4-BE49-F238E27FC236}">
                      <a16:creationId xmlns:a16="http://schemas.microsoft.com/office/drawing/2014/main" id="{27AA9BC0-B9AF-FC45-AEDF-D414C68DEB4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 name="Freeform 1019">
                  <a:extLst>
                    <a:ext uri="{FF2B5EF4-FFF2-40B4-BE49-F238E27FC236}">
                      <a16:creationId xmlns:a16="http://schemas.microsoft.com/office/drawing/2014/main" id="{7176C226-BF44-6649-950B-948E667590BD}"/>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30" name="Picture 1020" descr="screen">
                  <a:extLst>
                    <a:ext uri="{FF2B5EF4-FFF2-40B4-BE49-F238E27FC236}">
                      <a16:creationId xmlns:a16="http://schemas.microsoft.com/office/drawing/2014/main" id="{A1384515-5D36-E044-BC1F-52436C5BCAB3}"/>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1" name="Freeform 1021">
                  <a:extLst>
                    <a:ext uri="{FF2B5EF4-FFF2-40B4-BE49-F238E27FC236}">
                      <a16:creationId xmlns:a16="http://schemas.microsoft.com/office/drawing/2014/main" id="{3598EC29-E280-F746-B36D-588439E6DCA9}"/>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2" name="Freeform 1022">
                  <a:extLst>
                    <a:ext uri="{FF2B5EF4-FFF2-40B4-BE49-F238E27FC236}">
                      <a16:creationId xmlns:a16="http://schemas.microsoft.com/office/drawing/2014/main" id="{F9DCA515-22F0-1E48-9019-A84C0C1F8085}"/>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3" name="Freeform 1023">
                  <a:extLst>
                    <a:ext uri="{FF2B5EF4-FFF2-40B4-BE49-F238E27FC236}">
                      <a16:creationId xmlns:a16="http://schemas.microsoft.com/office/drawing/2014/main" id="{8E442298-4994-1142-A6C6-3903018E7A64}"/>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4" name="Freeform 1024">
                  <a:extLst>
                    <a:ext uri="{FF2B5EF4-FFF2-40B4-BE49-F238E27FC236}">
                      <a16:creationId xmlns:a16="http://schemas.microsoft.com/office/drawing/2014/main" id="{8CC776D6-5663-BF46-A106-69B421106FE5}"/>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5" name="Freeform 1025">
                  <a:extLst>
                    <a:ext uri="{FF2B5EF4-FFF2-40B4-BE49-F238E27FC236}">
                      <a16:creationId xmlns:a16="http://schemas.microsoft.com/office/drawing/2014/main" id="{D55E08AE-23F1-214A-8BD5-F87052809921}"/>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6" name="Freeform 1026">
                  <a:extLst>
                    <a:ext uri="{FF2B5EF4-FFF2-40B4-BE49-F238E27FC236}">
                      <a16:creationId xmlns:a16="http://schemas.microsoft.com/office/drawing/2014/main" id="{8CB649A3-8BDF-E747-A414-CDEA46401309}"/>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37" name="Group 1027">
                  <a:extLst>
                    <a:ext uri="{FF2B5EF4-FFF2-40B4-BE49-F238E27FC236}">
                      <a16:creationId xmlns:a16="http://schemas.microsoft.com/office/drawing/2014/main" id="{8424DCB7-60B5-7949-BF2B-46C1177C8DB3}"/>
                    </a:ext>
                  </a:extLst>
                </p:cNvPr>
                <p:cNvGrpSpPr>
                  <a:grpSpLocks/>
                </p:cNvGrpSpPr>
                <p:nvPr/>
              </p:nvGrpSpPr>
              <p:grpSpPr bwMode="auto">
                <a:xfrm>
                  <a:off x="7594735" y="2642220"/>
                  <a:ext cx="98740" cy="36846"/>
                  <a:chOff x="1740" y="2642"/>
                  <a:chExt cx="752" cy="327"/>
                </a:xfrm>
              </p:grpSpPr>
              <p:sp>
                <p:nvSpPr>
                  <p:cNvPr id="144" name="Freeform 1028">
                    <a:extLst>
                      <a:ext uri="{FF2B5EF4-FFF2-40B4-BE49-F238E27FC236}">
                        <a16:creationId xmlns:a16="http://schemas.microsoft.com/office/drawing/2014/main" id="{2FE98928-41C9-8D41-A287-45BCF42D0979}"/>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5" name="Freeform 1029">
                    <a:extLst>
                      <a:ext uri="{FF2B5EF4-FFF2-40B4-BE49-F238E27FC236}">
                        <a16:creationId xmlns:a16="http://schemas.microsoft.com/office/drawing/2014/main" id="{838D3DA7-E057-3346-864B-5082E4403A8D}"/>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6" name="Freeform 1030">
                    <a:extLst>
                      <a:ext uri="{FF2B5EF4-FFF2-40B4-BE49-F238E27FC236}">
                        <a16:creationId xmlns:a16="http://schemas.microsoft.com/office/drawing/2014/main" id="{61E88B83-952F-C24F-8123-5FF21D78D066}"/>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7" name="Freeform 1031">
                    <a:extLst>
                      <a:ext uri="{FF2B5EF4-FFF2-40B4-BE49-F238E27FC236}">
                        <a16:creationId xmlns:a16="http://schemas.microsoft.com/office/drawing/2014/main" id="{12CA5741-2D5F-B242-8E25-CA7F3C179BDF}"/>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8" name="Freeform 1032">
                    <a:extLst>
                      <a:ext uri="{FF2B5EF4-FFF2-40B4-BE49-F238E27FC236}">
                        <a16:creationId xmlns:a16="http://schemas.microsoft.com/office/drawing/2014/main" id="{6D94FDC2-2CEC-124C-9643-9FBD7AD07BB5}"/>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9" name="Freeform 1033">
                    <a:extLst>
                      <a:ext uri="{FF2B5EF4-FFF2-40B4-BE49-F238E27FC236}">
                        <a16:creationId xmlns:a16="http://schemas.microsoft.com/office/drawing/2014/main" id="{D7942E49-B3B0-2945-94EE-E8F1B6FCB0F4}"/>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38" name="Freeform 1034">
                  <a:extLst>
                    <a:ext uri="{FF2B5EF4-FFF2-40B4-BE49-F238E27FC236}">
                      <a16:creationId xmlns:a16="http://schemas.microsoft.com/office/drawing/2014/main" id="{FD3D4085-DD0A-D547-ABF1-A7510D1A4CFD}"/>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9" name="Freeform 1035">
                  <a:extLst>
                    <a:ext uri="{FF2B5EF4-FFF2-40B4-BE49-F238E27FC236}">
                      <a16:creationId xmlns:a16="http://schemas.microsoft.com/office/drawing/2014/main" id="{0BFDF49B-A9BF-934A-910F-F26A5134B366}"/>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0" name="Freeform 1036">
                  <a:extLst>
                    <a:ext uri="{FF2B5EF4-FFF2-40B4-BE49-F238E27FC236}">
                      <a16:creationId xmlns:a16="http://schemas.microsoft.com/office/drawing/2014/main" id="{21F4B59D-5D85-964E-BDDE-E5E86FF6961B}"/>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1" name="Freeform 1037">
                  <a:extLst>
                    <a:ext uri="{FF2B5EF4-FFF2-40B4-BE49-F238E27FC236}">
                      <a16:creationId xmlns:a16="http://schemas.microsoft.com/office/drawing/2014/main" id="{298DF50A-C343-D34F-9CBE-3627C25C7211}"/>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2" name="Freeform 1038">
                  <a:extLst>
                    <a:ext uri="{FF2B5EF4-FFF2-40B4-BE49-F238E27FC236}">
                      <a16:creationId xmlns:a16="http://schemas.microsoft.com/office/drawing/2014/main" id="{CB753F3D-F63E-E249-8C26-0B99126FF2FD}"/>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3" name="Freeform 1039">
                  <a:extLst>
                    <a:ext uri="{FF2B5EF4-FFF2-40B4-BE49-F238E27FC236}">
                      <a16:creationId xmlns:a16="http://schemas.microsoft.com/office/drawing/2014/main" id="{6E91FD67-A892-364A-97CA-C6EE03DEF08C}"/>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156" name="Group 850">
                <a:extLst>
                  <a:ext uri="{FF2B5EF4-FFF2-40B4-BE49-F238E27FC236}">
                    <a16:creationId xmlns:a16="http://schemas.microsoft.com/office/drawing/2014/main" id="{02A8867F-D007-AE4F-B03F-660C78A1244E}"/>
                  </a:ext>
                </a:extLst>
              </p:cNvPr>
              <p:cNvGrpSpPr>
                <a:grpSpLocks/>
              </p:cNvGrpSpPr>
              <p:nvPr/>
            </p:nvGrpSpPr>
            <p:grpSpPr bwMode="auto">
              <a:xfrm>
                <a:off x="7408527" y="2307905"/>
                <a:ext cx="399726" cy="74090"/>
                <a:chOff x="2199" y="955"/>
                <a:chExt cx="2547" cy="506"/>
              </a:xfrm>
            </p:grpSpPr>
            <p:sp>
              <p:nvSpPr>
                <p:cNvPr id="157" name="Freeform 851">
                  <a:extLst>
                    <a:ext uri="{FF2B5EF4-FFF2-40B4-BE49-F238E27FC236}">
                      <a16:creationId xmlns:a16="http://schemas.microsoft.com/office/drawing/2014/main" id="{4460B147-19FD-ED40-A3B7-0F7EE0A57AAC}"/>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8" name="Freeform 852">
                  <a:extLst>
                    <a:ext uri="{FF2B5EF4-FFF2-40B4-BE49-F238E27FC236}">
                      <a16:creationId xmlns:a16="http://schemas.microsoft.com/office/drawing/2014/main" id="{13E6A2E8-520D-9749-9BFE-80F719C48DEA}"/>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9" name="Freeform 853">
                  <a:extLst>
                    <a:ext uri="{FF2B5EF4-FFF2-40B4-BE49-F238E27FC236}">
                      <a16:creationId xmlns:a16="http://schemas.microsoft.com/office/drawing/2014/main" id="{EE3C2BDD-616C-AB4F-B41E-A0418E3456DA}"/>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0" name="Freeform 854">
                  <a:extLst>
                    <a:ext uri="{FF2B5EF4-FFF2-40B4-BE49-F238E27FC236}">
                      <a16:creationId xmlns:a16="http://schemas.microsoft.com/office/drawing/2014/main" id="{F4D786B4-49B0-364F-BC7F-0D534B21ED7F}"/>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1" name="Freeform 855">
                  <a:extLst>
                    <a:ext uri="{FF2B5EF4-FFF2-40B4-BE49-F238E27FC236}">
                      <a16:creationId xmlns:a16="http://schemas.microsoft.com/office/drawing/2014/main" id="{DA18CE26-E66F-7A43-901C-8DB0512D7546}"/>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2" name="Freeform 856">
                  <a:extLst>
                    <a:ext uri="{FF2B5EF4-FFF2-40B4-BE49-F238E27FC236}">
                      <a16:creationId xmlns:a16="http://schemas.microsoft.com/office/drawing/2014/main" id="{258D91CA-3C65-0945-B397-447D80E3D211}"/>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cxnSp>
            <p:nvCxnSpPr>
              <p:cNvPr id="182" name="Straight Connector 181">
                <a:extLst>
                  <a:ext uri="{FF2B5EF4-FFF2-40B4-BE49-F238E27FC236}">
                    <a16:creationId xmlns:a16="http://schemas.microsoft.com/office/drawing/2014/main" id="{40D64F1E-CB1A-A646-B422-FB171B402306}"/>
                  </a:ext>
                </a:extLst>
              </p:cNvPr>
              <p:cNvCxnSpPr>
                <a:cxnSpLocks/>
              </p:cNvCxnSpPr>
              <p:nvPr/>
            </p:nvCxnSpPr>
            <p:spPr>
              <a:xfrm flipH="1">
                <a:off x="7594314" y="2366481"/>
                <a:ext cx="39385" cy="702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id="{88837365-7D27-2B4C-8382-E851F65D2180}"/>
                </a:ext>
              </a:extLst>
            </p:cNvPr>
            <p:cNvGrpSpPr/>
            <p:nvPr/>
          </p:nvGrpSpPr>
          <p:grpSpPr>
            <a:xfrm>
              <a:off x="10268203" y="3452676"/>
              <a:ext cx="1415984" cy="1643535"/>
              <a:chOff x="10249542" y="3676610"/>
              <a:chExt cx="1415984" cy="1643535"/>
            </a:xfrm>
          </p:grpSpPr>
          <p:sp>
            <p:nvSpPr>
              <p:cNvPr id="7" name="Line 435">
                <a:extLst>
                  <a:ext uri="{FF2B5EF4-FFF2-40B4-BE49-F238E27FC236}">
                    <a16:creationId xmlns:a16="http://schemas.microsoft.com/office/drawing/2014/main" id="{BDE1E373-F1A0-C247-A16F-51FD5086ACA0}"/>
                  </a:ext>
                </a:extLst>
              </p:cNvPr>
              <p:cNvSpPr>
                <a:spLocks noChangeShapeType="1"/>
              </p:cNvSpPr>
              <p:nvPr/>
            </p:nvSpPr>
            <p:spPr bwMode="auto">
              <a:xfrm flipH="1">
                <a:off x="11319747" y="4049486"/>
                <a:ext cx="7615" cy="356080"/>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Line 436">
                <a:extLst>
                  <a:ext uri="{FF2B5EF4-FFF2-40B4-BE49-F238E27FC236}">
                    <a16:creationId xmlns:a16="http://schemas.microsoft.com/office/drawing/2014/main" id="{016BF512-7EEE-8E45-A51E-2C57B59762CA}"/>
                  </a:ext>
                </a:extLst>
              </p:cNvPr>
              <p:cNvSpPr>
                <a:spLocks noChangeShapeType="1"/>
              </p:cNvSpPr>
              <p:nvPr/>
            </p:nvSpPr>
            <p:spPr bwMode="auto">
              <a:xfrm flipV="1">
                <a:off x="10658519" y="4487840"/>
                <a:ext cx="518620" cy="173119"/>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Line 439">
                <a:extLst>
                  <a:ext uri="{FF2B5EF4-FFF2-40B4-BE49-F238E27FC236}">
                    <a16:creationId xmlns:a16="http://schemas.microsoft.com/office/drawing/2014/main" id="{3EB85E7D-B15D-694B-9BA3-E67818C25BE0}"/>
                  </a:ext>
                </a:extLst>
              </p:cNvPr>
              <p:cNvSpPr>
                <a:spLocks noChangeShapeType="1"/>
              </p:cNvSpPr>
              <p:nvPr/>
            </p:nvSpPr>
            <p:spPr bwMode="auto">
              <a:xfrm flipH="1">
                <a:off x="11201006" y="4473187"/>
                <a:ext cx="127931" cy="524238"/>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1" name="Group 10">
                <a:extLst>
                  <a:ext uri="{FF2B5EF4-FFF2-40B4-BE49-F238E27FC236}">
                    <a16:creationId xmlns:a16="http://schemas.microsoft.com/office/drawing/2014/main" id="{C4292F10-EFDE-C646-BCE0-43E3D3F0B73B}"/>
                  </a:ext>
                </a:extLst>
              </p:cNvPr>
              <p:cNvGrpSpPr/>
              <p:nvPr/>
            </p:nvGrpSpPr>
            <p:grpSpPr>
              <a:xfrm>
                <a:off x="11084522" y="4291738"/>
                <a:ext cx="581004" cy="299152"/>
                <a:chOff x="3668110" y="2448910"/>
                <a:chExt cx="3794234" cy="2165130"/>
              </a:xfrm>
            </p:grpSpPr>
            <p:sp>
              <p:nvSpPr>
                <p:cNvPr id="12" name="Rectangle 11">
                  <a:extLst>
                    <a:ext uri="{FF2B5EF4-FFF2-40B4-BE49-F238E27FC236}">
                      <a16:creationId xmlns:a16="http://schemas.microsoft.com/office/drawing/2014/main" id="{7072EAAC-2851-D649-B728-FC09C1749859}"/>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a:solidFill>
                    <a:srgbClr val="E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 name="Freeform 12">
                  <a:extLst>
                    <a:ext uri="{FF2B5EF4-FFF2-40B4-BE49-F238E27FC236}">
                      <a16:creationId xmlns:a16="http://schemas.microsoft.com/office/drawing/2014/main" id="{13513B34-6DF2-0042-82EF-D16C2B12A3A9}"/>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4" name="Group 13">
                  <a:extLst>
                    <a:ext uri="{FF2B5EF4-FFF2-40B4-BE49-F238E27FC236}">
                      <a16:creationId xmlns:a16="http://schemas.microsoft.com/office/drawing/2014/main" id="{4C14FCDE-EE37-724B-91B1-B35B8FBFB9DE}"/>
                    </a:ext>
                  </a:extLst>
                </p:cNvPr>
                <p:cNvGrpSpPr/>
                <p:nvPr/>
              </p:nvGrpSpPr>
              <p:grpSpPr>
                <a:xfrm>
                  <a:off x="3941378" y="2603243"/>
                  <a:ext cx="3202061" cy="1066110"/>
                  <a:chOff x="7939341" y="3037317"/>
                  <a:chExt cx="897649" cy="353919"/>
                </a:xfrm>
              </p:grpSpPr>
              <p:sp>
                <p:nvSpPr>
                  <p:cNvPr id="15" name="Freeform 14">
                    <a:extLst>
                      <a:ext uri="{FF2B5EF4-FFF2-40B4-BE49-F238E27FC236}">
                        <a16:creationId xmlns:a16="http://schemas.microsoft.com/office/drawing/2014/main" id="{9D758CB1-341F-F142-A3E4-0C5D7F4A1330}"/>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 name="Freeform 15">
                    <a:extLst>
                      <a:ext uri="{FF2B5EF4-FFF2-40B4-BE49-F238E27FC236}">
                        <a16:creationId xmlns:a16="http://schemas.microsoft.com/office/drawing/2014/main" id="{E96245B3-01A7-014E-9BA1-7FF47814682F}"/>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Freeform 16">
                    <a:extLst>
                      <a:ext uri="{FF2B5EF4-FFF2-40B4-BE49-F238E27FC236}">
                        <a16:creationId xmlns:a16="http://schemas.microsoft.com/office/drawing/2014/main" id="{61DDD58F-B6AD-AD4C-B3E4-BAFA003044B7}"/>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Freeform 17">
                    <a:extLst>
                      <a:ext uri="{FF2B5EF4-FFF2-40B4-BE49-F238E27FC236}">
                        <a16:creationId xmlns:a16="http://schemas.microsoft.com/office/drawing/2014/main" id="{30F6942C-3B5A-C543-85D8-24BF9990A9C5}"/>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EC86A6"/>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9" name="Group 590">
                <a:extLst>
                  <a:ext uri="{FF2B5EF4-FFF2-40B4-BE49-F238E27FC236}">
                    <a16:creationId xmlns:a16="http://schemas.microsoft.com/office/drawing/2014/main" id="{303C6DB6-B1E2-884C-BBB8-EC1A99AC6277}"/>
                  </a:ext>
                </a:extLst>
              </p:cNvPr>
              <p:cNvGrpSpPr>
                <a:grpSpLocks/>
              </p:cNvGrpSpPr>
              <p:nvPr/>
            </p:nvGrpSpPr>
            <p:grpSpPr bwMode="auto">
              <a:xfrm flipH="1">
                <a:off x="10917985" y="3676610"/>
                <a:ext cx="649485" cy="571200"/>
                <a:chOff x="2839" y="3501"/>
                <a:chExt cx="755" cy="803"/>
              </a:xfrm>
            </p:grpSpPr>
            <p:pic>
              <p:nvPicPr>
                <p:cNvPr id="20" name="Picture 591" descr="desktop_computer_stylized_medium">
                  <a:extLst>
                    <a:ext uri="{FF2B5EF4-FFF2-40B4-BE49-F238E27FC236}">
                      <a16:creationId xmlns:a16="http://schemas.microsoft.com/office/drawing/2014/main" id="{63D2D7F9-5192-C24A-82A4-B0EA6FAD6C60}"/>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Freeform 592">
                  <a:extLst>
                    <a:ext uri="{FF2B5EF4-FFF2-40B4-BE49-F238E27FC236}">
                      <a16:creationId xmlns:a16="http://schemas.microsoft.com/office/drawing/2014/main" id="{CE876DBC-21CF-AE4B-919D-7AE28D5D03CD}"/>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2" name="Group 590">
                <a:extLst>
                  <a:ext uri="{FF2B5EF4-FFF2-40B4-BE49-F238E27FC236}">
                    <a16:creationId xmlns:a16="http://schemas.microsoft.com/office/drawing/2014/main" id="{91392431-0A58-5644-AA3F-947CE467E6FE}"/>
                  </a:ext>
                </a:extLst>
              </p:cNvPr>
              <p:cNvGrpSpPr>
                <a:grpSpLocks/>
              </p:cNvGrpSpPr>
              <p:nvPr/>
            </p:nvGrpSpPr>
            <p:grpSpPr bwMode="auto">
              <a:xfrm flipH="1">
                <a:off x="10249542" y="4410101"/>
                <a:ext cx="649485" cy="571200"/>
                <a:chOff x="2839" y="3501"/>
                <a:chExt cx="755" cy="803"/>
              </a:xfrm>
            </p:grpSpPr>
            <p:pic>
              <p:nvPicPr>
                <p:cNvPr id="23" name="Picture 591" descr="desktop_computer_stylized_medium">
                  <a:extLst>
                    <a:ext uri="{FF2B5EF4-FFF2-40B4-BE49-F238E27FC236}">
                      <a16:creationId xmlns:a16="http://schemas.microsoft.com/office/drawing/2014/main" id="{46FA0F11-EBA2-284F-8B1D-14AF39145855}"/>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Freeform 592">
                  <a:extLst>
                    <a:ext uri="{FF2B5EF4-FFF2-40B4-BE49-F238E27FC236}">
                      <a16:creationId xmlns:a16="http://schemas.microsoft.com/office/drawing/2014/main" id="{52EF559D-DFC5-8447-AEA4-BC6B16E3FC39}"/>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186" name="Group 590">
                <a:extLst>
                  <a:ext uri="{FF2B5EF4-FFF2-40B4-BE49-F238E27FC236}">
                    <a16:creationId xmlns:a16="http://schemas.microsoft.com/office/drawing/2014/main" id="{F7641AD9-87D9-A44B-A42D-CB95A3432A41}"/>
                  </a:ext>
                </a:extLst>
              </p:cNvPr>
              <p:cNvGrpSpPr>
                <a:grpSpLocks/>
              </p:cNvGrpSpPr>
              <p:nvPr/>
            </p:nvGrpSpPr>
            <p:grpSpPr bwMode="auto">
              <a:xfrm flipH="1">
                <a:off x="10797829" y="4748945"/>
                <a:ext cx="649485" cy="571200"/>
                <a:chOff x="2839" y="3501"/>
                <a:chExt cx="755" cy="803"/>
              </a:xfrm>
            </p:grpSpPr>
            <p:pic>
              <p:nvPicPr>
                <p:cNvPr id="187" name="Picture 591" descr="desktop_computer_stylized_medium">
                  <a:extLst>
                    <a:ext uri="{FF2B5EF4-FFF2-40B4-BE49-F238E27FC236}">
                      <a16:creationId xmlns:a16="http://schemas.microsoft.com/office/drawing/2014/main" id="{30678A54-3E22-8B42-A81E-5CF5B995FA36}"/>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8" name="Freeform 592">
                  <a:extLst>
                    <a:ext uri="{FF2B5EF4-FFF2-40B4-BE49-F238E27FC236}">
                      <a16:creationId xmlns:a16="http://schemas.microsoft.com/office/drawing/2014/main" id="{6D9A530E-D982-6948-B078-2A03FF1F3BE9}"/>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grpSp>
          <p:nvGrpSpPr>
            <p:cNvPr id="520" name="Group 519">
              <a:extLst>
                <a:ext uri="{FF2B5EF4-FFF2-40B4-BE49-F238E27FC236}">
                  <a16:creationId xmlns:a16="http://schemas.microsoft.com/office/drawing/2014/main" id="{BCEAC609-53A3-DC4E-B9E6-B5176894A3B7}"/>
                </a:ext>
              </a:extLst>
            </p:cNvPr>
            <p:cNvGrpSpPr/>
            <p:nvPr/>
          </p:nvGrpSpPr>
          <p:grpSpPr>
            <a:xfrm>
              <a:off x="8229600" y="5199782"/>
              <a:ext cx="1923291" cy="1159453"/>
              <a:chOff x="9874069" y="4049856"/>
              <a:chExt cx="1165513" cy="683960"/>
            </a:xfrm>
          </p:grpSpPr>
          <p:pic>
            <p:nvPicPr>
              <p:cNvPr id="26" name="Picture 781" descr="antenna_radiation_stylized">
                <a:extLst>
                  <a:ext uri="{FF2B5EF4-FFF2-40B4-BE49-F238E27FC236}">
                    <a16:creationId xmlns:a16="http://schemas.microsoft.com/office/drawing/2014/main" id="{DB627E11-E099-EC41-BC25-0FB10F3B69C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253455" y="4053920"/>
                <a:ext cx="452014" cy="95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780" descr="access_point_stylized_small">
                <a:extLst>
                  <a:ext uri="{FF2B5EF4-FFF2-40B4-BE49-F238E27FC236}">
                    <a16:creationId xmlns:a16="http://schemas.microsoft.com/office/drawing/2014/main" id="{A02A91D2-3E70-F042-A5F5-5B2635BF0B9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301992" y="4097214"/>
                <a:ext cx="380935" cy="317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6" name="Group 850">
                <a:extLst>
                  <a:ext uri="{FF2B5EF4-FFF2-40B4-BE49-F238E27FC236}">
                    <a16:creationId xmlns:a16="http://schemas.microsoft.com/office/drawing/2014/main" id="{57E97886-C05F-6048-B731-37159BF97094}"/>
                  </a:ext>
                </a:extLst>
              </p:cNvPr>
              <p:cNvGrpSpPr>
                <a:grpSpLocks/>
              </p:cNvGrpSpPr>
              <p:nvPr/>
            </p:nvGrpSpPr>
            <p:grpSpPr bwMode="auto">
              <a:xfrm>
                <a:off x="10257306" y="4049856"/>
                <a:ext cx="450526" cy="96315"/>
                <a:chOff x="2199" y="955"/>
                <a:chExt cx="2547" cy="506"/>
              </a:xfrm>
            </p:grpSpPr>
            <p:sp>
              <p:nvSpPr>
                <p:cNvPr id="77" name="Freeform 851">
                  <a:extLst>
                    <a:ext uri="{FF2B5EF4-FFF2-40B4-BE49-F238E27FC236}">
                      <a16:creationId xmlns:a16="http://schemas.microsoft.com/office/drawing/2014/main" id="{B3924299-6BE1-3843-A764-2F95D9F82A3E}"/>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8" name="Freeform 852">
                  <a:extLst>
                    <a:ext uri="{FF2B5EF4-FFF2-40B4-BE49-F238E27FC236}">
                      <a16:creationId xmlns:a16="http://schemas.microsoft.com/office/drawing/2014/main" id="{603A533B-82A1-6445-B323-DBB29F6A36A9}"/>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9" name="Freeform 853">
                  <a:extLst>
                    <a:ext uri="{FF2B5EF4-FFF2-40B4-BE49-F238E27FC236}">
                      <a16:creationId xmlns:a16="http://schemas.microsoft.com/office/drawing/2014/main" id="{51E5D983-ADB0-114C-9834-F8276FDAF0E9}"/>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0" name="Freeform 854">
                  <a:extLst>
                    <a:ext uri="{FF2B5EF4-FFF2-40B4-BE49-F238E27FC236}">
                      <a16:creationId xmlns:a16="http://schemas.microsoft.com/office/drawing/2014/main" id="{AD9CC5C5-8A1B-F443-B43A-D696211E8117}"/>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1" name="Freeform 855">
                  <a:extLst>
                    <a:ext uri="{FF2B5EF4-FFF2-40B4-BE49-F238E27FC236}">
                      <a16:creationId xmlns:a16="http://schemas.microsoft.com/office/drawing/2014/main" id="{82118053-8C1C-C841-A495-DCB0EF345542}"/>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2" name="Freeform 856">
                  <a:extLst>
                    <a:ext uri="{FF2B5EF4-FFF2-40B4-BE49-F238E27FC236}">
                      <a16:creationId xmlns:a16="http://schemas.microsoft.com/office/drawing/2014/main" id="{DFA74633-0451-F848-A038-52B85B120BBF}"/>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190" name="Group 189">
                <a:extLst>
                  <a:ext uri="{FF2B5EF4-FFF2-40B4-BE49-F238E27FC236}">
                    <a16:creationId xmlns:a16="http://schemas.microsoft.com/office/drawing/2014/main" id="{04A1B945-82CF-B24C-927F-7FD13A0C24C4}"/>
                  </a:ext>
                </a:extLst>
              </p:cNvPr>
              <p:cNvGrpSpPr/>
              <p:nvPr/>
            </p:nvGrpSpPr>
            <p:grpSpPr>
              <a:xfrm>
                <a:off x="9874069" y="4284324"/>
                <a:ext cx="406937" cy="372436"/>
                <a:chOff x="7341491" y="2307905"/>
                <a:chExt cx="509280" cy="439573"/>
              </a:xfrm>
            </p:grpSpPr>
            <p:grpSp>
              <p:nvGrpSpPr>
                <p:cNvPr id="191" name="Group 190">
                  <a:extLst>
                    <a:ext uri="{FF2B5EF4-FFF2-40B4-BE49-F238E27FC236}">
                      <a16:creationId xmlns:a16="http://schemas.microsoft.com/office/drawing/2014/main" id="{14BD4F1A-F69B-CC4E-9ADB-754A3C888DDB}"/>
                    </a:ext>
                  </a:extLst>
                </p:cNvPr>
                <p:cNvGrpSpPr/>
                <p:nvPr/>
              </p:nvGrpSpPr>
              <p:grpSpPr>
                <a:xfrm>
                  <a:off x="7341491" y="2426725"/>
                  <a:ext cx="509280" cy="320753"/>
                  <a:chOff x="7458407" y="2414528"/>
                  <a:chExt cx="509280" cy="320753"/>
                </a:xfrm>
              </p:grpSpPr>
              <p:pic>
                <p:nvPicPr>
                  <p:cNvPr id="200" name="Picture 1018" descr="laptop_keyboard">
                    <a:extLst>
                      <a:ext uri="{FF2B5EF4-FFF2-40B4-BE49-F238E27FC236}">
                        <a16:creationId xmlns:a16="http://schemas.microsoft.com/office/drawing/2014/main" id="{43A4C956-16BA-2749-B63E-A0735579E8E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1" name="Freeform 1019">
                    <a:extLst>
                      <a:ext uri="{FF2B5EF4-FFF2-40B4-BE49-F238E27FC236}">
                        <a16:creationId xmlns:a16="http://schemas.microsoft.com/office/drawing/2014/main" id="{FB9CB46A-3962-FA48-A49E-FC5678B71044}"/>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02" name="Picture 1020" descr="screen">
                    <a:extLst>
                      <a:ext uri="{FF2B5EF4-FFF2-40B4-BE49-F238E27FC236}">
                        <a16:creationId xmlns:a16="http://schemas.microsoft.com/office/drawing/2014/main" id="{546620B1-B43D-D44B-BDBF-CB7163856C99}"/>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3" name="Freeform 1021">
                    <a:extLst>
                      <a:ext uri="{FF2B5EF4-FFF2-40B4-BE49-F238E27FC236}">
                        <a16:creationId xmlns:a16="http://schemas.microsoft.com/office/drawing/2014/main" id="{3609018E-54F0-C545-8881-2F666AE77294}"/>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4" name="Freeform 1022">
                    <a:extLst>
                      <a:ext uri="{FF2B5EF4-FFF2-40B4-BE49-F238E27FC236}">
                        <a16:creationId xmlns:a16="http://schemas.microsoft.com/office/drawing/2014/main" id="{25B49A33-C4F2-BD48-B970-1F34E2623C4F}"/>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5" name="Freeform 1023">
                    <a:extLst>
                      <a:ext uri="{FF2B5EF4-FFF2-40B4-BE49-F238E27FC236}">
                        <a16:creationId xmlns:a16="http://schemas.microsoft.com/office/drawing/2014/main" id="{7A3CD4B0-7D22-AA45-8A15-E073D619536E}"/>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6" name="Freeform 1024">
                    <a:extLst>
                      <a:ext uri="{FF2B5EF4-FFF2-40B4-BE49-F238E27FC236}">
                        <a16:creationId xmlns:a16="http://schemas.microsoft.com/office/drawing/2014/main" id="{6A3B0A44-ABEE-F642-9AA1-40BC4C0AD4EC}"/>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7" name="Freeform 1025">
                    <a:extLst>
                      <a:ext uri="{FF2B5EF4-FFF2-40B4-BE49-F238E27FC236}">
                        <a16:creationId xmlns:a16="http://schemas.microsoft.com/office/drawing/2014/main" id="{8E276300-85ED-F14E-BCE2-C7D4D59B3BD1}"/>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8" name="Freeform 1026">
                    <a:extLst>
                      <a:ext uri="{FF2B5EF4-FFF2-40B4-BE49-F238E27FC236}">
                        <a16:creationId xmlns:a16="http://schemas.microsoft.com/office/drawing/2014/main" id="{C5ADDBAC-F8C7-5846-8484-7E2ACCC04250}"/>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09" name="Group 1027">
                    <a:extLst>
                      <a:ext uri="{FF2B5EF4-FFF2-40B4-BE49-F238E27FC236}">
                        <a16:creationId xmlns:a16="http://schemas.microsoft.com/office/drawing/2014/main" id="{6244016C-85DB-4D44-A0FC-F42A9A7D3A3C}"/>
                      </a:ext>
                    </a:extLst>
                  </p:cNvPr>
                  <p:cNvGrpSpPr>
                    <a:grpSpLocks/>
                  </p:cNvGrpSpPr>
                  <p:nvPr/>
                </p:nvGrpSpPr>
                <p:grpSpPr bwMode="auto">
                  <a:xfrm>
                    <a:off x="7594735" y="2642220"/>
                    <a:ext cx="98740" cy="36846"/>
                    <a:chOff x="1740" y="2642"/>
                    <a:chExt cx="752" cy="327"/>
                  </a:xfrm>
                </p:grpSpPr>
                <p:sp>
                  <p:nvSpPr>
                    <p:cNvPr id="216" name="Freeform 1028">
                      <a:extLst>
                        <a:ext uri="{FF2B5EF4-FFF2-40B4-BE49-F238E27FC236}">
                          <a16:creationId xmlns:a16="http://schemas.microsoft.com/office/drawing/2014/main" id="{5AA16397-7098-9946-8BE9-C4651BB16E2B}"/>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7" name="Freeform 1029">
                      <a:extLst>
                        <a:ext uri="{FF2B5EF4-FFF2-40B4-BE49-F238E27FC236}">
                          <a16:creationId xmlns:a16="http://schemas.microsoft.com/office/drawing/2014/main" id="{384C7126-22CD-204D-ADC8-D47C75895768}"/>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8" name="Freeform 1030">
                      <a:extLst>
                        <a:ext uri="{FF2B5EF4-FFF2-40B4-BE49-F238E27FC236}">
                          <a16:creationId xmlns:a16="http://schemas.microsoft.com/office/drawing/2014/main" id="{988ADBF6-5CE8-D54F-9B1A-0CDD671EFC2D}"/>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9" name="Freeform 1031">
                      <a:extLst>
                        <a:ext uri="{FF2B5EF4-FFF2-40B4-BE49-F238E27FC236}">
                          <a16:creationId xmlns:a16="http://schemas.microsoft.com/office/drawing/2014/main" id="{143CE67A-75D1-0648-A3F8-C441C79AD8D1}"/>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0" name="Freeform 1032">
                      <a:extLst>
                        <a:ext uri="{FF2B5EF4-FFF2-40B4-BE49-F238E27FC236}">
                          <a16:creationId xmlns:a16="http://schemas.microsoft.com/office/drawing/2014/main" id="{D7D5A372-4E31-6F4C-AAB1-9DE01C704BF8}"/>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1" name="Freeform 1033">
                      <a:extLst>
                        <a:ext uri="{FF2B5EF4-FFF2-40B4-BE49-F238E27FC236}">
                          <a16:creationId xmlns:a16="http://schemas.microsoft.com/office/drawing/2014/main" id="{0AF2083D-846C-A943-9458-9EF7685D4DEE}"/>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10" name="Freeform 1034">
                    <a:extLst>
                      <a:ext uri="{FF2B5EF4-FFF2-40B4-BE49-F238E27FC236}">
                        <a16:creationId xmlns:a16="http://schemas.microsoft.com/office/drawing/2014/main" id="{3B1CD3A9-2A99-D943-AB31-0016D9DD7466}"/>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1" name="Freeform 1035">
                    <a:extLst>
                      <a:ext uri="{FF2B5EF4-FFF2-40B4-BE49-F238E27FC236}">
                        <a16:creationId xmlns:a16="http://schemas.microsoft.com/office/drawing/2014/main" id="{9DA1D7A0-F967-E74D-960A-4B56F22DD27D}"/>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2" name="Freeform 1036">
                    <a:extLst>
                      <a:ext uri="{FF2B5EF4-FFF2-40B4-BE49-F238E27FC236}">
                        <a16:creationId xmlns:a16="http://schemas.microsoft.com/office/drawing/2014/main" id="{950CCC8A-F414-9A41-9782-93A28378FB66}"/>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3" name="Freeform 1037">
                    <a:extLst>
                      <a:ext uri="{FF2B5EF4-FFF2-40B4-BE49-F238E27FC236}">
                        <a16:creationId xmlns:a16="http://schemas.microsoft.com/office/drawing/2014/main" id="{096C7422-F2A4-C441-8ACD-BCE2E662DB7A}"/>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4" name="Freeform 1038">
                    <a:extLst>
                      <a:ext uri="{FF2B5EF4-FFF2-40B4-BE49-F238E27FC236}">
                        <a16:creationId xmlns:a16="http://schemas.microsoft.com/office/drawing/2014/main" id="{62886C74-4755-1F49-916C-0FB17C421A31}"/>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5" name="Freeform 1039">
                    <a:extLst>
                      <a:ext uri="{FF2B5EF4-FFF2-40B4-BE49-F238E27FC236}">
                        <a16:creationId xmlns:a16="http://schemas.microsoft.com/office/drawing/2014/main" id="{83286882-3B59-2E4B-8F6B-0A559AFADE53}"/>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192" name="Group 850">
                  <a:extLst>
                    <a:ext uri="{FF2B5EF4-FFF2-40B4-BE49-F238E27FC236}">
                      <a16:creationId xmlns:a16="http://schemas.microsoft.com/office/drawing/2014/main" id="{19F8753D-AAD8-4949-A49B-6EC93DC27061}"/>
                    </a:ext>
                  </a:extLst>
                </p:cNvPr>
                <p:cNvGrpSpPr>
                  <a:grpSpLocks/>
                </p:cNvGrpSpPr>
                <p:nvPr/>
              </p:nvGrpSpPr>
              <p:grpSpPr bwMode="auto">
                <a:xfrm>
                  <a:off x="7408527" y="2307905"/>
                  <a:ext cx="399726" cy="74090"/>
                  <a:chOff x="2199" y="955"/>
                  <a:chExt cx="2547" cy="506"/>
                </a:xfrm>
              </p:grpSpPr>
              <p:sp>
                <p:nvSpPr>
                  <p:cNvPr id="194" name="Freeform 851">
                    <a:extLst>
                      <a:ext uri="{FF2B5EF4-FFF2-40B4-BE49-F238E27FC236}">
                        <a16:creationId xmlns:a16="http://schemas.microsoft.com/office/drawing/2014/main" id="{40AEBF74-7D40-DE48-B7FB-0E8992CB58C0}"/>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5" name="Freeform 852">
                    <a:extLst>
                      <a:ext uri="{FF2B5EF4-FFF2-40B4-BE49-F238E27FC236}">
                        <a16:creationId xmlns:a16="http://schemas.microsoft.com/office/drawing/2014/main" id="{CD6F1594-3FE4-F94F-ACC7-0D901861F35D}"/>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6" name="Freeform 853">
                    <a:extLst>
                      <a:ext uri="{FF2B5EF4-FFF2-40B4-BE49-F238E27FC236}">
                        <a16:creationId xmlns:a16="http://schemas.microsoft.com/office/drawing/2014/main" id="{D17F9977-9E37-8741-B482-D64778F67146}"/>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7" name="Freeform 854">
                    <a:extLst>
                      <a:ext uri="{FF2B5EF4-FFF2-40B4-BE49-F238E27FC236}">
                        <a16:creationId xmlns:a16="http://schemas.microsoft.com/office/drawing/2014/main" id="{9CA9F277-24FA-3940-B16C-D12B7BB4F34D}"/>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8" name="Freeform 855">
                    <a:extLst>
                      <a:ext uri="{FF2B5EF4-FFF2-40B4-BE49-F238E27FC236}">
                        <a16:creationId xmlns:a16="http://schemas.microsoft.com/office/drawing/2014/main" id="{42D0BD36-F52A-EA4F-8E56-673822F59354}"/>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9" name="Freeform 856">
                    <a:extLst>
                      <a:ext uri="{FF2B5EF4-FFF2-40B4-BE49-F238E27FC236}">
                        <a16:creationId xmlns:a16="http://schemas.microsoft.com/office/drawing/2014/main" id="{DE032556-7636-804E-906F-97BBD0B9C96F}"/>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cxnSp>
              <p:nvCxnSpPr>
                <p:cNvPr id="193" name="Straight Connector 192">
                  <a:extLst>
                    <a:ext uri="{FF2B5EF4-FFF2-40B4-BE49-F238E27FC236}">
                      <a16:creationId xmlns:a16="http://schemas.microsoft.com/office/drawing/2014/main" id="{E327019D-1905-154A-8E85-6EC04E77529B}"/>
                    </a:ext>
                  </a:extLst>
                </p:cNvPr>
                <p:cNvCxnSpPr>
                  <a:cxnSpLocks/>
                </p:cNvCxnSpPr>
                <p:nvPr/>
              </p:nvCxnSpPr>
              <p:spPr>
                <a:xfrm flipH="1">
                  <a:off x="7594314" y="2366481"/>
                  <a:ext cx="39385" cy="702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2" name="Group 221">
                <a:extLst>
                  <a:ext uri="{FF2B5EF4-FFF2-40B4-BE49-F238E27FC236}">
                    <a16:creationId xmlns:a16="http://schemas.microsoft.com/office/drawing/2014/main" id="{25857B5F-442D-6547-97DC-F5378BA1C438}"/>
                  </a:ext>
                </a:extLst>
              </p:cNvPr>
              <p:cNvGrpSpPr/>
              <p:nvPr/>
            </p:nvGrpSpPr>
            <p:grpSpPr>
              <a:xfrm>
                <a:off x="10632645" y="4361380"/>
                <a:ext cx="406937" cy="372436"/>
                <a:chOff x="7341491" y="2307905"/>
                <a:chExt cx="509280" cy="439573"/>
              </a:xfrm>
            </p:grpSpPr>
            <p:grpSp>
              <p:nvGrpSpPr>
                <p:cNvPr id="223" name="Group 222">
                  <a:extLst>
                    <a:ext uri="{FF2B5EF4-FFF2-40B4-BE49-F238E27FC236}">
                      <a16:creationId xmlns:a16="http://schemas.microsoft.com/office/drawing/2014/main" id="{76DB35A4-9E1B-4E44-8D0F-D270CF67063A}"/>
                    </a:ext>
                  </a:extLst>
                </p:cNvPr>
                <p:cNvGrpSpPr/>
                <p:nvPr/>
              </p:nvGrpSpPr>
              <p:grpSpPr>
                <a:xfrm>
                  <a:off x="7341491" y="2426725"/>
                  <a:ext cx="509280" cy="320753"/>
                  <a:chOff x="7458407" y="2414528"/>
                  <a:chExt cx="509280" cy="320753"/>
                </a:xfrm>
              </p:grpSpPr>
              <p:pic>
                <p:nvPicPr>
                  <p:cNvPr id="232" name="Picture 1018" descr="laptop_keyboard">
                    <a:extLst>
                      <a:ext uri="{FF2B5EF4-FFF2-40B4-BE49-F238E27FC236}">
                        <a16:creationId xmlns:a16="http://schemas.microsoft.com/office/drawing/2014/main" id="{4F4F48BB-0250-D44A-9BC4-81D3641D24A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3" name="Freeform 1019">
                    <a:extLst>
                      <a:ext uri="{FF2B5EF4-FFF2-40B4-BE49-F238E27FC236}">
                        <a16:creationId xmlns:a16="http://schemas.microsoft.com/office/drawing/2014/main" id="{2AF3E33D-CD8C-2F48-81D3-778B4B41A7D2}"/>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34" name="Picture 1020" descr="screen">
                    <a:extLst>
                      <a:ext uri="{FF2B5EF4-FFF2-40B4-BE49-F238E27FC236}">
                        <a16:creationId xmlns:a16="http://schemas.microsoft.com/office/drawing/2014/main" id="{8DF7014D-CFBA-C245-B0BD-DE0B172F72EB}"/>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 name="Freeform 1021">
                    <a:extLst>
                      <a:ext uri="{FF2B5EF4-FFF2-40B4-BE49-F238E27FC236}">
                        <a16:creationId xmlns:a16="http://schemas.microsoft.com/office/drawing/2014/main" id="{511E93A6-2D52-5346-8CB6-B5B1DF37F792}"/>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6" name="Freeform 1022">
                    <a:extLst>
                      <a:ext uri="{FF2B5EF4-FFF2-40B4-BE49-F238E27FC236}">
                        <a16:creationId xmlns:a16="http://schemas.microsoft.com/office/drawing/2014/main" id="{1D625A85-B0E0-4145-AF39-6DB0D9E0CBF4}"/>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7" name="Freeform 1023">
                    <a:extLst>
                      <a:ext uri="{FF2B5EF4-FFF2-40B4-BE49-F238E27FC236}">
                        <a16:creationId xmlns:a16="http://schemas.microsoft.com/office/drawing/2014/main" id="{ABD8107C-127C-8B4C-956D-D2038C947A11}"/>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8" name="Freeform 1024">
                    <a:extLst>
                      <a:ext uri="{FF2B5EF4-FFF2-40B4-BE49-F238E27FC236}">
                        <a16:creationId xmlns:a16="http://schemas.microsoft.com/office/drawing/2014/main" id="{523BA87F-7AE2-F34A-B701-BE0CF79FE0D6}"/>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9" name="Freeform 1025">
                    <a:extLst>
                      <a:ext uri="{FF2B5EF4-FFF2-40B4-BE49-F238E27FC236}">
                        <a16:creationId xmlns:a16="http://schemas.microsoft.com/office/drawing/2014/main" id="{F6F11968-F7C7-7148-A094-57D4B6F7A6AE}"/>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0" name="Freeform 1026">
                    <a:extLst>
                      <a:ext uri="{FF2B5EF4-FFF2-40B4-BE49-F238E27FC236}">
                        <a16:creationId xmlns:a16="http://schemas.microsoft.com/office/drawing/2014/main" id="{9CE419CC-6653-D64F-826C-2A3B663DD5E5}"/>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41" name="Group 1027">
                    <a:extLst>
                      <a:ext uri="{FF2B5EF4-FFF2-40B4-BE49-F238E27FC236}">
                        <a16:creationId xmlns:a16="http://schemas.microsoft.com/office/drawing/2014/main" id="{B79A86C8-03B9-3742-B3E1-C3C4870A9B65}"/>
                      </a:ext>
                    </a:extLst>
                  </p:cNvPr>
                  <p:cNvGrpSpPr>
                    <a:grpSpLocks/>
                  </p:cNvGrpSpPr>
                  <p:nvPr/>
                </p:nvGrpSpPr>
                <p:grpSpPr bwMode="auto">
                  <a:xfrm>
                    <a:off x="7594735" y="2642220"/>
                    <a:ext cx="98740" cy="36846"/>
                    <a:chOff x="1740" y="2642"/>
                    <a:chExt cx="752" cy="327"/>
                  </a:xfrm>
                </p:grpSpPr>
                <p:sp>
                  <p:nvSpPr>
                    <p:cNvPr id="248" name="Freeform 1028">
                      <a:extLst>
                        <a:ext uri="{FF2B5EF4-FFF2-40B4-BE49-F238E27FC236}">
                          <a16:creationId xmlns:a16="http://schemas.microsoft.com/office/drawing/2014/main" id="{294DD880-2083-8645-945D-9844B4060818}"/>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9" name="Freeform 1029">
                      <a:extLst>
                        <a:ext uri="{FF2B5EF4-FFF2-40B4-BE49-F238E27FC236}">
                          <a16:creationId xmlns:a16="http://schemas.microsoft.com/office/drawing/2014/main" id="{AE3490FA-748F-B64C-A3DB-5C327A8281BF}"/>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0" name="Freeform 1030">
                      <a:extLst>
                        <a:ext uri="{FF2B5EF4-FFF2-40B4-BE49-F238E27FC236}">
                          <a16:creationId xmlns:a16="http://schemas.microsoft.com/office/drawing/2014/main" id="{2A46627B-BBEF-1943-8288-EC0F71CA7D37}"/>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1" name="Freeform 1031">
                      <a:extLst>
                        <a:ext uri="{FF2B5EF4-FFF2-40B4-BE49-F238E27FC236}">
                          <a16:creationId xmlns:a16="http://schemas.microsoft.com/office/drawing/2014/main" id="{6DF5FBDA-FAE1-B241-90C6-B93B7090DBEA}"/>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2" name="Freeform 1032">
                      <a:extLst>
                        <a:ext uri="{FF2B5EF4-FFF2-40B4-BE49-F238E27FC236}">
                          <a16:creationId xmlns:a16="http://schemas.microsoft.com/office/drawing/2014/main" id="{7FA684E5-78AC-0C46-8D3D-012C1F74500F}"/>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3" name="Freeform 1033">
                      <a:extLst>
                        <a:ext uri="{FF2B5EF4-FFF2-40B4-BE49-F238E27FC236}">
                          <a16:creationId xmlns:a16="http://schemas.microsoft.com/office/drawing/2014/main" id="{B3FCEF67-D6F1-984D-8779-21AC52CA9C56}"/>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42" name="Freeform 1034">
                    <a:extLst>
                      <a:ext uri="{FF2B5EF4-FFF2-40B4-BE49-F238E27FC236}">
                        <a16:creationId xmlns:a16="http://schemas.microsoft.com/office/drawing/2014/main" id="{236DF0FE-8B0C-254C-9AE3-B73153B830A0}"/>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3" name="Freeform 1035">
                    <a:extLst>
                      <a:ext uri="{FF2B5EF4-FFF2-40B4-BE49-F238E27FC236}">
                        <a16:creationId xmlns:a16="http://schemas.microsoft.com/office/drawing/2014/main" id="{CD69B965-4D92-7C44-AB07-D51C40C35600}"/>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4" name="Freeform 1036">
                    <a:extLst>
                      <a:ext uri="{FF2B5EF4-FFF2-40B4-BE49-F238E27FC236}">
                        <a16:creationId xmlns:a16="http://schemas.microsoft.com/office/drawing/2014/main" id="{7F88CD3B-8D3F-944F-93A0-3272A6EC0FC6}"/>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5" name="Freeform 1037">
                    <a:extLst>
                      <a:ext uri="{FF2B5EF4-FFF2-40B4-BE49-F238E27FC236}">
                        <a16:creationId xmlns:a16="http://schemas.microsoft.com/office/drawing/2014/main" id="{96F1BC2D-3CA4-2C4F-9D40-5E252F8EF9BC}"/>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6" name="Freeform 1038">
                    <a:extLst>
                      <a:ext uri="{FF2B5EF4-FFF2-40B4-BE49-F238E27FC236}">
                        <a16:creationId xmlns:a16="http://schemas.microsoft.com/office/drawing/2014/main" id="{0907C174-E6C0-5642-A505-58A08DD18AB9}"/>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7" name="Freeform 1039">
                    <a:extLst>
                      <a:ext uri="{FF2B5EF4-FFF2-40B4-BE49-F238E27FC236}">
                        <a16:creationId xmlns:a16="http://schemas.microsoft.com/office/drawing/2014/main" id="{1CDC6E2D-A772-3B49-8439-D3D891518374}"/>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24" name="Group 850">
                  <a:extLst>
                    <a:ext uri="{FF2B5EF4-FFF2-40B4-BE49-F238E27FC236}">
                      <a16:creationId xmlns:a16="http://schemas.microsoft.com/office/drawing/2014/main" id="{C7FC9F56-C4B9-CB4F-871F-27598301F431}"/>
                    </a:ext>
                  </a:extLst>
                </p:cNvPr>
                <p:cNvGrpSpPr>
                  <a:grpSpLocks/>
                </p:cNvGrpSpPr>
                <p:nvPr/>
              </p:nvGrpSpPr>
              <p:grpSpPr bwMode="auto">
                <a:xfrm>
                  <a:off x="7408527" y="2307905"/>
                  <a:ext cx="399726" cy="74090"/>
                  <a:chOff x="2199" y="955"/>
                  <a:chExt cx="2547" cy="506"/>
                </a:xfrm>
              </p:grpSpPr>
              <p:sp>
                <p:nvSpPr>
                  <p:cNvPr id="226" name="Freeform 851">
                    <a:extLst>
                      <a:ext uri="{FF2B5EF4-FFF2-40B4-BE49-F238E27FC236}">
                        <a16:creationId xmlns:a16="http://schemas.microsoft.com/office/drawing/2014/main" id="{C78362AD-12BA-544F-9449-4E99CFE45F8C}"/>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7" name="Freeform 852">
                    <a:extLst>
                      <a:ext uri="{FF2B5EF4-FFF2-40B4-BE49-F238E27FC236}">
                        <a16:creationId xmlns:a16="http://schemas.microsoft.com/office/drawing/2014/main" id="{D7D5F371-6CB2-754F-B423-4A735A9DB5C3}"/>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8" name="Freeform 853">
                    <a:extLst>
                      <a:ext uri="{FF2B5EF4-FFF2-40B4-BE49-F238E27FC236}">
                        <a16:creationId xmlns:a16="http://schemas.microsoft.com/office/drawing/2014/main" id="{8BA4DE9D-2F75-6549-9A25-7FB763FE554F}"/>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9" name="Freeform 854">
                    <a:extLst>
                      <a:ext uri="{FF2B5EF4-FFF2-40B4-BE49-F238E27FC236}">
                        <a16:creationId xmlns:a16="http://schemas.microsoft.com/office/drawing/2014/main" id="{9C6E88C6-1471-3640-9C83-836DB2672C78}"/>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0" name="Freeform 855">
                    <a:extLst>
                      <a:ext uri="{FF2B5EF4-FFF2-40B4-BE49-F238E27FC236}">
                        <a16:creationId xmlns:a16="http://schemas.microsoft.com/office/drawing/2014/main" id="{CDF7241E-AB35-CB4E-AC37-D40F82656D36}"/>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1" name="Freeform 856">
                    <a:extLst>
                      <a:ext uri="{FF2B5EF4-FFF2-40B4-BE49-F238E27FC236}">
                        <a16:creationId xmlns:a16="http://schemas.microsoft.com/office/drawing/2014/main" id="{1F147BC7-3E05-0248-B4B8-53FE858D23E7}"/>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cxnSp>
              <p:nvCxnSpPr>
                <p:cNvPr id="225" name="Straight Connector 224">
                  <a:extLst>
                    <a:ext uri="{FF2B5EF4-FFF2-40B4-BE49-F238E27FC236}">
                      <a16:creationId xmlns:a16="http://schemas.microsoft.com/office/drawing/2014/main" id="{3BA573AA-F2AE-334C-B328-9F37A8FF4532}"/>
                    </a:ext>
                  </a:extLst>
                </p:cNvPr>
                <p:cNvCxnSpPr>
                  <a:cxnSpLocks/>
                </p:cNvCxnSpPr>
                <p:nvPr/>
              </p:nvCxnSpPr>
              <p:spPr>
                <a:xfrm flipH="1">
                  <a:off x="7594314" y="2366481"/>
                  <a:ext cx="39385" cy="702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528" name="Group 527">
              <a:extLst>
                <a:ext uri="{FF2B5EF4-FFF2-40B4-BE49-F238E27FC236}">
                  <a16:creationId xmlns:a16="http://schemas.microsoft.com/office/drawing/2014/main" id="{B503E439-945A-A344-AB60-2A65A7023FC4}"/>
                </a:ext>
              </a:extLst>
            </p:cNvPr>
            <p:cNvGrpSpPr/>
            <p:nvPr/>
          </p:nvGrpSpPr>
          <p:grpSpPr>
            <a:xfrm>
              <a:off x="7840518" y="1242873"/>
              <a:ext cx="4037013" cy="1377421"/>
              <a:chOff x="7785100" y="730250"/>
              <a:chExt cx="4037013" cy="1377421"/>
            </a:xfrm>
          </p:grpSpPr>
          <p:grpSp>
            <p:nvGrpSpPr>
              <p:cNvPr id="273" name="Group 117">
                <a:extLst>
                  <a:ext uri="{FF2B5EF4-FFF2-40B4-BE49-F238E27FC236}">
                    <a16:creationId xmlns:a16="http://schemas.microsoft.com/office/drawing/2014/main" id="{D45AA40C-B22D-9946-9473-ECEF602BD97D}"/>
                  </a:ext>
                </a:extLst>
              </p:cNvPr>
              <p:cNvGrpSpPr>
                <a:grpSpLocks/>
              </p:cNvGrpSpPr>
              <p:nvPr/>
            </p:nvGrpSpPr>
            <p:grpSpPr bwMode="auto">
              <a:xfrm>
                <a:off x="7785100" y="736600"/>
                <a:ext cx="850900" cy="527050"/>
                <a:chOff x="-490" y="1664"/>
                <a:chExt cx="1429" cy="842"/>
              </a:xfrm>
            </p:grpSpPr>
            <p:sp>
              <p:nvSpPr>
                <p:cNvPr id="274" name="AutoShape 111">
                  <a:extLst>
                    <a:ext uri="{FF2B5EF4-FFF2-40B4-BE49-F238E27FC236}">
                      <a16:creationId xmlns:a16="http://schemas.microsoft.com/office/drawing/2014/main" id="{19FECEC5-DE0E-784A-9583-2B6FFC9B7B03}"/>
                    </a:ext>
                  </a:extLst>
                </p:cNvPr>
                <p:cNvSpPr>
                  <a:spLocks noChangeArrowheads="1"/>
                </p:cNvSpPr>
                <p:nvPr/>
              </p:nvSpPr>
              <p:spPr bwMode="auto">
                <a:xfrm>
                  <a:off x="-490" y="1664"/>
                  <a:ext cx="1429" cy="294"/>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nvGrpSpPr>
                <p:cNvPr id="275" name="Group 116">
                  <a:extLst>
                    <a:ext uri="{FF2B5EF4-FFF2-40B4-BE49-F238E27FC236}">
                      <a16:creationId xmlns:a16="http://schemas.microsoft.com/office/drawing/2014/main" id="{CB83F8A1-1FC2-3B4D-8C09-DF5C80183588}"/>
                    </a:ext>
                  </a:extLst>
                </p:cNvPr>
                <p:cNvGrpSpPr>
                  <a:grpSpLocks/>
                </p:cNvGrpSpPr>
                <p:nvPr/>
              </p:nvGrpSpPr>
              <p:grpSpPr bwMode="auto">
                <a:xfrm>
                  <a:off x="-427" y="1737"/>
                  <a:ext cx="1217" cy="769"/>
                  <a:chOff x="-427" y="1737"/>
                  <a:chExt cx="1217" cy="769"/>
                </a:xfrm>
              </p:grpSpPr>
              <p:sp>
                <p:nvSpPr>
                  <p:cNvPr id="276" name="Rectangle 99">
                    <a:extLst>
                      <a:ext uri="{FF2B5EF4-FFF2-40B4-BE49-F238E27FC236}">
                        <a16:creationId xmlns:a16="http://schemas.microsoft.com/office/drawing/2014/main" id="{A2734C67-F9AC-2F44-B35F-38E877473CE5}"/>
                      </a:ext>
                    </a:extLst>
                  </p:cNvPr>
                  <p:cNvSpPr>
                    <a:spLocks noChangeArrowheads="1"/>
                  </p:cNvSpPr>
                  <p:nvPr/>
                </p:nvSpPr>
                <p:spPr bwMode="auto">
                  <a:xfrm>
                    <a:off x="-338" y="1923"/>
                    <a:ext cx="1128" cy="58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77" name="Line 7">
                    <a:extLst>
                      <a:ext uri="{FF2B5EF4-FFF2-40B4-BE49-F238E27FC236}">
                        <a16:creationId xmlns:a16="http://schemas.microsoft.com/office/drawing/2014/main" id="{C66E4941-F9C5-1E4F-8B84-AFF95C6698DA}"/>
                      </a:ext>
                    </a:extLst>
                  </p:cNvPr>
                  <p:cNvSpPr>
                    <a:spLocks noChangeShapeType="1"/>
                  </p:cNvSpPr>
                  <p:nvPr/>
                </p:nvSpPr>
                <p:spPr bwMode="auto">
                  <a:xfrm>
                    <a:off x="-150" y="2271"/>
                    <a:ext cx="673" cy="7"/>
                  </a:xfrm>
                  <a:prstGeom prst="line">
                    <a:avLst/>
                  </a:prstGeom>
                  <a:noFill/>
                  <a:ln w="9525">
                    <a:solidFill>
                      <a:srgbClr val="E4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78" name="Group 103">
                    <a:extLst>
                      <a:ext uri="{FF2B5EF4-FFF2-40B4-BE49-F238E27FC236}">
                        <a16:creationId xmlns:a16="http://schemas.microsoft.com/office/drawing/2014/main" id="{7CB4606E-327A-1A44-A907-2660A56372FA}"/>
                      </a:ext>
                    </a:extLst>
                  </p:cNvPr>
                  <p:cNvGrpSpPr>
                    <a:grpSpLocks/>
                  </p:cNvGrpSpPr>
                  <p:nvPr/>
                </p:nvGrpSpPr>
                <p:grpSpPr bwMode="auto">
                  <a:xfrm>
                    <a:off x="68" y="2192"/>
                    <a:ext cx="387" cy="139"/>
                    <a:chOff x="322" y="890"/>
                    <a:chExt cx="872" cy="339"/>
                  </a:xfrm>
                </p:grpSpPr>
                <p:sp>
                  <p:nvSpPr>
                    <p:cNvPr id="284" name="Rectangle 104">
                      <a:extLst>
                        <a:ext uri="{FF2B5EF4-FFF2-40B4-BE49-F238E27FC236}">
                          <a16:creationId xmlns:a16="http://schemas.microsoft.com/office/drawing/2014/main" id="{A99A3752-5DF1-1C4E-BD45-602755ADFAE1}"/>
                        </a:ext>
                      </a:extLst>
                    </p:cNvPr>
                    <p:cNvSpPr>
                      <a:spLocks noChangeArrowheads="1"/>
                    </p:cNvSpPr>
                    <p:nvPr/>
                  </p:nvSpPr>
                  <p:spPr bwMode="auto">
                    <a:xfrm>
                      <a:off x="320" y="1000"/>
                      <a:ext cx="871" cy="229"/>
                    </a:xfrm>
                    <a:prstGeom prst="rect">
                      <a:avLst/>
                    </a:prstGeom>
                    <a:solidFill>
                      <a:srgbClr val="EC86A6"/>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85" name="Rectangle 105">
                      <a:extLst>
                        <a:ext uri="{FF2B5EF4-FFF2-40B4-BE49-F238E27FC236}">
                          <a16:creationId xmlns:a16="http://schemas.microsoft.com/office/drawing/2014/main" id="{AC49E6EB-2EDA-8B47-AE75-BB9901D4F95E}"/>
                        </a:ext>
                      </a:extLst>
                    </p:cNvPr>
                    <p:cNvSpPr>
                      <a:spLocks noChangeArrowheads="1"/>
                    </p:cNvSpPr>
                    <p:nvPr/>
                  </p:nvSpPr>
                  <p:spPr bwMode="auto">
                    <a:xfrm>
                      <a:off x="392" y="1074"/>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86" name="Rectangle 106">
                      <a:extLst>
                        <a:ext uri="{FF2B5EF4-FFF2-40B4-BE49-F238E27FC236}">
                          <a16:creationId xmlns:a16="http://schemas.microsoft.com/office/drawing/2014/main" id="{651CC5C2-CB72-6C43-B103-BE4D703728D0}"/>
                        </a:ext>
                      </a:extLst>
                    </p:cNvPr>
                    <p:cNvSpPr>
                      <a:spLocks noChangeArrowheads="1"/>
                    </p:cNvSpPr>
                    <p:nvPr/>
                  </p:nvSpPr>
                  <p:spPr bwMode="auto">
                    <a:xfrm>
                      <a:off x="464" y="1074"/>
                      <a:ext cx="54"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87" name="Rectangle 107">
                      <a:extLst>
                        <a:ext uri="{FF2B5EF4-FFF2-40B4-BE49-F238E27FC236}">
                          <a16:creationId xmlns:a16="http://schemas.microsoft.com/office/drawing/2014/main" id="{1DE97946-179C-8D42-A61A-D83CE594619F}"/>
                        </a:ext>
                      </a:extLst>
                    </p:cNvPr>
                    <p:cNvSpPr>
                      <a:spLocks noChangeArrowheads="1"/>
                    </p:cNvSpPr>
                    <p:nvPr/>
                  </p:nvSpPr>
                  <p:spPr bwMode="auto">
                    <a:xfrm>
                      <a:off x="536" y="1068"/>
                      <a:ext cx="60"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88" name="Rectangle 108">
                      <a:extLst>
                        <a:ext uri="{FF2B5EF4-FFF2-40B4-BE49-F238E27FC236}">
                          <a16:creationId xmlns:a16="http://schemas.microsoft.com/office/drawing/2014/main" id="{04A1C1EF-E526-1F41-A47F-D1260D32ED04}"/>
                        </a:ext>
                      </a:extLst>
                    </p:cNvPr>
                    <p:cNvSpPr>
                      <a:spLocks noChangeArrowheads="1"/>
                    </p:cNvSpPr>
                    <p:nvPr/>
                  </p:nvSpPr>
                  <p:spPr bwMode="auto">
                    <a:xfrm>
                      <a:off x="615" y="1068"/>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89" name="AutoShape 109">
                      <a:extLst>
                        <a:ext uri="{FF2B5EF4-FFF2-40B4-BE49-F238E27FC236}">
                          <a16:creationId xmlns:a16="http://schemas.microsoft.com/office/drawing/2014/main" id="{DAE4B7E4-EF46-4D47-BE30-6BDF7FC9D9FC}"/>
                        </a:ext>
                      </a:extLst>
                    </p:cNvPr>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EC86A6"/>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279" name="Picture 110" descr="desktop_computer_stylized_small">
                    <a:extLst>
                      <a:ext uri="{FF2B5EF4-FFF2-40B4-BE49-F238E27FC236}">
                        <a16:creationId xmlns:a16="http://schemas.microsoft.com/office/drawing/2014/main" id="{DDDBC1EE-FFD8-AA47-90A3-58C691D12C8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7" y="2049"/>
                    <a:ext cx="44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0" name="Rectangle 112">
                    <a:extLst>
                      <a:ext uri="{FF2B5EF4-FFF2-40B4-BE49-F238E27FC236}">
                        <a16:creationId xmlns:a16="http://schemas.microsoft.com/office/drawing/2014/main" id="{1ABA220B-E12D-014F-A57E-FF99A7E82320}"/>
                      </a:ext>
                    </a:extLst>
                  </p:cNvPr>
                  <p:cNvSpPr>
                    <a:spLocks noChangeArrowheads="1"/>
                  </p:cNvSpPr>
                  <p:nvPr/>
                </p:nvSpPr>
                <p:spPr bwMode="auto">
                  <a:xfrm>
                    <a:off x="528" y="2232"/>
                    <a:ext cx="104" cy="91"/>
                  </a:xfrm>
                  <a:prstGeom prst="rect">
                    <a:avLst/>
                  </a:prstGeom>
                  <a:solidFill>
                    <a:srgbClr val="E4000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81" name="Freeform 113">
                    <a:extLst>
                      <a:ext uri="{FF2B5EF4-FFF2-40B4-BE49-F238E27FC236}">
                        <a16:creationId xmlns:a16="http://schemas.microsoft.com/office/drawing/2014/main" id="{D421ED9C-7EE2-4245-A767-1000693F38B4}"/>
                      </a:ext>
                    </a:extLst>
                  </p:cNvPr>
                  <p:cNvSpPr>
                    <a:spLocks/>
                  </p:cNvSpPr>
                  <p:nvPr/>
                </p:nvSpPr>
                <p:spPr bwMode="auto">
                  <a:xfrm>
                    <a:off x="282" y="1951"/>
                    <a:ext cx="302" cy="274"/>
                  </a:xfrm>
                  <a:custGeom>
                    <a:avLst/>
                    <a:gdLst>
                      <a:gd name="T0" fmla="*/ 14 w 381"/>
                      <a:gd name="T1" fmla="*/ 274 h 274"/>
                      <a:gd name="T2" fmla="*/ 14 w 381"/>
                      <a:gd name="T3" fmla="*/ 130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rgbClr val="E4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83" name="Picture 115" descr="tv">
                    <a:extLst>
                      <a:ext uri="{FF2B5EF4-FFF2-40B4-BE49-F238E27FC236}">
                        <a16:creationId xmlns:a16="http://schemas.microsoft.com/office/drawing/2014/main" id="{DA3CD424-6F2B-A64F-BB99-BFCEFC77DBA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 y="1737"/>
                    <a:ext cx="476"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341" name="Line 169">
                <a:extLst>
                  <a:ext uri="{FF2B5EF4-FFF2-40B4-BE49-F238E27FC236}">
                    <a16:creationId xmlns:a16="http://schemas.microsoft.com/office/drawing/2014/main" id="{0ED8CDDF-16E6-9949-AE23-AEA42EA9F9D5}"/>
                  </a:ext>
                </a:extLst>
              </p:cNvPr>
              <p:cNvSpPr>
                <a:spLocks noChangeShapeType="1"/>
              </p:cNvSpPr>
              <p:nvPr/>
            </p:nvSpPr>
            <p:spPr bwMode="auto">
              <a:xfrm>
                <a:off x="8423564" y="1479550"/>
                <a:ext cx="2593686" cy="0"/>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9" name="Text Box 204">
                <a:extLst>
                  <a:ext uri="{FF2B5EF4-FFF2-40B4-BE49-F238E27FC236}">
                    <a16:creationId xmlns:a16="http://schemas.microsoft.com/office/drawing/2014/main" id="{9EB94DD9-4B0C-9F40-A9C8-055FEE1AEF50}"/>
                  </a:ext>
                </a:extLst>
              </p:cNvPr>
              <p:cNvSpPr txBox="1">
                <a:spLocks noChangeArrowheads="1"/>
              </p:cNvSpPr>
              <p:nvPr/>
            </p:nvSpPr>
            <p:spPr bwMode="auto">
              <a:xfrm>
                <a:off x="9439275" y="808038"/>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969696"/>
                    </a:solidFill>
                    <a:effectLst/>
                    <a:uLnTx/>
                    <a:uFillTx/>
                    <a:latin typeface="Times New Roman" panose="02020603050405020304" pitchFamily="18" charset="0"/>
                    <a:ea typeface="ＭＳ Ｐゴシック" panose="020B0600070205080204" pitchFamily="34" charset="-128"/>
                    <a:cs typeface="+mn-cs"/>
                  </a:rPr>
                  <a:t>…</a:t>
                </a:r>
              </a:p>
            </p:txBody>
          </p:sp>
          <p:grpSp>
            <p:nvGrpSpPr>
              <p:cNvPr id="524" name="Group 523">
                <a:extLst>
                  <a:ext uri="{FF2B5EF4-FFF2-40B4-BE49-F238E27FC236}">
                    <a16:creationId xmlns:a16="http://schemas.microsoft.com/office/drawing/2014/main" id="{94702E13-DA68-4543-AB4F-AD4BC76B53EB}"/>
                  </a:ext>
                </a:extLst>
              </p:cNvPr>
              <p:cNvGrpSpPr/>
              <p:nvPr/>
            </p:nvGrpSpPr>
            <p:grpSpPr>
              <a:xfrm>
                <a:off x="7872413" y="1479550"/>
                <a:ext cx="850900" cy="623888"/>
                <a:chOff x="7872413" y="1479550"/>
                <a:chExt cx="850900" cy="623888"/>
              </a:xfrm>
            </p:grpSpPr>
            <p:grpSp>
              <p:nvGrpSpPr>
                <p:cNvPr id="307" name="Group 135">
                  <a:extLst>
                    <a:ext uri="{FF2B5EF4-FFF2-40B4-BE49-F238E27FC236}">
                      <a16:creationId xmlns:a16="http://schemas.microsoft.com/office/drawing/2014/main" id="{18C2718F-6489-3842-866B-C6083D9124ED}"/>
                    </a:ext>
                  </a:extLst>
                </p:cNvPr>
                <p:cNvGrpSpPr>
                  <a:grpSpLocks/>
                </p:cNvGrpSpPr>
                <p:nvPr/>
              </p:nvGrpSpPr>
              <p:grpSpPr bwMode="auto">
                <a:xfrm>
                  <a:off x="7872413" y="1576388"/>
                  <a:ext cx="850900" cy="527050"/>
                  <a:chOff x="-490" y="1664"/>
                  <a:chExt cx="1429" cy="842"/>
                </a:xfrm>
              </p:grpSpPr>
              <p:sp>
                <p:nvSpPr>
                  <p:cNvPr id="308" name="AutoShape 136">
                    <a:extLst>
                      <a:ext uri="{FF2B5EF4-FFF2-40B4-BE49-F238E27FC236}">
                        <a16:creationId xmlns:a16="http://schemas.microsoft.com/office/drawing/2014/main" id="{06A4920B-716F-6440-A4A4-D28120C16416}"/>
                      </a:ext>
                    </a:extLst>
                  </p:cNvPr>
                  <p:cNvSpPr>
                    <a:spLocks noChangeArrowheads="1"/>
                  </p:cNvSpPr>
                  <p:nvPr/>
                </p:nvSpPr>
                <p:spPr bwMode="auto">
                  <a:xfrm>
                    <a:off x="-490" y="1664"/>
                    <a:ext cx="1429" cy="294"/>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nvGrpSpPr>
                  <p:cNvPr id="309" name="Group 137">
                    <a:extLst>
                      <a:ext uri="{FF2B5EF4-FFF2-40B4-BE49-F238E27FC236}">
                        <a16:creationId xmlns:a16="http://schemas.microsoft.com/office/drawing/2014/main" id="{D5BBEB23-7774-4344-9031-57B565E6285C}"/>
                      </a:ext>
                    </a:extLst>
                  </p:cNvPr>
                  <p:cNvGrpSpPr>
                    <a:grpSpLocks/>
                  </p:cNvGrpSpPr>
                  <p:nvPr/>
                </p:nvGrpSpPr>
                <p:grpSpPr bwMode="auto">
                  <a:xfrm>
                    <a:off x="-427" y="1737"/>
                    <a:ext cx="1217" cy="769"/>
                    <a:chOff x="-427" y="1737"/>
                    <a:chExt cx="1217" cy="769"/>
                  </a:xfrm>
                </p:grpSpPr>
                <p:sp>
                  <p:nvSpPr>
                    <p:cNvPr id="310" name="Rectangle 138">
                      <a:extLst>
                        <a:ext uri="{FF2B5EF4-FFF2-40B4-BE49-F238E27FC236}">
                          <a16:creationId xmlns:a16="http://schemas.microsoft.com/office/drawing/2014/main" id="{8FC71A6F-1303-3A46-848F-ED88E09D463E}"/>
                        </a:ext>
                      </a:extLst>
                    </p:cNvPr>
                    <p:cNvSpPr>
                      <a:spLocks noChangeArrowheads="1"/>
                    </p:cNvSpPr>
                    <p:nvPr/>
                  </p:nvSpPr>
                  <p:spPr bwMode="auto">
                    <a:xfrm>
                      <a:off x="-338" y="1923"/>
                      <a:ext cx="1128" cy="58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11" name="Line 7">
                      <a:extLst>
                        <a:ext uri="{FF2B5EF4-FFF2-40B4-BE49-F238E27FC236}">
                          <a16:creationId xmlns:a16="http://schemas.microsoft.com/office/drawing/2014/main" id="{74A21E63-C3A9-BE46-B55D-249D7B73ACE3}"/>
                        </a:ext>
                      </a:extLst>
                    </p:cNvPr>
                    <p:cNvSpPr>
                      <a:spLocks noChangeShapeType="1"/>
                    </p:cNvSpPr>
                    <p:nvPr/>
                  </p:nvSpPr>
                  <p:spPr bwMode="auto">
                    <a:xfrm>
                      <a:off x="-150" y="2271"/>
                      <a:ext cx="676" cy="4"/>
                    </a:xfrm>
                    <a:prstGeom prst="line">
                      <a:avLst/>
                    </a:prstGeom>
                    <a:noFill/>
                    <a:ln w="9525">
                      <a:solidFill>
                        <a:srgbClr val="E4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12" name="Group 140">
                      <a:extLst>
                        <a:ext uri="{FF2B5EF4-FFF2-40B4-BE49-F238E27FC236}">
                          <a16:creationId xmlns:a16="http://schemas.microsoft.com/office/drawing/2014/main" id="{F6600432-E3DE-234E-9D32-F2444455478A}"/>
                        </a:ext>
                      </a:extLst>
                    </p:cNvPr>
                    <p:cNvGrpSpPr>
                      <a:grpSpLocks/>
                    </p:cNvGrpSpPr>
                    <p:nvPr/>
                  </p:nvGrpSpPr>
                  <p:grpSpPr bwMode="auto">
                    <a:xfrm>
                      <a:off x="68" y="2192"/>
                      <a:ext cx="387" cy="139"/>
                      <a:chOff x="322" y="890"/>
                      <a:chExt cx="872" cy="339"/>
                    </a:xfrm>
                  </p:grpSpPr>
                  <p:sp>
                    <p:nvSpPr>
                      <p:cNvPr id="318" name="Rectangle 141">
                        <a:extLst>
                          <a:ext uri="{FF2B5EF4-FFF2-40B4-BE49-F238E27FC236}">
                            <a16:creationId xmlns:a16="http://schemas.microsoft.com/office/drawing/2014/main" id="{0AC9502F-C0FF-034A-B159-81DCA48F8147}"/>
                          </a:ext>
                        </a:extLst>
                      </p:cNvPr>
                      <p:cNvSpPr>
                        <a:spLocks noChangeArrowheads="1"/>
                      </p:cNvSpPr>
                      <p:nvPr/>
                    </p:nvSpPr>
                    <p:spPr bwMode="auto">
                      <a:xfrm>
                        <a:off x="320" y="1000"/>
                        <a:ext cx="871" cy="229"/>
                      </a:xfrm>
                      <a:prstGeom prst="rect">
                        <a:avLst/>
                      </a:prstGeom>
                      <a:solidFill>
                        <a:srgbClr val="EC86A6"/>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19" name="Rectangle 142">
                        <a:extLst>
                          <a:ext uri="{FF2B5EF4-FFF2-40B4-BE49-F238E27FC236}">
                            <a16:creationId xmlns:a16="http://schemas.microsoft.com/office/drawing/2014/main" id="{1836D0E5-A637-3645-ADFC-9E3F1C734453}"/>
                          </a:ext>
                        </a:extLst>
                      </p:cNvPr>
                      <p:cNvSpPr>
                        <a:spLocks noChangeArrowheads="1"/>
                      </p:cNvSpPr>
                      <p:nvPr/>
                    </p:nvSpPr>
                    <p:spPr bwMode="auto">
                      <a:xfrm>
                        <a:off x="392" y="1074"/>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20" name="Rectangle 143">
                        <a:extLst>
                          <a:ext uri="{FF2B5EF4-FFF2-40B4-BE49-F238E27FC236}">
                            <a16:creationId xmlns:a16="http://schemas.microsoft.com/office/drawing/2014/main" id="{033C6F2A-0F65-6040-8A3C-BAD90C628B94}"/>
                          </a:ext>
                        </a:extLst>
                      </p:cNvPr>
                      <p:cNvSpPr>
                        <a:spLocks noChangeArrowheads="1"/>
                      </p:cNvSpPr>
                      <p:nvPr/>
                    </p:nvSpPr>
                    <p:spPr bwMode="auto">
                      <a:xfrm>
                        <a:off x="464" y="1074"/>
                        <a:ext cx="54"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21" name="Rectangle 144">
                        <a:extLst>
                          <a:ext uri="{FF2B5EF4-FFF2-40B4-BE49-F238E27FC236}">
                            <a16:creationId xmlns:a16="http://schemas.microsoft.com/office/drawing/2014/main" id="{513E5FB6-D7F9-9343-82C8-9BB80CB7FF95}"/>
                          </a:ext>
                        </a:extLst>
                      </p:cNvPr>
                      <p:cNvSpPr>
                        <a:spLocks noChangeArrowheads="1"/>
                      </p:cNvSpPr>
                      <p:nvPr/>
                    </p:nvSpPr>
                    <p:spPr bwMode="auto">
                      <a:xfrm>
                        <a:off x="536" y="1068"/>
                        <a:ext cx="60"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22" name="Rectangle 145">
                        <a:extLst>
                          <a:ext uri="{FF2B5EF4-FFF2-40B4-BE49-F238E27FC236}">
                            <a16:creationId xmlns:a16="http://schemas.microsoft.com/office/drawing/2014/main" id="{700456BA-BDB8-784C-999D-644E2C79FCD6}"/>
                          </a:ext>
                        </a:extLst>
                      </p:cNvPr>
                      <p:cNvSpPr>
                        <a:spLocks noChangeArrowheads="1"/>
                      </p:cNvSpPr>
                      <p:nvPr/>
                    </p:nvSpPr>
                    <p:spPr bwMode="auto">
                      <a:xfrm>
                        <a:off x="615" y="1068"/>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23" name="AutoShape 146">
                        <a:extLst>
                          <a:ext uri="{FF2B5EF4-FFF2-40B4-BE49-F238E27FC236}">
                            <a16:creationId xmlns:a16="http://schemas.microsoft.com/office/drawing/2014/main" id="{902212FC-7256-754F-AFD4-8BD64D83D2D9}"/>
                          </a:ext>
                        </a:extLst>
                      </p:cNvPr>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EC86A6"/>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313" name="Picture 147" descr="desktop_computer_stylized_small">
                      <a:extLst>
                        <a:ext uri="{FF2B5EF4-FFF2-40B4-BE49-F238E27FC236}">
                          <a16:creationId xmlns:a16="http://schemas.microsoft.com/office/drawing/2014/main" id="{6749D4B2-638E-3247-895E-C38F81C6A16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7" y="2049"/>
                      <a:ext cx="44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4" name="Rectangle 148">
                      <a:extLst>
                        <a:ext uri="{FF2B5EF4-FFF2-40B4-BE49-F238E27FC236}">
                          <a16:creationId xmlns:a16="http://schemas.microsoft.com/office/drawing/2014/main" id="{11D92BD6-CE36-634D-9F1B-6CBED16DB889}"/>
                        </a:ext>
                      </a:extLst>
                    </p:cNvPr>
                    <p:cNvSpPr>
                      <a:spLocks noChangeArrowheads="1"/>
                    </p:cNvSpPr>
                    <p:nvPr/>
                  </p:nvSpPr>
                  <p:spPr bwMode="auto">
                    <a:xfrm>
                      <a:off x="528" y="2232"/>
                      <a:ext cx="104" cy="91"/>
                    </a:xfrm>
                    <a:prstGeom prst="rect">
                      <a:avLst/>
                    </a:prstGeom>
                    <a:solidFill>
                      <a:srgbClr val="E4000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15" name="Freeform 149">
                      <a:extLst>
                        <a:ext uri="{FF2B5EF4-FFF2-40B4-BE49-F238E27FC236}">
                          <a16:creationId xmlns:a16="http://schemas.microsoft.com/office/drawing/2014/main" id="{FA61DEAA-1D6D-3A4B-9DD2-2633E3EF3298}"/>
                        </a:ext>
                      </a:extLst>
                    </p:cNvPr>
                    <p:cNvSpPr>
                      <a:spLocks/>
                    </p:cNvSpPr>
                    <p:nvPr/>
                  </p:nvSpPr>
                  <p:spPr bwMode="auto">
                    <a:xfrm>
                      <a:off x="282" y="1951"/>
                      <a:ext cx="302" cy="274"/>
                    </a:xfrm>
                    <a:custGeom>
                      <a:avLst/>
                      <a:gdLst>
                        <a:gd name="T0" fmla="*/ 14 w 381"/>
                        <a:gd name="T1" fmla="*/ 274 h 274"/>
                        <a:gd name="T2" fmla="*/ 14 w 381"/>
                        <a:gd name="T3" fmla="*/ 130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rgbClr val="E4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17" name="Picture 151" descr="tv">
                      <a:extLst>
                        <a:ext uri="{FF2B5EF4-FFF2-40B4-BE49-F238E27FC236}">
                          <a16:creationId xmlns:a16="http://schemas.microsoft.com/office/drawing/2014/main" id="{94763A90-FA83-6D43-A436-F13917DEDD5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 y="1737"/>
                      <a:ext cx="476"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364" name="Freeform 209">
                  <a:extLst>
                    <a:ext uri="{FF2B5EF4-FFF2-40B4-BE49-F238E27FC236}">
                      <a16:creationId xmlns:a16="http://schemas.microsoft.com/office/drawing/2014/main" id="{EFB2345E-45BF-0345-9876-16ED4A0CBD60}"/>
                    </a:ext>
                  </a:extLst>
                </p:cNvPr>
                <p:cNvSpPr>
                  <a:spLocks/>
                </p:cNvSpPr>
                <p:nvPr/>
              </p:nvSpPr>
              <p:spPr bwMode="auto">
                <a:xfrm>
                  <a:off x="8543925" y="1479550"/>
                  <a:ext cx="127000" cy="476250"/>
                </a:xfrm>
                <a:custGeom>
                  <a:avLst/>
                  <a:gdLst>
                    <a:gd name="T0" fmla="*/ 0 w 80"/>
                    <a:gd name="T1" fmla="*/ 2147483647 h 300"/>
                    <a:gd name="T2" fmla="*/ 2147483647 w 80"/>
                    <a:gd name="T3" fmla="*/ 2147483647 h 300"/>
                    <a:gd name="T4" fmla="*/ 2147483647 w 80"/>
                    <a:gd name="T5" fmla="*/ 0 h 300"/>
                    <a:gd name="T6" fmla="*/ 0 60000 65536"/>
                    <a:gd name="T7" fmla="*/ 0 60000 65536"/>
                    <a:gd name="T8" fmla="*/ 0 60000 65536"/>
                    <a:gd name="T9" fmla="*/ 0 w 80"/>
                    <a:gd name="T10" fmla="*/ 0 h 300"/>
                    <a:gd name="T11" fmla="*/ 80 w 80"/>
                    <a:gd name="T12" fmla="*/ 300 h 300"/>
                  </a:gdLst>
                  <a:ahLst/>
                  <a:cxnLst>
                    <a:cxn ang="T6">
                      <a:pos x="T0" y="T1"/>
                    </a:cxn>
                    <a:cxn ang="T7">
                      <a:pos x="T2" y="T3"/>
                    </a:cxn>
                    <a:cxn ang="T8">
                      <a:pos x="T4" y="T5"/>
                    </a:cxn>
                  </a:cxnLst>
                  <a:rect l="T9" t="T10" r="T11" b="T12"/>
                  <a:pathLst>
                    <a:path w="80" h="300">
                      <a:moveTo>
                        <a:pt x="0" y="300"/>
                      </a:moveTo>
                      <a:lnTo>
                        <a:pt x="80" y="300"/>
                      </a:lnTo>
                      <a:lnTo>
                        <a:pt x="80" y="0"/>
                      </a:lnTo>
                    </a:path>
                  </a:pathLst>
                </a:custGeom>
                <a:noFill/>
                <a:ln w="9525">
                  <a:solidFill>
                    <a:srgbClr val="E4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365" name="Rectangle 44">
                <a:extLst>
                  <a:ext uri="{FF2B5EF4-FFF2-40B4-BE49-F238E27FC236}">
                    <a16:creationId xmlns:a16="http://schemas.microsoft.com/office/drawing/2014/main" id="{7ABEC7AC-0CF9-7740-88E7-0E43CF01748F}"/>
                  </a:ext>
                </a:extLst>
              </p:cNvPr>
              <p:cNvSpPr>
                <a:spLocks noChangeArrowheads="1"/>
              </p:cNvSpPr>
              <p:nvPr/>
            </p:nvSpPr>
            <p:spPr bwMode="auto">
              <a:xfrm>
                <a:off x="10755313" y="1054100"/>
                <a:ext cx="955675" cy="700088"/>
              </a:xfrm>
              <a:prstGeom prst="rect">
                <a:avLst/>
              </a:prstGeom>
              <a:noFill/>
              <a:ln w="9525">
                <a:solidFill>
                  <a:schemeClr val="tx1"/>
                </a:solidFill>
                <a:prstDash val="dash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367" name="Freeform 216">
                <a:extLst>
                  <a:ext uri="{FF2B5EF4-FFF2-40B4-BE49-F238E27FC236}">
                    <a16:creationId xmlns:a16="http://schemas.microsoft.com/office/drawing/2014/main" id="{D74A0656-120C-2348-A152-8E46A643DE11}"/>
                  </a:ext>
                </a:extLst>
              </p:cNvPr>
              <p:cNvSpPr>
                <a:spLocks/>
              </p:cNvSpPr>
              <p:nvPr/>
            </p:nvSpPr>
            <p:spPr bwMode="auto">
              <a:xfrm>
                <a:off x="11012488" y="1236663"/>
                <a:ext cx="330200" cy="454025"/>
              </a:xfrm>
              <a:custGeom>
                <a:avLst/>
                <a:gdLst>
                  <a:gd name="T0" fmla="*/ 0 w 318"/>
                  <a:gd name="T1" fmla="*/ 2147483647 h 412"/>
                  <a:gd name="T2" fmla="*/ 2147483647 w 318"/>
                  <a:gd name="T3" fmla="*/ 2147483647 h 412"/>
                  <a:gd name="T4" fmla="*/ 2147483647 w 318"/>
                  <a:gd name="T5" fmla="*/ 0 h 412"/>
                  <a:gd name="T6" fmla="*/ 2147483647 w 318"/>
                  <a:gd name="T7" fmla="*/ 2147483647 h 412"/>
                  <a:gd name="T8" fmla="*/ 2147483647 w 318"/>
                  <a:gd name="T9" fmla="*/ 2147483647 h 412"/>
                  <a:gd name="T10" fmla="*/ 2147483647 w 318"/>
                  <a:gd name="T11" fmla="*/ 2147483647 h 412"/>
                  <a:gd name="T12" fmla="*/ 2147483647 w 318"/>
                  <a:gd name="T13" fmla="*/ 2147483647 h 412"/>
                  <a:gd name="T14" fmla="*/ 2147483647 w 318"/>
                  <a:gd name="T15" fmla="*/ 2147483647 h 412"/>
                  <a:gd name="T16" fmla="*/ 0 w 318"/>
                  <a:gd name="T17" fmla="*/ 2147483647 h 4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8"/>
                  <a:gd name="T28" fmla="*/ 0 h 412"/>
                  <a:gd name="T29" fmla="*/ 318 w 318"/>
                  <a:gd name="T30" fmla="*/ 412 h 41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8" h="412">
                    <a:moveTo>
                      <a:pt x="0" y="412"/>
                    </a:moveTo>
                    <a:lnTo>
                      <a:pt x="3" y="1"/>
                    </a:lnTo>
                    <a:lnTo>
                      <a:pt x="74" y="0"/>
                    </a:lnTo>
                    <a:lnTo>
                      <a:pt x="254" y="111"/>
                    </a:lnTo>
                    <a:lnTo>
                      <a:pt x="318" y="115"/>
                    </a:lnTo>
                    <a:lnTo>
                      <a:pt x="318" y="308"/>
                    </a:lnTo>
                    <a:lnTo>
                      <a:pt x="246" y="308"/>
                    </a:lnTo>
                    <a:lnTo>
                      <a:pt x="74" y="412"/>
                    </a:lnTo>
                    <a:lnTo>
                      <a:pt x="0" y="412"/>
                    </a:lnTo>
                    <a:close/>
                  </a:path>
                </a:pathLst>
              </a:custGeom>
              <a:gradFill rotWithShape="1">
                <a:gsLst>
                  <a:gs pos="0">
                    <a:schemeClr val="bg1"/>
                  </a:gs>
                  <a:gs pos="99000">
                    <a:srgbClr val="E40000"/>
                  </a:gs>
                </a:gsLst>
                <a:lin ang="0" scaled="1"/>
              </a:gra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8" name="Freeform 217">
                <a:extLst>
                  <a:ext uri="{FF2B5EF4-FFF2-40B4-BE49-F238E27FC236}">
                    <a16:creationId xmlns:a16="http://schemas.microsoft.com/office/drawing/2014/main" id="{B21EE085-803A-FB4A-83BD-700B68E7F645}"/>
                  </a:ext>
                </a:extLst>
              </p:cNvPr>
              <p:cNvSpPr>
                <a:spLocks/>
              </p:cNvSpPr>
              <p:nvPr/>
            </p:nvSpPr>
            <p:spPr bwMode="auto">
              <a:xfrm>
                <a:off x="11009842" y="1167342"/>
                <a:ext cx="366713" cy="406400"/>
              </a:xfrm>
              <a:custGeom>
                <a:avLst/>
                <a:gdLst>
                  <a:gd name="T0" fmla="*/ 0 w 353"/>
                  <a:gd name="T1" fmla="*/ 2147483647 h 369"/>
                  <a:gd name="T2" fmla="*/ 2147483647 w 353"/>
                  <a:gd name="T3" fmla="*/ 0 h 369"/>
                  <a:gd name="T4" fmla="*/ 2147483647 w 353"/>
                  <a:gd name="T5" fmla="*/ 0 h 369"/>
                  <a:gd name="T6" fmla="*/ 2147483647 w 353"/>
                  <a:gd name="T7" fmla="*/ 2147483647 h 369"/>
                  <a:gd name="T8" fmla="*/ 2147483647 w 353"/>
                  <a:gd name="T9" fmla="*/ 2147483647 h 369"/>
                  <a:gd name="T10" fmla="*/ 2147483647 w 353"/>
                  <a:gd name="T11" fmla="*/ 2147483647 h 369"/>
                  <a:gd name="T12" fmla="*/ 2147483647 w 353"/>
                  <a:gd name="T13" fmla="*/ 2147483647 h 369"/>
                  <a:gd name="T14" fmla="*/ 2147483647 w 353"/>
                  <a:gd name="T15" fmla="*/ 2147483647 h 369"/>
                  <a:gd name="T16" fmla="*/ 2147483647 w 353"/>
                  <a:gd name="T17" fmla="*/ 2147483647 h 369"/>
                  <a:gd name="T18" fmla="*/ 2147483647 w 353"/>
                  <a:gd name="T19" fmla="*/ 2147483647 h 369"/>
                  <a:gd name="T20" fmla="*/ 0 w 353"/>
                  <a:gd name="T21" fmla="*/ 2147483647 h 3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3"/>
                  <a:gd name="T34" fmla="*/ 0 h 369"/>
                  <a:gd name="T35" fmla="*/ 353 w 353"/>
                  <a:gd name="T36" fmla="*/ 369 h 36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3" h="369">
                    <a:moveTo>
                      <a:pt x="0" y="59"/>
                    </a:moveTo>
                    <a:lnTo>
                      <a:pt x="32" y="0"/>
                    </a:lnTo>
                    <a:lnTo>
                      <a:pt x="105" y="0"/>
                    </a:lnTo>
                    <a:lnTo>
                      <a:pt x="276" y="113"/>
                    </a:lnTo>
                    <a:lnTo>
                      <a:pt x="353" y="113"/>
                    </a:lnTo>
                    <a:lnTo>
                      <a:pt x="353" y="315"/>
                    </a:lnTo>
                    <a:lnTo>
                      <a:pt x="318" y="369"/>
                    </a:lnTo>
                    <a:lnTo>
                      <a:pt x="315" y="173"/>
                    </a:lnTo>
                    <a:lnTo>
                      <a:pt x="254" y="173"/>
                    </a:lnTo>
                    <a:lnTo>
                      <a:pt x="75" y="60"/>
                    </a:lnTo>
                    <a:lnTo>
                      <a:pt x="0" y="59"/>
                    </a:lnTo>
                    <a:close/>
                  </a:path>
                </a:pathLst>
              </a:custGeom>
              <a:solidFill>
                <a:srgbClr val="C00000"/>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9" name="Line 218">
                <a:extLst>
                  <a:ext uri="{FF2B5EF4-FFF2-40B4-BE49-F238E27FC236}">
                    <a16:creationId xmlns:a16="http://schemas.microsoft.com/office/drawing/2014/main" id="{662CF9DC-48CB-3C4D-B5DD-565FE580BE40}"/>
                  </a:ext>
                </a:extLst>
              </p:cNvPr>
              <p:cNvSpPr>
                <a:spLocks noChangeShapeType="1"/>
              </p:cNvSpPr>
              <p:nvPr/>
            </p:nvSpPr>
            <p:spPr bwMode="auto">
              <a:xfrm flipH="1">
                <a:off x="11339513" y="1295400"/>
                <a:ext cx="34925" cy="682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0" name="Line 219">
                <a:extLst>
                  <a:ext uri="{FF2B5EF4-FFF2-40B4-BE49-F238E27FC236}">
                    <a16:creationId xmlns:a16="http://schemas.microsoft.com/office/drawing/2014/main" id="{7C5780A1-D001-8344-837A-3397C4576A2A}"/>
                  </a:ext>
                </a:extLst>
              </p:cNvPr>
              <p:cNvSpPr>
                <a:spLocks noChangeShapeType="1"/>
              </p:cNvSpPr>
              <p:nvPr/>
            </p:nvSpPr>
            <p:spPr bwMode="auto">
              <a:xfrm>
                <a:off x="11041063" y="1466850"/>
                <a:ext cx="26828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1" name="Freeform 220">
                <a:extLst>
                  <a:ext uri="{FF2B5EF4-FFF2-40B4-BE49-F238E27FC236}">
                    <a16:creationId xmlns:a16="http://schemas.microsoft.com/office/drawing/2014/main" id="{6C59CA65-50C3-0443-8B37-EE986EE2D328}"/>
                  </a:ext>
                </a:extLst>
              </p:cNvPr>
              <p:cNvSpPr>
                <a:spLocks/>
              </p:cNvSpPr>
              <p:nvPr/>
            </p:nvSpPr>
            <p:spPr bwMode="auto">
              <a:xfrm>
                <a:off x="11034713" y="1290638"/>
                <a:ext cx="274637" cy="115887"/>
              </a:xfrm>
              <a:custGeom>
                <a:avLst/>
                <a:gdLst>
                  <a:gd name="T0" fmla="*/ 0 w 264"/>
                  <a:gd name="T1" fmla="*/ 0 h 105"/>
                  <a:gd name="T2" fmla="*/ 2147483647 w 264"/>
                  <a:gd name="T3" fmla="*/ 0 h 105"/>
                  <a:gd name="T4" fmla="*/ 2147483647 w 264"/>
                  <a:gd name="T5" fmla="*/ 2147483647 h 105"/>
                  <a:gd name="T6" fmla="*/ 2147483647 w 264"/>
                  <a:gd name="T7" fmla="*/ 2147483647 h 105"/>
                  <a:gd name="T8" fmla="*/ 0 60000 65536"/>
                  <a:gd name="T9" fmla="*/ 0 60000 65536"/>
                  <a:gd name="T10" fmla="*/ 0 60000 65536"/>
                  <a:gd name="T11" fmla="*/ 0 60000 65536"/>
                  <a:gd name="T12" fmla="*/ 0 w 264"/>
                  <a:gd name="T13" fmla="*/ 0 h 105"/>
                  <a:gd name="T14" fmla="*/ 264 w 264"/>
                  <a:gd name="T15" fmla="*/ 105 h 105"/>
                </a:gdLst>
                <a:ahLst/>
                <a:cxnLst>
                  <a:cxn ang="T8">
                    <a:pos x="T0" y="T1"/>
                  </a:cxn>
                  <a:cxn ang="T9">
                    <a:pos x="T2" y="T3"/>
                  </a:cxn>
                  <a:cxn ang="T10">
                    <a:pos x="T4" y="T5"/>
                  </a:cxn>
                  <a:cxn ang="T11">
                    <a:pos x="T6" y="T7"/>
                  </a:cxn>
                </a:cxnLst>
                <a:rect l="T12" t="T13" r="T14" b="T15"/>
                <a:pathLst>
                  <a:path w="264" h="105">
                    <a:moveTo>
                      <a:pt x="0" y="0"/>
                    </a:moveTo>
                    <a:lnTo>
                      <a:pt x="52" y="0"/>
                    </a:lnTo>
                    <a:lnTo>
                      <a:pt x="207" y="105"/>
                    </a:lnTo>
                    <a:lnTo>
                      <a:pt x="264" y="105"/>
                    </a:ln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2" name="Freeform 221">
                <a:extLst>
                  <a:ext uri="{FF2B5EF4-FFF2-40B4-BE49-F238E27FC236}">
                    <a16:creationId xmlns:a16="http://schemas.microsoft.com/office/drawing/2014/main" id="{7556E69F-3BCD-2B4F-A17A-81BBDE0EEFC2}"/>
                  </a:ext>
                </a:extLst>
              </p:cNvPr>
              <p:cNvSpPr>
                <a:spLocks/>
              </p:cNvSpPr>
              <p:nvPr/>
            </p:nvSpPr>
            <p:spPr bwMode="auto">
              <a:xfrm flipV="1">
                <a:off x="11034713" y="1527175"/>
                <a:ext cx="274637" cy="114300"/>
              </a:xfrm>
              <a:custGeom>
                <a:avLst/>
                <a:gdLst>
                  <a:gd name="T0" fmla="*/ 0 w 264"/>
                  <a:gd name="T1" fmla="*/ 0 h 105"/>
                  <a:gd name="T2" fmla="*/ 2147483647 w 264"/>
                  <a:gd name="T3" fmla="*/ 0 h 105"/>
                  <a:gd name="T4" fmla="*/ 2147483647 w 264"/>
                  <a:gd name="T5" fmla="*/ 2147483647 h 105"/>
                  <a:gd name="T6" fmla="*/ 2147483647 w 264"/>
                  <a:gd name="T7" fmla="*/ 2147483647 h 105"/>
                  <a:gd name="T8" fmla="*/ 0 60000 65536"/>
                  <a:gd name="T9" fmla="*/ 0 60000 65536"/>
                  <a:gd name="T10" fmla="*/ 0 60000 65536"/>
                  <a:gd name="T11" fmla="*/ 0 60000 65536"/>
                  <a:gd name="T12" fmla="*/ 0 w 264"/>
                  <a:gd name="T13" fmla="*/ 0 h 105"/>
                  <a:gd name="T14" fmla="*/ 264 w 264"/>
                  <a:gd name="T15" fmla="*/ 105 h 105"/>
                </a:gdLst>
                <a:ahLst/>
                <a:cxnLst>
                  <a:cxn ang="T8">
                    <a:pos x="T0" y="T1"/>
                  </a:cxn>
                  <a:cxn ang="T9">
                    <a:pos x="T2" y="T3"/>
                  </a:cxn>
                  <a:cxn ang="T10">
                    <a:pos x="T4" y="T5"/>
                  </a:cxn>
                  <a:cxn ang="T11">
                    <a:pos x="T6" y="T7"/>
                  </a:cxn>
                </a:cxnLst>
                <a:rect l="T12" t="T13" r="T14" b="T15"/>
                <a:pathLst>
                  <a:path w="264" h="105">
                    <a:moveTo>
                      <a:pt x="0" y="0"/>
                    </a:moveTo>
                    <a:lnTo>
                      <a:pt x="52" y="0"/>
                    </a:lnTo>
                    <a:lnTo>
                      <a:pt x="207" y="105"/>
                    </a:lnTo>
                    <a:lnTo>
                      <a:pt x="264" y="105"/>
                    </a:ln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3" name="AutoShape 225">
                <a:extLst>
                  <a:ext uri="{FF2B5EF4-FFF2-40B4-BE49-F238E27FC236}">
                    <a16:creationId xmlns:a16="http://schemas.microsoft.com/office/drawing/2014/main" id="{9DD28501-C345-2745-849B-87EB75970D3E}"/>
                  </a:ext>
                </a:extLst>
              </p:cNvPr>
              <p:cNvSpPr>
                <a:spLocks noChangeArrowheads="1"/>
              </p:cNvSpPr>
              <p:nvPr/>
            </p:nvSpPr>
            <p:spPr bwMode="auto">
              <a:xfrm>
                <a:off x="10615613" y="790575"/>
                <a:ext cx="1206500" cy="261938"/>
              </a:xfrm>
              <a:prstGeom prst="triangle">
                <a:avLst>
                  <a:gd name="adj" fmla="val 50000"/>
                </a:avLst>
              </a:prstGeom>
              <a:noFill/>
              <a:ln w="9525">
                <a:solidFill>
                  <a:schemeClr val="tx1"/>
                </a:solidFill>
                <a:prstDash val="dash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nvGrpSpPr>
              <p:cNvPr id="523" name="Group 522">
                <a:extLst>
                  <a:ext uri="{FF2B5EF4-FFF2-40B4-BE49-F238E27FC236}">
                    <a16:creationId xmlns:a16="http://schemas.microsoft.com/office/drawing/2014/main" id="{983BDABC-49F0-F642-9544-FC51657A2E15}"/>
                  </a:ext>
                </a:extLst>
              </p:cNvPr>
              <p:cNvGrpSpPr/>
              <p:nvPr/>
            </p:nvGrpSpPr>
            <p:grpSpPr>
              <a:xfrm>
                <a:off x="8699500" y="730250"/>
                <a:ext cx="850900" cy="755650"/>
                <a:chOff x="8699500" y="730250"/>
                <a:chExt cx="850900" cy="755650"/>
              </a:xfrm>
            </p:grpSpPr>
            <p:grpSp>
              <p:nvGrpSpPr>
                <p:cNvPr id="393" name="Group 117">
                  <a:extLst>
                    <a:ext uri="{FF2B5EF4-FFF2-40B4-BE49-F238E27FC236}">
                      <a16:creationId xmlns:a16="http://schemas.microsoft.com/office/drawing/2014/main" id="{D54CFC43-9C44-9741-8C04-D80CE4756997}"/>
                    </a:ext>
                  </a:extLst>
                </p:cNvPr>
                <p:cNvGrpSpPr>
                  <a:grpSpLocks/>
                </p:cNvGrpSpPr>
                <p:nvPr/>
              </p:nvGrpSpPr>
              <p:grpSpPr bwMode="auto">
                <a:xfrm>
                  <a:off x="8699500" y="730250"/>
                  <a:ext cx="850900" cy="527050"/>
                  <a:chOff x="-490" y="1664"/>
                  <a:chExt cx="1429" cy="842"/>
                </a:xfrm>
              </p:grpSpPr>
              <p:sp>
                <p:nvSpPr>
                  <p:cNvPr id="394" name="AutoShape 111">
                    <a:extLst>
                      <a:ext uri="{FF2B5EF4-FFF2-40B4-BE49-F238E27FC236}">
                        <a16:creationId xmlns:a16="http://schemas.microsoft.com/office/drawing/2014/main" id="{97DF7804-CC88-1F42-B8F9-051351FE8089}"/>
                      </a:ext>
                    </a:extLst>
                  </p:cNvPr>
                  <p:cNvSpPr>
                    <a:spLocks noChangeArrowheads="1"/>
                  </p:cNvSpPr>
                  <p:nvPr/>
                </p:nvSpPr>
                <p:spPr bwMode="auto">
                  <a:xfrm>
                    <a:off x="-490" y="1664"/>
                    <a:ext cx="1429" cy="294"/>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nvGrpSpPr>
                  <p:cNvPr id="395" name="Group 116">
                    <a:extLst>
                      <a:ext uri="{FF2B5EF4-FFF2-40B4-BE49-F238E27FC236}">
                        <a16:creationId xmlns:a16="http://schemas.microsoft.com/office/drawing/2014/main" id="{62D463CD-C41B-EB42-B714-BE7DEB8C5A05}"/>
                      </a:ext>
                    </a:extLst>
                  </p:cNvPr>
                  <p:cNvGrpSpPr>
                    <a:grpSpLocks/>
                  </p:cNvGrpSpPr>
                  <p:nvPr/>
                </p:nvGrpSpPr>
                <p:grpSpPr bwMode="auto">
                  <a:xfrm>
                    <a:off x="-427" y="1737"/>
                    <a:ext cx="1217" cy="769"/>
                    <a:chOff x="-427" y="1737"/>
                    <a:chExt cx="1217" cy="769"/>
                  </a:xfrm>
                </p:grpSpPr>
                <p:sp>
                  <p:nvSpPr>
                    <p:cNvPr id="396" name="Rectangle 99">
                      <a:extLst>
                        <a:ext uri="{FF2B5EF4-FFF2-40B4-BE49-F238E27FC236}">
                          <a16:creationId xmlns:a16="http://schemas.microsoft.com/office/drawing/2014/main" id="{C882ED75-ED21-974A-90AC-D2ADE1E07E38}"/>
                        </a:ext>
                      </a:extLst>
                    </p:cNvPr>
                    <p:cNvSpPr>
                      <a:spLocks noChangeArrowheads="1"/>
                    </p:cNvSpPr>
                    <p:nvPr/>
                  </p:nvSpPr>
                  <p:spPr bwMode="auto">
                    <a:xfrm>
                      <a:off x="-338" y="1923"/>
                      <a:ext cx="1128" cy="58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97" name="Line 7">
                      <a:extLst>
                        <a:ext uri="{FF2B5EF4-FFF2-40B4-BE49-F238E27FC236}">
                          <a16:creationId xmlns:a16="http://schemas.microsoft.com/office/drawing/2014/main" id="{1BB2D968-610B-184F-A2CF-14B33B3A9572}"/>
                        </a:ext>
                      </a:extLst>
                    </p:cNvPr>
                    <p:cNvSpPr>
                      <a:spLocks noChangeShapeType="1"/>
                    </p:cNvSpPr>
                    <p:nvPr/>
                  </p:nvSpPr>
                  <p:spPr bwMode="auto">
                    <a:xfrm>
                      <a:off x="-150" y="2271"/>
                      <a:ext cx="673" cy="7"/>
                    </a:xfrm>
                    <a:prstGeom prst="line">
                      <a:avLst/>
                    </a:prstGeom>
                    <a:noFill/>
                    <a:ln w="9525">
                      <a:solidFill>
                        <a:srgbClr val="E4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98" name="Group 103">
                      <a:extLst>
                        <a:ext uri="{FF2B5EF4-FFF2-40B4-BE49-F238E27FC236}">
                          <a16:creationId xmlns:a16="http://schemas.microsoft.com/office/drawing/2014/main" id="{4D4CE61C-8983-B647-864F-F470C03A070F}"/>
                        </a:ext>
                      </a:extLst>
                    </p:cNvPr>
                    <p:cNvGrpSpPr>
                      <a:grpSpLocks/>
                    </p:cNvGrpSpPr>
                    <p:nvPr/>
                  </p:nvGrpSpPr>
                  <p:grpSpPr bwMode="auto">
                    <a:xfrm>
                      <a:off x="68" y="2192"/>
                      <a:ext cx="387" cy="139"/>
                      <a:chOff x="322" y="890"/>
                      <a:chExt cx="872" cy="339"/>
                    </a:xfrm>
                  </p:grpSpPr>
                  <p:sp>
                    <p:nvSpPr>
                      <p:cNvPr id="403" name="Rectangle 104">
                        <a:extLst>
                          <a:ext uri="{FF2B5EF4-FFF2-40B4-BE49-F238E27FC236}">
                            <a16:creationId xmlns:a16="http://schemas.microsoft.com/office/drawing/2014/main" id="{F0C7BF96-DC9B-8F46-A1CD-DF23ED3B114D}"/>
                          </a:ext>
                        </a:extLst>
                      </p:cNvPr>
                      <p:cNvSpPr>
                        <a:spLocks noChangeArrowheads="1"/>
                      </p:cNvSpPr>
                      <p:nvPr/>
                    </p:nvSpPr>
                    <p:spPr bwMode="auto">
                      <a:xfrm>
                        <a:off x="320" y="1000"/>
                        <a:ext cx="871" cy="229"/>
                      </a:xfrm>
                      <a:prstGeom prst="rect">
                        <a:avLst/>
                      </a:prstGeom>
                      <a:solidFill>
                        <a:srgbClr val="EC86A6"/>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04" name="Rectangle 105">
                        <a:extLst>
                          <a:ext uri="{FF2B5EF4-FFF2-40B4-BE49-F238E27FC236}">
                            <a16:creationId xmlns:a16="http://schemas.microsoft.com/office/drawing/2014/main" id="{31A36EA8-D658-AB47-BE82-801AA588F5B0}"/>
                          </a:ext>
                        </a:extLst>
                      </p:cNvPr>
                      <p:cNvSpPr>
                        <a:spLocks noChangeArrowheads="1"/>
                      </p:cNvSpPr>
                      <p:nvPr/>
                    </p:nvSpPr>
                    <p:spPr bwMode="auto">
                      <a:xfrm>
                        <a:off x="392" y="1074"/>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05" name="Rectangle 106">
                        <a:extLst>
                          <a:ext uri="{FF2B5EF4-FFF2-40B4-BE49-F238E27FC236}">
                            <a16:creationId xmlns:a16="http://schemas.microsoft.com/office/drawing/2014/main" id="{5DDEAC47-056C-384C-B89F-5A42C8379AD9}"/>
                          </a:ext>
                        </a:extLst>
                      </p:cNvPr>
                      <p:cNvSpPr>
                        <a:spLocks noChangeArrowheads="1"/>
                      </p:cNvSpPr>
                      <p:nvPr/>
                    </p:nvSpPr>
                    <p:spPr bwMode="auto">
                      <a:xfrm>
                        <a:off x="464" y="1074"/>
                        <a:ext cx="54"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06" name="Rectangle 107">
                        <a:extLst>
                          <a:ext uri="{FF2B5EF4-FFF2-40B4-BE49-F238E27FC236}">
                            <a16:creationId xmlns:a16="http://schemas.microsoft.com/office/drawing/2014/main" id="{5FAEA790-B08D-2741-A24E-F6C8966DFA2D}"/>
                          </a:ext>
                        </a:extLst>
                      </p:cNvPr>
                      <p:cNvSpPr>
                        <a:spLocks noChangeArrowheads="1"/>
                      </p:cNvSpPr>
                      <p:nvPr/>
                    </p:nvSpPr>
                    <p:spPr bwMode="auto">
                      <a:xfrm>
                        <a:off x="536" y="1068"/>
                        <a:ext cx="60"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07" name="Rectangle 108">
                        <a:extLst>
                          <a:ext uri="{FF2B5EF4-FFF2-40B4-BE49-F238E27FC236}">
                            <a16:creationId xmlns:a16="http://schemas.microsoft.com/office/drawing/2014/main" id="{C8681A97-C9D1-FE48-BB82-818A99CB0B4D}"/>
                          </a:ext>
                        </a:extLst>
                      </p:cNvPr>
                      <p:cNvSpPr>
                        <a:spLocks noChangeArrowheads="1"/>
                      </p:cNvSpPr>
                      <p:nvPr/>
                    </p:nvSpPr>
                    <p:spPr bwMode="auto">
                      <a:xfrm>
                        <a:off x="615" y="1068"/>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08" name="AutoShape 109">
                        <a:extLst>
                          <a:ext uri="{FF2B5EF4-FFF2-40B4-BE49-F238E27FC236}">
                            <a16:creationId xmlns:a16="http://schemas.microsoft.com/office/drawing/2014/main" id="{CFB36D93-5244-FD4C-BD34-FB641007F596}"/>
                          </a:ext>
                        </a:extLst>
                      </p:cNvPr>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1">
                          <a:lumMod val="75000"/>
                        </a:schemeClr>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399" name="Picture 110" descr="desktop_computer_stylized_small">
                      <a:extLst>
                        <a:ext uri="{FF2B5EF4-FFF2-40B4-BE49-F238E27FC236}">
                          <a16:creationId xmlns:a16="http://schemas.microsoft.com/office/drawing/2014/main" id="{9B404C1F-048E-7044-BE69-14D8C09F81C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7" y="2049"/>
                      <a:ext cx="44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0" name="Rectangle 112">
                      <a:extLst>
                        <a:ext uri="{FF2B5EF4-FFF2-40B4-BE49-F238E27FC236}">
                          <a16:creationId xmlns:a16="http://schemas.microsoft.com/office/drawing/2014/main" id="{93620211-30D2-A74F-85D8-3CCB3BB54C29}"/>
                        </a:ext>
                      </a:extLst>
                    </p:cNvPr>
                    <p:cNvSpPr>
                      <a:spLocks noChangeArrowheads="1"/>
                    </p:cNvSpPr>
                    <p:nvPr/>
                  </p:nvSpPr>
                  <p:spPr bwMode="auto">
                    <a:xfrm>
                      <a:off x="528" y="2232"/>
                      <a:ext cx="104" cy="91"/>
                    </a:xfrm>
                    <a:prstGeom prst="rect">
                      <a:avLst/>
                    </a:prstGeom>
                    <a:solidFill>
                      <a:srgbClr val="E4000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01" name="Freeform 113">
                      <a:extLst>
                        <a:ext uri="{FF2B5EF4-FFF2-40B4-BE49-F238E27FC236}">
                          <a16:creationId xmlns:a16="http://schemas.microsoft.com/office/drawing/2014/main" id="{EAB132C2-BF16-0F4B-B306-8B5A4C1C07AA}"/>
                        </a:ext>
                      </a:extLst>
                    </p:cNvPr>
                    <p:cNvSpPr>
                      <a:spLocks/>
                    </p:cNvSpPr>
                    <p:nvPr/>
                  </p:nvSpPr>
                  <p:spPr bwMode="auto">
                    <a:xfrm>
                      <a:off x="282" y="1951"/>
                      <a:ext cx="302" cy="274"/>
                    </a:xfrm>
                    <a:custGeom>
                      <a:avLst/>
                      <a:gdLst>
                        <a:gd name="T0" fmla="*/ 14 w 381"/>
                        <a:gd name="T1" fmla="*/ 274 h 274"/>
                        <a:gd name="T2" fmla="*/ 14 w 381"/>
                        <a:gd name="T3" fmla="*/ 130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rgbClr val="E4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02" name="Picture 115" descr="tv">
                      <a:extLst>
                        <a:ext uri="{FF2B5EF4-FFF2-40B4-BE49-F238E27FC236}">
                          <a16:creationId xmlns:a16="http://schemas.microsoft.com/office/drawing/2014/main" id="{E56F1C09-456F-6945-AACA-76354A8314E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 y="1737"/>
                      <a:ext cx="476"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cxnSp>
              <p:nvCxnSpPr>
                <p:cNvPr id="522" name="Straight Connector 521">
                  <a:extLst>
                    <a:ext uri="{FF2B5EF4-FFF2-40B4-BE49-F238E27FC236}">
                      <a16:creationId xmlns:a16="http://schemas.microsoft.com/office/drawing/2014/main" id="{CEADDDE2-F07E-2048-90F3-56476774EC97}"/>
                    </a:ext>
                  </a:extLst>
                </p:cNvPr>
                <p:cNvCxnSpPr/>
                <p:nvPr/>
              </p:nvCxnSpPr>
              <p:spPr>
                <a:xfrm>
                  <a:off x="9334500" y="1147233"/>
                  <a:ext cx="0" cy="338667"/>
                </a:xfrm>
                <a:prstGeom prst="line">
                  <a:avLst/>
                </a:prstGeom>
                <a:ln w="9525">
                  <a:solidFill>
                    <a:srgbClr val="E40000"/>
                  </a:solidFill>
                </a:ln>
              </p:spPr>
              <p:style>
                <a:lnRef idx="1">
                  <a:schemeClr val="accent1"/>
                </a:lnRef>
                <a:fillRef idx="0">
                  <a:schemeClr val="accent1"/>
                </a:fillRef>
                <a:effectRef idx="0">
                  <a:schemeClr val="accent1"/>
                </a:effectRef>
                <a:fontRef idx="minor">
                  <a:schemeClr val="tx1"/>
                </a:fontRef>
              </p:style>
            </p:cxnSp>
          </p:grpSp>
          <p:cxnSp>
            <p:nvCxnSpPr>
              <p:cNvPr id="412" name="Straight Connector 411">
                <a:extLst>
                  <a:ext uri="{FF2B5EF4-FFF2-40B4-BE49-F238E27FC236}">
                    <a16:creationId xmlns:a16="http://schemas.microsoft.com/office/drawing/2014/main" id="{2E6A914D-56E6-6144-8A5D-B26042233D49}"/>
                  </a:ext>
                </a:extLst>
              </p:cNvPr>
              <p:cNvCxnSpPr/>
              <p:nvPr/>
            </p:nvCxnSpPr>
            <p:spPr>
              <a:xfrm>
                <a:off x="8428567" y="1151466"/>
                <a:ext cx="0" cy="338667"/>
              </a:xfrm>
              <a:prstGeom prst="line">
                <a:avLst/>
              </a:prstGeom>
              <a:ln w="9525">
                <a:solidFill>
                  <a:srgbClr val="E40000"/>
                </a:solidFill>
              </a:ln>
            </p:spPr>
            <p:style>
              <a:lnRef idx="1">
                <a:schemeClr val="accent1"/>
              </a:lnRef>
              <a:fillRef idx="0">
                <a:schemeClr val="accent1"/>
              </a:fillRef>
              <a:effectRef idx="0">
                <a:schemeClr val="accent1"/>
              </a:effectRef>
              <a:fontRef idx="minor">
                <a:schemeClr val="tx1"/>
              </a:fontRef>
            </p:style>
          </p:cxnSp>
          <p:grpSp>
            <p:nvGrpSpPr>
              <p:cNvPr id="415" name="Group 414">
                <a:extLst>
                  <a:ext uri="{FF2B5EF4-FFF2-40B4-BE49-F238E27FC236}">
                    <a16:creationId xmlns:a16="http://schemas.microsoft.com/office/drawing/2014/main" id="{EA667DB5-3322-4A46-B5FA-A070FD5DC154}"/>
                  </a:ext>
                </a:extLst>
              </p:cNvPr>
              <p:cNvGrpSpPr/>
              <p:nvPr/>
            </p:nvGrpSpPr>
            <p:grpSpPr>
              <a:xfrm>
                <a:off x="8795279" y="1483783"/>
                <a:ext cx="850900" cy="623888"/>
                <a:chOff x="7872413" y="1479550"/>
                <a:chExt cx="850900" cy="623888"/>
              </a:xfrm>
            </p:grpSpPr>
            <p:grpSp>
              <p:nvGrpSpPr>
                <p:cNvPr id="416" name="Group 135">
                  <a:extLst>
                    <a:ext uri="{FF2B5EF4-FFF2-40B4-BE49-F238E27FC236}">
                      <a16:creationId xmlns:a16="http://schemas.microsoft.com/office/drawing/2014/main" id="{85DFD946-B194-774B-88CB-2C0D2F0CAAAB}"/>
                    </a:ext>
                  </a:extLst>
                </p:cNvPr>
                <p:cNvGrpSpPr>
                  <a:grpSpLocks/>
                </p:cNvGrpSpPr>
                <p:nvPr/>
              </p:nvGrpSpPr>
              <p:grpSpPr bwMode="auto">
                <a:xfrm>
                  <a:off x="7872413" y="1576388"/>
                  <a:ext cx="850900" cy="527050"/>
                  <a:chOff x="-490" y="1664"/>
                  <a:chExt cx="1429" cy="842"/>
                </a:xfrm>
              </p:grpSpPr>
              <p:sp>
                <p:nvSpPr>
                  <p:cNvPr id="418" name="AutoShape 136">
                    <a:extLst>
                      <a:ext uri="{FF2B5EF4-FFF2-40B4-BE49-F238E27FC236}">
                        <a16:creationId xmlns:a16="http://schemas.microsoft.com/office/drawing/2014/main" id="{F297B945-74B3-CB4B-878C-7C02A4889F16}"/>
                      </a:ext>
                    </a:extLst>
                  </p:cNvPr>
                  <p:cNvSpPr>
                    <a:spLocks noChangeArrowheads="1"/>
                  </p:cNvSpPr>
                  <p:nvPr/>
                </p:nvSpPr>
                <p:spPr bwMode="auto">
                  <a:xfrm>
                    <a:off x="-490" y="1664"/>
                    <a:ext cx="1429" cy="294"/>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nvGrpSpPr>
                  <p:cNvPr id="419" name="Group 137">
                    <a:extLst>
                      <a:ext uri="{FF2B5EF4-FFF2-40B4-BE49-F238E27FC236}">
                        <a16:creationId xmlns:a16="http://schemas.microsoft.com/office/drawing/2014/main" id="{E4CF7180-96A2-CD40-B8A0-45AE98BA1F1E}"/>
                      </a:ext>
                    </a:extLst>
                  </p:cNvPr>
                  <p:cNvGrpSpPr>
                    <a:grpSpLocks/>
                  </p:cNvGrpSpPr>
                  <p:nvPr/>
                </p:nvGrpSpPr>
                <p:grpSpPr bwMode="auto">
                  <a:xfrm>
                    <a:off x="-427" y="1737"/>
                    <a:ext cx="1217" cy="769"/>
                    <a:chOff x="-427" y="1737"/>
                    <a:chExt cx="1217" cy="769"/>
                  </a:xfrm>
                </p:grpSpPr>
                <p:sp>
                  <p:nvSpPr>
                    <p:cNvPr id="420" name="Rectangle 138">
                      <a:extLst>
                        <a:ext uri="{FF2B5EF4-FFF2-40B4-BE49-F238E27FC236}">
                          <a16:creationId xmlns:a16="http://schemas.microsoft.com/office/drawing/2014/main" id="{E728FEDA-C496-A141-8FEA-14AAB825DF0A}"/>
                        </a:ext>
                      </a:extLst>
                    </p:cNvPr>
                    <p:cNvSpPr>
                      <a:spLocks noChangeArrowheads="1"/>
                    </p:cNvSpPr>
                    <p:nvPr/>
                  </p:nvSpPr>
                  <p:spPr bwMode="auto">
                    <a:xfrm>
                      <a:off x="-338" y="1923"/>
                      <a:ext cx="1128" cy="58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21" name="Line 7">
                      <a:extLst>
                        <a:ext uri="{FF2B5EF4-FFF2-40B4-BE49-F238E27FC236}">
                          <a16:creationId xmlns:a16="http://schemas.microsoft.com/office/drawing/2014/main" id="{94947D33-1E0B-FE40-8CAB-CBBDC0D6E22A}"/>
                        </a:ext>
                      </a:extLst>
                    </p:cNvPr>
                    <p:cNvSpPr>
                      <a:spLocks noChangeShapeType="1"/>
                    </p:cNvSpPr>
                    <p:nvPr/>
                  </p:nvSpPr>
                  <p:spPr bwMode="auto">
                    <a:xfrm>
                      <a:off x="-150" y="2271"/>
                      <a:ext cx="676" cy="4"/>
                    </a:xfrm>
                    <a:prstGeom prst="line">
                      <a:avLst/>
                    </a:prstGeom>
                    <a:noFill/>
                    <a:ln w="9525">
                      <a:solidFill>
                        <a:srgbClr val="E4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422" name="Group 140">
                      <a:extLst>
                        <a:ext uri="{FF2B5EF4-FFF2-40B4-BE49-F238E27FC236}">
                          <a16:creationId xmlns:a16="http://schemas.microsoft.com/office/drawing/2014/main" id="{394E883E-EC3D-5D4A-AEA2-4725F7F2DBF7}"/>
                        </a:ext>
                      </a:extLst>
                    </p:cNvPr>
                    <p:cNvGrpSpPr>
                      <a:grpSpLocks/>
                    </p:cNvGrpSpPr>
                    <p:nvPr/>
                  </p:nvGrpSpPr>
                  <p:grpSpPr bwMode="auto">
                    <a:xfrm>
                      <a:off x="68" y="2192"/>
                      <a:ext cx="387" cy="139"/>
                      <a:chOff x="322" y="890"/>
                      <a:chExt cx="872" cy="339"/>
                    </a:xfrm>
                  </p:grpSpPr>
                  <p:sp>
                    <p:nvSpPr>
                      <p:cNvPr id="427" name="Rectangle 141">
                        <a:extLst>
                          <a:ext uri="{FF2B5EF4-FFF2-40B4-BE49-F238E27FC236}">
                            <a16:creationId xmlns:a16="http://schemas.microsoft.com/office/drawing/2014/main" id="{448655B1-0992-6F4B-815F-913E06606CB8}"/>
                          </a:ext>
                        </a:extLst>
                      </p:cNvPr>
                      <p:cNvSpPr>
                        <a:spLocks noChangeArrowheads="1"/>
                      </p:cNvSpPr>
                      <p:nvPr/>
                    </p:nvSpPr>
                    <p:spPr bwMode="auto">
                      <a:xfrm>
                        <a:off x="320" y="1000"/>
                        <a:ext cx="871" cy="229"/>
                      </a:xfrm>
                      <a:prstGeom prst="rect">
                        <a:avLst/>
                      </a:prstGeom>
                      <a:solidFill>
                        <a:srgbClr val="EC86A6"/>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28" name="Rectangle 142">
                        <a:extLst>
                          <a:ext uri="{FF2B5EF4-FFF2-40B4-BE49-F238E27FC236}">
                            <a16:creationId xmlns:a16="http://schemas.microsoft.com/office/drawing/2014/main" id="{968409F2-F7DA-2446-B315-0CF4D05EAD1C}"/>
                          </a:ext>
                        </a:extLst>
                      </p:cNvPr>
                      <p:cNvSpPr>
                        <a:spLocks noChangeArrowheads="1"/>
                      </p:cNvSpPr>
                      <p:nvPr/>
                    </p:nvSpPr>
                    <p:spPr bwMode="auto">
                      <a:xfrm>
                        <a:off x="392" y="1074"/>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29" name="Rectangle 143">
                        <a:extLst>
                          <a:ext uri="{FF2B5EF4-FFF2-40B4-BE49-F238E27FC236}">
                            <a16:creationId xmlns:a16="http://schemas.microsoft.com/office/drawing/2014/main" id="{0362FF3B-ADD9-5744-8ACA-3EFADB83225A}"/>
                          </a:ext>
                        </a:extLst>
                      </p:cNvPr>
                      <p:cNvSpPr>
                        <a:spLocks noChangeArrowheads="1"/>
                      </p:cNvSpPr>
                      <p:nvPr/>
                    </p:nvSpPr>
                    <p:spPr bwMode="auto">
                      <a:xfrm>
                        <a:off x="464" y="1074"/>
                        <a:ext cx="54"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30" name="Rectangle 144">
                        <a:extLst>
                          <a:ext uri="{FF2B5EF4-FFF2-40B4-BE49-F238E27FC236}">
                            <a16:creationId xmlns:a16="http://schemas.microsoft.com/office/drawing/2014/main" id="{C40AA11A-DFD4-8F42-897F-82FED599B224}"/>
                          </a:ext>
                        </a:extLst>
                      </p:cNvPr>
                      <p:cNvSpPr>
                        <a:spLocks noChangeArrowheads="1"/>
                      </p:cNvSpPr>
                      <p:nvPr/>
                    </p:nvSpPr>
                    <p:spPr bwMode="auto">
                      <a:xfrm>
                        <a:off x="536" y="1068"/>
                        <a:ext cx="60"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31" name="Rectangle 145">
                        <a:extLst>
                          <a:ext uri="{FF2B5EF4-FFF2-40B4-BE49-F238E27FC236}">
                            <a16:creationId xmlns:a16="http://schemas.microsoft.com/office/drawing/2014/main" id="{8A810F1B-6E62-5742-8139-F7E89D3E1CE1}"/>
                          </a:ext>
                        </a:extLst>
                      </p:cNvPr>
                      <p:cNvSpPr>
                        <a:spLocks noChangeArrowheads="1"/>
                      </p:cNvSpPr>
                      <p:nvPr/>
                    </p:nvSpPr>
                    <p:spPr bwMode="auto">
                      <a:xfrm>
                        <a:off x="615" y="1068"/>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32" name="AutoShape 146">
                        <a:extLst>
                          <a:ext uri="{FF2B5EF4-FFF2-40B4-BE49-F238E27FC236}">
                            <a16:creationId xmlns:a16="http://schemas.microsoft.com/office/drawing/2014/main" id="{F9E0BEC6-A98D-274B-80FC-89A044339232}"/>
                          </a:ext>
                        </a:extLst>
                      </p:cNvPr>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1">
                          <a:lumMod val="75000"/>
                        </a:schemeClr>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423" name="Picture 147" descr="desktop_computer_stylized_small">
                      <a:extLst>
                        <a:ext uri="{FF2B5EF4-FFF2-40B4-BE49-F238E27FC236}">
                          <a16:creationId xmlns:a16="http://schemas.microsoft.com/office/drawing/2014/main" id="{0A91A55F-2043-9E4B-99F9-AFA78F5A814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7" y="2049"/>
                      <a:ext cx="44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4" name="Rectangle 148">
                      <a:extLst>
                        <a:ext uri="{FF2B5EF4-FFF2-40B4-BE49-F238E27FC236}">
                          <a16:creationId xmlns:a16="http://schemas.microsoft.com/office/drawing/2014/main" id="{F8AF0B05-119A-0146-852E-B3BD3225EC1D}"/>
                        </a:ext>
                      </a:extLst>
                    </p:cNvPr>
                    <p:cNvSpPr>
                      <a:spLocks noChangeArrowheads="1"/>
                    </p:cNvSpPr>
                    <p:nvPr/>
                  </p:nvSpPr>
                  <p:spPr bwMode="auto">
                    <a:xfrm>
                      <a:off x="528" y="2232"/>
                      <a:ext cx="104" cy="91"/>
                    </a:xfrm>
                    <a:prstGeom prst="rect">
                      <a:avLst/>
                    </a:prstGeom>
                    <a:solidFill>
                      <a:srgbClr val="E4000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25" name="Freeform 149">
                      <a:extLst>
                        <a:ext uri="{FF2B5EF4-FFF2-40B4-BE49-F238E27FC236}">
                          <a16:creationId xmlns:a16="http://schemas.microsoft.com/office/drawing/2014/main" id="{AB1B2319-3B1A-4844-AE46-5CB41DCFDC2B}"/>
                        </a:ext>
                      </a:extLst>
                    </p:cNvPr>
                    <p:cNvSpPr>
                      <a:spLocks/>
                    </p:cNvSpPr>
                    <p:nvPr/>
                  </p:nvSpPr>
                  <p:spPr bwMode="auto">
                    <a:xfrm>
                      <a:off x="282" y="1951"/>
                      <a:ext cx="302" cy="274"/>
                    </a:xfrm>
                    <a:custGeom>
                      <a:avLst/>
                      <a:gdLst>
                        <a:gd name="T0" fmla="*/ 14 w 381"/>
                        <a:gd name="T1" fmla="*/ 274 h 274"/>
                        <a:gd name="T2" fmla="*/ 14 w 381"/>
                        <a:gd name="T3" fmla="*/ 130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rgbClr val="E4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26" name="Picture 151" descr="tv">
                      <a:extLst>
                        <a:ext uri="{FF2B5EF4-FFF2-40B4-BE49-F238E27FC236}">
                          <a16:creationId xmlns:a16="http://schemas.microsoft.com/office/drawing/2014/main" id="{FBF03B14-5AED-7E49-8E18-C9D52DD06664}"/>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 y="1737"/>
                      <a:ext cx="476"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417" name="Freeform 209">
                  <a:extLst>
                    <a:ext uri="{FF2B5EF4-FFF2-40B4-BE49-F238E27FC236}">
                      <a16:creationId xmlns:a16="http://schemas.microsoft.com/office/drawing/2014/main" id="{0B7484A0-57B4-9D4F-88D9-C1C31B000066}"/>
                    </a:ext>
                  </a:extLst>
                </p:cNvPr>
                <p:cNvSpPr>
                  <a:spLocks/>
                </p:cNvSpPr>
                <p:nvPr/>
              </p:nvSpPr>
              <p:spPr bwMode="auto">
                <a:xfrm>
                  <a:off x="8543925" y="1479550"/>
                  <a:ext cx="127000" cy="476250"/>
                </a:xfrm>
                <a:custGeom>
                  <a:avLst/>
                  <a:gdLst>
                    <a:gd name="T0" fmla="*/ 0 w 80"/>
                    <a:gd name="T1" fmla="*/ 2147483647 h 300"/>
                    <a:gd name="T2" fmla="*/ 2147483647 w 80"/>
                    <a:gd name="T3" fmla="*/ 2147483647 h 300"/>
                    <a:gd name="T4" fmla="*/ 2147483647 w 80"/>
                    <a:gd name="T5" fmla="*/ 0 h 300"/>
                    <a:gd name="T6" fmla="*/ 0 60000 65536"/>
                    <a:gd name="T7" fmla="*/ 0 60000 65536"/>
                    <a:gd name="T8" fmla="*/ 0 60000 65536"/>
                    <a:gd name="T9" fmla="*/ 0 w 80"/>
                    <a:gd name="T10" fmla="*/ 0 h 300"/>
                    <a:gd name="T11" fmla="*/ 80 w 80"/>
                    <a:gd name="T12" fmla="*/ 300 h 300"/>
                  </a:gdLst>
                  <a:ahLst/>
                  <a:cxnLst>
                    <a:cxn ang="T6">
                      <a:pos x="T0" y="T1"/>
                    </a:cxn>
                    <a:cxn ang="T7">
                      <a:pos x="T2" y="T3"/>
                    </a:cxn>
                    <a:cxn ang="T8">
                      <a:pos x="T4" y="T5"/>
                    </a:cxn>
                  </a:cxnLst>
                  <a:rect l="T9" t="T10" r="T11" b="T12"/>
                  <a:pathLst>
                    <a:path w="80" h="300">
                      <a:moveTo>
                        <a:pt x="0" y="300"/>
                      </a:moveTo>
                      <a:lnTo>
                        <a:pt x="80" y="300"/>
                      </a:lnTo>
                      <a:lnTo>
                        <a:pt x="80" y="0"/>
                      </a:lnTo>
                    </a:path>
                  </a:pathLst>
                </a:custGeom>
                <a:noFill/>
                <a:ln w="9525">
                  <a:solidFill>
                    <a:srgbClr val="E4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433" name="Text Box 204">
                <a:extLst>
                  <a:ext uri="{FF2B5EF4-FFF2-40B4-BE49-F238E27FC236}">
                    <a16:creationId xmlns:a16="http://schemas.microsoft.com/office/drawing/2014/main" id="{3C38ADF6-8694-1144-9C3F-327CA8736409}"/>
                  </a:ext>
                </a:extLst>
              </p:cNvPr>
              <p:cNvSpPr txBox="1">
                <a:spLocks noChangeArrowheads="1"/>
              </p:cNvSpPr>
              <p:nvPr/>
            </p:nvSpPr>
            <p:spPr bwMode="auto">
              <a:xfrm>
                <a:off x="9744075" y="1341438"/>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969696"/>
                    </a:solidFill>
                    <a:effectLst/>
                    <a:uLnTx/>
                    <a:uFillTx/>
                    <a:latin typeface="Times New Roman" panose="02020603050405020304" pitchFamily="18" charset="0"/>
                    <a:ea typeface="ＭＳ Ｐゴシック" panose="020B0600070205080204" pitchFamily="34" charset="-128"/>
                    <a:cs typeface="+mn-cs"/>
                  </a:rPr>
                  <a:t>…</a:t>
                </a:r>
              </a:p>
            </p:txBody>
          </p:sp>
        </p:grpSp>
        <p:sp>
          <p:nvSpPr>
            <p:cNvPr id="4" name="Rectangle 3">
              <a:extLst>
                <a:ext uri="{FF2B5EF4-FFF2-40B4-BE49-F238E27FC236}">
                  <a16:creationId xmlns:a16="http://schemas.microsoft.com/office/drawing/2014/main" id="{9FF01AC7-2E5B-D84F-AB90-A83570071E30}"/>
                </a:ext>
              </a:extLst>
            </p:cNvPr>
            <p:cNvSpPr/>
            <p:nvPr/>
          </p:nvSpPr>
          <p:spPr>
            <a:xfrm>
              <a:off x="9880298" y="2315290"/>
              <a:ext cx="1495922"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Cable access</a:t>
              </a:r>
            </a:p>
          </p:txBody>
        </p:sp>
        <p:sp>
          <p:nvSpPr>
            <p:cNvPr id="262" name="Rectangle 261">
              <a:extLst>
                <a:ext uri="{FF2B5EF4-FFF2-40B4-BE49-F238E27FC236}">
                  <a16:creationId xmlns:a16="http://schemas.microsoft.com/office/drawing/2014/main" id="{459E104B-0656-AD45-8B15-E06794D0179B}"/>
                </a:ext>
              </a:extLst>
            </p:cNvPr>
            <p:cNvSpPr/>
            <p:nvPr/>
          </p:nvSpPr>
          <p:spPr>
            <a:xfrm>
              <a:off x="8838380" y="4315152"/>
              <a:ext cx="947695"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cellular</a:t>
              </a:r>
            </a:p>
          </p:txBody>
        </p:sp>
        <p:sp>
          <p:nvSpPr>
            <p:cNvPr id="263" name="Rectangle 262">
              <a:extLst>
                <a:ext uri="{FF2B5EF4-FFF2-40B4-BE49-F238E27FC236}">
                  <a16:creationId xmlns:a16="http://schemas.microsoft.com/office/drawing/2014/main" id="{23043AC6-1FBA-CA4A-90DB-571BBB799190}"/>
                </a:ext>
              </a:extLst>
            </p:cNvPr>
            <p:cNvSpPr/>
            <p:nvPr/>
          </p:nvSpPr>
          <p:spPr>
            <a:xfrm>
              <a:off x="8860151" y="5885806"/>
              <a:ext cx="649537"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WiFi</a:t>
              </a:r>
            </a:p>
          </p:txBody>
        </p:sp>
        <p:sp>
          <p:nvSpPr>
            <p:cNvPr id="265" name="Rectangle 264">
              <a:extLst>
                <a:ext uri="{FF2B5EF4-FFF2-40B4-BE49-F238E27FC236}">
                  <a16:creationId xmlns:a16="http://schemas.microsoft.com/office/drawing/2014/main" id="{26AA65EC-3CE2-F045-85D4-2A946CC3BFE5}"/>
                </a:ext>
              </a:extLst>
            </p:cNvPr>
            <p:cNvSpPr/>
            <p:nvPr/>
          </p:nvSpPr>
          <p:spPr>
            <a:xfrm>
              <a:off x="10374820" y="5030500"/>
              <a:ext cx="1674305"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Ethernet LANs</a:t>
              </a:r>
            </a:p>
          </p:txBody>
        </p:sp>
      </p:grpSp>
      <p:sp>
        <p:nvSpPr>
          <p:cNvPr id="33" name="TextBox 32">
            <a:extLst>
              <a:ext uri="{FF2B5EF4-FFF2-40B4-BE49-F238E27FC236}">
                <a16:creationId xmlns:a16="http://schemas.microsoft.com/office/drawing/2014/main" id="{38132D3B-A6D1-E427-A85B-7778D46713F3}"/>
              </a:ext>
            </a:extLst>
          </p:cNvPr>
          <p:cNvSpPr txBox="1"/>
          <p:nvPr/>
        </p:nvSpPr>
        <p:spPr>
          <a:xfrm>
            <a:off x="315680" y="5027723"/>
            <a:ext cx="7540696" cy="1600438"/>
          </a:xfrm>
          <a:prstGeom prst="rect">
            <a:avLst/>
          </a:prstGeom>
          <a:noFill/>
        </p:spPr>
        <p:txBody>
          <a:bodyPr wrap="square">
            <a:spAutoFit/>
          </a:bodyPr>
          <a:lstStyle/>
          <a:p>
            <a:pPr>
              <a:spcAft>
                <a:spcPts val="600"/>
              </a:spcAft>
            </a:pPr>
            <a:r>
              <a:rPr lang="en-US" sz="2200" b="1" i="1" u="sng" dirty="0">
                <a:solidFill>
                  <a:srgbClr val="C00000"/>
                </a:solidFill>
              </a:rPr>
              <a:t>Q: </a:t>
            </a:r>
            <a:r>
              <a:rPr lang="en-US" sz="2200" dirty="0"/>
              <a:t>why both link-level and end-end reliability?</a:t>
            </a:r>
            <a:endParaRPr lang="en-US" sz="2200" b="1" i="1" u="sng" dirty="0">
              <a:solidFill>
                <a:srgbClr val="C00000"/>
              </a:solidFill>
            </a:endParaRPr>
          </a:p>
          <a:p>
            <a:pPr marL="457200" indent="-457200">
              <a:spcAft>
                <a:spcPts val="600"/>
              </a:spcAft>
              <a:buFont typeface="+mj-lt"/>
              <a:buAutoNum type="arabicPeriod"/>
            </a:pPr>
            <a:r>
              <a:rPr lang="en-US" sz="2200" dirty="0"/>
              <a:t>Link layer errors do not propagate further, more efficient than end-to-end retransmission</a:t>
            </a:r>
          </a:p>
          <a:p>
            <a:pPr marL="457200" indent="-457200">
              <a:spcAft>
                <a:spcPts val="600"/>
              </a:spcAft>
              <a:buFont typeface="+mj-lt"/>
              <a:buAutoNum type="arabicPeriod"/>
            </a:pPr>
            <a:r>
              <a:rPr lang="en-US" sz="2200" dirty="0"/>
              <a:t>An additional layer of error checking and </a:t>
            </a:r>
            <a:r>
              <a:rPr lang="en-US" sz="2200" b="1" dirty="0"/>
              <a:t>correction</a:t>
            </a:r>
          </a:p>
        </p:txBody>
      </p:sp>
    </p:spTree>
    <p:extLst>
      <p:ext uri="{BB962C8B-B14F-4D97-AF65-F5344CB8AC3E}">
        <p14:creationId xmlns:p14="http://schemas.microsoft.com/office/powerpoint/2010/main" val="2443305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animEffect transition="in" filter="dissolve">
                                      <p:cBhvr>
                                        <p:cTn id="7" dur="500"/>
                                        <p:tgtEl>
                                          <p:spTgt spid="6">
                                            <p:txEl>
                                              <p:pRg st="4" end="4"/>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6">
                                            <p:txEl>
                                              <p:pRg st="5" end="5"/>
                                            </p:txEl>
                                          </p:spTgt>
                                        </p:tgtEl>
                                        <p:attrNameLst>
                                          <p:attrName>style.visibility</p:attrName>
                                        </p:attrNameLst>
                                      </p:cBhvr>
                                      <p:to>
                                        <p:strVal val="visible"/>
                                      </p:to>
                                    </p:set>
                                    <p:animEffect transition="in" filter="dissolve">
                                      <p:cBhvr>
                                        <p:cTn id="10" dur="500"/>
                                        <p:tgtEl>
                                          <p:spTgt spid="6">
                                            <p:txEl>
                                              <p:pRg st="5" end="5"/>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6">
                                            <p:txEl>
                                              <p:pRg st="6" end="6"/>
                                            </p:txEl>
                                          </p:spTgt>
                                        </p:tgtEl>
                                        <p:attrNameLst>
                                          <p:attrName>style.visibility</p:attrName>
                                        </p:attrNameLst>
                                      </p:cBhvr>
                                      <p:to>
                                        <p:strVal val="visible"/>
                                      </p:to>
                                    </p:set>
                                    <p:animEffect transition="in" filter="dissolve">
                                      <p:cBhvr>
                                        <p:cTn id="13"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918288" y="362678"/>
            <a:ext cx="10515600" cy="894622"/>
          </a:xfrm>
        </p:spPr>
        <p:txBody>
          <a:bodyPr>
            <a:normAutofit/>
          </a:bodyPr>
          <a:lstStyle/>
          <a:p>
            <a:r>
              <a:rPr lang="en-US" altLang="en-US" sz="5400" dirty="0">
                <a:cs typeface="Calibri" panose="020F0502020204030204" pitchFamily="34" charset="0"/>
              </a:rPr>
              <a:t>Link Layer: Services </a:t>
            </a:r>
            <a:endParaRPr lang="en-US" sz="5400" dirty="0"/>
          </a:p>
        </p:txBody>
      </p:sp>
      <p:sp>
        <p:nvSpPr>
          <p:cNvPr id="6" name="Rectangle 3">
            <a:extLst>
              <a:ext uri="{FF2B5EF4-FFF2-40B4-BE49-F238E27FC236}">
                <a16:creationId xmlns:a16="http://schemas.microsoft.com/office/drawing/2014/main" id="{8AECB38E-687E-C946-9EB7-A4D36B2DC890}"/>
              </a:ext>
            </a:extLst>
          </p:cNvPr>
          <p:cNvSpPr txBox="1">
            <a:spLocks noChangeArrowheads="1"/>
          </p:cNvSpPr>
          <p:nvPr/>
        </p:nvSpPr>
        <p:spPr>
          <a:xfrm>
            <a:off x="425594" y="1476885"/>
            <a:ext cx="7173765" cy="5155766"/>
          </a:xfrm>
          <a:prstGeom prst="rect">
            <a:avLst/>
          </a:prstGeom>
        </p:spPr>
        <p:txBody>
          <a:bodyPr vert="horz" lIns="91440" tIns="45720" rIns="91440" bIns="45720" rtlCol="0">
            <a:normAutofit fontScale="92500"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69900" marR="0" lvl="0" indent="-457200" algn="l" defTabSz="914400" rtl="0" eaLnBrk="1" fontAlgn="auto" latinLnBrk="0" hangingPunct="1">
              <a:lnSpc>
                <a:spcPct val="90000"/>
              </a:lnSpc>
              <a:spcBef>
                <a:spcPts val="1000"/>
              </a:spcBef>
              <a:spcAft>
                <a:spcPts val="60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srgbClr val="C00000"/>
                </a:solidFill>
                <a:effectLst/>
                <a:uLnTx/>
                <a:uFillTx/>
                <a:latin typeface="Calibri" panose="020F0502020204030204"/>
                <a:ea typeface="+mn-ea"/>
                <a:cs typeface="+mn-cs"/>
              </a:rPr>
              <a:t>Flow control: </a:t>
            </a:r>
          </a:p>
          <a:p>
            <a:pPr marR="0" lvl="1" algn="l" defTabSz="914400" rtl="0" eaLnBrk="1" fontAlgn="auto" latinLnBrk="0" hangingPunct="1">
              <a:lnSpc>
                <a:spcPct val="90000"/>
              </a:lnSpc>
              <a:spcBef>
                <a:spcPts val="500"/>
              </a:spcBef>
              <a:spcAft>
                <a:spcPts val="600"/>
              </a:spcAft>
              <a:buClrTx/>
              <a:buSzTx/>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Pacing between adjacent sending and receiving nodes</a:t>
            </a:r>
          </a:p>
          <a:p>
            <a:pPr marL="525463" marR="0" lvl="0" indent="-457200" algn="l" defTabSz="914400" rtl="0" eaLnBrk="1" fontAlgn="auto" latinLnBrk="0" hangingPunct="1">
              <a:lnSpc>
                <a:spcPct val="90000"/>
              </a:lnSpc>
              <a:spcBef>
                <a:spcPts val="1000"/>
              </a:spcBef>
              <a:spcAft>
                <a:spcPts val="60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srgbClr val="C00000"/>
                </a:solidFill>
                <a:effectLst/>
                <a:uLnTx/>
                <a:uFillTx/>
                <a:latin typeface="Calibri" panose="020F0502020204030204"/>
                <a:ea typeface="+mn-ea"/>
                <a:cs typeface="+mn-cs"/>
              </a:rPr>
              <a:t>Error detection: </a:t>
            </a:r>
          </a:p>
          <a:p>
            <a:pPr marR="0" lvl="1" algn="l" defTabSz="914400" rtl="0" eaLnBrk="1" fontAlgn="auto" latinLnBrk="0" hangingPunct="1">
              <a:lnSpc>
                <a:spcPct val="90000"/>
              </a:lnSpc>
              <a:spcBef>
                <a:spcPts val="500"/>
              </a:spcBef>
              <a:spcAft>
                <a:spcPts val="600"/>
              </a:spcAft>
              <a:buClrTx/>
              <a:buSzTx/>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Errors caused by signal attenuation, noise. </a:t>
            </a:r>
          </a:p>
          <a:p>
            <a:pPr marR="0" lvl="1" algn="l" defTabSz="914400" rtl="0" eaLnBrk="1" fontAlgn="auto" latinLnBrk="0" hangingPunct="1">
              <a:lnSpc>
                <a:spcPct val="90000"/>
              </a:lnSpc>
              <a:spcBef>
                <a:spcPts val="500"/>
              </a:spcBef>
              <a:spcAft>
                <a:spcPts val="600"/>
              </a:spcAft>
              <a:buClrTx/>
              <a:buSzTx/>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Receiver detects errors, signals retransmission, or drops frame </a:t>
            </a:r>
          </a:p>
          <a:p>
            <a:pPr marL="469900" marR="0" lvl="0" indent="-457200" algn="l" defTabSz="914400" rtl="0" eaLnBrk="1" fontAlgn="auto" latinLnBrk="0" hangingPunct="1">
              <a:lnSpc>
                <a:spcPct val="90000"/>
              </a:lnSpc>
              <a:spcBef>
                <a:spcPts val="1000"/>
              </a:spcBef>
              <a:spcAft>
                <a:spcPts val="60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srgbClr val="C00000"/>
                </a:solidFill>
                <a:effectLst/>
                <a:uLnTx/>
                <a:uFillTx/>
                <a:latin typeface="Calibri" panose="020F0502020204030204"/>
                <a:ea typeface="+mn-ea"/>
                <a:cs typeface="+mn-cs"/>
              </a:rPr>
              <a:t>Error correction: </a:t>
            </a:r>
          </a:p>
          <a:p>
            <a:pPr marR="0" lvl="1" algn="l" defTabSz="914400" rtl="0" eaLnBrk="1" fontAlgn="auto" latinLnBrk="0" hangingPunct="1">
              <a:lnSpc>
                <a:spcPct val="90000"/>
              </a:lnSpc>
              <a:spcBef>
                <a:spcPts val="500"/>
              </a:spcBef>
              <a:spcAft>
                <a:spcPts val="600"/>
              </a:spcAft>
              <a:buClrTx/>
              <a:buSzTx/>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Receiver identifies </a:t>
            </a:r>
            <a:r>
              <a:rPr kumimoji="0" lang="en-US" sz="2400" b="0" i="1" u="none" strike="noStrike" kern="1200" cap="none" spc="0" normalizeH="0" baseline="0" noProof="0" dirty="0">
                <a:ln>
                  <a:noFill/>
                </a:ln>
                <a:solidFill>
                  <a:srgbClr val="0000A8"/>
                </a:solidFill>
                <a:effectLst/>
                <a:uLnTx/>
                <a:uFillTx/>
                <a:latin typeface="Calibri" panose="020F0502020204030204"/>
                <a:ea typeface="+mn-ea"/>
                <a:cs typeface="+mn-cs"/>
              </a:rPr>
              <a:t>and corrects</a:t>
            </a:r>
            <a:r>
              <a:rPr kumimoji="0" lang="en-US" sz="2400" b="0" i="0" u="none" strike="noStrike" kern="1200" cap="none" spc="0" normalizeH="0" baseline="0" noProof="0" dirty="0">
                <a:ln>
                  <a:noFill/>
                </a:ln>
                <a:solidFill>
                  <a:srgbClr val="0000A8"/>
                </a:solidFill>
                <a:effectLst/>
                <a:uLnTx/>
                <a:uFillTx/>
                <a:latin typeface="Calibri" panose="020F0502020204030204"/>
                <a:ea typeface="+mn-ea"/>
                <a:cs typeface="+mn-cs"/>
              </a:rPr>
              <a:t>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bit error(s) without retransmission</a:t>
            </a:r>
          </a:p>
          <a:p>
            <a:pPr marL="469900" marR="0" lvl="0" indent="-457200" algn="l" defTabSz="914400" rtl="0" eaLnBrk="1" fontAlgn="auto" latinLnBrk="0" hangingPunct="1">
              <a:lnSpc>
                <a:spcPct val="90000"/>
              </a:lnSpc>
              <a:spcBef>
                <a:spcPts val="1000"/>
              </a:spcBef>
              <a:spcAft>
                <a:spcPts val="60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srgbClr val="C00000"/>
                </a:solidFill>
                <a:effectLst/>
                <a:uLnTx/>
                <a:uFillTx/>
                <a:latin typeface="Calibri" panose="020F0502020204030204"/>
                <a:ea typeface="+mn-ea"/>
                <a:cs typeface="+mn-cs"/>
              </a:rPr>
              <a:t>Half-duplex and full-duplex:</a:t>
            </a:r>
          </a:p>
          <a:p>
            <a:pPr marR="0" lvl="1" algn="l" defTabSz="914400" rtl="0" eaLnBrk="1" fontAlgn="auto" latinLnBrk="0" hangingPunct="1">
              <a:lnSpc>
                <a:spcPct val="90000"/>
              </a:lnSpc>
              <a:spcBef>
                <a:spcPts val="500"/>
              </a:spcBef>
              <a:spcAft>
                <a:spcPts val="600"/>
              </a:spcAft>
              <a:buClrTx/>
              <a:buSzTx/>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With half duplex, nodes at both ends of link can transmit (two-way transmission), but not at same time</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60" name="Group 259">
            <a:extLst>
              <a:ext uri="{FF2B5EF4-FFF2-40B4-BE49-F238E27FC236}">
                <a16:creationId xmlns:a16="http://schemas.microsoft.com/office/drawing/2014/main" id="{F18DD465-5678-7F46-88CD-A9C8241C43A8}"/>
              </a:ext>
            </a:extLst>
          </p:cNvPr>
          <p:cNvGrpSpPr/>
          <p:nvPr/>
        </p:nvGrpSpPr>
        <p:grpSpPr>
          <a:xfrm>
            <a:off x="7840518" y="1242873"/>
            <a:ext cx="4208607" cy="5116362"/>
            <a:chOff x="7840518" y="1242873"/>
            <a:chExt cx="4208607" cy="5116362"/>
          </a:xfrm>
        </p:grpSpPr>
        <p:grpSp>
          <p:nvGrpSpPr>
            <p:cNvPr id="261" name="Group 260">
              <a:extLst>
                <a:ext uri="{FF2B5EF4-FFF2-40B4-BE49-F238E27FC236}">
                  <a16:creationId xmlns:a16="http://schemas.microsoft.com/office/drawing/2014/main" id="{525656D4-B7A0-C048-90DD-116180563E05}"/>
                </a:ext>
              </a:extLst>
            </p:cNvPr>
            <p:cNvGrpSpPr/>
            <p:nvPr/>
          </p:nvGrpSpPr>
          <p:grpSpPr>
            <a:xfrm>
              <a:off x="9022376" y="3275911"/>
              <a:ext cx="532171" cy="1016171"/>
              <a:chOff x="9022376" y="3275911"/>
              <a:chExt cx="615031" cy="1296090"/>
            </a:xfrm>
          </p:grpSpPr>
          <p:sp>
            <p:nvSpPr>
              <p:cNvPr id="583" name="Oval 800">
                <a:extLst>
                  <a:ext uri="{FF2B5EF4-FFF2-40B4-BE49-F238E27FC236}">
                    <a16:creationId xmlns:a16="http://schemas.microsoft.com/office/drawing/2014/main" id="{F687B44D-8D4B-A74D-8F58-0F188DCC6954}"/>
                  </a:ext>
                </a:extLst>
              </p:cNvPr>
              <p:cNvSpPr>
                <a:spLocks noChangeArrowheads="1"/>
              </p:cNvSpPr>
              <p:nvPr/>
            </p:nvSpPr>
            <p:spPr bwMode="auto">
              <a:xfrm>
                <a:off x="9285510" y="3593195"/>
                <a:ext cx="69106" cy="79124"/>
              </a:xfrm>
              <a:prstGeom prst="ellipse">
                <a:avLst/>
              </a:prstGeom>
              <a:solidFill>
                <a:schemeClr val="tx2"/>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584" name="Group 817">
                <a:extLst>
                  <a:ext uri="{FF2B5EF4-FFF2-40B4-BE49-F238E27FC236}">
                    <a16:creationId xmlns:a16="http://schemas.microsoft.com/office/drawing/2014/main" id="{D6E2B641-9D17-2347-9494-752FEC79FEF9}"/>
                  </a:ext>
                </a:extLst>
              </p:cNvPr>
              <p:cNvGrpSpPr>
                <a:grpSpLocks/>
              </p:cNvGrpSpPr>
              <p:nvPr/>
            </p:nvGrpSpPr>
            <p:grpSpPr bwMode="auto">
              <a:xfrm>
                <a:off x="9022376" y="3275911"/>
                <a:ext cx="615031" cy="694531"/>
                <a:chOff x="2920" y="1424"/>
                <a:chExt cx="326" cy="320"/>
              </a:xfrm>
            </p:grpSpPr>
            <p:sp>
              <p:nvSpPr>
                <p:cNvPr id="601" name="Oval 818">
                  <a:extLst>
                    <a:ext uri="{FF2B5EF4-FFF2-40B4-BE49-F238E27FC236}">
                      <a16:creationId xmlns:a16="http://schemas.microsoft.com/office/drawing/2014/main" id="{D7B3FADD-EEE2-3743-8F0A-E01E2C3F4256}"/>
                    </a:ext>
                  </a:extLst>
                </p:cNvPr>
                <p:cNvSpPr>
                  <a:spLocks noChangeArrowheads="1"/>
                </p:cNvSpPr>
                <p:nvPr/>
              </p:nvSpPr>
              <p:spPr bwMode="auto">
                <a:xfrm>
                  <a:off x="2920" y="1445"/>
                  <a:ext cx="326" cy="289"/>
                </a:xfrm>
                <a:prstGeom prst="ellipse">
                  <a:avLst/>
                </a:prstGeom>
                <a:noFill/>
                <a:ln w="19050">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602" name="Group 819">
                  <a:extLst>
                    <a:ext uri="{FF2B5EF4-FFF2-40B4-BE49-F238E27FC236}">
                      <a16:creationId xmlns:a16="http://schemas.microsoft.com/office/drawing/2014/main" id="{8B3464A8-E853-A64B-9712-FC16795F7738}"/>
                    </a:ext>
                  </a:extLst>
                </p:cNvPr>
                <p:cNvGrpSpPr>
                  <a:grpSpLocks/>
                </p:cNvGrpSpPr>
                <p:nvPr/>
              </p:nvGrpSpPr>
              <p:grpSpPr bwMode="auto">
                <a:xfrm>
                  <a:off x="2949" y="1424"/>
                  <a:ext cx="265" cy="280"/>
                  <a:chOff x="2949" y="1424"/>
                  <a:chExt cx="265" cy="280"/>
                </a:xfrm>
              </p:grpSpPr>
              <p:sp>
                <p:nvSpPr>
                  <p:cNvPr id="604" name="Oval 820">
                    <a:extLst>
                      <a:ext uri="{FF2B5EF4-FFF2-40B4-BE49-F238E27FC236}">
                        <a16:creationId xmlns:a16="http://schemas.microsoft.com/office/drawing/2014/main" id="{F6774F0C-90C9-204B-B18E-4E9469E21E8E}"/>
                      </a:ext>
                    </a:extLst>
                  </p:cNvPr>
                  <p:cNvSpPr>
                    <a:spLocks noChangeArrowheads="1"/>
                  </p:cNvSpPr>
                  <p:nvPr/>
                </p:nvSpPr>
                <p:spPr bwMode="auto">
                  <a:xfrm>
                    <a:off x="3030" y="1545"/>
                    <a:ext cx="107" cy="92"/>
                  </a:xfrm>
                  <a:prstGeom prst="ellipse">
                    <a:avLst/>
                  </a:prstGeom>
                  <a:noFill/>
                  <a:ln w="19050">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5" name="Oval 821">
                    <a:extLst>
                      <a:ext uri="{FF2B5EF4-FFF2-40B4-BE49-F238E27FC236}">
                        <a16:creationId xmlns:a16="http://schemas.microsoft.com/office/drawing/2014/main" id="{075DBCC1-6C56-F64C-AC66-773FFA666EB5}"/>
                      </a:ext>
                    </a:extLst>
                  </p:cNvPr>
                  <p:cNvSpPr>
                    <a:spLocks noChangeArrowheads="1"/>
                  </p:cNvSpPr>
                  <p:nvPr/>
                </p:nvSpPr>
                <p:spPr bwMode="auto">
                  <a:xfrm>
                    <a:off x="3006" y="1525"/>
                    <a:ext cx="154" cy="131"/>
                  </a:xfrm>
                  <a:prstGeom prst="ellipse">
                    <a:avLst/>
                  </a:prstGeom>
                  <a:noFill/>
                  <a:ln w="19050">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6" name="Oval 822">
                    <a:extLst>
                      <a:ext uri="{FF2B5EF4-FFF2-40B4-BE49-F238E27FC236}">
                        <a16:creationId xmlns:a16="http://schemas.microsoft.com/office/drawing/2014/main" id="{2688E6EC-A9AC-8542-9ABA-5D70150C8E59}"/>
                      </a:ext>
                    </a:extLst>
                  </p:cNvPr>
                  <p:cNvSpPr>
                    <a:spLocks noChangeArrowheads="1"/>
                  </p:cNvSpPr>
                  <p:nvPr/>
                </p:nvSpPr>
                <p:spPr bwMode="auto">
                  <a:xfrm>
                    <a:off x="2983" y="1501"/>
                    <a:ext cx="203" cy="179"/>
                  </a:xfrm>
                  <a:prstGeom prst="ellipse">
                    <a:avLst/>
                  </a:prstGeom>
                  <a:noFill/>
                  <a:ln w="19050">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7" name="Oval 823">
                    <a:extLst>
                      <a:ext uri="{FF2B5EF4-FFF2-40B4-BE49-F238E27FC236}">
                        <a16:creationId xmlns:a16="http://schemas.microsoft.com/office/drawing/2014/main" id="{C2CA4C50-60D7-1242-AF37-D86F543CEF0A}"/>
                      </a:ext>
                    </a:extLst>
                  </p:cNvPr>
                  <p:cNvSpPr>
                    <a:spLocks noChangeArrowheads="1"/>
                  </p:cNvSpPr>
                  <p:nvPr/>
                </p:nvSpPr>
                <p:spPr bwMode="auto">
                  <a:xfrm>
                    <a:off x="2949" y="1476"/>
                    <a:ext cx="265" cy="228"/>
                  </a:xfrm>
                  <a:prstGeom prst="ellipse">
                    <a:avLst/>
                  </a:prstGeom>
                  <a:noFill/>
                  <a:ln w="19050">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8" name="Freeform 824">
                    <a:extLst>
                      <a:ext uri="{FF2B5EF4-FFF2-40B4-BE49-F238E27FC236}">
                        <a16:creationId xmlns:a16="http://schemas.microsoft.com/office/drawing/2014/main" id="{A8DDFFF3-CE51-9B42-9E5F-D541D5414B87}"/>
                      </a:ext>
                    </a:extLst>
                  </p:cNvPr>
                  <p:cNvSpPr>
                    <a:spLocks/>
                  </p:cNvSpPr>
                  <p:nvPr/>
                </p:nvSpPr>
                <p:spPr bwMode="auto">
                  <a:xfrm flipV="1">
                    <a:off x="2987" y="1424"/>
                    <a:ext cx="205" cy="143"/>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chemeClr val="bg1"/>
                  </a:solidFill>
                  <a:ln>
                    <a:noFill/>
                  </a:ln>
                  <a:effectLst/>
                  <a:extLst>
                    <a:ext uri="{91240B29-F687-4f45-9708-019B960494DF}">
                      <a14:hiddenLine xmlns="" xmlns:a14="http://schemas.microsoft.com/office/drawing/2010/main" w="19050" cmpd="sng">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603" name="Freeform 825">
                  <a:extLst>
                    <a:ext uri="{FF2B5EF4-FFF2-40B4-BE49-F238E27FC236}">
                      <a16:creationId xmlns:a16="http://schemas.microsoft.com/office/drawing/2014/main" id="{1259158D-5FC5-2E48-AA91-E37CD0405D1D}"/>
                    </a:ext>
                  </a:extLst>
                </p:cNvPr>
                <p:cNvSpPr>
                  <a:spLocks/>
                </p:cNvSpPr>
                <p:nvPr/>
              </p:nvSpPr>
              <p:spPr bwMode="auto">
                <a:xfrm>
                  <a:off x="2995" y="1615"/>
                  <a:ext cx="178" cy="129"/>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chemeClr val="bg1"/>
                </a:solidFill>
                <a:ln w="19050" cmpd="sng">
                  <a:no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585" name="Group 783">
                <a:extLst>
                  <a:ext uri="{FF2B5EF4-FFF2-40B4-BE49-F238E27FC236}">
                    <a16:creationId xmlns:a16="http://schemas.microsoft.com/office/drawing/2014/main" id="{A5401281-C010-FA40-ACD7-EDAB7C8101A2}"/>
                  </a:ext>
                </a:extLst>
              </p:cNvPr>
              <p:cNvGrpSpPr>
                <a:grpSpLocks/>
              </p:cNvGrpSpPr>
              <p:nvPr/>
            </p:nvGrpSpPr>
            <p:grpSpPr bwMode="auto">
              <a:xfrm>
                <a:off x="9122147" y="3619387"/>
                <a:ext cx="432400" cy="952614"/>
                <a:chOff x="3130" y="3288"/>
                <a:chExt cx="410" cy="742"/>
              </a:xfrm>
            </p:grpSpPr>
            <p:sp>
              <p:nvSpPr>
                <p:cNvPr id="586" name="Line 270">
                  <a:extLst>
                    <a:ext uri="{FF2B5EF4-FFF2-40B4-BE49-F238E27FC236}">
                      <a16:creationId xmlns:a16="http://schemas.microsoft.com/office/drawing/2014/main" id="{0CF128C2-09AA-7048-BF4A-CAD7299FDADA}"/>
                    </a:ext>
                  </a:extLst>
                </p:cNvPr>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7" name="Line 271">
                  <a:extLst>
                    <a:ext uri="{FF2B5EF4-FFF2-40B4-BE49-F238E27FC236}">
                      <a16:creationId xmlns:a16="http://schemas.microsoft.com/office/drawing/2014/main" id="{353BD8ED-04F8-604B-9852-A4031B864CAB}"/>
                    </a:ext>
                  </a:extLst>
                </p:cNvPr>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8" name="Line 272">
                  <a:extLst>
                    <a:ext uri="{FF2B5EF4-FFF2-40B4-BE49-F238E27FC236}">
                      <a16:creationId xmlns:a16="http://schemas.microsoft.com/office/drawing/2014/main" id="{9BE7E3A0-CCBA-0B4D-8E2B-0A951A511788}"/>
                    </a:ext>
                  </a:extLst>
                </p:cNvPr>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9" name="Line 273">
                  <a:extLst>
                    <a:ext uri="{FF2B5EF4-FFF2-40B4-BE49-F238E27FC236}">
                      <a16:creationId xmlns:a16="http://schemas.microsoft.com/office/drawing/2014/main" id="{86C9D0F3-E069-8A49-A72E-CF4AF5BB18F5}"/>
                    </a:ext>
                  </a:extLst>
                </p:cNvPr>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90" name="Line 274">
                  <a:extLst>
                    <a:ext uri="{FF2B5EF4-FFF2-40B4-BE49-F238E27FC236}">
                      <a16:creationId xmlns:a16="http://schemas.microsoft.com/office/drawing/2014/main" id="{D649354C-9195-7F49-BB05-EE2A053B5807}"/>
                    </a:ext>
                  </a:extLst>
                </p:cNvPr>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91" name="Line 275">
                  <a:extLst>
                    <a:ext uri="{FF2B5EF4-FFF2-40B4-BE49-F238E27FC236}">
                      <a16:creationId xmlns:a16="http://schemas.microsoft.com/office/drawing/2014/main" id="{7EBCC3C8-43FB-D746-AC83-38FDE50FFA1D}"/>
                    </a:ext>
                  </a:extLst>
                </p:cNvPr>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92" name="Line 276">
                  <a:extLst>
                    <a:ext uri="{FF2B5EF4-FFF2-40B4-BE49-F238E27FC236}">
                      <a16:creationId xmlns:a16="http://schemas.microsoft.com/office/drawing/2014/main" id="{72689539-26BE-064E-9437-B9456BEE7780}"/>
                    </a:ext>
                  </a:extLst>
                </p:cNvPr>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93" name="Line 277">
                  <a:extLst>
                    <a:ext uri="{FF2B5EF4-FFF2-40B4-BE49-F238E27FC236}">
                      <a16:creationId xmlns:a16="http://schemas.microsoft.com/office/drawing/2014/main" id="{EA7F379A-F606-D84A-B561-3DA5257E316A}"/>
                    </a:ext>
                  </a:extLst>
                </p:cNvPr>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94" name="Line 278">
                  <a:extLst>
                    <a:ext uri="{FF2B5EF4-FFF2-40B4-BE49-F238E27FC236}">
                      <a16:creationId xmlns:a16="http://schemas.microsoft.com/office/drawing/2014/main" id="{AD0E3F60-40A4-E249-9B7A-3F4C5CB08DE8}"/>
                    </a:ext>
                  </a:extLst>
                </p:cNvPr>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95" name="Line 279">
                  <a:extLst>
                    <a:ext uri="{FF2B5EF4-FFF2-40B4-BE49-F238E27FC236}">
                      <a16:creationId xmlns:a16="http://schemas.microsoft.com/office/drawing/2014/main" id="{3A20EB55-5F53-8D4A-B15F-D4BDF5B95713}"/>
                    </a:ext>
                  </a:extLst>
                </p:cNvPr>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96" name="Line 280">
                  <a:extLst>
                    <a:ext uri="{FF2B5EF4-FFF2-40B4-BE49-F238E27FC236}">
                      <a16:creationId xmlns:a16="http://schemas.microsoft.com/office/drawing/2014/main" id="{09B1AE77-ABC6-A543-9BD3-1B79AEE5485D}"/>
                    </a:ext>
                  </a:extLst>
                </p:cNvPr>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97" name="Line 281">
                  <a:extLst>
                    <a:ext uri="{FF2B5EF4-FFF2-40B4-BE49-F238E27FC236}">
                      <a16:creationId xmlns:a16="http://schemas.microsoft.com/office/drawing/2014/main" id="{C9E2F43C-BF37-C043-9B9F-9B871CC21255}"/>
                    </a:ext>
                  </a:extLst>
                </p:cNvPr>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98" name="Line 282">
                  <a:extLst>
                    <a:ext uri="{FF2B5EF4-FFF2-40B4-BE49-F238E27FC236}">
                      <a16:creationId xmlns:a16="http://schemas.microsoft.com/office/drawing/2014/main" id="{5E154FF5-2885-3B45-AA84-B8A439A0494E}"/>
                    </a:ext>
                  </a:extLst>
                </p:cNvPr>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99" name="Line 283">
                  <a:extLst>
                    <a:ext uri="{FF2B5EF4-FFF2-40B4-BE49-F238E27FC236}">
                      <a16:creationId xmlns:a16="http://schemas.microsoft.com/office/drawing/2014/main" id="{F5561895-586A-9C4D-B794-5F38CF92B592}"/>
                    </a:ext>
                  </a:extLst>
                </p:cNvPr>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0" name="Line 284">
                  <a:extLst>
                    <a:ext uri="{FF2B5EF4-FFF2-40B4-BE49-F238E27FC236}">
                      <a16:creationId xmlns:a16="http://schemas.microsoft.com/office/drawing/2014/main" id="{530EB7CE-EDFC-7A4B-8A20-743CB2980406}"/>
                    </a:ext>
                  </a:extLst>
                </p:cNvPr>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grpSp>
          <p:nvGrpSpPr>
            <p:cNvPr id="262" name="Group 261">
              <a:extLst>
                <a:ext uri="{FF2B5EF4-FFF2-40B4-BE49-F238E27FC236}">
                  <a16:creationId xmlns:a16="http://schemas.microsoft.com/office/drawing/2014/main" id="{A75D495D-C255-814F-AC70-A857D9CADE9E}"/>
                </a:ext>
              </a:extLst>
            </p:cNvPr>
            <p:cNvGrpSpPr/>
            <p:nvPr/>
          </p:nvGrpSpPr>
          <p:grpSpPr>
            <a:xfrm>
              <a:off x="8405402" y="3099042"/>
              <a:ext cx="527285" cy="593983"/>
              <a:chOff x="8328836" y="2202873"/>
              <a:chExt cx="527285" cy="593983"/>
            </a:xfrm>
          </p:grpSpPr>
          <p:pic>
            <p:nvPicPr>
              <p:cNvPr id="575" name="Picture 653" descr="iphone_stylized_small">
                <a:extLst>
                  <a:ext uri="{FF2B5EF4-FFF2-40B4-BE49-F238E27FC236}">
                    <a16:creationId xmlns:a16="http://schemas.microsoft.com/office/drawing/2014/main" id="{26EE1846-03D3-3F42-8334-610B30AB2DD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66432" y="2271663"/>
                <a:ext cx="180509" cy="525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76" name="Group 850">
                <a:extLst>
                  <a:ext uri="{FF2B5EF4-FFF2-40B4-BE49-F238E27FC236}">
                    <a16:creationId xmlns:a16="http://schemas.microsoft.com/office/drawing/2014/main" id="{866E8245-505E-3D4A-BEA8-C37EF27B338B}"/>
                  </a:ext>
                </a:extLst>
              </p:cNvPr>
              <p:cNvGrpSpPr>
                <a:grpSpLocks/>
              </p:cNvGrpSpPr>
              <p:nvPr/>
            </p:nvGrpSpPr>
            <p:grpSpPr bwMode="auto">
              <a:xfrm>
                <a:off x="8328836" y="2202873"/>
                <a:ext cx="527285" cy="118466"/>
                <a:chOff x="2199" y="955"/>
                <a:chExt cx="2547" cy="506"/>
              </a:xfrm>
            </p:grpSpPr>
            <p:sp>
              <p:nvSpPr>
                <p:cNvPr id="577" name="Freeform 851">
                  <a:extLst>
                    <a:ext uri="{FF2B5EF4-FFF2-40B4-BE49-F238E27FC236}">
                      <a16:creationId xmlns:a16="http://schemas.microsoft.com/office/drawing/2014/main" id="{43658B60-BEC0-2940-B4D2-1C6DF40A2346}"/>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8" name="Freeform 852">
                  <a:extLst>
                    <a:ext uri="{FF2B5EF4-FFF2-40B4-BE49-F238E27FC236}">
                      <a16:creationId xmlns:a16="http://schemas.microsoft.com/office/drawing/2014/main" id="{57F7CCE4-09AA-0F4A-97AC-1F000557143E}"/>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9" name="Freeform 853">
                  <a:extLst>
                    <a:ext uri="{FF2B5EF4-FFF2-40B4-BE49-F238E27FC236}">
                      <a16:creationId xmlns:a16="http://schemas.microsoft.com/office/drawing/2014/main" id="{08300E6E-FB45-764B-92BB-C176A3322E60}"/>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0" name="Freeform 854">
                  <a:extLst>
                    <a:ext uri="{FF2B5EF4-FFF2-40B4-BE49-F238E27FC236}">
                      <a16:creationId xmlns:a16="http://schemas.microsoft.com/office/drawing/2014/main" id="{48F0C5EB-B463-1941-A973-B8AF6D57BF31}"/>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1" name="Freeform 855">
                  <a:extLst>
                    <a:ext uri="{FF2B5EF4-FFF2-40B4-BE49-F238E27FC236}">
                      <a16:creationId xmlns:a16="http://schemas.microsoft.com/office/drawing/2014/main" id="{D46B24E5-B89E-144F-BA23-B0F52882123D}"/>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2" name="Freeform 856">
                  <a:extLst>
                    <a:ext uri="{FF2B5EF4-FFF2-40B4-BE49-F238E27FC236}">
                      <a16:creationId xmlns:a16="http://schemas.microsoft.com/office/drawing/2014/main" id="{4E35544A-3DDA-974E-9C4C-694B4E35FCE2}"/>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grpSp>
          <p:nvGrpSpPr>
            <p:cNvPr id="263" name="Group 262">
              <a:extLst>
                <a:ext uri="{FF2B5EF4-FFF2-40B4-BE49-F238E27FC236}">
                  <a16:creationId xmlns:a16="http://schemas.microsoft.com/office/drawing/2014/main" id="{32C545ED-43BF-7B4E-8160-E564ACA96044}"/>
                </a:ext>
              </a:extLst>
            </p:cNvPr>
            <p:cNvGrpSpPr/>
            <p:nvPr/>
          </p:nvGrpSpPr>
          <p:grpSpPr>
            <a:xfrm>
              <a:off x="7856376" y="3838205"/>
              <a:ext cx="1062340" cy="341909"/>
              <a:chOff x="9561515" y="2748013"/>
              <a:chExt cx="1120341" cy="347863"/>
            </a:xfrm>
          </p:grpSpPr>
          <p:pic>
            <p:nvPicPr>
              <p:cNvPr id="566" name="Picture 603" descr="car_icon_small">
                <a:extLst>
                  <a:ext uri="{FF2B5EF4-FFF2-40B4-BE49-F238E27FC236}">
                    <a16:creationId xmlns:a16="http://schemas.microsoft.com/office/drawing/2014/main" id="{9069160E-81B3-814E-BC7A-543EA448AC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61515" y="2826814"/>
                <a:ext cx="1120341" cy="269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67" name="Group 850">
                <a:extLst>
                  <a:ext uri="{FF2B5EF4-FFF2-40B4-BE49-F238E27FC236}">
                    <a16:creationId xmlns:a16="http://schemas.microsoft.com/office/drawing/2014/main" id="{FDD85375-764E-1A4D-AAC3-B4572E6A466E}"/>
                  </a:ext>
                </a:extLst>
              </p:cNvPr>
              <p:cNvGrpSpPr>
                <a:grpSpLocks/>
              </p:cNvGrpSpPr>
              <p:nvPr/>
            </p:nvGrpSpPr>
            <p:grpSpPr bwMode="auto">
              <a:xfrm>
                <a:off x="9788587" y="2748013"/>
                <a:ext cx="527285" cy="118466"/>
                <a:chOff x="2199" y="955"/>
                <a:chExt cx="2547" cy="506"/>
              </a:xfrm>
            </p:grpSpPr>
            <p:sp>
              <p:nvSpPr>
                <p:cNvPr id="569" name="Freeform 851">
                  <a:extLst>
                    <a:ext uri="{FF2B5EF4-FFF2-40B4-BE49-F238E27FC236}">
                      <a16:creationId xmlns:a16="http://schemas.microsoft.com/office/drawing/2014/main" id="{A627EE87-50B4-EA4B-9EAF-9300F60936E6}"/>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0" name="Freeform 852">
                  <a:extLst>
                    <a:ext uri="{FF2B5EF4-FFF2-40B4-BE49-F238E27FC236}">
                      <a16:creationId xmlns:a16="http://schemas.microsoft.com/office/drawing/2014/main" id="{E110E52C-6DC7-D449-86DF-2909C92828FD}"/>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1" name="Freeform 853">
                  <a:extLst>
                    <a:ext uri="{FF2B5EF4-FFF2-40B4-BE49-F238E27FC236}">
                      <a16:creationId xmlns:a16="http://schemas.microsoft.com/office/drawing/2014/main" id="{1CBD7BA2-89D1-8D42-9BFD-5738BAD3AE1D}"/>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2" name="Freeform 854">
                  <a:extLst>
                    <a:ext uri="{FF2B5EF4-FFF2-40B4-BE49-F238E27FC236}">
                      <a16:creationId xmlns:a16="http://schemas.microsoft.com/office/drawing/2014/main" id="{73CEC12A-17BA-9F45-B7BF-12FFD0853639}"/>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3" name="Freeform 855">
                  <a:extLst>
                    <a:ext uri="{FF2B5EF4-FFF2-40B4-BE49-F238E27FC236}">
                      <a16:creationId xmlns:a16="http://schemas.microsoft.com/office/drawing/2014/main" id="{DCD2F1BD-FE5C-AA4E-9F72-36A5532E2EC8}"/>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4" name="Freeform 856">
                  <a:extLst>
                    <a:ext uri="{FF2B5EF4-FFF2-40B4-BE49-F238E27FC236}">
                      <a16:creationId xmlns:a16="http://schemas.microsoft.com/office/drawing/2014/main" id="{447254F4-B1F8-FF42-A10D-AD0109927774}"/>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cxnSp>
            <p:nvCxnSpPr>
              <p:cNvPr id="568" name="Straight Connector 567">
                <a:extLst>
                  <a:ext uri="{FF2B5EF4-FFF2-40B4-BE49-F238E27FC236}">
                    <a16:creationId xmlns:a16="http://schemas.microsoft.com/office/drawing/2014/main" id="{A5FA3456-E7C2-5346-90DA-566DF6B7CE52}"/>
                  </a:ext>
                </a:extLst>
              </p:cNvPr>
              <p:cNvCxnSpPr/>
              <p:nvPr/>
            </p:nvCxnSpPr>
            <p:spPr>
              <a:xfrm>
                <a:off x="10032156" y="2798664"/>
                <a:ext cx="31623" cy="13689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64" name="Group 263">
              <a:extLst>
                <a:ext uri="{FF2B5EF4-FFF2-40B4-BE49-F238E27FC236}">
                  <a16:creationId xmlns:a16="http://schemas.microsoft.com/office/drawing/2014/main" id="{DE6D2425-80FB-B94E-B01C-00CDE34C0ABE}"/>
                </a:ext>
              </a:extLst>
            </p:cNvPr>
            <p:cNvGrpSpPr/>
            <p:nvPr/>
          </p:nvGrpSpPr>
          <p:grpSpPr>
            <a:xfrm>
              <a:off x="9731765" y="3463179"/>
              <a:ext cx="502369" cy="512348"/>
              <a:chOff x="7341491" y="2307905"/>
              <a:chExt cx="509280" cy="439573"/>
            </a:xfrm>
          </p:grpSpPr>
          <p:grpSp>
            <p:nvGrpSpPr>
              <p:cNvPr id="535" name="Group 534">
                <a:extLst>
                  <a:ext uri="{FF2B5EF4-FFF2-40B4-BE49-F238E27FC236}">
                    <a16:creationId xmlns:a16="http://schemas.microsoft.com/office/drawing/2014/main" id="{62E2EB96-BBDF-1B42-BD81-8F2EA9EEB029}"/>
                  </a:ext>
                </a:extLst>
              </p:cNvPr>
              <p:cNvGrpSpPr/>
              <p:nvPr/>
            </p:nvGrpSpPr>
            <p:grpSpPr>
              <a:xfrm>
                <a:off x="7341491" y="2426725"/>
                <a:ext cx="509280" cy="320753"/>
                <a:chOff x="7458407" y="2414528"/>
                <a:chExt cx="509280" cy="320753"/>
              </a:xfrm>
            </p:grpSpPr>
            <p:pic>
              <p:nvPicPr>
                <p:cNvPr id="544" name="Picture 1018" descr="laptop_keyboard">
                  <a:extLst>
                    <a:ext uri="{FF2B5EF4-FFF2-40B4-BE49-F238E27FC236}">
                      <a16:creationId xmlns:a16="http://schemas.microsoft.com/office/drawing/2014/main" id="{B26BC03B-36B5-C240-9509-5FC2687DAFE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5" name="Freeform 1019">
                  <a:extLst>
                    <a:ext uri="{FF2B5EF4-FFF2-40B4-BE49-F238E27FC236}">
                      <a16:creationId xmlns:a16="http://schemas.microsoft.com/office/drawing/2014/main" id="{7184219E-4513-AD47-A6B5-6C820B45E6F4}"/>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46" name="Picture 1020" descr="screen">
                  <a:extLst>
                    <a:ext uri="{FF2B5EF4-FFF2-40B4-BE49-F238E27FC236}">
                      <a16:creationId xmlns:a16="http://schemas.microsoft.com/office/drawing/2014/main" id="{7C9A828A-3FA8-DA44-B0BB-660CED5B6C54}"/>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7" name="Freeform 1021">
                  <a:extLst>
                    <a:ext uri="{FF2B5EF4-FFF2-40B4-BE49-F238E27FC236}">
                      <a16:creationId xmlns:a16="http://schemas.microsoft.com/office/drawing/2014/main" id="{360E1912-E990-EF4A-A168-97D62A042CC7}"/>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8" name="Freeform 1022">
                  <a:extLst>
                    <a:ext uri="{FF2B5EF4-FFF2-40B4-BE49-F238E27FC236}">
                      <a16:creationId xmlns:a16="http://schemas.microsoft.com/office/drawing/2014/main" id="{AB2F9DCB-7D0E-CF4F-B534-CD48B0FF5888}"/>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9" name="Freeform 1023">
                  <a:extLst>
                    <a:ext uri="{FF2B5EF4-FFF2-40B4-BE49-F238E27FC236}">
                      <a16:creationId xmlns:a16="http://schemas.microsoft.com/office/drawing/2014/main" id="{D2275662-6913-B342-8D4F-B54B1FD732B1}"/>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0" name="Freeform 1024">
                  <a:extLst>
                    <a:ext uri="{FF2B5EF4-FFF2-40B4-BE49-F238E27FC236}">
                      <a16:creationId xmlns:a16="http://schemas.microsoft.com/office/drawing/2014/main" id="{624D1F43-BEC1-0B42-B4B4-9C8B31E78295}"/>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1" name="Freeform 1025">
                  <a:extLst>
                    <a:ext uri="{FF2B5EF4-FFF2-40B4-BE49-F238E27FC236}">
                      <a16:creationId xmlns:a16="http://schemas.microsoft.com/office/drawing/2014/main" id="{4D03BFA9-5625-7048-80AD-E11761123C3A}"/>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2" name="Freeform 1026">
                  <a:extLst>
                    <a:ext uri="{FF2B5EF4-FFF2-40B4-BE49-F238E27FC236}">
                      <a16:creationId xmlns:a16="http://schemas.microsoft.com/office/drawing/2014/main" id="{CBA0000F-3C26-4F47-ADF0-3A42BEB73824}"/>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53" name="Group 1027">
                  <a:extLst>
                    <a:ext uri="{FF2B5EF4-FFF2-40B4-BE49-F238E27FC236}">
                      <a16:creationId xmlns:a16="http://schemas.microsoft.com/office/drawing/2014/main" id="{B7A6EF01-4E6C-7747-9568-00D99B7B7EE9}"/>
                    </a:ext>
                  </a:extLst>
                </p:cNvPr>
                <p:cNvGrpSpPr>
                  <a:grpSpLocks/>
                </p:cNvGrpSpPr>
                <p:nvPr/>
              </p:nvGrpSpPr>
              <p:grpSpPr bwMode="auto">
                <a:xfrm>
                  <a:off x="7594735" y="2642220"/>
                  <a:ext cx="98740" cy="36846"/>
                  <a:chOff x="1740" y="2642"/>
                  <a:chExt cx="752" cy="327"/>
                </a:xfrm>
              </p:grpSpPr>
              <p:sp>
                <p:nvSpPr>
                  <p:cNvPr id="560" name="Freeform 1028">
                    <a:extLst>
                      <a:ext uri="{FF2B5EF4-FFF2-40B4-BE49-F238E27FC236}">
                        <a16:creationId xmlns:a16="http://schemas.microsoft.com/office/drawing/2014/main" id="{3B534C3F-FFD2-AF49-A1B8-E3812FAAA7A6}"/>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61" name="Freeform 1029">
                    <a:extLst>
                      <a:ext uri="{FF2B5EF4-FFF2-40B4-BE49-F238E27FC236}">
                        <a16:creationId xmlns:a16="http://schemas.microsoft.com/office/drawing/2014/main" id="{9E7AA977-F639-2A46-8045-57318488DCE5}"/>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62" name="Freeform 1030">
                    <a:extLst>
                      <a:ext uri="{FF2B5EF4-FFF2-40B4-BE49-F238E27FC236}">
                        <a16:creationId xmlns:a16="http://schemas.microsoft.com/office/drawing/2014/main" id="{31170FBC-FBB9-9247-A3E8-2C725CFE0A2A}"/>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63" name="Freeform 1031">
                    <a:extLst>
                      <a:ext uri="{FF2B5EF4-FFF2-40B4-BE49-F238E27FC236}">
                        <a16:creationId xmlns:a16="http://schemas.microsoft.com/office/drawing/2014/main" id="{F2F08FC2-75AB-2044-AF2A-8DBF41C8914C}"/>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64" name="Freeform 1032">
                    <a:extLst>
                      <a:ext uri="{FF2B5EF4-FFF2-40B4-BE49-F238E27FC236}">
                        <a16:creationId xmlns:a16="http://schemas.microsoft.com/office/drawing/2014/main" id="{8A6DE604-E047-5745-BA1E-D445993F7357}"/>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65" name="Freeform 1033">
                    <a:extLst>
                      <a:ext uri="{FF2B5EF4-FFF2-40B4-BE49-F238E27FC236}">
                        <a16:creationId xmlns:a16="http://schemas.microsoft.com/office/drawing/2014/main" id="{9EC5A2BD-8AB7-CD4E-A1C6-691DC9E0B1BD}"/>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554" name="Freeform 1034">
                  <a:extLst>
                    <a:ext uri="{FF2B5EF4-FFF2-40B4-BE49-F238E27FC236}">
                      <a16:creationId xmlns:a16="http://schemas.microsoft.com/office/drawing/2014/main" id="{EDD0CD04-14F2-E64D-ADFB-1F9D962A8E7F}"/>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5" name="Freeform 1035">
                  <a:extLst>
                    <a:ext uri="{FF2B5EF4-FFF2-40B4-BE49-F238E27FC236}">
                      <a16:creationId xmlns:a16="http://schemas.microsoft.com/office/drawing/2014/main" id="{344BEA7E-1D99-474C-BA43-D36AFF0778B0}"/>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6" name="Freeform 1036">
                  <a:extLst>
                    <a:ext uri="{FF2B5EF4-FFF2-40B4-BE49-F238E27FC236}">
                      <a16:creationId xmlns:a16="http://schemas.microsoft.com/office/drawing/2014/main" id="{7D014298-3FAC-E74C-A3C6-FEF113FAB77A}"/>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7" name="Freeform 1037">
                  <a:extLst>
                    <a:ext uri="{FF2B5EF4-FFF2-40B4-BE49-F238E27FC236}">
                      <a16:creationId xmlns:a16="http://schemas.microsoft.com/office/drawing/2014/main" id="{AA24228A-3940-C047-9862-E4276C8F81E0}"/>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8" name="Freeform 1038">
                  <a:extLst>
                    <a:ext uri="{FF2B5EF4-FFF2-40B4-BE49-F238E27FC236}">
                      <a16:creationId xmlns:a16="http://schemas.microsoft.com/office/drawing/2014/main" id="{AC5F707D-F324-E146-9AAE-13C53B2E5546}"/>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9" name="Freeform 1039">
                  <a:extLst>
                    <a:ext uri="{FF2B5EF4-FFF2-40B4-BE49-F238E27FC236}">
                      <a16:creationId xmlns:a16="http://schemas.microsoft.com/office/drawing/2014/main" id="{DFBBB30B-9ADB-4B44-ACEE-D908F7C4BB2B}"/>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536" name="Group 850">
                <a:extLst>
                  <a:ext uri="{FF2B5EF4-FFF2-40B4-BE49-F238E27FC236}">
                    <a16:creationId xmlns:a16="http://schemas.microsoft.com/office/drawing/2014/main" id="{A1F9CDC2-7601-9A40-82D3-151D8B9396CA}"/>
                  </a:ext>
                </a:extLst>
              </p:cNvPr>
              <p:cNvGrpSpPr>
                <a:grpSpLocks/>
              </p:cNvGrpSpPr>
              <p:nvPr/>
            </p:nvGrpSpPr>
            <p:grpSpPr bwMode="auto">
              <a:xfrm>
                <a:off x="7408527" y="2307905"/>
                <a:ext cx="399726" cy="74090"/>
                <a:chOff x="2199" y="955"/>
                <a:chExt cx="2547" cy="506"/>
              </a:xfrm>
            </p:grpSpPr>
            <p:sp>
              <p:nvSpPr>
                <p:cNvPr id="538" name="Freeform 851">
                  <a:extLst>
                    <a:ext uri="{FF2B5EF4-FFF2-40B4-BE49-F238E27FC236}">
                      <a16:creationId xmlns:a16="http://schemas.microsoft.com/office/drawing/2014/main" id="{E3901ADE-3D2F-0F40-83EC-1E343D4A44D2}"/>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9" name="Freeform 852">
                  <a:extLst>
                    <a:ext uri="{FF2B5EF4-FFF2-40B4-BE49-F238E27FC236}">
                      <a16:creationId xmlns:a16="http://schemas.microsoft.com/office/drawing/2014/main" id="{1133C005-DAE0-2547-A349-A2A7FF6C1171}"/>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0" name="Freeform 853">
                  <a:extLst>
                    <a:ext uri="{FF2B5EF4-FFF2-40B4-BE49-F238E27FC236}">
                      <a16:creationId xmlns:a16="http://schemas.microsoft.com/office/drawing/2014/main" id="{2AD9129D-0B75-2846-BD83-FE4B88FD3564}"/>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1" name="Freeform 854">
                  <a:extLst>
                    <a:ext uri="{FF2B5EF4-FFF2-40B4-BE49-F238E27FC236}">
                      <a16:creationId xmlns:a16="http://schemas.microsoft.com/office/drawing/2014/main" id="{89EE6BAC-FF86-2E45-A4A6-6F964118A50A}"/>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2" name="Freeform 855">
                  <a:extLst>
                    <a:ext uri="{FF2B5EF4-FFF2-40B4-BE49-F238E27FC236}">
                      <a16:creationId xmlns:a16="http://schemas.microsoft.com/office/drawing/2014/main" id="{49C009EA-4F9B-6947-B5F3-9089B1E1159D}"/>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3" name="Freeform 856">
                  <a:extLst>
                    <a:ext uri="{FF2B5EF4-FFF2-40B4-BE49-F238E27FC236}">
                      <a16:creationId xmlns:a16="http://schemas.microsoft.com/office/drawing/2014/main" id="{D470AE7F-9904-7444-8C91-6124A0D96A78}"/>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cxnSp>
            <p:nvCxnSpPr>
              <p:cNvPr id="537" name="Straight Connector 536">
                <a:extLst>
                  <a:ext uri="{FF2B5EF4-FFF2-40B4-BE49-F238E27FC236}">
                    <a16:creationId xmlns:a16="http://schemas.microsoft.com/office/drawing/2014/main" id="{B2CA645B-4B20-E445-A3FB-1A5DFFB64F6E}"/>
                  </a:ext>
                </a:extLst>
              </p:cNvPr>
              <p:cNvCxnSpPr>
                <a:cxnSpLocks/>
              </p:cNvCxnSpPr>
              <p:nvPr/>
            </p:nvCxnSpPr>
            <p:spPr>
              <a:xfrm flipH="1">
                <a:off x="7594314" y="2366481"/>
                <a:ext cx="39385" cy="702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65" name="Group 264">
              <a:extLst>
                <a:ext uri="{FF2B5EF4-FFF2-40B4-BE49-F238E27FC236}">
                  <a16:creationId xmlns:a16="http://schemas.microsoft.com/office/drawing/2014/main" id="{420CA967-C6FF-AF49-B120-4A1B63029159}"/>
                </a:ext>
              </a:extLst>
            </p:cNvPr>
            <p:cNvGrpSpPr/>
            <p:nvPr/>
          </p:nvGrpSpPr>
          <p:grpSpPr>
            <a:xfrm>
              <a:off x="10268203" y="3452676"/>
              <a:ext cx="1415984" cy="1643535"/>
              <a:chOff x="10249542" y="3676610"/>
              <a:chExt cx="1415984" cy="1643535"/>
            </a:xfrm>
          </p:grpSpPr>
          <p:sp>
            <p:nvSpPr>
              <p:cNvPr id="506" name="Line 435">
                <a:extLst>
                  <a:ext uri="{FF2B5EF4-FFF2-40B4-BE49-F238E27FC236}">
                    <a16:creationId xmlns:a16="http://schemas.microsoft.com/office/drawing/2014/main" id="{45BD382F-8E79-AF42-8D83-102728C2DEB2}"/>
                  </a:ext>
                </a:extLst>
              </p:cNvPr>
              <p:cNvSpPr>
                <a:spLocks noChangeShapeType="1"/>
              </p:cNvSpPr>
              <p:nvPr/>
            </p:nvSpPr>
            <p:spPr bwMode="auto">
              <a:xfrm flipH="1">
                <a:off x="11319747" y="4049486"/>
                <a:ext cx="7615" cy="356080"/>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7" name="Line 436">
                <a:extLst>
                  <a:ext uri="{FF2B5EF4-FFF2-40B4-BE49-F238E27FC236}">
                    <a16:creationId xmlns:a16="http://schemas.microsoft.com/office/drawing/2014/main" id="{36B815AF-C2C5-F142-8D82-327977AB2FAE}"/>
                  </a:ext>
                </a:extLst>
              </p:cNvPr>
              <p:cNvSpPr>
                <a:spLocks noChangeShapeType="1"/>
              </p:cNvSpPr>
              <p:nvPr/>
            </p:nvSpPr>
            <p:spPr bwMode="auto">
              <a:xfrm flipV="1">
                <a:off x="10658519" y="4487840"/>
                <a:ext cx="518620" cy="173119"/>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8" name="Line 439">
                <a:extLst>
                  <a:ext uri="{FF2B5EF4-FFF2-40B4-BE49-F238E27FC236}">
                    <a16:creationId xmlns:a16="http://schemas.microsoft.com/office/drawing/2014/main" id="{8CF8E9E2-D971-6849-8B2D-5DDA78B1E51C}"/>
                  </a:ext>
                </a:extLst>
              </p:cNvPr>
              <p:cNvSpPr>
                <a:spLocks noChangeShapeType="1"/>
              </p:cNvSpPr>
              <p:nvPr/>
            </p:nvSpPr>
            <p:spPr bwMode="auto">
              <a:xfrm flipH="1">
                <a:off x="11201006" y="4473187"/>
                <a:ext cx="127931" cy="524238"/>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09" name="Group 508">
                <a:extLst>
                  <a:ext uri="{FF2B5EF4-FFF2-40B4-BE49-F238E27FC236}">
                    <a16:creationId xmlns:a16="http://schemas.microsoft.com/office/drawing/2014/main" id="{1D2F9153-D8C3-0C4A-81B7-9BB2A5A7EECD}"/>
                  </a:ext>
                </a:extLst>
              </p:cNvPr>
              <p:cNvGrpSpPr/>
              <p:nvPr/>
            </p:nvGrpSpPr>
            <p:grpSpPr>
              <a:xfrm>
                <a:off x="11084522" y="4291738"/>
                <a:ext cx="581004" cy="299152"/>
                <a:chOff x="3668110" y="2448910"/>
                <a:chExt cx="3794234" cy="2165130"/>
              </a:xfrm>
            </p:grpSpPr>
            <p:sp>
              <p:nvSpPr>
                <p:cNvPr id="527" name="Rectangle 526">
                  <a:extLst>
                    <a:ext uri="{FF2B5EF4-FFF2-40B4-BE49-F238E27FC236}">
                      <a16:creationId xmlns:a16="http://schemas.microsoft.com/office/drawing/2014/main" id="{9107DBC8-859E-8D40-B5B6-C4AA2C8FB9B3}"/>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a:solidFill>
                    <a:srgbClr val="E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29" name="Freeform 528">
                  <a:extLst>
                    <a:ext uri="{FF2B5EF4-FFF2-40B4-BE49-F238E27FC236}">
                      <a16:creationId xmlns:a16="http://schemas.microsoft.com/office/drawing/2014/main" id="{202521BE-D707-0F40-92B9-1CF932599427}"/>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530" name="Group 529">
                  <a:extLst>
                    <a:ext uri="{FF2B5EF4-FFF2-40B4-BE49-F238E27FC236}">
                      <a16:creationId xmlns:a16="http://schemas.microsoft.com/office/drawing/2014/main" id="{386B2BB7-4B70-9E41-90D4-D3BA3A243DE5}"/>
                    </a:ext>
                  </a:extLst>
                </p:cNvPr>
                <p:cNvGrpSpPr/>
                <p:nvPr/>
              </p:nvGrpSpPr>
              <p:grpSpPr>
                <a:xfrm>
                  <a:off x="3941378" y="2603243"/>
                  <a:ext cx="3202061" cy="1066110"/>
                  <a:chOff x="7939341" y="3037317"/>
                  <a:chExt cx="897649" cy="353919"/>
                </a:xfrm>
              </p:grpSpPr>
              <p:sp>
                <p:nvSpPr>
                  <p:cNvPr id="531" name="Freeform 530">
                    <a:extLst>
                      <a:ext uri="{FF2B5EF4-FFF2-40B4-BE49-F238E27FC236}">
                        <a16:creationId xmlns:a16="http://schemas.microsoft.com/office/drawing/2014/main" id="{D068C3A0-7999-2F4F-AD40-DCE41D95256F}"/>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32" name="Freeform 531">
                    <a:extLst>
                      <a:ext uri="{FF2B5EF4-FFF2-40B4-BE49-F238E27FC236}">
                        <a16:creationId xmlns:a16="http://schemas.microsoft.com/office/drawing/2014/main" id="{5639C0F5-5081-3B41-B9D2-1EEDEA67E903}"/>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33" name="Freeform 532">
                    <a:extLst>
                      <a:ext uri="{FF2B5EF4-FFF2-40B4-BE49-F238E27FC236}">
                        <a16:creationId xmlns:a16="http://schemas.microsoft.com/office/drawing/2014/main" id="{58E7AD86-18B1-D04C-A608-C2C2C32D3025}"/>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34" name="Freeform 533">
                    <a:extLst>
                      <a:ext uri="{FF2B5EF4-FFF2-40B4-BE49-F238E27FC236}">
                        <a16:creationId xmlns:a16="http://schemas.microsoft.com/office/drawing/2014/main" id="{5F37FABE-0C5E-BE4B-816C-434CDEF518C7}"/>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EC86A6"/>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510" name="Group 590">
                <a:extLst>
                  <a:ext uri="{FF2B5EF4-FFF2-40B4-BE49-F238E27FC236}">
                    <a16:creationId xmlns:a16="http://schemas.microsoft.com/office/drawing/2014/main" id="{D433E483-6A63-3749-A0B5-CDE5F0937038}"/>
                  </a:ext>
                </a:extLst>
              </p:cNvPr>
              <p:cNvGrpSpPr>
                <a:grpSpLocks/>
              </p:cNvGrpSpPr>
              <p:nvPr/>
            </p:nvGrpSpPr>
            <p:grpSpPr bwMode="auto">
              <a:xfrm flipH="1">
                <a:off x="10917985" y="3676610"/>
                <a:ext cx="649485" cy="571200"/>
                <a:chOff x="2839" y="3501"/>
                <a:chExt cx="755" cy="803"/>
              </a:xfrm>
            </p:grpSpPr>
            <p:pic>
              <p:nvPicPr>
                <p:cNvPr id="519" name="Picture 591" descr="desktop_computer_stylized_medium">
                  <a:extLst>
                    <a:ext uri="{FF2B5EF4-FFF2-40B4-BE49-F238E27FC236}">
                      <a16:creationId xmlns:a16="http://schemas.microsoft.com/office/drawing/2014/main" id="{872C8DF8-FDD2-1F45-920A-9065DA104B46}"/>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1" name="Freeform 592">
                  <a:extLst>
                    <a:ext uri="{FF2B5EF4-FFF2-40B4-BE49-F238E27FC236}">
                      <a16:creationId xmlns:a16="http://schemas.microsoft.com/office/drawing/2014/main" id="{B68FB3B0-1F09-9B49-ACA9-BE55166AFEE6}"/>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511" name="Group 590">
                <a:extLst>
                  <a:ext uri="{FF2B5EF4-FFF2-40B4-BE49-F238E27FC236}">
                    <a16:creationId xmlns:a16="http://schemas.microsoft.com/office/drawing/2014/main" id="{E3C29E7E-5870-D04F-802F-276AABC35A7D}"/>
                  </a:ext>
                </a:extLst>
              </p:cNvPr>
              <p:cNvGrpSpPr>
                <a:grpSpLocks/>
              </p:cNvGrpSpPr>
              <p:nvPr/>
            </p:nvGrpSpPr>
            <p:grpSpPr bwMode="auto">
              <a:xfrm flipH="1">
                <a:off x="10249542" y="4410101"/>
                <a:ext cx="649485" cy="571200"/>
                <a:chOff x="2839" y="3501"/>
                <a:chExt cx="755" cy="803"/>
              </a:xfrm>
            </p:grpSpPr>
            <p:pic>
              <p:nvPicPr>
                <p:cNvPr id="516" name="Picture 591" descr="desktop_computer_stylized_medium">
                  <a:extLst>
                    <a:ext uri="{FF2B5EF4-FFF2-40B4-BE49-F238E27FC236}">
                      <a16:creationId xmlns:a16="http://schemas.microsoft.com/office/drawing/2014/main" id="{4E2E3CDB-8AAD-1C43-BC56-67106497837D}"/>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8" name="Freeform 592">
                  <a:extLst>
                    <a:ext uri="{FF2B5EF4-FFF2-40B4-BE49-F238E27FC236}">
                      <a16:creationId xmlns:a16="http://schemas.microsoft.com/office/drawing/2014/main" id="{CED3A19C-2D17-F345-AF9E-396B480DA486}"/>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512" name="Group 590">
                <a:extLst>
                  <a:ext uri="{FF2B5EF4-FFF2-40B4-BE49-F238E27FC236}">
                    <a16:creationId xmlns:a16="http://schemas.microsoft.com/office/drawing/2014/main" id="{6F4F6FB6-D521-2547-A64E-23DBD821A6F5}"/>
                  </a:ext>
                </a:extLst>
              </p:cNvPr>
              <p:cNvGrpSpPr>
                <a:grpSpLocks/>
              </p:cNvGrpSpPr>
              <p:nvPr/>
            </p:nvGrpSpPr>
            <p:grpSpPr bwMode="auto">
              <a:xfrm flipH="1">
                <a:off x="10797829" y="4748945"/>
                <a:ext cx="649485" cy="571200"/>
                <a:chOff x="2839" y="3501"/>
                <a:chExt cx="755" cy="803"/>
              </a:xfrm>
            </p:grpSpPr>
            <p:pic>
              <p:nvPicPr>
                <p:cNvPr id="513" name="Picture 591" descr="desktop_computer_stylized_medium">
                  <a:extLst>
                    <a:ext uri="{FF2B5EF4-FFF2-40B4-BE49-F238E27FC236}">
                      <a16:creationId xmlns:a16="http://schemas.microsoft.com/office/drawing/2014/main" id="{259939A2-EF0D-0849-87E5-C30B512ABCC5}"/>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5" name="Freeform 592">
                  <a:extLst>
                    <a:ext uri="{FF2B5EF4-FFF2-40B4-BE49-F238E27FC236}">
                      <a16:creationId xmlns:a16="http://schemas.microsoft.com/office/drawing/2014/main" id="{969549B6-E8D9-F346-B4D3-531B6A248E8C}"/>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grpSp>
          <p:nvGrpSpPr>
            <p:cNvPr id="266" name="Group 265">
              <a:extLst>
                <a:ext uri="{FF2B5EF4-FFF2-40B4-BE49-F238E27FC236}">
                  <a16:creationId xmlns:a16="http://schemas.microsoft.com/office/drawing/2014/main" id="{CED303F0-222E-5244-A993-7309936A6DDE}"/>
                </a:ext>
              </a:extLst>
            </p:cNvPr>
            <p:cNvGrpSpPr/>
            <p:nvPr/>
          </p:nvGrpSpPr>
          <p:grpSpPr>
            <a:xfrm>
              <a:off x="8229600" y="5199782"/>
              <a:ext cx="1923291" cy="1159453"/>
              <a:chOff x="9874069" y="4049856"/>
              <a:chExt cx="1165513" cy="683960"/>
            </a:xfrm>
          </p:grpSpPr>
          <p:pic>
            <p:nvPicPr>
              <p:cNvPr id="414" name="Picture 781" descr="antenna_radiation_stylized">
                <a:extLst>
                  <a:ext uri="{FF2B5EF4-FFF2-40B4-BE49-F238E27FC236}">
                    <a16:creationId xmlns:a16="http://schemas.microsoft.com/office/drawing/2014/main" id="{A7825C18-3A75-0543-A6DF-CD0EBCC8481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253455" y="4053920"/>
                <a:ext cx="452014" cy="95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4" name="Picture 780" descr="access_point_stylized_small">
                <a:extLst>
                  <a:ext uri="{FF2B5EF4-FFF2-40B4-BE49-F238E27FC236}">
                    <a16:creationId xmlns:a16="http://schemas.microsoft.com/office/drawing/2014/main" id="{00B2B9D6-136E-8F44-9D1F-73D9678EE5E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301992" y="4097214"/>
                <a:ext cx="380935" cy="317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35" name="Group 850">
                <a:extLst>
                  <a:ext uri="{FF2B5EF4-FFF2-40B4-BE49-F238E27FC236}">
                    <a16:creationId xmlns:a16="http://schemas.microsoft.com/office/drawing/2014/main" id="{55D7AFE3-491A-0F41-845E-73BE57A57999}"/>
                  </a:ext>
                </a:extLst>
              </p:cNvPr>
              <p:cNvGrpSpPr>
                <a:grpSpLocks/>
              </p:cNvGrpSpPr>
              <p:nvPr/>
            </p:nvGrpSpPr>
            <p:grpSpPr bwMode="auto">
              <a:xfrm>
                <a:off x="10257306" y="4049856"/>
                <a:ext cx="450526" cy="96315"/>
                <a:chOff x="2199" y="955"/>
                <a:chExt cx="2547" cy="506"/>
              </a:xfrm>
            </p:grpSpPr>
            <p:sp>
              <p:nvSpPr>
                <p:cNvPr id="500" name="Freeform 851">
                  <a:extLst>
                    <a:ext uri="{FF2B5EF4-FFF2-40B4-BE49-F238E27FC236}">
                      <a16:creationId xmlns:a16="http://schemas.microsoft.com/office/drawing/2014/main" id="{F966C65E-4602-0C4E-BE21-449A027F5233}"/>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1" name="Freeform 852">
                  <a:extLst>
                    <a:ext uri="{FF2B5EF4-FFF2-40B4-BE49-F238E27FC236}">
                      <a16:creationId xmlns:a16="http://schemas.microsoft.com/office/drawing/2014/main" id="{F970640B-3A9E-5441-BC12-EE66BC8489A0}"/>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2" name="Freeform 853">
                  <a:extLst>
                    <a:ext uri="{FF2B5EF4-FFF2-40B4-BE49-F238E27FC236}">
                      <a16:creationId xmlns:a16="http://schemas.microsoft.com/office/drawing/2014/main" id="{4D1F8A5D-B984-3941-8162-CBC784976CF3}"/>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3" name="Freeform 854">
                  <a:extLst>
                    <a:ext uri="{FF2B5EF4-FFF2-40B4-BE49-F238E27FC236}">
                      <a16:creationId xmlns:a16="http://schemas.microsoft.com/office/drawing/2014/main" id="{81F815F2-BBBE-F048-946C-E2F160ACF985}"/>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4" name="Freeform 855">
                  <a:extLst>
                    <a:ext uri="{FF2B5EF4-FFF2-40B4-BE49-F238E27FC236}">
                      <a16:creationId xmlns:a16="http://schemas.microsoft.com/office/drawing/2014/main" id="{401DE888-B65E-C948-AFD1-FE211E0E5201}"/>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5" name="Freeform 856">
                  <a:extLst>
                    <a:ext uri="{FF2B5EF4-FFF2-40B4-BE49-F238E27FC236}">
                      <a16:creationId xmlns:a16="http://schemas.microsoft.com/office/drawing/2014/main" id="{0BF51E83-E31D-B44F-B45E-8F5E16572F58}"/>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436" name="Group 435">
                <a:extLst>
                  <a:ext uri="{FF2B5EF4-FFF2-40B4-BE49-F238E27FC236}">
                    <a16:creationId xmlns:a16="http://schemas.microsoft.com/office/drawing/2014/main" id="{D5751695-2861-FD47-8A0E-1F97388A9181}"/>
                  </a:ext>
                </a:extLst>
              </p:cNvPr>
              <p:cNvGrpSpPr/>
              <p:nvPr/>
            </p:nvGrpSpPr>
            <p:grpSpPr>
              <a:xfrm>
                <a:off x="9874069" y="4284324"/>
                <a:ext cx="406937" cy="372436"/>
                <a:chOff x="7341491" y="2307905"/>
                <a:chExt cx="509280" cy="439573"/>
              </a:xfrm>
            </p:grpSpPr>
            <p:grpSp>
              <p:nvGrpSpPr>
                <p:cNvPr id="469" name="Group 468">
                  <a:extLst>
                    <a:ext uri="{FF2B5EF4-FFF2-40B4-BE49-F238E27FC236}">
                      <a16:creationId xmlns:a16="http://schemas.microsoft.com/office/drawing/2014/main" id="{3E4EB07F-3B58-EF40-B44B-DA38BC38CDFE}"/>
                    </a:ext>
                  </a:extLst>
                </p:cNvPr>
                <p:cNvGrpSpPr/>
                <p:nvPr/>
              </p:nvGrpSpPr>
              <p:grpSpPr>
                <a:xfrm>
                  <a:off x="7341491" y="2426725"/>
                  <a:ext cx="509280" cy="320753"/>
                  <a:chOff x="7458407" y="2414528"/>
                  <a:chExt cx="509280" cy="320753"/>
                </a:xfrm>
              </p:grpSpPr>
              <p:pic>
                <p:nvPicPr>
                  <p:cNvPr id="478" name="Picture 1018" descr="laptop_keyboard">
                    <a:extLst>
                      <a:ext uri="{FF2B5EF4-FFF2-40B4-BE49-F238E27FC236}">
                        <a16:creationId xmlns:a16="http://schemas.microsoft.com/office/drawing/2014/main" id="{032DC61A-E49E-4941-A6AB-575FC7F2D32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9" name="Freeform 1019">
                    <a:extLst>
                      <a:ext uri="{FF2B5EF4-FFF2-40B4-BE49-F238E27FC236}">
                        <a16:creationId xmlns:a16="http://schemas.microsoft.com/office/drawing/2014/main" id="{741AEBEB-99B3-BB43-8D71-9C2929E135A6}"/>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80" name="Picture 1020" descr="screen">
                    <a:extLst>
                      <a:ext uri="{FF2B5EF4-FFF2-40B4-BE49-F238E27FC236}">
                        <a16:creationId xmlns:a16="http://schemas.microsoft.com/office/drawing/2014/main" id="{1B4123BB-C943-744C-8B67-89E266818246}"/>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 name="Freeform 1021">
                    <a:extLst>
                      <a:ext uri="{FF2B5EF4-FFF2-40B4-BE49-F238E27FC236}">
                        <a16:creationId xmlns:a16="http://schemas.microsoft.com/office/drawing/2014/main" id="{FF6D3575-1FD0-4546-8B92-CA8E53118260}"/>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2" name="Freeform 1022">
                    <a:extLst>
                      <a:ext uri="{FF2B5EF4-FFF2-40B4-BE49-F238E27FC236}">
                        <a16:creationId xmlns:a16="http://schemas.microsoft.com/office/drawing/2014/main" id="{B870A336-D5A4-2A40-9246-48263F1165FB}"/>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3" name="Freeform 1023">
                    <a:extLst>
                      <a:ext uri="{FF2B5EF4-FFF2-40B4-BE49-F238E27FC236}">
                        <a16:creationId xmlns:a16="http://schemas.microsoft.com/office/drawing/2014/main" id="{1422FA6F-B293-CC47-8035-BFAEE2036193}"/>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4" name="Freeform 1024">
                    <a:extLst>
                      <a:ext uri="{FF2B5EF4-FFF2-40B4-BE49-F238E27FC236}">
                        <a16:creationId xmlns:a16="http://schemas.microsoft.com/office/drawing/2014/main" id="{977DE91F-7E9A-CD4C-BBFE-1E362481F537}"/>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5" name="Freeform 1025">
                    <a:extLst>
                      <a:ext uri="{FF2B5EF4-FFF2-40B4-BE49-F238E27FC236}">
                        <a16:creationId xmlns:a16="http://schemas.microsoft.com/office/drawing/2014/main" id="{46DCAA87-03AE-994A-92BC-C124AFA107BF}"/>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6" name="Freeform 1026">
                    <a:extLst>
                      <a:ext uri="{FF2B5EF4-FFF2-40B4-BE49-F238E27FC236}">
                        <a16:creationId xmlns:a16="http://schemas.microsoft.com/office/drawing/2014/main" id="{DC0CE329-95EE-8144-9875-DA4FBB32ACFB}"/>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487" name="Group 1027">
                    <a:extLst>
                      <a:ext uri="{FF2B5EF4-FFF2-40B4-BE49-F238E27FC236}">
                        <a16:creationId xmlns:a16="http://schemas.microsoft.com/office/drawing/2014/main" id="{06F6AD5D-84F9-3648-9E54-96448E76BA13}"/>
                      </a:ext>
                    </a:extLst>
                  </p:cNvPr>
                  <p:cNvGrpSpPr>
                    <a:grpSpLocks/>
                  </p:cNvGrpSpPr>
                  <p:nvPr/>
                </p:nvGrpSpPr>
                <p:grpSpPr bwMode="auto">
                  <a:xfrm>
                    <a:off x="7594735" y="2642220"/>
                    <a:ext cx="98740" cy="36846"/>
                    <a:chOff x="1740" y="2642"/>
                    <a:chExt cx="752" cy="327"/>
                  </a:xfrm>
                </p:grpSpPr>
                <p:sp>
                  <p:nvSpPr>
                    <p:cNvPr id="494" name="Freeform 1028">
                      <a:extLst>
                        <a:ext uri="{FF2B5EF4-FFF2-40B4-BE49-F238E27FC236}">
                          <a16:creationId xmlns:a16="http://schemas.microsoft.com/office/drawing/2014/main" id="{0CBABEAE-3A8F-1E43-8427-3CE7367D0AA6}"/>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5" name="Freeform 1029">
                      <a:extLst>
                        <a:ext uri="{FF2B5EF4-FFF2-40B4-BE49-F238E27FC236}">
                          <a16:creationId xmlns:a16="http://schemas.microsoft.com/office/drawing/2014/main" id="{530EEDCA-EC9D-9E43-B7E2-EACE522D5320}"/>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6" name="Freeform 1030">
                      <a:extLst>
                        <a:ext uri="{FF2B5EF4-FFF2-40B4-BE49-F238E27FC236}">
                          <a16:creationId xmlns:a16="http://schemas.microsoft.com/office/drawing/2014/main" id="{F8981A58-6D1F-0A4D-8713-5E3C5AC2A4F8}"/>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7" name="Freeform 1031">
                      <a:extLst>
                        <a:ext uri="{FF2B5EF4-FFF2-40B4-BE49-F238E27FC236}">
                          <a16:creationId xmlns:a16="http://schemas.microsoft.com/office/drawing/2014/main" id="{DD0C1F2E-4615-CF43-A943-A9418DAC9F9D}"/>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8" name="Freeform 1032">
                      <a:extLst>
                        <a:ext uri="{FF2B5EF4-FFF2-40B4-BE49-F238E27FC236}">
                          <a16:creationId xmlns:a16="http://schemas.microsoft.com/office/drawing/2014/main" id="{808B9297-AFFC-984F-B0AC-13FB540AF556}"/>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9" name="Freeform 1033">
                      <a:extLst>
                        <a:ext uri="{FF2B5EF4-FFF2-40B4-BE49-F238E27FC236}">
                          <a16:creationId xmlns:a16="http://schemas.microsoft.com/office/drawing/2014/main" id="{6C71B69D-A351-8643-B6E6-F4536269D8F0}"/>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488" name="Freeform 1034">
                    <a:extLst>
                      <a:ext uri="{FF2B5EF4-FFF2-40B4-BE49-F238E27FC236}">
                        <a16:creationId xmlns:a16="http://schemas.microsoft.com/office/drawing/2014/main" id="{EE840DC1-0BE8-6646-8DEB-5C4EA94966F6}"/>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9" name="Freeform 1035">
                    <a:extLst>
                      <a:ext uri="{FF2B5EF4-FFF2-40B4-BE49-F238E27FC236}">
                        <a16:creationId xmlns:a16="http://schemas.microsoft.com/office/drawing/2014/main" id="{BABA7F00-DA52-2E49-BB76-B5A5F5595AC5}"/>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0" name="Freeform 1036">
                    <a:extLst>
                      <a:ext uri="{FF2B5EF4-FFF2-40B4-BE49-F238E27FC236}">
                        <a16:creationId xmlns:a16="http://schemas.microsoft.com/office/drawing/2014/main" id="{A21E46CA-0E1F-2E4E-8894-6A9675A749A6}"/>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1" name="Freeform 1037">
                    <a:extLst>
                      <a:ext uri="{FF2B5EF4-FFF2-40B4-BE49-F238E27FC236}">
                        <a16:creationId xmlns:a16="http://schemas.microsoft.com/office/drawing/2014/main" id="{F41B4260-C5B0-DC41-92A3-C9AABDF866F9}"/>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2" name="Freeform 1038">
                    <a:extLst>
                      <a:ext uri="{FF2B5EF4-FFF2-40B4-BE49-F238E27FC236}">
                        <a16:creationId xmlns:a16="http://schemas.microsoft.com/office/drawing/2014/main" id="{7BD35E16-08BD-5744-8C23-DC1C1F54C1E6}"/>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3" name="Freeform 1039">
                    <a:extLst>
                      <a:ext uri="{FF2B5EF4-FFF2-40B4-BE49-F238E27FC236}">
                        <a16:creationId xmlns:a16="http://schemas.microsoft.com/office/drawing/2014/main" id="{BE751657-56F1-4448-866D-BF6DD807075E}"/>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470" name="Group 850">
                  <a:extLst>
                    <a:ext uri="{FF2B5EF4-FFF2-40B4-BE49-F238E27FC236}">
                      <a16:creationId xmlns:a16="http://schemas.microsoft.com/office/drawing/2014/main" id="{41FF5206-8939-DB4A-AFCB-28FE4AFEC2A6}"/>
                    </a:ext>
                  </a:extLst>
                </p:cNvPr>
                <p:cNvGrpSpPr>
                  <a:grpSpLocks/>
                </p:cNvGrpSpPr>
                <p:nvPr/>
              </p:nvGrpSpPr>
              <p:grpSpPr bwMode="auto">
                <a:xfrm>
                  <a:off x="7408527" y="2307905"/>
                  <a:ext cx="399726" cy="74090"/>
                  <a:chOff x="2199" y="955"/>
                  <a:chExt cx="2547" cy="506"/>
                </a:xfrm>
              </p:grpSpPr>
              <p:sp>
                <p:nvSpPr>
                  <p:cNvPr id="472" name="Freeform 851">
                    <a:extLst>
                      <a:ext uri="{FF2B5EF4-FFF2-40B4-BE49-F238E27FC236}">
                        <a16:creationId xmlns:a16="http://schemas.microsoft.com/office/drawing/2014/main" id="{5806E134-9C32-BD43-BDEE-5A50AA482EB5}"/>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3" name="Freeform 852">
                    <a:extLst>
                      <a:ext uri="{FF2B5EF4-FFF2-40B4-BE49-F238E27FC236}">
                        <a16:creationId xmlns:a16="http://schemas.microsoft.com/office/drawing/2014/main" id="{E2541107-0F31-9F40-BEA1-F0066A998719}"/>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4" name="Freeform 853">
                    <a:extLst>
                      <a:ext uri="{FF2B5EF4-FFF2-40B4-BE49-F238E27FC236}">
                        <a16:creationId xmlns:a16="http://schemas.microsoft.com/office/drawing/2014/main" id="{1D6522D4-EE2C-4A4A-93B4-B2C4D1FCD6AA}"/>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5" name="Freeform 854">
                    <a:extLst>
                      <a:ext uri="{FF2B5EF4-FFF2-40B4-BE49-F238E27FC236}">
                        <a16:creationId xmlns:a16="http://schemas.microsoft.com/office/drawing/2014/main" id="{367EDD77-F978-3741-A187-EE6953F51E71}"/>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6" name="Freeform 855">
                    <a:extLst>
                      <a:ext uri="{FF2B5EF4-FFF2-40B4-BE49-F238E27FC236}">
                        <a16:creationId xmlns:a16="http://schemas.microsoft.com/office/drawing/2014/main" id="{2846515E-1CE9-AC41-8FE7-268F5CECE483}"/>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7" name="Freeform 856">
                    <a:extLst>
                      <a:ext uri="{FF2B5EF4-FFF2-40B4-BE49-F238E27FC236}">
                        <a16:creationId xmlns:a16="http://schemas.microsoft.com/office/drawing/2014/main" id="{33E043C0-9EF6-BE46-9846-4D601F5ADA73}"/>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cxnSp>
              <p:nvCxnSpPr>
                <p:cNvPr id="471" name="Straight Connector 470">
                  <a:extLst>
                    <a:ext uri="{FF2B5EF4-FFF2-40B4-BE49-F238E27FC236}">
                      <a16:creationId xmlns:a16="http://schemas.microsoft.com/office/drawing/2014/main" id="{CB69F864-8FB5-E041-9129-AC195EDCC60C}"/>
                    </a:ext>
                  </a:extLst>
                </p:cNvPr>
                <p:cNvCxnSpPr>
                  <a:cxnSpLocks/>
                </p:cNvCxnSpPr>
                <p:nvPr/>
              </p:nvCxnSpPr>
              <p:spPr>
                <a:xfrm flipH="1">
                  <a:off x="7594314" y="2366481"/>
                  <a:ext cx="39385" cy="702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37" name="Group 436">
                <a:extLst>
                  <a:ext uri="{FF2B5EF4-FFF2-40B4-BE49-F238E27FC236}">
                    <a16:creationId xmlns:a16="http://schemas.microsoft.com/office/drawing/2014/main" id="{C2AA1ADC-DA20-0446-A617-23E1618DB1E1}"/>
                  </a:ext>
                </a:extLst>
              </p:cNvPr>
              <p:cNvGrpSpPr/>
              <p:nvPr/>
            </p:nvGrpSpPr>
            <p:grpSpPr>
              <a:xfrm>
                <a:off x="10632645" y="4361380"/>
                <a:ext cx="406937" cy="372436"/>
                <a:chOff x="7341491" y="2307905"/>
                <a:chExt cx="509280" cy="439573"/>
              </a:xfrm>
            </p:grpSpPr>
            <p:grpSp>
              <p:nvGrpSpPr>
                <p:cNvPr id="438" name="Group 437">
                  <a:extLst>
                    <a:ext uri="{FF2B5EF4-FFF2-40B4-BE49-F238E27FC236}">
                      <a16:creationId xmlns:a16="http://schemas.microsoft.com/office/drawing/2014/main" id="{76BCDA8E-D15E-A74A-8ADE-A687CEE3E3C8}"/>
                    </a:ext>
                  </a:extLst>
                </p:cNvPr>
                <p:cNvGrpSpPr/>
                <p:nvPr/>
              </p:nvGrpSpPr>
              <p:grpSpPr>
                <a:xfrm>
                  <a:off x="7341491" y="2426725"/>
                  <a:ext cx="509280" cy="320753"/>
                  <a:chOff x="7458407" y="2414528"/>
                  <a:chExt cx="509280" cy="320753"/>
                </a:xfrm>
              </p:grpSpPr>
              <p:pic>
                <p:nvPicPr>
                  <p:cNvPr id="447" name="Picture 1018" descr="laptop_keyboard">
                    <a:extLst>
                      <a:ext uri="{FF2B5EF4-FFF2-40B4-BE49-F238E27FC236}">
                        <a16:creationId xmlns:a16="http://schemas.microsoft.com/office/drawing/2014/main" id="{8164BC6B-27AC-F543-BC9A-5144C3FE81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8" name="Freeform 1019">
                    <a:extLst>
                      <a:ext uri="{FF2B5EF4-FFF2-40B4-BE49-F238E27FC236}">
                        <a16:creationId xmlns:a16="http://schemas.microsoft.com/office/drawing/2014/main" id="{8CCC328C-1513-4C4F-BA81-A6778643676D}"/>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49" name="Picture 1020" descr="screen">
                    <a:extLst>
                      <a:ext uri="{FF2B5EF4-FFF2-40B4-BE49-F238E27FC236}">
                        <a16:creationId xmlns:a16="http://schemas.microsoft.com/office/drawing/2014/main" id="{DDA06ED4-53B0-1B48-9119-46F36D48C884}"/>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 name="Freeform 1021">
                    <a:extLst>
                      <a:ext uri="{FF2B5EF4-FFF2-40B4-BE49-F238E27FC236}">
                        <a16:creationId xmlns:a16="http://schemas.microsoft.com/office/drawing/2014/main" id="{BA9F220B-5659-2A42-847E-A563796C3192}"/>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1" name="Freeform 1022">
                    <a:extLst>
                      <a:ext uri="{FF2B5EF4-FFF2-40B4-BE49-F238E27FC236}">
                        <a16:creationId xmlns:a16="http://schemas.microsoft.com/office/drawing/2014/main" id="{7A53E173-94E0-9A45-A5EB-06BAE70B4597}"/>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2" name="Freeform 1023">
                    <a:extLst>
                      <a:ext uri="{FF2B5EF4-FFF2-40B4-BE49-F238E27FC236}">
                        <a16:creationId xmlns:a16="http://schemas.microsoft.com/office/drawing/2014/main" id="{1AE4308B-5274-7E4E-8319-3DCEAF641AA8}"/>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3" name="Freeform 1024">
                    <a:extLst>
                      <a:ext uri="{FF2B5EF4-FFF2-40B4-BE49-F238E27FC236}">
                        <a16:creationId xmlns:a16="http://schemas.microsoft.com/office/drawing/2014/main" id="{0AFBA2BB-6C86-F343-AEFA-24E9DAA9DA0B}"/>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4" name="Freeform 1025">
                    <a:extLst>
                      <a:ext uri="{FF2B5EF4-FFF2-40B4-BE49-F238E27FC236}">
                        <a16:creationId xmlns:a16="http://schemas.microsoft.com/office/drawing/2014/main" id="{30D94257-9C5E-3E45-9F36-5D972F3CA4F8}"/>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5" name="Freeform 1026">
                    <a:extLst>
                      <a:ext uri="{FF2B5EF4-FFF2-40B4-BE49-F238E27FC236}">
                        <a16:creationId xmlns:a16="http://schemas.microsoft.com/office/drawing/2014/main" id="{E9457D97-2948-DB40-A085-56B4906D1EA6}"/>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456" name="Group 1027">
                    <a:extLst>
                      <a:ext uri="{FF2B5EF4-FFF2-40B4-BE49-F238E27FC236}">
                        <a16:creationId xmlns:a16="http://schemas.microsoft.com/office/drawing/2014/main" id="{3D852EFB-5B6C-2344-BBE3-31D62F7A86BE}"/>
                      </a:ext>
                    </a:extLst>
                  </p:cNvPr>
                  <p:cNvGrpSpPr>
                    <a:grpSpLocks/>
                  </p:cNvGrpSpPr>
                  <p:nvPr/>
                </p:nvGrpSpPr>
                <p:grpSpPr bwMode="auto">
                  <a:xfrm>
                    <a:off x="7594735" y="2642220"/>
                    <a:ext cx="98740" cy="36846"/>
                    <a:chOff x="1740" y="2642"/>
                    <a:chExt cx="752" cy="327"/>
                  </a:xfrm>
                </p:grpSpPr>
                <p:sp>
                  <p:nvSpPr>
                    <p:cNvPr id="463" name="Freeform 1028">
                      <a:extLst>
                        <a:ext uri="{FF2B5EF4-FFF2-40B4-BE49-F238E27FC236}">
                          <a16:creationId xmlns:a16="http://schemas.microsoft.com/office/drawing/2014/main" id="{B9B98FA7-C99E-C74B-A8AB-A9637F89C8FE}"/>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4" name="Freeform 1029">
                      <a:extLst>
                        <a:ext uri="{FF2B5EF4-FFF2-40B4-BE49-F238E27FC236}">
                          <a16:creationId xmlns:a16="http://schemas.microsoft.com/office/drawing/2014/main" id="{F702DC6C-29FF-CF47-9F8F-0E0186426894}"/>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5" name="Freeform 1030">
                      <a:extLst>
                        <a:ext uri="{FF2B5EF4-FFF2-40B4-BE49-F238E27FC236}">
                          <a16:creationId xmlns:a16="http://schemas.microsoft.com/office/drawing/2014/main" id="{CBC32426-3508-7746-B721-84A333EF2949}"/>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6" name="Freeform 1031">
                      <a:extLst>
                        <a:ext uri="{FF2B5EF4-FFF2-40B4-BE49-F238E27FC236}">
                          <a16:creationId xmlns:a16="http://schemas.microsoft.com/office/drawing/2014/main" id="{A502E851-76CC-D944-B6BF-AEA62F4B7FA6}"/>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7" name="Freeform 1032">
                      <a:extLst>
                        <a:ext uri="{FF2B5EF4-FFF2-40B4-BE49-F238E27FC236}">
                          <a16:creationId xmlns:a16="http://schemas.microsoft.com/office/drawing/2014/main" id="{9EF53E4B-1A3E-B340-981B-10DCC78EDF0F}"/>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8" name="Freeform 1033">
                      <a:extLst>
                        <a:ext uri="{FF2B5EF4-FFF2-40B4-BE49-F238E27FC236}">
                          <a16:creationId xmlns:a16="http://schemas.microsoft.com/office/drawing/2014/main" id="{7AD8F7A7-416B-4E4B-B3E9-7BAB69D2CD36}"/>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457" name="Freeform 1034">
                    <a:extLst>
                      <a:ext uri="{FF2B5EF4-FFF2-40B4-BE49-F238E27FC236}">
                        <a16:creationId xmlns:a16="http://schemas.microsoft.com/office/drawing/2014/main" id="{AFB20872-AFCC-4D45-AFDB-876C97DAF0C7}"/>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8" name="Freeform 1035">
                    <a:extLst>
                      <a:ext uri="{FF2B5EF4-FFF2-40B4-BE49-F238E27FC236}">
                        <a16:creationId xmlns:a16="http://schemas.microsoft.com/office/drawing/2014/main" id="{884A6080-45F5-1D41-97E8-A1E4D9BD5AFD}"/>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9" name="Freeform 1036">
                    <a:extLst>
                      <a:ext uri="{FF2B5EF4-FFF2-40B4-BE49-F238E27FC236}">
                        <a16:creationId xmlns:a16="http://schemas.microsoft.com/office/drawing/2014/main" id="{D9AB2866-286A-324B-A617-3FD7D7A508AE}"/>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0" name="Freeform 1037">
                    <a:extLst>
                      <a:ext uri="{FF2B5EF4-FFF2-40B4-BE49-F238E27FC236}">
                        <a16:creationId xmlns:a16="http://schemas.microsoft.com/office/drawing/2014/main" id="{4F862B12-01C2-394B-BD64-EF5B294C927F}"/>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1" name="Freeform 1038">
                    <a:extLst>
                      <a:ext uri="{FF2B5EF4-FFF2-40B4-BE49-F238E27FC236}">
                        <a16:creationId xmlns:a16="http://schemas.microsoft.com/office/drawing/2014/main" id="{9F56D63D-1051-4947-BFE8-AC99905DBF77}"/>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2" name="Freeform 1039">
                    <a:extLst>
                      <a:ext uri="{FF2B5EF4-FFF2-40B4-BE49-F238E27FC236}">
                        <a16:creationId xmlns:a16="http://schemas.microsoft.com/office/drawing/2014/main" id="{F5A7C9DF-5755-EF45-8744-FDD1C5EEB842}"/>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439" name="Group 850">
                  <a:extLst>
                    <a:ext uri="{FF2B5EF4-FFF2-40B4-BE49-F238E27FC236}">
                      <a16:creationId xmlns:a16="http://schemas.microsoft.com/office/drawing/2014/main" id="{0E19DCC2-5C17-114A-AA3B-AB1F761F3E07}"/>
                    </a:ext>
                  </a:extLst>
                </p:cNvPr>
                <p:cNvGrpSpPr>
                  <a:grpSpLocks/>
                </p:cNvGrpSpPr>
                <p:nvPr/>
              </p:nvGrpSpPr>
              <p:grpSpPr bwMode="auto">
                <a:xfrm>
                  <a:off x="7408527" y="2307905"/>
                  <a:ext cx="399726" cy="74090"/>
                  <a:chOff x="2199" y="955"/>
                  <a:chExt cx="2547" cy="506"/>
                </a:xfrm>
              </p:grpSpPr>
              <p:sp>
                <p:nvSpPr>
                  <p:cNvPr id="441" name="Freeform 851">
                    <a:extLst>
                      <a:ext uri="{FF2B5EF4-FFF2-40B4-BE49-F238E27FC236}">
                        <a16:creationId xmlns:a16="http://schemas.microsoft.com/office/drawing/2014/main" id="{BBA6444B-A512-F544-B52F-56EFEF8735D3}"/>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2" name="Freeform 852">
                    <a:extLst>
                      <a:ext uri="{FF2B5EF4-FFF2-40B4-BE49-F238E27FC236}">
                        <a16:creationId xmlns:a16="http://schemas.microsoft.com/office/drawing/2014/main" id="{3C1ADE30-986F-D446-A0E8-E55FDC5C3637}"/>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3" name="Freeform 853">
                    <a:extLst>
                      <a:ext uri="{FF2B5EF4-FFF2-40B4-BE49-F238E27FC236}">
                        <a16:creationId xmlns:a16="http://schemas.microsoft.com/office/drawing/2014/main" id="{5421D839-7A32-BE47-B2AE-97D6E019C238}"/>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4" name="Freeform 854">
                    <a:extLst>
                      <a:ext uri="{FF2B5EF4-FFF2-40B4-BE49-F238E27FC236}">
                        <a16:creationId xmlns:a16="http://schemas.microsoft.com/office/drawing/2014/main" id="{6265BB06-F570-694B-835C-CBFAFCDB7333}"/>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5" name="Freeform 855">
                    <a:extLst>
                      <a:ext uri="{FF2B5EF4-FFF2-40B4-BE49-F238E27FC236}">
                        <a16:creationId xmlns:a16="http://schemas.microsoft.com/office/drawing/2014/main" id="{80300F44-8884-9342-8458-52213EFA1F0A}"/>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6" name="Freeform 856">
                    <a:extLst>
                      <a:ext uri="{FF2B5EF4-FFF2-40B4-BE49-F238E27FC236}">
                        <a16:creationId xmlns:a16="http://schemas.microsoft.com/office/drawing/2014/main" id="{C20B7147-F177-2244-A300-85310EEFDE61}"/>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cxnSp>
              <p:nvCxnSpPr>
                <p:cNvPr id="440" name="Straight Connector 439">
                  <a:extLst>
                    <a:ext uri="{FF2B5EF4-FFF2-40B4-BE49-F238E27FC236}">
                      <a16:creationId xmlns:a16="http://schemas.microsoft.com/office/drawing/2014/main" id="{BC94D261-B269-5947-A948-0F102BE96F71}"/>
                    </a:ext>
                  </a:extLst>
                </p:cNvPr>
                <p:cNvCxnSpPr>
                  <a:cxnSpLocks/>
                </p:cNvCxnSpPr>
                <p:nvPr/>
              </p:nvCxnSpPr>
              <p:spPr>
                <a:xfrm flipH="1">
                  <a:off x="7594314" y="2366481"/>
                  <a:ext cx="39385" cy="702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67" name="Group 266">
              <a:extLst>
                <a:ext uri="{FF2B5EF4-FFF2-40B4-BE49-F238E27FC236}">
                  <a16:creationId xmlns:a16="http://schemas.microsoft.com/office/drawing/2014/main" id="{61065D64-FFA0-D845-B229-AD586B66C3BA}"/>
                </a:ext>
              </a:extLst>
            </p:cNvPr>
            <p:cNvGrpSpPr/>
            <p:nvPr/>
          </p:nvGrpSpPr>
          <p:grpSpPr>
            <a:xfrm>
              <a:off x="7840518" y="1242873"/>
              <a:ext cx="4037013" cy="1377421"/>
              <a:chOff x="7785100" y="730250"/>
              <a:chExt cx="4037013" cy="1377421"/>
            </a:xfrm>
          </p:grpSpPr>
          <p:grpSp>
            <p:nvGrpSpPr>
              <p:cNvPr id="272" name="Group 117">
                <a:extLst>
                  <a:ext uri="{FF2B5EF4-FFF2-40B4-BE49-F238E27FC236}">
                    <a16:creationId xmlns:a16="http://schemas.microsoft.com/office/drawing/2014/main" id="{DA8F2ABF-024D-5644-A618-D1554772AAFE}"/>
                  </a:ext>
                </a:extLst>
              </p:cNvPr>
              <p:cNvGrpSpPr>
                <a:grpSpLocks/>
              </p:cNvGrpSpPr>
              <p:nvPr/>
            </p:nvGrpSpPr>
            <p:grpSpPr bwMode="auto">
              <a:xfrm>
                <a:off x="7785100" y="736600"/>
                <a:ext cx="850900" cy="527050"/>
                <a:chOff x="-490" y="1664"/>
                <a:chExt cx="1429" cy="842"/>
              </a:xfrm>
            </p:grpSpPr>
            <p:sp>
              <p:nvSpPr>
                <p:cNvPr id="382" name="AutoShape 111">
                  <a:extLst>
                    <a:ext uri="{FF2B5EF4-FFF2-40B4-BE49-F238E27FC236}">
                      <a16:creationId xmlns:a16="http://schemas.microsoft.com/office/drawing/2014/main" id="{4F7D0D8B-AE92-DF48-837E-38F90CA89096}"/>
                    </a:ext>
                  </a:extLst>
                </p:cNvPr>
                <p:cNvSpPr>
                  <a:spLocks noChangeArrowheads="1"/>
                </p:cNvSpPr>
                <p:nvPr/>
              </p:nvSpPr>
              <p:spPr bwMode="auto">
                <a:xfrm>
                  <a:off x="-490" y="1664"/>
                  <a:ext cx="1429" cy="294"/>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nvGrpSpPr>
                <p:cNvPr id="383" name="Group 116">
                  <a:extLst>
                    <a:ext uri="{FF2B5EF4-FFF2-40B4-BE49-F238E27FC236}">
                      <a16:creationId xmlns:a16="http://schemas.microsoft.com/office/drawing/2014/main" id="{4A654723-8B5D-FE4C-BF2B-514CD235A1D6}"/>
                    </a:ext>
                  </a:extLst>
                </p:cNvPr>
                <p:cNvGrpSpPr>
                  <a:grpSpLocks/>
                </p:cNvGrpSpPr>
                <p:nvPr/>
              </p:nvGrpSpPr>
              <p:grpSpPr bwMode="auto">
                <a:xfrm>
                  <a:off x="-427" y="1737"/>
                  <a:ext cx="1217" cy="769"/>
                  <a:chOff x="-427" y="1737"/>
                  <a:chExt cx="1217" cy="769"/>
                </a:xfrm>
              </p:grpSpPr>
              <p:sp>
                <p:nvSpPr>
                  <p:cNvPr id="384" name="Rectangle 99">
                    <a:extLst>
                      <a:ext uri="{FF2B5EF4-FFF2-40B4-BE49-F238E27FC236}">
                        <a16:creationId xmlns:a16="http://schemas.microsoft.com/office/drawing/2014/main" id="{A4AFDABA-F0DD-F64F-8D40-C82C98855D26}"/>
                      </a:ext>
                    </a:extLst>
                  </p:cNvPr>
                  <p:cNvSpPr>
                    <a:spLocks noChangeArrowheads="1"/>
                  </p:cNvSpPr>
                  <p:nvPr/>
                </p:nvSpPr>
                <p:spPr bwMode="auto">
                  <a:xfrm>
                    <a:off x="-338" y="1923"/>
                    <a:ext cx="1128" cy="58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85" name="Line 7">
                    <a:extLst>
                      <a:ext uri="{FF2B5EF4-FFF2-40B4-BE49-F238E27FC236}">
                        <a16:creationId xmlns:a16="http://schemas.microsoft.com/office/drawing/2014/main" id="{68D767C0-B1CD-734F-8B29-6BF22590B0B3}"/>
                      </a:ext>
                    </a:extLst>
                  </p:cNvPr>
                  <p:cNvSpPr>
                    <a:spLocks noChangeShapeType="1"/>
                  </p:cNvSpPr>
                  <p:nvPr/>
                </p:nvSpPr>
                <p:spPr bwMode="auto">
                  <a:xfrm>
                    <a:off x="-150" y="2271"/>
                    <a:ext cx="673" cy="7"/>
                  </a:xfrm>
                  <a:prstGeom prst="line">
                    <a:avLst/>
                  </a:prstGeom>
                  <a:noFill/>
                  <a:ln w="9525">
                    <a:solidFill>
                      <a:srgbClr val="E4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86" name="Group 103">
                    <a:extLst>
                      <a:ext uri="{FF2B5EF4-FFF2-40B4-BE49-F238E27FC236}">
                        <a16:creationId xmlns:a16="http://schemas.microsoft.com/office/drawing/2014/main" id="{97E7E30C-8EEE-5042-A3E2-1D8BBB9A553B}"/>
                      </a:ext>
                    </a:extLst>
                  </p:cNvPr>
                  <p:cNvGrpSpPr>
                    <a:grpSpLocks/>
                  </p:cNvGrpSpPr>
                  <p:nvPr/>
                </p:nvGrpSpPr>
                <p:grpSpPr bwMode="auto">
                  <a:xfrm>
                    <a:off x="68" y="2192"/>
                    <a:ext cx="387" cy="139"/>
                    <a:chOff x="322" y="890"/>
                    <a:chExt cx="872" cy="339"/>
                  </a:xfrm>
                </p:grpSpPr>
                <p:sp>
                  <p:nvSpPr>
                    <p:cNvPr id="391" name="Rectangle 104">
                      <a:extLst>
                        <a:ext uri="{FF2B5EF4-FFF2-40B4-BE49-F238E27FC236}">
                          <a16:creationId xmlns:a16="http://schemas.microsoft.com/office/drawing/2014/main" id="{843E43FE-69ED-704E-A9F4-273EFC499F32}"/>
                        </a:ext>
                      </a:extLst>
                    </p:cNvPr>
                    <p:cNvSpPr>
                      <a:spLocks noChangeArrowheads="1"/>
                    </p:cNvSpPr>
                    <p:nvPr/>
                  </p:nvSpPr>
                  <p:spPr bwMode="auto">
                    <a:xfrm>
                      <a:off x="320" y="1000"/>
                      <a:ext cx="871" cy="229"/>
                    </a:xfrm>
                    <a:prstGeom prst="rect">
                      <a:avLst/>
                    </a:prstGeom>
                    <a:solidFill>
                      <a:srgbClr val="EC86A6"/>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92" name="Rectangle 105">
                      <a:extLst>
                        <a:ext uri="{FF2B5EF4-FFF2-40B4-BE49-F238E27FC236}">
                          <a16:creationId xmlns:a16="http://schemas.microsoft.com/office/drawing/2014/main" id="{670D1F7B-0520-4C41-B14C-44928D44AB53}"/>
                        </a:ext>
                      </a:extLst>
                    </p:cNvPr>
                    <p:cNvSpPr>
                      <a:spLocks noChangeArrowheads="1"/>
                    </p:cNvSpPr>
                    <p:nvPr/>
                  </p:nvSpPr>
                  <p:spPr bwMode="auto">
                    <a:xfrm>
                      <a:off x="392" y="1074"/>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09" name="Rectangle 106">
                      <a:extLst>
                        <a:ext uri="{FF2B5EF4-FFF2-40B4-BE49-F238E27FC236}">
                          <a16:creationId xmlns:a16="http://schemas.microsoft.com/office/drawing/2014/main" id="{6930B14E-463C-3148-9063-193BCF9C1DBE}"/>
                        </a:ext>
                      </a:extLst>
                    </p:cNvPr>
                    <p:cNvSpPr>
                      <a:spLocks noChangeArrowheads="1"/>
                    </p:cNvSpPr>
                    <p:nvPr/>
                  </p:nvSpPr>
                  <p:spPr bwMode="auto">
                    <a:xfrm>
                      <a:off x="464" y="1074"/>
                      <a:ext cx="54"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10" name="Rectangle 107">
                      <a:extLst>
                        <a:ext uri="{FF2B5EF4-FFF2-40B4-BE49-F238E27FC236}">
                          <a16:creationId xmlns:a16="http://schemas.microsoft.com/office/drawing/2014/main" id="{E611E401-F46E-7546-90FD-D90E19B2D639}"/>
                        </a:ext>
                      </a:extLst>
                    </p:cNvPr>
                    <p:cNvSpPr>
                      <a:spLocks noChangeArrowheads="1"/>
                    </p:cNvSpPr>
                    <p:nvPr/>
                  </p:nvSpPr>
                  <p:spPr bwMode="auto">
                    <a:xfrm>
                      <a:off x="536" y="1068"/>
                      <a:ext cx="60"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11" name="Rectangle 108">
                      <a:extLst>
                        <a:ext uri="{FF2B5EF4-FFF2-40B4-BE49-F238E27FC236}">
                          <a16:creationId xmlns:a16="http://schemas.microsoft.com/office/drawing/2014/main" id="{0AC6AB71-4D2D-914E-8DE4-E34FB6CE7211}"/>
                        </a:ext>
                      </a:extLst>
                    </p:cNvPr>
                    <p:cNvSpPr>
                      <a:spLocks noChangeArrowheads="1"/>
                    </p:cNvSpPr>
                    <p:nvPr/>
                  </p:nvSpPr>
                  <p:spPr bwMode="auto">
                    <a:xfrm>
                      <a:off x="615" y="1068"/>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13" name="AutoShape 109">
                      <a:extLst>
                        <a:ext uri="{FF2B5EF4-FFF2-40B4-BE49-F238E27FC236}">
                          <a16:creationId xmlns:a16="http://schemas.microsoft.com/office/drawing/2014/main" id="{C5E21FF9-2515-9749-8D1B-9918E78C4597}"/>
                        </a:ext>
                      </a:extLst>
                    </p:cNvPr>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EC86A6"/>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387" name="Picture 110" descr="desktop_computer_stylized_small">
                    <a:extLst>
                      <a:ext uri="{FF2B5EF4-FFF2-40B4-BE49-F238E27FC236}">
                        <a16:creationId xmlns:a16="http://schemas.microsoft.com/office/drawing/2014/main" id="{904301F2-7241-4647-A30F-B93D8AE8E00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7" y="2049"/>
                    <a:ext cx="44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8" name="Rectangle 112">
                    <a:extLst>
                      <a:ext uri="{FF2B5EF4-FFF2-40B4-BE49-F238E27FC236}">
                        <a16:creationId xmlns:a16="http://schemas.microsoft.com/office/drawing/2014/main" id="{E4B6BA92-C28D-DC47-9D36-BABDA3F6B6BA}"/>
                      </a:ext>
                    </a:extLst>
                  </p:cNvPr>
                  <p:cNvSpPr>
                    <a:spLocks noChangeArrowheads="1"/>
                  </p:cNvSpPr>
                  <p:nvPr/>
                </p:nvSpPr>
                <p:spPr bwMode="auto">
                  <a:xfrm>
                    <a:off x="528" y="2232"/>
                    <a:ext cx="104" cy="91"/>
                  </a:xfrm>
                  <a:prstGeom prst="rect">
                    <a:avLst/>
                  </a:prstGeom>
                  <a:solidFill>
                    <a:srgbClr val="E4000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89" name="Freeform 113">
                    <a:extLst>
                      <a:ext uri="{FF2B5EF4-FFF2-40B4-BE49-F238E27FC236}">
                        <a16:creationId xmlns:a16="http://schemas.microsoft.com/office/drawing/2014/main" id="{B4A54A71-C2C4-FD44-A968-22FCFF1C2CAB}"/>
                      </a:ext>
                    </a:extLst>
                  </p:cNvPr>
                  <p:cNvSpPr>
                    <a:spLocks/>
                  </p:cNvSpPr>
                  <p:nvPr/>
                </p:nvSpPr>
                <p:spPr bwMode="auto">
                  <a:xfrm>
                    <a:off x="282" y="1951"/>
                    <a:ext cx="302" cy="274"/>
                  </a:xfrm>
                  <a:custGeom>
                    <a:avLst/>
                    <a:gdLst>
                      <a:gd name="T0" fmla="*/ 14 w 381"/>
                      <a:gd name="T1" fmla="*/ 274 h 274"/>
                      <a:gd name="T2" fmla="*/ 14 w 381"/>
                      <a:gd name="T3" fmla="*/ 130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rgbClr val="E4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90" name="Picture 115" descr="tv">
                    <a:extLst>
                      <a:ext uri="{FF2B5EF4-FFF2-40B4-BE49-F238E27FC236}">
                        <a16:creationId xmlns:a16="http://schemas.microsoft.com/office/drawing/2014/main" id="{CB5F76B1-AA8E-F243-ACB3-EE63F5787A4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 y="1737"/>
                    <a:ext cx="476"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282" name="Line 169">
                <a:extLst>
                  <a:ext uri="{FF2B5EF4-FFF2-40B4-BE49-F238E27FC236}">
                    <a16:creationId xmlns:a16="http://schemas.microsoft.com/office/drawing/2014/main" id="{683925C6-A420-AC4A-98EC-BC48D9B42EFB}"/>
                  </a:ext>
                </a:extLst>
              </p:cNvPr>
              <p:cNvSpPr>
                <a:spLocks noChangeShapeType="1"/>
              </p:cNvSpPr>
              <p:nvPr/>
            </p:nvSpPr>
            <p:spPr bwMode="auto">
              <a:xfrm>
                <a:off x="8423564" y="1479550"/>
                <a:ext cx="2593686" cy="0"/>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0" name="Text Box 204">
                <a:extLst>
                  <a:ext uri="{FF2B5EF4-FFF2-40B4-BE49-F238E27FC236}">
                    <a16:creationId xmlns:a16="http://schemas.microsoft.com/office/drawing/2014/main" id="{606A13BF-006E-E64F-B419-78E6F90CC993}"/>
                  </a:ext>
                </a:extLst>
              </p:cNvPr>
              <p:cNvSpPr txBox="1">
                <a:spLocks noChangeArrowheads="1"/>
              </p:cNvSpPr>
              <p:nvPr/>
            </p:nvSpPr>
            <p:spPr bwMode="auto">
              <a:xfrm>
                <a:off x="9439275" y="808038"/>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969696"/>
                    </a:solidFill>
                    <a:effectLst/>
                    <a:uLnTx/>
                    <a:uFillTx/>
                    <a:latin typeface="Times New Roman" panose="02020603050405020304" pitchFamily="18" charset="0"/>
                    <a:ea typeface="ＭＳ Ｐゴシック" panose="020B0600070205080204" pitchFamily="34" charset="-128"/>
                    <a:cs typeface="+mn-cs"/>
                  </a:rPr>
                  <a:t>…</a:t>
                </a:r>
              </a:p>
            </p:txBody>
          </p:sp>
          <p:grpSp>
            <p:nvGrpSpPr>
              <p:cNvPr id="291" name="Group 290">
                <a:extLst>
                  <a:ext uri="{FF2B5EF4-FFF2-40B4-BE49-F238E27FC236}">
                    <a16:creationId xmlns:a16="http://schemas.microsoft.com/office/drawing/2014/main" id="{74823287-6077-6446-AF55-57CFE46FE077}"/>
                  </a:ext>
                </a:extLst>
              </p:cNvPr>
              <p:cNvGrpSpPr/>
              <p:nvPr/>
            </p:nvGrpSpPr>
            <p:grpSpPr>
              <a:xfrm>
                <a:off x="7872413" y="1479550"/>
                <a:ext cx="850900" cy="623888"/>
                <a:chOff x="7872413" y="1479550"/>
                <a:chExt cx="850900" cy="623888"/>
              </a:xfrm>
            </p:grpSpPr>
            <p:grpSp>
              <p:nvGrpSpPr>
                <p:cNvPr id="355" name="Group 135">
                  <a:extLst>
                    <a:ext uri="{FF2B5EF4-FFF2-40B4-BE49-F238E27FC236}">
                      <a16:creationId xmlns:a16="http://schemas.microsoft.com/office/drawing/2014/main" id="{8ADD54EE-7A0D-674F-A2BD-E5C03262C60C}"/>
                    </a:ext>
                  </a:extLst>
                </p:cNvPr>
                <p:cNvGrpSpPr>
                  <a:grpSpLocks/>
                </p:cNvGrpSpPr>
                <p:nvPr/>
              </p:nvGrpSpPr>
              <p:grpSpPr bwMode="auto">
                <a:xfrm>
                  <a:off x="7872413" y="1576388"/>
                  <a:ext cx="850900" cy="527050"/>
                  <a:chOff x="-490" y="1664"/>
                  <a:chExt cx="1429" cy="842"/>
                </a:xfrm>
              </p:grpSpPr>
              <p:sp>
                <p:nvSpPr>
                  <p:cNvPr id="357" name="AutoShape 136">
                    <a:extLst>
                      <a:ext uri="{FF2B5EF4-FFF2-40B4-BE49-F238E27FC236}">
                        <a16:creationId xmlns:a16="http://schemas.microsoft.com/office/drawing/2014/main" id="{0118FE48-1B9C-3C4A-9E1A-9DDFA75F5B21}"/>
                      </a:ext>
                    </a:extLst>
                  </p:cNvPr>
                  <p:cNvSpPr>
                    <a:spLocks noChangeArrowheads="1"/>
                  </p:cNvSpPr>
                  <p:nvPr/>
                </p:nvSpPr>
                <p:spPr bwMode="auto">
                  <a:xfrm>
                    <a:off x="-490" y="1664"/>
                    <a:ext cx="1429" cy="294"/>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nvGrpSpPr>
                  <p:cNvPr id="358" name="Group 137">
                    <a:extLst>
                      <a:ext uri="{FF2B5EF4-FFF2-40B4-BE49-F238E27FC236}">
                        <a16:creationId xmlns:a16="http://schemas.microsoft.com/office/drawing/2014/main" id="{6B86DF99-CBED-144A-94EC-2756704E1A90}"/>
                      </a:ext>
                    </a:extLst>
                  </p:cNvPr>
                  <p:cNvGrpSpPr>
                    <a:grpSpLocks/>
                  </p:cNvGrpSpPr>
                  <p:nvPr/>
                </p:nvGrpSpPr>
                <p:grpSpPr bwMode="auto">
                  <a:xfrm>
                    <a:off x="-427" y="1737"/>
                    <a:ext cx="1217" cy="769"/>
                    <a:chOff x="-427" y="1737"/>
                    <a:chExt cx="1217" cy="769"/>
                  </a:xfrm>
                </p:grpSpPr>
                <p:sp>
                  <p:nvSpPr>
                    <p:cNvPr id="360" name="Rectangle 138">
                      <a:extLst>
                        <a:ext uri="{FF2B5EF4-FFF2-40B4-BE49-F238E27FC236}">
                          <a16:creationId xmlns:a16="http://schemas.microsoft.com/office/drawing/2014/main" id="{E2F83C1F-2DCD-404E-AE4F-63E99CDF36D8}"/>
                        </a:ext>
                      </a:extLst>
                    </p:cNvPr>
                    <p:cNvSpPr>
                      <a:spLocks noChangeArrowheads="1"/>
                    </p:cNvSpPr>
                    <p:nvPr/>
                  </p:nvSpPr>
                  <p:spPr bwMode="auto">
                    <a:xfrm>
                      <a:off x="-338" y="1923"/>
                      <a:ext cx="1128" cy="58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61" name="Line 7">
                      <a:extLst>
                        <a:ext uri="{FF2B5EF4-FFF2-40B4-BE49-F238E27FC236}">
                          <a16:creationId xmlns:a16="http://schemas.microsoft.com/office/drawing/2014/main" id="{C055AFF3-0D0C-BC48-A997-2C34FB897E23}"/>
                        </a:ext>
                      </a:extLst>
                    </p:cNvPr>
                    <p:cNvSpPr>
                      <a:spLocks noChangeShapeType="1"/>
                    </p:cNvSpPr>
                    <p:nvPr/>
                  </p:nvSpPr>
                  <p:spPr bwMode="auto">
                    <a:xfrm>
                      <a:off x="-150" y="2271"/>
                      <a:ext cx="676" cy="4"/>
                    </a:xfrm>
                    <a:prstGeom prst="line">
                      <a:avLst/>
                    </a:prstGeom>
                    <a:noFill/>
                    <a:ln w="9525">
                      <a:solidFill>
                        <a:srgbClr val="E4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62" name="Group 140">
                      <a:extLst>
                        <a:ext uri="{FF2B5EF4-FFF2-40B4-BE49-F238E27FC236}">
                          <a16:creationId xmlns:a16="http://schemas.microsoft.com/office/drawing/2014/main" id="{7854FAEA-62F7-A14F-97B1-D2E9BCDE4C20}"/>
                        </a:ext>
                      </a:extLst>
                    </p:cNvPr>
                    <p:cNvGrpSpPr>
                      <a:grpSpLocks/>
                    </p:cNvGrpSpPr>
                    <p:nvPr/>
                  </p:nvGrpSpPr>
                  <p:grpSpPr bwMode="auto">
                    <a:xfrm>
                      <a:off x="68" y="2192"/>
                      <a:ext cx="387" cy="139"/>
                      <a:chOff x="322" y="890"/>
                      <a:chExt cx="872" cy="339"/>
                    </a:xfrm>
                  </p:grpSpPr>
                  <p:sp>
                    <p:nvSpPr>
                      <p:cNvPr id="376" name="Rectangle 141">
                        <a:extLst>
                          <a:ext uri="{FF2B5EF4-FFF2-40B4-BE49-F238E27FC236}">
                            <a16:creationId xmlns:a16="http://schemas.microsoft.com/office/drawing/2014/main" id="{8D61C38E-17AA-8B46-82C3-68045A533E8D}"/>
                          </a:ext>
                        </a:extLst>
                      </p:cNvPr>
                      <p:cNvSpPr>
                        <a:spLocks noChangeArrowheads="1"/>
                      </p:cNvSpPr>
                      <p:nvPr/>
                    </p:nvSpPr>
                    <p:spPr bwMode="auto">
                      <a:xfrm>
                        <a:off x="320" y="1000"/>
                        <a:ext cx="871" cy="229"/>
                      </a:xfrm>
                      <a:prstGeom prst="rect">
                        <a:avLst/>
                      </a:prstGeom>
                      <a:solidFill>
                        <a:srgbClr val="EC86A6"/>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77" name="Rectangle 142">
                        <a:extLst>
                          <a:ext uri="{FF2B5EF4-FFF2-40B4-BE49-F238E27FC236}">
                            <a16:creationId xmlns:a16="http://schemas.microsoft.com/office/drawing/2014/main" id="{34E63E9C-CE7A-5740-9F5A-EBBD524BEC54}"/>
                          </a:ext>
                        </a:extLst>
                      </p:cNvPr>
                      <p:cNvSpPr>
                        <a:spLocks noChangeArrowheads="1"/>
                      </p:cNvSpPr>
                      <p:nvPr/>
                    </p:nvSpPr>
                    <p:spPr bwMode="auto">
                      <a:xfrm>
                        <a:off x="392" y="1074"/>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78" name="Rectangle 143">
                        <a:extLst>
                          <a:ext uri="{FF2B5EF4-FFF2-40B4-BE49-F238E27FC236}">
                            <a16:creationId xmlns:a16="http://schemas.microsoft.com/office/drawing/2014/main" id="{BF6F6A45-7BFD-4A43-A1FE-C35037B8B859}"/>
                          </a:ext>
                        </a:extLst>
                      </p:cNvPr>
                      <p:cNvSpPr>
                        <a:spLocks noChangeArrowheads="1"/>
                      </p:cNvSpPr>
                      <p:nvPr/>
                    </p:nvSpPr>
                    <p:spPr bwMode="auto">
                      <a:xfrm>
                        <a:off x="464" y="1074"/>
                        <a:ext cx="54"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79" name="Rectangle 144">
                        <a:extLst>
                          <a:ext uri="{FF2B5EF4-FFF2-40B4-BE49-F238E27FC236}">
                            <a16:creationId xmlns:a16="http://schemas.microsoft.com/office/drawing/2014/main" id="{90500725-1B45-9C46-BC6F-F7ECDE38FA96}"/>
                          </a:ext>
                        </a:extLst>
                      </p:cNvPr>
                      <p:cNvSpPr>
                        <a:spLocks noChangeArrowheads="1"/>
                      </p:cNvSpPr>
                      <p:nvPr/>
                    </p:nvSpPr>
                    <p:spPr bwMode="auto">
                      <a:xfrm>
                        <a:off x="536" y="1068"/>
                        <a:ext cx="60"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80" name="Rectangle 145">
                        <a:extLst>
                          <a:ext uri="{FF2B5EF4-FFF2-40B4-BE49-F238E27FC236}">
                            <a16:creationId xmlns:a16="http://schemas.microsoft.com/office/drawing/2014/main" id="{0AACC607-A52B-6045-BF20-AB80915FCA89}"/>
                          </a:ext>
                        </a:extLst>
                      </p:cNvPr>
                      <p:cNvSpPr>
                        <a:spLocks noChangeArrowheads="1"/>
                      </p:cNvSpPr>
                      <p:nvPr/>
                    </p:nvSpPr>
                    <p:spPr bwMode="auto">
                      <a:xfrm>
                        <a:off x="615" y="1068"/>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81" name="AutoShape 146">
                        <a:extLst>
                          <a:ext uri="{FF2B5EF4-FFF2-40B4-BE49-F238E27FC236}">
                            <a16:creationId xmlns:a16="http://schemas.microsoft.com/office/drawing/2014/main" id="{4C6EB161-0B24-DB45-ABCC-5C6B6893FAC2}"/>
                          </a:ext>
                        </a:extLst>
                      </p:cNvPr>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EC86A6"/>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363" name="Picture 147" descr="desktop_computer_stylized_small">
                      <a:extLst>
                        <a:ext uri="{FF2B5EF4-FFF2-40B4-BE49-F238E27FC236}">
                          <a16:creationId xmlns:a16="http://schemas.microsoft.com/office/drawing/2014/main" id="{F585443D-9525-E14B-8AA4-E5AE4121EC1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7" y="2049"/>
                      <a:ext cx="44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6" name="Rectangle 148">
                      <a:extLst>
                        <a:ext uri="{FF2B5EF4-FFF2-40B4-BE49-F238E27FC236}">
                          <a16:creationId xmlns:a16="http://schemas.microsoft.com/office/drawing/2014/main" id="{CAA6C040-9D81-E941-9947-DDE3881D43CF}"/>
                        </a:ext>
                      </a:extLst>
                    </p:cNvPr>
                    <p:cNvSpPr>
                      <a:spLocks noChangeArrowheads="1"/>
                    </p:cNvSpPr>
                    <p:nvPr/>
                  </p:nvSpPr>
                  <p:spPr bwMode="auto">
                    <a:xfrm>
                      <a:off x="528" y="2232"/>
                      <a:ext cx="104" cy="91"/>
                    </a:xfrm>
                    <a:prstGeom prst="rect">
                      <a:avLst/>
                    </a:prstGeom>
                    <a:solidFill>
                      <a:srgbClr val="E4000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74" name="Freeform 149">
                      <a:extLst>
                        <a:ext uri="{FF2B5EF4-FFF2-40B4-BE49-F238E27FC236}">
                          <a16:creationId xmlns:a16="http://schemas.microsoft.com/office/drawing/2014/main" id="{1402F0C5-D459-E247-A664-0B7AB05001F0}"/>
                        </a:ext>
                      </a:extLst>
                    </p:cNvPr>
                    <p:cNvSpPr>
                      <a:spLocks/>
                    </p:cNvSpPr>
                    <p:nvPr/>
                  </p:nvSpPr>
                  <p:spPr bwMode="auto">
                    <a:xfrm>
                      <a:off x="282" y="1951"/>
                      <a:ext cx="302" cy="274"/>
                    </a:xfrm>
                    <a:custGeom>
                      <a:avLst/>
                      <a:gdLst>
                        <a:gd name="T0" fmla="*/ 14 w 381"/>
                        <a:gd name="T1" fmla="*/ 274 h 274"/>
                        <a:gd name="T2" fmla="*/ 14 w 381"/>
                        <a:gd name="T3" fmla="*/ 130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rgbClr val="E4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75" name="Picture 151" descr="tv">
                      <a:extLst>
                        <a:ext uri="{FF2B5EF4-FFF2-40B4-BE49-F238E27FC236}">
                          <a16:creationId xmlns:a16="http://schemas.microsoft.com/office/drawing/2014/main" id="{C4452B7F-EFA4-E84E-842E-D50C26DBB49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 y="1737"/>
                      <a:ext cx="476"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356" name="Freeform 209">
                  <a:extLst>
                    <a:ext uri="{FF2B5EF4-FFF2-40B4-BE49-F238E27FC236}">
                      <a16:creationId xmlns:a16="http://schemas.microsoft.com/office/drawing/2014/main" id="{11B3A7AD-BBDA-7044-AF36-AB803F847905}"/>
                    </a:ext>
                  </a:extLst>
                </p:cNvPr>
                <p:cNvSpPr>
                  <a:spLocks/>
                </p:cNvSpPr>
                <p:nvPr/>
              </p:nvSpPr>
              <p:spPr bwMode="auto">
                <a:xfrm>
                  <a:off x="8543925" y="1479550"/>
                  <a:ext cx="127000" cy="476250"/>
                </a:xfrm>
                <a:custGeom>
                  <a:avLst/>
                  <a:gdLst>
                    <a:gd name="T0" fmla="*/ 0 w 80"/>
                    <a:gd name="T1" fmla="*/ 2147483647 h 300"/>
                    <a:gd name="T2" fmla="*/ 2147483647 w 80"/>
                    <a:gd name="T3" fmla="*/ 2147483647 h 300"/>
                    <a:gd name="T4" fmla="*/ 2147483647 w 80"/>
                    <a:gd name="T5" fmla="*/ 0 h 300"/>
                    <a:gd name="T6" fmla="*/ 0 60000 65536"/>
                    <a:gd name="T7" fmla="*/ 0 60000 65536"/>
                    <a:gd name="T8" fmla="*/ 0 60000 65536"/>
                    <a:gd name="T9" fmla="*/ 0 w 80"/>
                    <a:gd name="T10" fmla="*/ 0 h 300"/>
                    <a:gd name="T11" fmla="*/ 80 w 80"/>
                    <a:gd name="T12" fmla="*/ 300 h 300"/>
                  </a:gdLst>
                  <a:ahLst/>
                  <a:cxnLst>
                    <a:cxn ang="T6">
                      <a:pos x="T0" y="T1"/>
                    </a:cxn>
                    <a:cxn ang="T7">
                      <a:pos x="T2" y="T3"/>
                    </a:cxn>
                    <a:cxn ang="T8">
                      <a:pos x="T4" y="T5"/>
                    </a:cxn>
                  </a:cxnLst>
                  <a:rect l="T9" t="T10" r="T11" b="T12"/>
                  <a:pathLst>
                    <a:path w="80" h="300">
                      <a:moveTo>
                        <a:pt x="0" y="300"/>
                      </a:moveTo>
                      <a:lnTo>
                        <a:pt x="80" y="300"/>
                      </a:lnTo>
                      <a:lnTo>
                        <a:pt x="80" y="0"/>
                      </a:lnTo>
                    </a:path>
                  </a:pathLst>
                </a:custGeom>
                <a:noFill/>
                <a:ln w="9525">
                  <a:solidFill>
                    <a:srgbClr val="E4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92" name="Rectangle 44">
                <a:extLst>
                  <a:ext uri="{FF2B5EF4-FFF2-40B4-BE49-F238E27FC236}">
                    <a16:creationId xmlns:a16="http://schemas.microsoft.com/office/drawing/2014/main" id="{EDF3CEBF-6311-104C-B1C2-DDE49663E340}"/>
                  </a:ext>
                </a:extLst>
              </p:cNvPr>
              <p:cNvSpPr>
                <a:spLocks noChangeArrowheads="1"/>
              </p:cNvSpPr>
              <p:nvPr/>
            </p:nvSpPr>
            <p:spPr bwMode="auto">
              <a:xfrm>
                <a:off x="10755313" y="1054100"/>
                <a:ext cx="955675" cy="700088"/>
              </a:xfrm>
              <a:prstGeom prst="rect">
                <a:avLst/>
              </a:prstGeom>
              <a:noFill/>
              <a:ln w="9525">
                <a:solidFill>
                  <a:schemeClr val="tx1"/>
                </a:solidFill>
                <a:prstDash val="dash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293" name="Freeform 216">
                <a:extLst>
                  <a:ext uri="{FF2B5EF4-FFF2-40B4-BE49-F238E27FC236}">
                    <a16:creationId xmlns:a16="http://schemas.microsoft.com/office/drawing/2014/main" id="{568B9560-555E-104B-962D-8C1735FCC610}"/>
                  </a:ext>
                </a:extLst>
              </p:cNvPr>
              <p:cNvSpPr>
                <a:spLocks/>
              </p:cNvSpPr>
              <p:nvPr/>
            </p:nvSpPr>
            <p:spPr bwMode="auto">
              <a:xfrm>
                <a:off x="11012488" y="1236663"/>
                <a:ext cx="330200" cy="454025"/>
              </a:xfrm>
              <a:custGeom>
                <a:avLst/>
                <a:gdLst>
                  <a:gd name="T0" fmla="*/ 0 w 318"/>
                  <a:gd name="T1" fmla="*/ 2147483647 h 412"/>
                  <a:gd name="T2" fmla="*/ 2147483647 w 318"/>
                  <a:gd name="T3" fmla="*/ 2147483647 h 412"/>
                  <a:gd name="T4" fmla="*/ 2147483647 w 318"/>
                  <a:gd name="T5" fmla="*/ 0 h 412"/>
                  <a:gd name="T6" fmla="*/ 2147483647 w 318"/>
                  <a:gd name="T7" fmla="*/ 2147483647 h 412"/>
                  <a:gd name="T8" fmla="*/ 2147483647 w 318"/>
                  <a:gd name="T9" fmla="*/ 2147483647 h 412"/>
                  <a:gd name="T10" fmla="*/ 2147483647 w 318"/>
                  <a:gd name="T11" fmla="*/ 2147483647 h 412"/>
                  <a:gd name="T12" fmla="*/ 2147483647 w 318"/>
                  <a:gd name="T13" fmla="*/ 2147483647 h 412"/>
                  <a:gd name="T14" fmla="*/ 2147483647 w 318"/>
                  <a:gd name="T15" fmla="*/ 2147483647 h 412"/>
                  <a:gd name="T16" fmla="*/ 0 w 318"/>
                  <a:gd name="T17" fmla="*/ 2147483647 h 4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8"/>
                  <a:gd name="T28" fmla="*/ 0 h 412"/>
                  <a:gd name="T29" fmla="*/ 318 w 318"/>
                  <a:gd name="T30" fmla="*/ 412 h 41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8" h="412">
                    <a:moveTo>
                      <a:pt x="0" y="412"/>
                    </a:moveTo>
                    <a:lnTo>
                      <a:pt x="3" y="1"/>
                    </a:lnTo>
                    <a:lnTo>
                      <a:pt x="74" y="0"/>
                    </a:lnTo>
                    <a:lnTo>
                      <a:pt x="254" y="111"/>
                    </a:lnTo>
                    <a:lnTo>
                      <a:pt x="318" y="115"/>
                    </a:lnTo>
                    <a:lnTo>
                      <a:pt x="318" y="308"/>
                    </a:lnTo>
                    <a:lnTo>
                      <a:pt x="246" y="308"/>
                    </a:lnTo>
                    <a:lnTo>
                      <a:pt x="74" y="412"/>
                    </a:lnTo>
                    <a:lnTo>
                      <a:pt x="0" y="412"/>
                    </a:lnTo>
                    <a:close/>
                  </a:path>
                </a:pathLst>
              </a:custGeom>
              <a:gradFill rotWithShape="1">
                <a:gsLst>
                  <a:gs pos="0">
                    <a:schemeClr val="bg1"/>
                  </a:gs>
                  <a:gs pos="99000">
                    <a:srgbClr val="E40000"/>
                  </a:gs>
                </a:gsLst>
                <a:lin ang="0" scaled="1"/>
              </a:gra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4" name="Freeform 217">
                <a:extLst>
                  <a:ext uri="{FF2B5EF4-FFF2-40B4-BE49-F238E27FC236}">
                    <a16:creationId xmlns:a16="http://schemas.microsoft.com/office/drawing/2014/main" id="{DA2971D4-FEBA-E244-9839-37C7EE346C16}"/>
                  </a:ext>
                </a:extLst>
              </p:cNvPr>
              <p:cNvSpPr>
                <a:spLocks/>
              </p:cNvSpPr>
              <p:nvPr/>
            </p:nvSpPr>
            <p:spPr bwMode="auto">
              <a:xfrm>
                <a:off x="11009842" y="1167342"/>
                <a:ext cx="366713" cy="406400"/>
              </a:xfrm>
              <a:custGeom>
                <a:avLst/>
                <a:gdLst>
                  <a:gd name="T0" fmla="*/ 0 w 353"/>
                  <a:gd name="T1" fmla="*/ 2147483647 h 369"/>
                  <a:gd name="T2" fmla="*/ 2147483647 w 353"/>
                  <a:gd name="T3" fmla="*/ 0 h 369"/>
                  <a:gd name="T4" fmla="*/ 2147483647 w 353"/>
                  <a:gd name="T5" fmla="*/ 0 h 369"/>
                  <a:gd name="T6" fmla="*/ 2147483647 w 353"/>
                  <a:gd name="T7" fmla="*/ 2147483647 h 369"/>
                  <a:gd name="T8" fmla="*/ 2147483647 w 353"/>
                  <a:gd name="T9" fmla="*/ 2147483647 h 369"/>
                  <a:gd name="T10" fmla="*/ 2147483647 w 353"/>
                  <a:gd name="T11" fmla="*/ 2147483647 h 369"/>
                  <a:gd name="T12" fmla="*/ 2147483647 w 353"/>
                  <a:gd name="T13" fmla="*/ 2147483647 h 369"/>
                  <a:gd name="T14" fmla="*/ 2147483647 w 353"/>
                  <a:gd name="T15" fmla="*/ 2147483647 h 369"/>
                  <a:gd name="T16" fmla="*/ 2147483647 w 353"/>
                  <a:gd name="T17" fmla="*/ 2147483647 h 369"/>
                  <a:gd name="T18" fmla="*/ 2147483647 w 353"/>
                  <a:gd name="T19" fmla="*/ 2147483647 h 369"/>
                  <a:gd name="T20" fmla="*/ 0 w 353"/>
                  <a:gd name="T21" fmla="*/ 2147483647 h 3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3"/>
                  <a:gd name="T34" fmla="*/ 0 h 369"/>
                  <a:gd name="T35" fmla="*/ 353 w 353"/>
                  <a:gd name="T36" fmla="*/ 369 h 36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3" h="369">
                    <a:moveTo>
                      <a:pt x="0" y="59"/>
                    </a:moveTo>
                    <a:lnTo>
                      <a:pt x="32" y="0"/>
                    </a:lnTo>
                    <a:lnTo>
                      <a:pt x="105" y="0"/>
                    </a:lnTo>
                    <a:lnTo>
                      <a:pt x="276" y="113"/>
                    </a:lnTo>
                    <a:lnTo>
                      <a:pt x="353" y="113"/>
                    </a:lnTo>
                    <a:lnTo>
                      <a:pt x="353" y="315"/>
                    </a:lnTo>
                    <a:lnTo>
                      <a:pt x="318" y="369"/>
                    </a:lnTo>
                    <a:lnTo>
                      <a:pt x="315" y="173"/>
                    </a:lnTo>
                    <a:lnTo>
                      <a:pt x="254" y="173"/>
                    </a:lnTo>
                    <a:lnTo>
                      <a:pt x="75" y="60"/>
                    </a:lnTo>
                    <a:lnTo>
                      <a:pt x="0" y="59"/>
                    </a:lnTo>
                    <a:close/>
                  </a:path>
                </a:pathLst>
              </a:custGeom>
              <a:solidFill>
                <a:srgbClr val="C00000"/>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5" name="Line 218">
                <a:extLst>
                  <a:ext uri="{FF2B5EF4-FFF2-40B4-BE49-F238E27FC236}">
                    <a16:creationId xmlns:a16="http://schemas.microsoft.com/office/drawing/2014/main" id="{1BD09D89-8D3D-0A4A-892A-15FDA5DBDCFD}"/>
                  </a:ext>
                </a:extLst>
              </p:cNvPr>
              <p:cNvSpPr>
                <a:spLocks noChangeShapeType="1"/>
              </p:cNvSpPr>
              <p:nvPr/>
            </p:nvSpPr>
            <p:spPr bwMode="auto">
              <a:xfrm flipH="1">
                <a:off x="11339513" y="1295400"/>
                <a:ext cx="34925" cy="682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6" name="Line 219">
                <a:extLst>
                  <a:ext uri="{FF2B5EF4-FFF2-40B4-BE49-F238E27FC236}">
                    <a16:creationId xmlns:a16="http://schemas.microsoft.com/office/drawing/2014/main" id="{135D1CBC-9B94-1746-A89B-2A44F9EF289C}"/>
                  </a:ext>
                </a:extLst>
              </p:cNvPr>
              <p:cNvSpPr>
                <a:spLocks noChangeShapeType="1"/>
              </p:cNvSpPr>
              <p:nvPr/>
            </p:nvSpPr>
            <p:spPr bwMode="auto">
              <a:xfrm>
                <a:off x="11041063" y="1466850"/>
                <a:ext cx="26828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7" name="Freeform 220">
                <a:extLst>
                  <a:ext uri="{FF2B5EF4-FFF2-40B4-BE49-F238E27FC236}">
                    <a16:creationId xmlns:a16="http://schemas.microsoft.com/office/drawing/2014/main" id="{68BA57F7-BBEA-274C-9D12-9DD3172CB764}"/>
                  </a:ext>
                </a:extLst>
              </p:cNvPr>
              <p:cNvSpPr>
                <a:spLocks/>
              </p:cNvSpPr>
              <p:nvPr/>
            </p:nvSpPr>
            <p:spPr bwMode="auto">
              <a:xfrm>
                <a:off x="11034713" y="1290638"/>
                <a:ext cx="274637" cy="115887"/>
              </a:xfrm>
              <a:custGeom>
                <a:avLst/>
                <a:gdLst>
                  <a:gd name="T0" fmla="*/ 0 w 264"/>
                  <a:gd name="T1" fmla="*/ 0 h 105"/>
                  <a:gd name="T2" fmla="*/ 2147483647 w 264"/>
                  <a:gd name="T3" fmla="*/ 0 h 105"/>
                  <a:gd name="T4" fmla="*/ 2147483647 w 264"/>
                  <a:gd name="T5" fmla="*/ 2147483647 h 105"/>
                  <a:gd name="T6" fmla="*/ 2147483647 w 264"/>
                  <a:gd name="T7" fmla="*/ 2147483647 h 105"/>
                  <a:gd name="T8" fmla="*/ 0 60000 65536"/>
                  <a:gd name="T9" fmla="*/ 0 60000 65536"/>
                  <a:gd name="T10" fmla="*/ 0 60000 65536"/>
                  <a:gd name="T11" fmla="*/ 0 60000 65536"/>
                  <a:gd name="T12" fmla="*/ 0 w 264"/>
                  <a:gd name="T13" fmla="*/ 0 h 105"/>
                  <a:gd name="T14" fmla="*/ 264 w 264"/>
                  <a:gd name="T15" fmla="*/ 105 h 105"/>
                </a:gdLst>
                <a:ahLst/>
                <a:cxnLst>
                  <a:cxn ang="T8">
                    <a:pos x="T0" y="T1"/>
                  </a:cxn>
                  <a:cxn ang="T9">
                    <a:pos x="T2" y="T3"/>
                  </a:cxn>
                  <a:cxn ang="T10">
                    <a:pos x="T4" y="T5"/>
                  </a:cxn>
                  <a:cxn ang="T11">
                    <a:pos x="T6" y="T7"/>
                  </a:cxn>
                </a:cxnLst>
                <a:rect l="T12" t="T13" r="T14" b="T15"/>
                <a:pathLst>
                  <a:path w="264" h="105">
                    <a:moveTo>
                      <a:pt x="0" y="0"/>
                    </a:moveTo>
                    <a:lnTo>
                      <a:pt x="52" y="0"/>
                    </a:lnTo>
                    <a:lnTo>
                      <a:pt x="207" y="105"/>
                    </a:lnTo>
                    <a:lnTo>
                      <a:pt x="264" y="105"/>
                    </a:ln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8" name="Freeform 221">
                <a:extLst>
                  <a:ext uri="{FF2B5EF4-FFF2-40B4-BE49-F238E27FC236}">
                    <a16:creationId xmlns:a16="http://schemas.microsoft.com/office/drawing/2014/main" id="{F332205B-8DCF-B445-AB10-02D71F7374E5}"/>
                  </a:ext>
                </a:extLst>
              </p:cNvPr>
              <p:cNvSpPr>
                <a:spLocks/>
              </p:cNvSpPr>
              <p:nvPr/>
            </p:nvSpPr>
            <p:spPr bwMode="auto">
              <a:xfrm flipV="1">
                <a:off x="11034713" y="1527175"/>
                <a:ext cx="274637" cy="114300"/>
              </a:xfrm>
              <a:custGeom>
                <a:avLst/>
                <a:gdLst>
                  <a:gd name="T0" fmla="*/ 0 w 264"/>
                  <a:gd name="T1" fmla="*/ 0 h 105"/>
                  <a:gd name="T2" fmla="*/ 2147483647 w 264"/>
                  <a:gd name="T3" fmla="*/ 0 h 105"/>
                  <a:gd name="T4" fmla="*/ 2147483647 w 264"/>
                  <a:gd name="T5" fmla="*/ 2147483647 h 105"/>
                  <a:gd name="T6" fmla="*/ 2147483647 w 264"/>
                  <a:gd name="T7" fmla="*/ 2147483647 h 105"/>
                  <a:gd name="T8" fmla="*/ 0 60000 65536"/>
                  <a:gd name="T9" fmla="*/ 0 60000 65536"/>
                  <a:gd name="T10" fmla="*/ 0 60000 65536"/>
                  <a:gd name="T11" fmla="*/ 0 60000 65536"/>
                  <a:gd name="T12" fmla="*/ 0 w 264"/>
                  <a:gd name="T13" fmla="*/ 0 h 105"/>
                  <a:gd name="T14" fmla="*/ 264 w 264"/>
                  <a:gd name="T15" fmla="*/ 105 h 105"/>
                </a:gdLst>
                <a:ahLst/>
                <a:cxnLst>
                  <a:cxn ang="T8">
                    <a:pos x="T0" y="T1"/>
                  </a:cxn>
                  <a:cxn ang="T9">
                    <a:pos x="T2" y="T3"/>
                  </a:cxn>
                  <a:cxn ang="T10">
                    <a:pos x="T4" y="T5"/>
                  </a:cxn>
                  <a:cxn ang="T11">
                    <a:pos x="T6" y="T7"/>
                  </a:cxn>
                </a:cxnLst>
                <a:rect l="T12" t="T13" r="T14" b="T15"/>
                <a:pathLst>
                  <a:path w="264" h="105">
                    <a:moveTo>
                      <a:pt x="0" y="0"/>
                    </a:moveTo>
                    <a:lnTo>
                      <a:pt x="52" y="0"/>
                    </a:lnTo>
                    <a:lnTo>
                      <a:pt x="207" y="105"/>
                    </a:lnTo>
                    <a:lnTo>
                      <a:pt x="264" y="105"/>
                    </a:ln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9" name="AutoShape 225">
                <a:extLst>
                  <a:ext uri="{FF2B5EF4-FFF2-40B4-BE49-F238E27FC236}">
                    <a16:creationId xmlns:a16="http://schemas.microsoft.com/office/drawing/2014/main" id="{CEA8A387-526F-5044-B9B1-E20B96341E65}"/>
                  </a:ext>
                </a:extLst>
              </p:cNvPr>
              <p:cNvSpPr>
                <a:spLocks noChangeArrowheads="1"/>
              </p:cNvSpPr>
              <p:nvPr/>
            </p:nvSpPr>
            <p:spPr bwMode="auto">
              <a:xfrm>
                <a:off x="10615613" y="790575"/>
                <a:ext cx="1206500" cy="261938"/>
              </a:xfrm>
              <a:prstGeom prst="triangle">
                <a:avLst>
                  <a:gd name="adj" fmla="val 50000"/>
                </a:avLst>
              </a:prstGeom>
              <a:noFill/>
              <a:ln w="9525">
                <a:solidFill>
                  <a:schemeClr val="tx1"/>
                </a:solidFill>
                <a:prstDash val="dash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nvGrpSpPr>
              <p:cNvPr id="300" name="Group 299">
                <a:extLst>
                  <a:ext uri="{FF2B5EF4-FFF2-40B4-BE49-F238E27FC236}">
                    <a16:creationId xmlns:a16="http://schemas.microsoft.com/office/drawing/2014/main" id="{E7752F08-A19A-8444-9EA8-BB81552EC212}"/>
                  </a:ext>
                </a:extLst>
              </p:cNvPr>
              <p:cNvGrpSpPr/>
              <p:nvPr/>
            </p:nvGrpSpPr>
            <p:grpSpPr>
              <a:xfrm>
                <a:off x="8699500" y="730250"/>
                <a:ext cx="850900" cy="755650"/>
                <a:chOff x="8699500" y="730250"/>
                <a:chExt cx="850900" cy="755650"/>
              </a:xfrm>
            </p:grpSpPr>
            <p:grpSp>
              <p:nvGrpSpPr>
                <p:cNvPr id="337" name="Group 117">
                  <a:extLst>
                    <a:ext uri="{FF2B5EF4-FFF2-40B4-BE49-F238E27FC236}">
                      <a16:creationId xmlns:a16="http://schemas.microsoft.com/office/drawing/2014/main" id="{D5D8D43D-BB3B-1E46-A705-D0683F8779EE}"/>
                    </a:ext>
                  </a:extLst>
                </p:cNvPr>
                <p:cNvGrpSpPr>
                  <a:grpSpLocks/>
                </p:cNvGrpSpPr>
                <p:nvPr/>
              </p:nvGrpSpPr>
              <p:grpSpPr bwMode="auto">
                <a:xfrm>
                  <a:off x="8699500" y="730250"/>
                  <a:ext cx="850900" cy="527050"/>
                  <a:chOff x="-490" y="1664"/>
                  <a:chExt cx="1429" cy="842"/>
                </a:xfrm>
              </p:grpSpPr>
              <p:sp>
                <p:nvSpPr>
                  <p:cNvPr id="339" name="AutoShape 111">
                    <a:extLst>
                      <a:ext uri="{FF2B5EF4-FFF2-40B4-BE49-F238E27FC236}">
                        <a16:creationId xmlns:a16="http://schemas.microsoft.com/office/drawing/2014/main" id="{4E171CC9-165E-404A-82A8-88DB35A3FCC6}"/>
                      </a:ext>
                    </a:extLst>
                  </p:cNvPr>
                  <p:cNvSpPr>
                    <a:spLocks noChangeArrowheads="1"/>
                  </p:cNvSpPr>
                  <p:nvPr/>
                </p:nvSpPr>
                <p:spPr bwMode="auto">
                  <a:xfrm>
                    <a:off x="-490" y="1664"/>
                    <a:ext cx="1429" cy="294"/>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nvGrpSpPr>
                  <p:cNvPr id="340" name="Group 116">
                    <a:extLst>
                      <a:ext uri="{FF2B5EF4-FFF2-40B4-BE49-F238E27FC236}">
                        <a16:creationId xmlns:a16="http://schemas.microsoft.com/office/drawing/2014/main" id="{4731C3F0-ADAE-4F46-8E65-7A67411D05EC}"/>
                      </a:ext>
                    </a:extLst>
                  </p:cNvPr>
                  <p:cNvGrpSpPr>
                    <a:grpSpLocks/>
                  </p:cNvGrpSpPr>
                  <p:nvPr/>
                </p:nvGrpSpPr>
                <p:grpSpPr bwMode="auto">
                  <a:xfrm>
                    <a:off x="-427" y="1737"/>
                    <a:ext cx="1217" cy="769"/>
                    <a:chOff x="-427" y="1737"/>
                    <a:chExt cx="1217" cy="769"/>
                  </a:xfrm>
                </p:grpSpPr>
                <p:sp>
                  <p:nvSpPr>
                    <p:cNvPr id="342" name="Rectangle 99">
                      <a:extLst>
                        <a:ext uri="{FF2B5EF4-FFF2-40B4-BE49-F238E27FC236}">
                          <a16:creationId xmlns:a16="http://schemas.microsoft.com/office/drawing/2014/main" id="{6A738239-04CC-EA45-B43F-0D611B5F6B2F}"/>
                        </a:ext>
                      </a:extLst>
                    </p:cNvPr>
                    <p:cNvSpPr>
                      <a:spLocks noChangeArrowheads="1"/>
                    </p:cNvSpPr>
                    <p:nvPr/>
                  </p:nvSpPr>
                  <p:spPr bwMode="auto">
                    <a:xfrm>
                      <a:off x="-338" y="1923"/>
                      <a:ext cx="1128" cy="58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43" name="Line 7">
                      <a:extLst>
                        <a:ext uri="{FF2B5EF4-FFF2-40B4-BE49-F238E27FC236}">
                          <a16:creationId xmlns:a16="http://schemas.microsoft.com/office/drawing/2014/main" id="{12D690B9-43E5-984D-AB1A-C277E3A92291}"/>
                        </a:ext>
                      </a:extLst>
                    </p:cNvPr>
                    <p:cNvSpPr>
                      <a:spLocks noChangeShapeType="1"/>
                    </p:cNvSpPr>
                    <p:nvPr/>
                  </p:nvSpPr>
                  <p:spPr bwMode="auto">
                    <a:xfrm>
                      <a:off x="-150" y="2271"/>
                      <a:ext cx="673" cy="7"/>
                    </a:xfrm>
                    <a:prstGeom prst="line">
                      <a:avLst/>
                    </a:prstGeom>
                    <a:noFill/>
                    <a:ln w="9525">
                      <a:solidFill>
                        <a:srgbClr val="E4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44" name="Group 103">
                      <a:extLst>
                        <a:ext uri="{FF2B5EF4-FFF2-40B4-BE49-F238E27FC236}">
                          <a16:creationId xmlns:a16="http://schemas.microsoft.com/office/drawing/2014/main" id="{76729020-C881-2043-AA09-0BACB55C063B}"/>
                        </a:ext>
                      </a:extLst>
                    </p:cNvPr>
                    <p:cNvGrpSpPr>
                      <a:grpSpLocks/>
                    </p:cNvGrpSpPr>
                    <p:nvPr/>
                  </p:nvGrpSpPr>
                  <p:grpSpPr bwMode="auto">
                    <a:xfrm>
                      <a:off x="68" y="2192"/>
                      <a:ext cx="387" cy="139"/>
                      <a:chOff x="322" y="890"/>
                      <a:chExt cx="872" cy="339"/>
                    </a:xfrm>
                  </p:grpSpPr>
                  <p:sp>
                    <p:nvSpPr>
                      <p:cNvPr id="349" name="Rectangle 104">
                        <a:extLst>
                          <a:ext uri="{FF2B5EF4-FFF2-40B4-BE49-F238E27FC236}">
                            <a16:creationId xmlns:a16="http://schemas.microsoft.com/office/drawing/2014/main" id="{948BF2D7-6F8B-D840-B1F5-D2DDF651756A}"/>
                          </a:ext>
                        </a:extLst>
                      </p:cNvPr>
                      <p:cNvSpPr>
                        <a:spLocks noChangeArrowheads="1"/>
                      </p:cNvSpPr>
                      <p:nvPr/>
                    </p:nvSpPr>
                    <p:spPr bwMode="auto">
                      <a:xfrm>
                        <a:off x="320" y="1000"/>
                        <a:ext cx="871" cy="229"/>
                      </a:xfrm>
                      <a:prstGeom prst="rect">
                        <a:avLst/>
                      </a:prstGeom>
                      <a:solidFill>
                        <a:srgbClr val="EC86A6"/>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50" name="Rectangle 105">
                        <a:extLst>
                          <a:ext uri="{FF2B5EF4-FFF2-40B4-BE49-F238E27FC236}">
                            <a16:creationId xmlns:a16="http://schemas.microsoft.com/office/drawing/2014/main" id="{3A905019-5DD9-F745-A36A-1D482CD071E2}"/>
                          </a:ext>
                        </a:extLst>
                      </p:cNvPr>
                      <p:cNvSpPr>
                        <a:spLocks noChangeArrowheads="1"/>
                      </p:cNvSpPr>
                      <p:nvPr/>
                    </p:nvSpPr>
                    <p:spPr bwMode="auto">
                      <a:xfrm>
                        <a:off x="392" y="1074"/>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51" name="Rectangle 106">
                        <a:extLst>
                          <a:ext uri="{FF2B5EF4-FFF2-40B4-BE49-F238E27FC236}">
                            <a16:creationId xmlns:a16="http://schemas.microsoft.com/office/drawing/2014/main" id="{4C645A2A-31FB-1246-B39B-7B7919FC739F}"/>
                          </a:ext>
                        </a:extLst>
                      </p:cNvPr>
                      <p:cNvSpPr>
                        <a:spLocks noChangeArrowheads="1"/>
                      </p:cNvSpPr>
                      <p:nvPr/>
                    </p:nvSpPr>
                    <p:spPr bwMode="auto">
                      <a:xfrm>
                        <a:off x="464" y="1074"/>
                        <a:ext cx="54"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52" name="Rectangle 107">
                        <a:extLst>
                          <a:ext uri="{FF2B5EF4-FFF2-40B4-BE49-F238E27FC236}">
                            <a16:creationId xmlns:a16="http://schemas.microsoft.com/office/drawing/2014/main" id="{1BA77B0A-5598-544E-B486-65012F7DAB64}"/>
                          </a:ext>
                        </a:extLst>
                      </p:cNvPr>
                      <p:cNvSpPr>
                        <a:spLocks noChangeArrowheads="1"/>
                      </p:cNvSpPr>
                      <p:nvPr/>
                    </p:nvSpPr>
                    <p:spPr bwMode="auto">
                      <a:xfrm>
                        <a:off x="536" y="1068"/>
                        <a:ext cx="60"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53" name="Rectangle 108">
                        <a:extLst>
                          <a:ext uri="{FF2B5EF4-FFF2-40B4-BE49-F238E27FC236}">
                            <a16:creationId xmlns:a16="http://schemas.microsoft.com/office/drawing/2014/main" id="{195D0D72-2864-3B4F-AD0C-8D2AA5145DA2}"/>
                          </a:ext>
                        </a:extLst>
                      </p:cNvPr>
                      <p:cNvSpPr>
                        <a:spLocks noChangeArrowheads="1"/>
                      </p:cNvSpPr>
                      <p:nvPr/>
                    </p:nvSpPr>
                    <p:spPr bwMode="auto">
                      <a:xfrm>
                        <a:off x="615" y="1068"/>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54" name="AutoShape 109">
                        <a:extLst>
                          <a:ext uri="{FF2B5EF4-FFF2-40B4-BE49-F238E27FC236}">
                            <a16:creationId xmlns:a16="http://schemas.microsoft.com/office/drawing/2014/main" id="{E55B99DE-0597-3145-81BC-98E1EC4B3FD1}"/>
                          </a:ext>
                        </a:extLst>
                      </p:cNvPr>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1">
                          <a:lumMod val="75000"/>
                        </a:schemeClr>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345" name="Picture 110" descr="desktop_computer_stylized_small">
                      <a:extLst>
                        <a:ext uri="{FF2B5EF4-FFF2-40B4-BE49-F238E27FC236}">
                          <a16:creationId xmlns:a16="http://schemas.microsoft.com/office/drawing/2014/main" id="{5FB8C145-7ACE-E648-BBB7-20201870A70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7" y="2049"/>
                      <a:ext cx="44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6" name="Rectangle 112">
                      <a:extLst>
                        <a:ext uri="{FF2B5EF4-FFF2-40B4-BE49-F238E27FC236}">
                          <a16:creationId xmlns:a16="http://schemas.microsoft.com/office/drawing/2014/main" id="{F2003DEA-0401-1F4E-AD90-AC69AA3E7E5B}"/>
                        </a:ext>
                      </a:extLst>
                    </p:cNvPr>
                    <p:cNvSpPr>
                      <a:spLocks noChangeArrowheads="1"/>
                    </p:cNvSpPr>
                    <p:nvPr/>
                  </p:nvSpPr>
                  <p:spPr bwMode="auto">
                    <a:xfrm>
                      <a:off x="528" y="2232"/>
                      <a:ext cx="104" cy="91"/>
                    </a:xfrm>
                    <a:prstGeom prst="rect">
                      <a:avLst/>
                    </a:prstGeom>
                    <a:solidFill>
                      <a:srgbClr val="E4000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47" name="Freeform 113">
                      <a:extLst>
                        <a:ext uri="{FF2B5EF4-FFF2-40B4-BE49-F238E27FC236}">
                          <a16:creationId xmlns:a16="http://schemas.microsoft.com/office/drawing/2014/main" id="{F3EA5308-B706-C143-97C3-FEBF11F1F8BB}"/>
                        </a:ext>
                      </a:extLst>
                    </p:cNvPr>
                    <p:cNvSpPr>
                      <a:spLocks/>
                    </p:cNvSpPr>
                    <p:nvPr/>
                  </p:nvSpPr>
                  <p:spPr bwMode="auto">
                    <a:xfrm>
                      <a:off x="282" y="1951"/>
                      <a:ext cx="302" cy="274"/>
                    </a:xfrm>
                    <a:custGeom>
                      <a:avLst/>
                      <a:gdLst>
                        <a:gd name="T0" fmla="*/ 14 w 381"/>
                        <a:gd name="T1" fmla="*/ 274 h 274"/>
                        <a:gd name="T2" fmla="*/ 14 w 381"/>
                        <a:gd name="T3" fmla="*/ 130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rgbClr val="E4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48" name="Picture 115" descr="tv">
                      <a:extLst>
                        <a:ext uri="{FF2B5EF4-FFF2-40B4-BE49-F238E27FC236}">
                          <a16:creationId xmlns:a16="http://schemas.microsoft.com/office/drawing/2014/main" id="{EABA3C7B-C202-794D-A3FB-3B29837291A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 y="1737"/>
                      <a:ext cx="476"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cxnSp>
              <p:nvCxnSpPr>
                <p:cNvPr id="338" name="Straight Connector 337">
                  <a:extLst>
                    <a:ext uri="{FF2B5EF4-FFF2-40B4-BE49-F238E27FC236}">
                      <a16:creationId xmlns:a16="http://schemas.microsoft.com/office/drawing/2014/main" id="{74AF2BF7-B943-A746-B252-2B443091B823}"/>
                    </a:ext>
                  </a:extLst>
                </p:cNvPr>
                <p:cNvCxnSpPr/>
                <p:nvPr/>
              </p:nvCxnSpPr>
              <p:spPr>
                <a:xfrm>
                  <a:off x="9334500" y="1147233"/>
                  <a:ext cx="0" cy="338667"/>
                </a:xfrm>
                <a:prstGeom prst="line">
                  <a:avLst/>
                </a:prstGeom>
                <a:ln w="9525">
                  <a:solidFill>
                    <a:srgbClr val="E40000"/>
                  </a:solidFill>
                </a:ln>
              </p:spPr>
              <p:style>
                <a:lnRef idx="1">
                  <a:schemeClr val="accent1"/>
                </a:lnRef>
                <a:fillRef idx="0">
                  <a:schemeClr val="accent1"/>
                </a:fillRef>
                <a:effectRef idx="0">
                  <a:schemeClr val="accent1"/>
                </a:effectRef>
                <a:fontRef idx="minor">
                  <a:schemeClr val="tx1"/>
                </a:fontRef>
              </p:style>
            </p:cxnSp>
          </p:grpSp>
          <p:cxnSp>
            <p:nvCxnSpPr>
              <p:cNvPr id="301" name="Straight Connector 300">
                <a:extLst>
                  <a:ext uri="{FF2B5EF4-FFF2-40B4-BE49-F238E27FC236}">
                    <a16:creationId xmlns:a16="http://schemas.microsoft.com/office/drawing/2014/main" id="{EE38AA63-EC11-9F42-9745-2278EB109853}"/>
                  </a:ext>
                </a:extLst>
              </p:cNvPr>
              <p:cNvCxnSpPr/>
              <p:nvPr/>
            </p:nvCxnSpPr>
            <p:spPr>
              <a:xfrm>
                <a:off x="8428567" y="1151466"/>
                <a:ext cx="0" cy="338667"/>
              </a:xfrm>
              <a:prstGeom prst="line">
                <a:avLst/>
              </a:prstGeom>
              <a:ln w="9525">
                <a:solidFill>
                  <a:srgbClr val="E40000"/>
                </a:solidFill>
              </a:ln>
            </p:spPr>
            <p:style>
              <a:lnRef idx="1">
                <a:schemeClr val="accent1"/>
              </a:lnRef>
              <a:fillRef idx="0">
                <a:schemeClr val="accent1"/>
              </a:fillRef>
              <a:effectRef idx="0">
                <a:schemeClr val="accent1"/>
              </a:effectRef>
              <a:fontRef idx="minor">
                <a:schemeClr val="tx1"/>
              </a:fontRef>
            </p:style>
          </p:cxnSp>
          <p:grpSp>
            <p:nvGrpSpPr>
              <p:cNvPr id="302" name="Group 301">
                <a:extLst>
                  <a:ext uri="{FF2B5EF4-FFF2-40B4-BE49-F238E27FC236}">
                    <a16:creationId xmlns:a16="http://schemas.microsoft.com/office/drawing/2014/main" id="{F319704F-B982-7B4D-9960-D57CBFDB553F}"/>
                  </a:ext>
                </a:extLst>
              </p:cNvPr>
              <p:cNvGrpSpPr/>
              <p:nvPr/>
            </p:nvGrpSpPr>
            <p:grpSpPr>
              <a:xfrm>
                <a:off x="8795279" y="1483783"/>
                <a:ext cx="850900" cy="623888"/>
                <a:chOff x="7872413" y="1479550"/>
                <a:chExt cx="850900" cy="623888"/>
              </a:xfrm>
            </p:grpSpPr>
            <p:grpSp>
              <p:nvGrpSpPr>
                <p:cNvPr id="304" name="Group 135">
                  <a:extLst>
                    <a:ext uri="{FF2B5EF4-FFF2-40B4-BE49-F238E27FC236}">
                      <a16:creationId xmlns:a16="http://schemas.microsoft.com/office/drawing/2014/main" id="{25279E9E-A15B-1F48-A106-9A2AB09A14BA}"/>
                    </a:ext>
                  </a:extLst>
                </p:cNvPr>
                <p:cNvGrpSpPr>
                  <a:grpSpLocks/>
                </p:cNvGrpSpPr>
                <p:nvPr/>
              </p:nvGrpSpPr>
              <p:grpSpPr bwMode="auto">
                <a:xfrm>
                  <a:off x="7872413" y="1576388"/>
                  <a:ext cx="850900" cy="527050"/>
                  <a:chOff x="-490" y="1664"/>
                  <a:chExt cx="1429" cy="842"/>
                </a:xfrm>
              </p:grpSpPr>
              <p:sp>
                <p:nvSpPr>
                  <p:cNvPr id="306" name="AutoShape 136">
                    <a:extLst>
                      <a:ext uri="{FF2B5EF4-FFF2-40B4-BE49-F238E27FC236}">
                        <a16:creationId xmlns:a16="http://schemas.microsoft.com/office/drawing/2014/main" id="{31F27311-5038-7743-9C67-00780D22F6CA}"/>
                      </a:ext>
                    </a:extLst>
                  </p:cNvPr>
                  <p:cNvSpPr>
                    <a:spLocks noChangeArrowheads="1"/>
                  </p:cNvSpPr>
                  <p:nvPr/>
                </p:nvSpPr>
                <p:spPr bwMode="auto">
                  <a:xfrm>
                    <a:off x="-490" y="1664"/>
                    <a:ext cx="1429" cy="294"/>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nvGrpSpPr>
                  <p:cNvPr id="316" name="Group 137">
                    <a:extLst>
                      <a:ext uri="{FF2B5EF4-FFF2-40B4-BE49-F238E27FC236}">
                        <a16:creationId xmlns:a16="http://schemas.microsoft.com/office/drawing/2014/main" id="{0DC431F1-4E78-FF44-A0B3-E4CCCE9F61B3}"/>
                      </a:ext>
                    </a:extLst>
                  </p:cNvPr>
                  <p:cNvGrpSpPr>
                    <a:grpSpLocks/>
                  </p:cNvGrpSpPr>
                  <p:nvPr/>
                </p:nvGrpSpPr>
                <p:grpSpPr bwMode="auto">
                  <a:xfrm>
                    <a:off x="-427" y="1737"/>
                    <a:ext cx="1217" cy="769"/>
                    <a:chOff x="-427" y="1737"/>
                    <a:chExt cx="1217" cy="769"/>
                  </a:xfrm>
                </p:grpSpPr>
                <p:sp>
                  <p:nvSpPr>
                    <p:cNvPr id="324" name="Rectangle 138">
                      <a:extLst>
                        <a:ext uri="{FF2B5EF4-FFF2-40B4-BE49-F238E27FC236}">
                          <a16:creationId xmlns:a16="http://schemas.microsoft.com/office/drawing/2014/main" id="{B31BF9B4-3AD6-DB46-BEA2-A277446CE80D}"/>
                        </a:ext>
                      </a:extLst>
                    </p:cNvPr>
                    <p:cNvSpPr>
                      <a:spLocks noChangeArrowheads="1"/>
                    </p:cNvSpPr>
                    <p:nvPr/>
                  </p:nvSpPr>
                  <p:spPr bwMode="auto">
                    <a:xfrm>
                      <a:off x="-338" y="1923"/>
                      <a:ext cx="1128" cy="58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25" name="Line 7">
                      <a:extLst>
                        <a:ext uri="{FF2B5EF4-FFF2-40B4-BE49-F238E27FC236}">
                          <a16:creationId xmlns:a16="http://schemas.microsoft.com/office/drawing/2014/main" id="{ED6DCD2B-F4B4-3346-9C82-FF6E1841BA88}"/>
                        </a:ext>
                      </a:extLst>
                    </p:cNvPr>
                    <p:cNvSpPr>
                      <a:spLocks noChangeShapeType="1"/>
                    </p:cNvSpPr>
                    <p:nvPr/>
                  </p:nvSpPr>
                  <p:spPr bwMode="auto">
                    <a:xfrm>
                      <a:off x="-150" y="2271"/>
                      <a:ext cx="676" cy="4"/>
                    </a:xfrm>
                    <a:prstGeom prst="line">
                      <a:avLst/>
                    </a:prstGeom>
                    <a:noFill/>
                    <a:ln w="9525">
                      <a:solidFill>
                        <a:srgbClr val="E4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26" name="Group 140">
                      <a:extLst>
                        <a:ext uri="{FF2B5EF4-FFF2-40B4-BE49-F238E27FC236}">
                          <a16:creationId xmlns:a16="http://schemas.microsoft.com/office/drawing/2014/main" id="{FE6AB543-1E1A-3F4E-BF6C-AB32B91A3EF9}"/>
                        </a:ext>
                      </a:extLst>
                    </p:cNvPr>
                    <p:cNvGrpSpPr>
                      <a:grpSpLocks/>
                    </p:cNvGrpSpPr>
                    <p:nvPr/>
                  </p:nvGrpSpPr>
                  <p:grpSpPr bwMode="auto">
                    <a:xfrm>
                      <a:off x="68" y="2192"/>
                      <a:ext cx="387" cy="139"/>
                      <a:chOff x="322" y="890"/>
                      <a:chExt cx="872" cy="339"/>
                    </a:xfrm>
                  </p:grpSpPr>
                  <p:sp>
                    <p:nvSpPr>
                      <p:cNvPr id="331" name="Rectangle 141">
                        <a:extLst>
                          <a:ext uri="{FF2B5EF4-FFF2-40B4-BE49-F238E27FC236}">
                            <a16:creationId xmlns:a16="http://schemas.microsoft.com/office/drawing/2014/main" id="{43F7A185-841B-254E-88BA-634FCF053371}"/>
                          </a:ext>
                        </a:extLst>
                      </p:cNvPr>
                      <p:cNvSpPr>
                        <a:spLocks noChangeArrowheads="1"/>
                      </p:cNvSpPr>
                      <p:nvPr/>
                    </p:nvSpPr>
                    <p:spPr bwMode="auto">
                      <a:xfrm>
                        <a:off x="320" y="1000"/>
                        <a:ext cx="871" cy="229"/>
                      </a:xfrm>
                      <a:prstGeom prst="rect">
                        <a:avLst/>
                      </a:prstGeom>
                      <a:solidFill>
                        <a:srgbClr val="EC86A6"/>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32" name="Rectangle 142">
                        <a:extLst>
                          <a:ext uri="{FF2B5EF4-FFF2-40B4-BE49-F238E27FC236}">
                            <a16:creationId xmlns:a16="http://schemas.microsoft.com/office/drawing/2014/main" id="{8A58443C-B792-E24E-AA24-833037BC1BB1}"/>
                          </a:ext>
                        </a:extLst>
                      </p:cNvPr>
                      <p:cNvSpPr>
                        <a:spLocks noChangeArrowheads="1"/>
                      </p:cNvSpPr>
                      <p:nvPr/>
                    </p:nvSpPr>
                    <p:spPr bwMode="auto">
                      <a:xfrm>
                        <a:off x="392" y="1074"/>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33" name="Rectangle 143">
                        <a:extLst>
                          <a:ext uri="{FF2B5EF4-FFF2-40B4-BE49-F238E27FC236}">
                            <a16:creationId xmlns:a16="http://schemas.microsoft.com/office/drawing/2014/main" id="{67841AAD-A67A-984C-890C-27238DC611E7}"/>
                          </a:ext>
                        </a:extLst>
                      </p:cNvPr>
                      <p:cNvSpPr>
                        <a:spLocks noChangeArrowheads="1"/>
                      </p:cNvSpPr>
                      <p:nvPr/>
                    </p:nvSpPr>
                    <p:spPr bwMode="auto">
                      <a:xfrm>
                        <a:off x="464" y="1074"/>
                        <a:ext cx="54"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34" name="Rectangle 144">
                        <a:extLst>
                          <a:ext uri="{FF2B5EF4-FFF2-40B4-BE49-F238E27FC236}">
                            <a16:creationId xmlns:a16="http://schemas.microsoft.com/office/drawing/2014/main" id="{99B12CCF-6A8E-4C42-8428-5EC80E492DC0}"/>
                          </a:ext>
                        </a:extLst>
                      </p:cNvPr>
                      <p:cNvSpPr>
                        <a:spLocks noChangeArrowheads="1"/>
                      </p:cNvSpPr>
                      <p:nvPr/>
                    </p:nvSpPr>
                    <p:spPr bwMode="auto">
                      <a:xfrm>
                        <a:off x="536" y="1068"/>
                        <a:ext cx="60"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35" name="Rectangle 145">
                        <a:extLst>
                          <a:ext uri="{FF2B5EF4-FFF2-40B4-BE49-F238E27FC236}">
                            <a16:creationId xmlns:a16="http://schemas.microsoft.com/office/drawing/2014/main" id="{F9E3231A-CC81-7547-98A2-FE89100B475A}"/>
                          </a:ext>
                        </a:extLst>
                      </p:cNvPr>
                      <p:cNvSpPr>
                        <a:spLocks noChangeArrowheads="1"/>
                      </p:cNvSpPr>
                      <p:nvPr/>
                    </p:nvSpPr>
                    <p:spPr bwMode="auto">
                      <a:xfrm>
                        <a:off x="615" y="1068"/>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36" name="AutoShape 146">
                        <a:extLst>
                          <a:ext uri="{FF2B5EF4-FFF2-40B4-BE49-F238E27FC236}">
                            <a16:creationId xmlns:a16="http://schemas.microsoft.com/office/drawing/2014/main" id="{5B95490B-2DF2-6741-B079-E04BA01E8EF4}"/>
                          </a:ext>
                        </a:extLst>
                      </p:cNvPr>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1">
                          <a:lumMod val="75000"/>
                        </a:schemeClr>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327" name="Picture 147" descr="desktop_computer_stylized_small">
                      <a:extLst>
                        <a:ext uri="{FF2B5EF4-FFF2-40B4-BE49-F238E27FC236}">
                          <a16:creationId xmlns:a16="http://schemas.microsoft.com/office/drawing/2014/main" id="{16BF7DB0-B14B-734E-9E1E-81765A3EE20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7" y="2049"/>
                      <a:ext cx="44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8" name="Rectangle 148">
                      <a:extLst>
                        <a:ext uri="{FF2B5EF4-FFF2-40B4-BE49-F238E27FC236}">
                          <a16:creationId xmlns:a16="http://schemas.microsoft.com/office/drawing/2014/main" id="{1D40FD0F-29C0-E047-B7D4-F8FE1FD0DD8A}"/>
                        </a:ext>
                      </a:extLst>
                    </p:cNvPr>
                    <p:cNvSpPr>
                      <a:spLocks noChangeArrowheads="1"/>
                    </p:cNvSpPr>
                    <p:nvPr/>
                  </p:nvSpPr>
                  <p:spPr bwMode="auto">
                    <a:xfrm>
                      <a:off x="528" y="2232"/>
                      <a:ext cx="104" cy="91"/>
                    </a:xfrm>
                    <a:prstGeom prst="rect">
                      <a:avLst/>
                    </a:prstGeom>
                    <a:solidFill>
                      <a:srgbClr val="E4000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29" name="Freeform 149">
                      <a:extLst>
                        <a:ext uri="{FF2B5EF4-FFF2-40B4-BE49-F238E27FC236}">
                          <a16:creationId xmlns:a16="http://schemas.microsoft.com/office/drawing/2014/main" id="{76837186-3492-A340-AA78-C880936144C4}"/>
                        </a:ext>
                      </a:extLst>
                    </p:cNvPr>
                    <p:cNvSpPr>
                      <a:spLocks/>
                    </p:cNvSpPr>
                    <p:nvPr/>
                  </p:nvSpPr>
                  <p:spPr bwMode="auto">
                    <a:xfrm>
                      <a:off x="282" y="1951"/>
                      <a:ext cx="302" cy="274"/>
                    </a:xfrm>
                    <a:custGeom>
                      <a:avLst/>
                      <a:gdLst>
                        <a:gd name="T0" fmla="*/ 14 w 381"/>
                        <a:gd name="T1" fmla="*/ 274 h 274"/>
                        <a:gd name="T2" fmla="*/ 14 w 381"/>
                        <a:gd name="T3" fmla="*/ 130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rgbClr val="E4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30" name="Picture 151" descr="tv">
                      <a:extLst>
                        <a:ext uri="{FF2B5EF4-FFF2-40B4-BE49-F238E27FC236}">
                          <a16:creationId xmlns:a16="http://schemas.microsoft.com/office/drawing/2014/main" id="{188B66AB-AF8D-EE40-89A6-279EED0305B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 y="1737"/>
                      <a:ext cx="476"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305" name="Freeform 209">
                  <a:extLst>
                    <a:ext uri="{FF2B5EF4-FFF2-40B4-BE49-F238E27FC236}">
                      <a16:creationId xmlns:a16="http://schemas.microsoft.com/office/drawing/2014/main" id="{0379BC1E-CE8C-9E41-9C56-6EEF0F79BA85}"/>
                    </a:ext>
                  </a:extLst>
                </p:cNvPr>
                <p:cNvSpPr>
                  <a:spLocks/>
                </p:cNvSpPr>
                <p:nvPr/>
              </p:nvSpPr>
              <p:spPr bwMode="auto">
                <a:xfrm>
                  <a:off x="8543925" y="1479550"/>
                  <a:ext cx="127000" cy="476250"/>
                </a:xfrm>
                <a:custGeom>
                  <a:avLst/>
                  <a:gdLst>
                    <a:gd name="T0" fmla="*/ 0 w 80"/>
                    <a:gd name="T1" fmla="*/ 2147483647 h 300"/>
                    <a:gd name="T2" fmla="*/ 2147483647 w 80"/>
                    <a:gd name="T3" fmla="*/ 2147483647 h 300"/>
                    <a:gd name="T4" fmla="*/ 2147483647 w 80"/>
                    <a:gd name="T5" fmla="*/ 0 h 300"/>
                    <a:gd name="T6" fmla="*/ 0 60000 65536"/>
                    <a:gd name="T7" fmla="*/ 0 60000 65536"/>
                    <a:gd name="T8" fmla="*/ 0 60000 65536"/>
                    <a:gd name="T9" fmla="*/ 0 w 80"/>
                    <a:gd name="T10" fmla="*/ 0 h 300"/>
                    <a:gd name="T11" fmla="*/ 80 w 80"/>
                    <a:gd name="T12" fmla="*/ 300 h 300"/>
                  </a:gdLst>
                  <a:ahLst/>
                  <a:cxnLst>
                    <a:cxn ang="T6">
                      <a:pos x="T0" y="T1"/>
                    </a:cxn>
                    <a:cxn ang="T7">
                      <a:pos x="T2" y="T3"/>
                    </a:cxn>
                    <a:cxn ang="T8">
                      <a:pos x="T4" y="T5"/>
                    </a:cxn>
                  </a:cxnLst>
                  <a:rect l="T9" t="T10" r="T11" b="T12"/>
                  <a:pathLst>
                    <a:path w="80" h="300">
                      <a:moveTo>
                        <a:pt x="0" y="300"/>
                      </a:moveTo>
                      <a:lnTo>
                        <a:pt x="80" y="300"/>
                      </a:lnTo>
                      <a:lnTo>
                        <a:pt x="80" y="0"/>
                      </a:lnTo>
                    </a:path>
                  </a:pathLst>
                </a:custGeom>
                <a:noFill/>
                <a:ln w="9525">
                  <a:solidFill>
                    <a:srgbClr val="E4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303" name="Text Box 204">
                <a:extLst>
                  <a:ext uri="{FF2B5EF4-FFF2-40B4-BE49-F238E27FC236}">
                    <a16:creationId xmlns:a16="http://schemas.microsoft.com/office/drawing/2014/main" id="{8B2B579D-D385-BD4B-A1C0-247155B70CCA}"/>
                  </a:ext>
                </a:extLst>
              </p:cNvPr>
              <p:cNvSpPr txBox="1">
                <a:spLocks noChangeArrowheads="1"/>
              </p:cNvSpPr>
              <p:nvPr/>
            </p:nvSpPr>
            <p:spPr bwMode="auto">
              <a:xfrm>
                <a:off x="9744075" y="1341438"/>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969696"/>
                    </a:solidFill>
                    <a:effectLst/>
                    <a:uLnTx/>
                    <a:uFillTx/>
                    <a:latin typeface="Times New Roman" panose="02020603050405020304" pitchFamily="18" charset="0"/>
                    <a:ea typeface="ＭＳ Ｐゴシック" panose="020B0600070205080204" pitchFamily="34" charset="-128"/>
                    <a:cs typeface="+mn-cs"/>
                  </a:rPr>
                  <a:t>…</a:t>
                </a:r>
              </a:p>
            </p:txBody>
          </p:sp>
        </p:grpSp>
        <p:sp>
          <p:nvSpPr>
            <p:cNvPr id="268" name="Rectangle 267">
              <a:extLst>
                <a:ext uri="{FF2B5EF4-FFF2-40B4-BE49-F238E27FC236}">
                  <a16:creationId xmlns:a16="http://schemas.microsoft.com/office/drawing/2014/main" id="{090757EC-D70E-864B-8D4F-700F97AB7D0B}"/>
                </a:ext>
              </a:extLst>
            </p:cNvPr>
            <p:cNvSpPr/>
            <p:nvPr/>
          </p:nvSpPr>
          <p:spPr>
            <a:xfrm>
              <a:off x="9880298" y="2315290"/>
              <a:ext cx="1495922"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Cable access</a:t>
              </a:r>
            </a:p>
          </p:txBody>
        </p:sp>
        <p:sp>
          <p:nvSpPr>
            <p:cNvPr id="269" name="Rectangle 268">
              <a:extLst>
                <a:ext uri="{FF2B5EF4-FFF2-40B4-BE49-F238E27FC236}">
                  <a16:creationId xmlns:a16="http://schemas.microsoft.com/office/drawing/2014/main" id="{CF8093FE-FD2F-B44E-8C52-4793A76CE340}"/>
                </a:ext>
              </a:extLst>
            </p:cNvPr>
            <p:cNvSpPr/>
            <p:nvPr/>
          </p:nvSpPr>
          <p:spPr>
            <a:xfrm>
              <a:off x="8838380" y="4315152"/>
              <a:ext cx="947695"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cellular</a:t>
              </a:r>
            </a:p>
          </p:txBody>
        </p:sp>
        <p:sp>
          <p:nvSpPr>
            <p:cNvPr id="270" name="Rectangle 269">
              <a:extLst>
                <a:ext uri="{FF2B5EF4-FFF2-40B4-BE49-F238E27FC236}">
                  <a16:creationId xmlns:a16="http://schemas.microsoft.com/office/drawing/2014/main" id="{E8BF0FE3-AED7-624C-818A-35B66237BBB1}"/>
                </a:ext>
              </a:extLst>
            </p:cNvPr>
            <p:cNvSpPr/>
            <p:nvPr/>
          </p:nvSpPr>
          <p:spPr>
            <a:xfrm>
              <a:off x="8860151" y="5885806"/>
              <a:ext cx="649537"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WiFi</a:t>
              </a:r>
            </a:p>
          </p:txBody>
        </p:sp>
        <p:sp>
          <p:nvSpPr>
            <p:cNvPr id="271" name="Rectangle 270">
              <a:extLst>
                <a:ext uri="{FF2B5EF4-FFF2-40B4-BE49-F238E27FC236}">
                  <a16:creationId xmlns:a16="http://schemas.microsoft.com/office/drawing/2014/main" id="{E76A483E-074E-EF4A-8E9D-CA190F5929FE}"/>
                </a:ext>
              </a:extLst>
            </p:cNvPr>
            <p:cNvSpPr/>
            <p:nvPr/>
          </p:nvSpPr>
          <p:spPr>
            <a:xfrm>
              <a:off x="10374820" y="5030500"/>
              <a:ext cx="1674305"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Ethernet LANs</a:t>
              </a:r>
            </a:p>
          </p:txBody>
        </p:sp>
      </p:grpSp>
    </p:spTree>
    <p:extLst>
      <p:ext uri="{BB962C8B-B14F-4D97-AF65-F5344CB8AC3E}">
        <p14:creationId xmlns:p14="http://schemas.microsoft.com/office/powerpoint/2010/main" val="817888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Effect transition="in" filter="dissolve">
                                      <p:cBhvr>
                                        <p:cTn id="7" dur="500"/>
                                        <p:tgtEl>
                                          <p:spTgt spid="6">
                                            <p:txEl>
                                              <p:pRg st="2" end="2"/>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6">
                                            <p:txEl>
                                              <p:pRg st="3" end="3"/>
                                            </p:txEl>
                                          </p:spTgt>
                                        </p:tgtEl>
                                        <p:attrNameLst>
                                          <p:attrName>style.visibility</p:attrName>
                                        </p:attrNameLst>
                                      </p:cBhvr>
                                      <p:to>
                                        <p:strVal val="visible"/>
                                      </p:to>
                                    </p:set>
                                    <p:animEffect transition="in" filter="dissolve">
                                      <p:cBhvr>
                                        <p:cTn id="10" dur="500"/>
                                        <p:tgtEl>
                                          <p:spTgt spid="6">
                                            <p:txEl>
                                              <p:pRg st="3" end="3"/>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animEffect transition="in" filter="dissolve">
                                      <p:cBhvr>
                                        <p:cTn id="13" dur="500"/>
                                        <p:tgtEl>
                                          <p:spTgt spid="6">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6">
                                            <p:txEl>
                                              <p:pRg st="5" end="5"/>
                                            </p:txEl>
                                          </p:spTgt>
                                        </p:tgtEl>
                                        <p:attrNameLst>
                                          <p:attrName>style.visibility</p:attrName>
                                        </p:attrNameLst>
                                      </p:cBhvr>
                                      <p:to>
                                        <p:strVal val="visible"/>
                                      </p:to>
                                    </p:set>
                                    <p:animEffect transition="in" filter="dissolve">
                                      <p:cBhvr>
                                        <p:cTn id="18" dur="500"/>
                                        <p:tgtEl>
                                          <p:spTgt spid="6">
                                            <p:txEl>
                                              <p:pRg st="5" end="5"/>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6">
                                            <p:txEl>
                                              <p:pRg st="6" end="6"/>
                                            </p:txEl>
                                          </p:spTgt>
                                        </p:tgtEl>
                                        <p:attrNameLst>
                                          <p:attrName>style.visibility</p:attrName>
                                        </p:attrNameLst>
                                      </p:cBhvr>
                                      <p:to>
                                        <p:strVal val="visible"/>
                                      </p:to>
                                    </p:set>
                                    <p:animEffect transition="in" filter="dissolve">
                                      <p:cBhvr>
                                        <p:cTn id="21" dur="500"/>
                                        <p:tgtEl>
                                          <p:spTgt spid="6">
                                            <p:txEl>
                                              <p:pRg st="6" end="6"/>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6">
                                            <p:txEl>
                                              <p:pRg st="7" end="7"/>
                                            </p:txEl>
                                          </p:spTgt>
                                        </p:tgtEl>
                                        <p:attrNameLst>
                                          <p:attrName>style.visibility</p:attrName>
                                        </p:attrNameLst>
                                      </p:cBhvr>
                                      <p:to>
                                        <p:strVal val="visible"/>
                                      </p:to>
                                    </p:set>
                                    <p:animEffect transition="in" filter="dissolve">
                                      <p:cBhvr>
                                        <p:cTn id="26" dur="500"/>
                                        <p:tgtEl>
                                          <p:spTgt spid="6">
                                            <p:txEl>
                                              <p:pRg st="7" end="7"/>
                                            </p:txEl>
                                          </p:spTgt>
                                        </p:tgtEl>
                                      </p:cBhvr>
                                    </p:animEffect>
                                  </p:childTnLst>
                                </p:cTn>
                              </p:par>
                              <p:par>
                                <p:cTn id="27" presetID="9" presetClass="entr" presetSubtype="0" fill="hold" nodeType="withEffect">
                                  <p:stCondLst>
                                    <p:cond delay="0"/>
                                  </p:stCondLst>
                                  <p:childTnLst>
                                    <p:set>
                                      <p:cBhvr>
                                        <p:cTn id="28" dur="1" fill="hold">
                                          <p:stCondLst>
                                            <p:cond delay="0"/>
                                          </p:stCondLst>
                                        </p:cTn>
                                        <p:tgtEl>
                                          <p:spTgt spid="6">
                                            <p:txEl>
                                              <p:pRg st="8" end="8"/>
                                            </p:txEl>
                                          </p:spTgt>
                                        </p:tgtEl>
                                        <p:attrNameLst>
                                          <p:attrName>style.visibility</p:attrName>
                                        </p:attrNameLst>
                                      </p:cBhvr>
                                      <p:to>
                                        <p:strVal val="visible"/>
                                      </p:to>
                                    </p:set>
                                    <p:animEffect transition="in" filter="dissolve">
                                      <p:cBhvr>
                                        <p:cTn id="29" dur="500"/>
                                        <p:tgtEl>
                                          <p:spTgt spid="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910936" y="362678"/>
            <a:ext cx="10515600" cy="894622"/>
          </a:xfrm>
        </p:spPr>
        <p:txBody>
          <a:bodyPr>
            <a:normAutofit/>
          </a:bodyPr>
          <a:lstStyle/>
          <a:p>
            <a:r>
              <a:rPr lang="en-US" altLang="en-US" sz="4800" dirty="0">
                <a:cs typeface="Calibri" panose="020F0502020204030204" pitchFamily="34" charset="0"/>
              </a:rPr>
              <a:t>Host Link Layer Implementation</a:t>
            </a:r>
            <a:endParaRPr lang="en-US" sz="4800" dirty="0"/>
          </a:p>
        </p:txBody>
      </p:sp>
      <p:sp>
        <p:nvSpPr>
          <p:cNvPr id="259" name="Rectangle 3">
            <a:extLst>
              <a:ext uri="{FF2B5EF4-FFF2-40B4-BE49-F238E27FC236}">
                <a16:creationId xmlns:a16="http://schemas.microsoft.com/office/drawing/2014/main" id="{A48F2D8E-D82E-0A4C-8783-B2F84E2BA4F6}"/>
              </a:ext>
            </a:extLst>
          </p:cNvPr>
          <p:cNvSpPr txBox="1">
            <a:spLocks noChangeArrowheads="1"/>
          </p:cNvSpPr>
          <p:nvPr/>
        </p:nvSpPr>
        <p:spPr>
          <a:xfrm>
            <a:off x="535022" y="1692296"/>
            <a:ext cx="6593566" cy="4659312"/>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25462" marR="0" lvl="0" indent="-457200" algn="l" defTabSz="914400" rtl="0" eaLnBrk="1" fontAlgn="auto" latinLnBrk="0" hangingPunct="1">
              <a:lnSpc>
                <a:spcPct val="90000"/>
              </a:lnSpc>
              <a:spcBef>
                <a:spcPts val="1000"/>
              </a:spcBef>
              <a:spcAft>
                <a:spcPts val="60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In each-and-every host</a:t>
            </a:r>
          </a:p>
          <a:p>
            <a:pPr marL="525462" marR="0" lvl="0" indent="-457200" algn="l" defTabSz="914400" rtl="0" eaLnBrk="1" fontAlgn="auto" latinLnBrk="0" hangingPunct="1">
              <a:lnSpc>
                <a:spcPct val="90000"/>
              </a:lnSpc>
              <a:spcBef>
                <a:spcPts val="1000"/>
              </a:spcBef>
              <a:spcAft>
                <a:spcPts val="60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Link layer implemented on-chip or in network interface card (NIC) (aka, network adapter)</a:t>
            </a:r>
          </a:p>
          <a:p>
            <a:pPr marR="0" lvl="1" algn="l" defTabSz="914400" rtl="0" eaLnBrk="1" fontAlgn="auto" latinLnBrk="0" hangingPunct="1">
              <a:lnSpc>
                <a:spcPct val="100000"/>
              </a:lnSpc>
              <a:spcBef>
                <a:spcPts val="500"/>
              </a:spcBef>
              <a:spcAft>
                <a:spcPts val="600"/>
              </a:spcAft>
              <a:buClrTx/>
              <a:buSzTx/>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Implements link</a:t>
            </a:r>
            <a:r>
              <a:rPr lang="en-US" sz="2800" dirty="0">
                <a:solidFill>
                  <a:prstClr val="black"/>
                </a:solidFill>
                <a:latin typeface="Calibri" panose="020F0502020204030204"/>
              </a:rPr>
              <a:t> and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physical layer</a:t>
            </a:r>
          </a:p>
          <a:p>
            <a:pPr marL="525462" marR="0" lvl="0" indent="-457200" algn="l" defTabSz="914400" rtl="0" eaLnBrk="1" fontAlgn="auto" latinLnBrk="0" hangingPunct="1">
              <a:lnSpc>
                <a:spcPct val="90000"/>
              </a:lnSpc>
              <a:spcBef>
                <a:spcPts val="1000"/>
              </a:spcBef>
              <a:spcAft>
                <a:spcPts val="60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Attaches into host’s system buses</a:t>
            </a:r>
          </a:p>
          <a:p>
            <a:pPr marL="525462" marR="0" lvl="0" indent="-457200" algn="l" defTabSz="914400" rtl="0" eaLnBrk="1" fontAlgn="auto" latinLnBrk="0" hangingPunct="1">
              <a:lnSpc>
                <a:spcPct val="90000"/>
              </a:lnSpc>
              <a:spcBef>
                <a:spcPts val="1000"/>
              </a:spcBef>
              <a:spcAft>
                <a:spcPts val="60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Combination of hardware, software, firmware</a:t>
            </a:r>
          </a:p>
        </p:txBody>
      </p:sp>
      <p:sp>
        <p:nvSpPr>
          <p:cNvPr id="339" name="Freeform 92">
            <a:extLst>
              <a:ext uri="{FF2B5EF4-FFF2-40B4-BE49-F238E27FC236}">
                <a16:creationId xmlns:a16="http://schemas.microsoft.com/office/drawing/2014/main" id="{E4A9915D-6AEE-C449-9BB3-5A3FF82FE7DA}"/>
              </a:ext>
            </a:extLst>
          </p:cNvPr>
          <p:cNvSpPr>
            <a:spLocks/>
          </p:cNvSpPr>
          <p:nvPr/>
        </p:nvSpPr>
        <p:spPr bwMode="auto">
          <a:xfrm>
            <a:off x="8482590" y="5121168"/>
            <a:ext cx="2308225" cy="797490"/>
          </a:xfrm>
          <a:custGeom>
            <a:avLst/>
            <a:gdLst>
              <a:gd name="T0" fmla="*/ 0 w 1454"/>
              <a:gd name="T1" fmla="*/ 2743200 h 1908"/>
              <a:gd name="T2" fmla="*/ 31750 w 1454"/>
              <a:gd name="T3" fmla="*/ 2668588 h 1908"/>
              <a:gd name="T4" fmla="*/ 446088 w 1454"/>
              <a:gd name="T5" fmla="*/ 0 h 1908"/>
              <a:gd name="T6" fmla="*/ 1978025 w 1454"/>
              <a:gd name="T7" fmla="*/ 477838 h 1908"/>
              <a:gd name="T8" fmla="*/ 2308225 w 1454"/>
              <a:gd name="T9" fmla="*/ 2370138 h 1908"/>
              <a:gd name="T10" fmla="*/ 393700 w 1454"/>
              <a:gd name="T11" fmla="*/ 3028950 h 1908"/>
              <a:gd name="T12" fmla="*/ 0 w 1454"/>
              <a:gd name="T13" fmla="*/ 2743200 h 1908"/>
              <a:gd name="T14" fmla="*/ 0 60000 65536"/>
              <a:gd name="T15" fmla="*/ 0 60000 65536"/>
              <a:gd name="T16" fmla="*/ 0 60000 65536"/>
              <a:gd name="T17" fmla="*/ 0 60000 65536"/>
              <a:gd name="T18" fmla="*/ 0 60000 65536"/>
              <a:gd name="T19" fmla="*/ 0 60000 65536"/>
              <a:gd name="T20" fmla="*/ 0 60000 65536"/>
              <a:gd name="connsiteX0" fmla="*/ 0 w 10000"/>
              <a:gd name="connsiteY0" fmla="*/ 7479 h 8422"/>
              <a:gd name="connsiteX1" fmla="*/ 138 w 10000"/>
              <a:gd name="connsiteY1" fmla="*/ 7232 h 8422"/>
              <a:gd name="connsiteX2" fmla="*/ 1933 w 10000"/>
              <a:gd name="connsiteY2" fmla="*/ 6289 h 8422"/>
              <a:gd name="connsiteX3" fmla="*/ 8569 w 10000"/>
              <a:gd name="connsiteY3" fmla="*/ 0 h 8422"/>
              <a:gd name="connsiteX4" fmla="*/ 10000 w 10000"/>
              <a:gd name="connsiteY4" fmla="*/ 6247 h 8422"/>
              <a:gd name="connsiteX5" fmla="*/ 1706 w 10000"/>
              <a:gd name="connsiteY5" fmla="*/ 8422 h 8422"/>
              <a:gd name="connsiteX6" fmla="*/ 0 w 10000"/>
              <a:gd name="connsiteY6" fmla="*/ 7479 h 8422"/>
              <a:gd name="connsiteX0" fmla="*/ 0 w 10000"/>
              <a:gd name="connsiteY0" fmla="*/ 1463 h 2583"/>
              <a:gd name="connsiteX1" fmla="*/ 138 w 10000"/>
              <a:gd name="connsiteY1" fmla="*/ 1170 h 2583"/>
              <a:gd name="connsiteX2" fmla="*/ 1933 w 10000"/>
              <a:gd name="connsiteY2" fmla="*/ 50 h 2583"/>
              <a:gd name="connsiteX3" fmla="*/ 6408 w 10000"/>
              <a:gd name="connsiteY3" fmla="*/ 241 h 2583"/>
              <a:gd name="connsiteX4" fmla="*/ 10000 w 10000"/>
              <a:gd name="connsiteY4" fmla="*/ 0 h 2583"/>
              <a:gd name="connsiteX5" fmla="*/ 1706 w 10000"/>
              <a:gd name="connsiteY5" fmla="*/ 2583 h 2583"/>
              <a:gd name="connsiteX6" fmla="*/ 0 w 10000"/>
              <a:gd name="connsiteY6" fmla="*/ 1463 h 2583"/>
              <a:gd name="connsiteX0" fmla="*/ 0 w 10000"/>
              <a:gd name="connsiteY0" fmla="*/ 5664 h 14626"/>
              <a:gd name="connsiteX1" fmla="*/ 138 w 10000"/>
              <a:gd name="connsiteY1" fmla="*/ 4530 h 14626"/>
              <a:gd name="connsiteX2" fmla="*/ 1933 w 10000"/>
              <a:gd name="connsiteY2" fmla="*/ 194 h 14626"/>
              <a:gd name="connsiteX3" fmla="*/ 6408 w 10000"/>
              <a:gd name="connsiteY3" fmla="*/ 933 h 14626"/>
              <a:gd name="connsiteX4" fmla="*/ 10000 w 10000"/>
              <a:gd name="connsiteY4" fmla="*/ 0 h 14626"/>
              <a:gd name="connsiteX5" fmla="*/ 1526 w 10000"/>
              <a:gd name="connsiteY5" fmla="*/ 14626 h 14626"/>
              <a:gd name="connsiteX6" fmla="*/ 0 w 10000"/>
              <a:gd name="connsiteY6" fmla="*/ 5664 h 14626"/>
              <a:gd name="connsiteX0" fmla="*/ 0 w 10000"/>
              <a:gd name="connsiteY0" fmla="*/ 5664 h 12103"/>
              <a:gd name="connsiteX1" fmla="*/ 138 w 10000"/>
              <a:gd name="connsiteY1" fmla="*/ 4530 h 12103"/>
              <a:gd name="connsiteX2" fmla="*/ 1933 w 10000"/>
              <a:gd name="connsiteY2" fmla="*/ 194 h 12103"/>
              <a:gd name="connsiteX3" fmla="*/ 6408 w 10000"/>
              <a:gd name="connsiteY3" fmla="*/ 933 h 12103"/>
              <a:gd name="connsiteX4" fmla="*/ 10000 w 10000"/>
              <a:gd name="connsiteY4" fmla="*/ 0 h 12103"/>
              <a:gd name="connsiteX5" fmla="*/ 1286 w 10000"/>
              <a:gd name="connsiteY5" fmla="*/ 12103 h 12103"/>
              <a:gd name="connsiteX6" fmla="*/ 0 w 10000"/>
              <a:gd name="connsiteY6" fmla="*/ 5664 h 12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2103">
                <a:moveTo>
                  <a:pt x="0" y="5664"/>
                </a:moveTo>
                <a:cubicBezTo>
                  <a:pt x="103" y="4603"/>
                  <a:pt x="28" y="4917"/>
                  <a:pt x="138" y="4530"/>
                </a:cubicBezTo>
                <a:lnTo>
                  <a:pt x="1933" y="194"/>
                </a:lnTo>
                <a:lnTo>
                  <a:pt x="6408" y="933"/>
                </a:lnTo>
                <a:lnTo>
                  <a:pt x="10000" y="0"/>
                </a:lnTo>
                <a:lnTo>
                  <a:pt x="1286" y="12103"/>
                </a:lnTo>
                <a:lnTo>
                  <a:pt x="0" y="5664"/>
                </a:lnTo>
                <a:close/>
              </a:path>
            </a:pathLst>
          </a:custGeom>
          <a:gradFill rotWithShape="1">
            <a:gsLst>
              <a:gs pos="0">
                <a:schemeClr val="bg1"/>
              </a:gs>
              <a:gs pos="100000">
                <a:schemeClr val="bg1">
                  <a:lumMod val="85000"/>
                </a:schemeClr>
              </a:gs>
            </a:gsLst>
            <a:lin ang="189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40" name="Rectangle 42">
            <a:extLst>
              <a:ext uri="{FF2B5EF4-FFF2-40B4-BE49-F238E27FC236}">
                <a16:creationId xmlns:a16="http://schemas.microsoft.com/office/drawing/2014/main" id="{08D16DCA-2F81-3142-8787-DCBB82571FB9}"/>
              </a:ext>
            </a:extLst>
          </p:cNvPr>
          <p:cNvSpPr>
            <a:spLocks noChangeArrowheads="1"/>
          </p:cNvSpPr>
          <p:nvPr/>
        </p:nvSpPr>
        <p:spPr bwMode="auto">
          <a:xfrm>
            <a:off x="8955665" y="2749550"/>
            <a:ext cx="1836737" cy="2401887"/>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42" name="Rectangle 44">
            <a:extLst>
              <a:ext uri="{FF2B5EF4-FFF2-40B4-BE49-F238E27FC236}">
                <a16:creationId xmlns:a16="http://schemas.microsoft.com/office/drawing/2014/main" id="{4292A8DC-1EBA-E346-AA85-38C6822CAA62}"/>
              </a:ext>
            </a:extLst>
          </p:cNvPr>
          <p:cNvSpPr>
            <a:spLocks noChangeArrowheads="1"/>
          </p:cNvSpPr>
          <p:nvPr/>
        </p:nvSpPr>
        <p:spPr bwMode="auto">
          <a:xfrm>
            <a:off x="9404927" y="4687887"/>
            <a:ext cx="666750" cy="282575"/>
          </a:xfrm>
          <a:prstGeom prst="rect">
            <a:avLst/>
          </a:prstGeom>
          <a:solidFill>
            <a:srgbClr val="FFFFF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43" name="Rectangle 45">
            <a:extLst>
              <a:ext uri="{FF2B5EF4-FFF2-40B4-BE49-F238E27FC236}">
                <a16:creationId xmlns:a16="http://schemas.microsoft.com/office/drawing/2014/main" id="{9AD0BC31-6A50-984F-86A3-3CA27EA7CD26}"/>
              </a:ext>
            </a:extLst>
          </p:cNvPr>
          <p:cNvSpPr>
            <a:spLocks noChangeArrowheads="1"/>
          </p:cNvSpPr>
          <p:nvPr/>
        </p:nvSpPr>
        <p:spPr bwMode="auto">
          <a:xfrm>
            <a:off x="9404927" y="4100512"/>
            <a:ext cx="657225" cy="519113"/>
          </a:xfrm>
          <a:prstGeom prst="rect">
            <a:avLst/>
          </a:prstGeom>
          <a:solidFill>
            <a:srgbClr val="FFFFF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controller</a:t>
            </a:r>
          </a:p>
        </p:txBody>
      </p:sp>
      <p:sp>
        <p:nvSpPr>
          <p:cNvPr id="344" name="Text Box 46">
            <a:extLst>
              <a:ext uri="{FF2B5EF4-FFF2-40B4-BE49-F238E27FC236}">
                <a16:creationId xmlns:a16="http://schemas.microsoft.com/office/drawing/2014/main" id="{0B7C150F-CB12-034D-8895-A7245A5D606B}"/>
              </a:ext>
            </a:extLst>
          </p:cNvPr>
          <p:cNvSpPr txBox="1">
            <a:spLocks noChangeArrowheads="1"/>
          </p:cNvSpPr>
          <p:nvPr/>
        </p:nvSpPr>
        <p:spPr bwMode="auto">
          <a:xfrm>
            <a:off x="9360720" y="4697412"/>
            <a:ext cx="737702"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charset="0"/>
                <a:ea typeface="ＭＳ Ｐゴシック" charset="0"/>
                <a:cs typeface="+mn-cs"/>
              </a:rPr>
              <a:t>physical</a:t>
            </a: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345" name="Freeform 47">
            <a:extLst>
              <a:ext uri="{FF2B5EF4-FFF2-40B4-BE49-F238E27FC236}">
                <a16:creationId xmlns:a16="http://schemas.microsoft.com/office/drawing/2014/main" id="{793E17F7-22E2-FF4D-8509-E82EDBE2D5AA}"/>
              </a:ext>
            </a:extLst>
          </p:cNvPr>
          <p:cNvSpPr>
            <a:spLocks/>
          </p:cNvSpPr>
          <p:nvPr/>
        </p:nvSpPr>
        <p:spPr bwMode="auto">
          <a:xfrm>
            <a:off x="9457315" y="3619500"/>
            <a:ext cx="200025" cy="460375"/>
          </a:xfrm>
          <a:custGeom>
            <a:avLst/>
            <a:gdLst>
              <a:gd name="T0" fmla="*/ 0 w 361"/>
              <a:gd name="T1" fmla="*/ 0 h 478"/>
              <a:gd name="T2" fmla="*/ 0 w 361"/>
              <a:gd name="T3" fmla="*/ 2147483647 h 478"/>
              <a:gd name="T4" fmla="*/ 2147483647 w 361"/>
              <a:gd name="T5" fmla="*/ 2147483647 h 478"/>
              <a:gd name="T6" fmla="*/ 2147483647 w 361"/>
              <a:gd name="T7" fmla="*/ 2147483647 h 47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1" h="478">
                <a:moveTo>
                  <a:pt x="0" y="0"/>
                </a:moveTo>
                <a:lnTo>
                  <a:pt x="0" y="230"/>
                </a:lnTo>
                <a:lnTo>
                  <a:pt x="361" y="230"/>
                </a:lnTo>
                <a:lnTo>
                  <a:pt x="359" y="478"/>
                </a:lnTo>
              </a:path>
            </a:pathLst>
          </a:custGeom>
          <a:noFill/>
          <a:ln w="38100" cmpd="sng">
            <a:solidFill>
              <a:srgbClr val="0000A8"/>
            </a:solidFill>
            <a:round/>
            <a:headEnd type="triangle" w="med" len="med"/>
            <a:tailEnd type="triangl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46" name="Line 48">
            <a:extLst>
              <a:ext uri="{FF2B5EF4-FFF2-40B4-BE49-F238E27FC236}">
                <a16:creationId xmlns:a16="http://schemas.microsoft.com/office/drawing/2014/main" id="{07601B60-F87E-2F49-8A8E-1FF14E515D33}"/>
              </a:ext>
            </a:extLst>
          </p:cNvPr>
          <p:cNvSpPr>
            <a:spLocks noChangeShapeType="1"/>
          </p:cNvSpPr>
          <p:nvPr/>
        </p:nvSpPr>
        <p:spPr bwMode="auto">
          <a:xfrm>
            <a:off x="9322377" y="3792537"/>
            <a:ext cx="1358900" cy="0"/>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47" name="Line 49">
            <a:extLst>
              <a:ext uri="{FF2B5EF4-FFF2-40B4-BE49-F238E27FC236}">
                <a16:creationId xmlns:a16="http://schemas.microsoft.com/office/drawing/2014/main" id="{A28FA316-5FFA-F44A-BA99-AC0415DFF79C}"/>
              </a:ext>
            </a:extLst>
          </p:cNvPr>
          <p:cNvSpPr>
            <a:spLocks noChangeShapeType="1"/>
          </p:cNvSpPr>
          <p:nvPr/>
        </p:nvSpPr>
        <p:spPr bwMode="auto">
          <a:xfrm flipV="1">
            <a:off x="9717665" y="3800475"/>
            <a:ext cx="0" cy="300037"/>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48" name="Rectangle 50">
            <a:extLst>
              <a:ext uri="{FF2B5EF4-FFF2-40B4-BE49-F238E27FC236}">
                <a16:creationId xmlns:a16="http://schemas.microsoft.com/office/drawing/2014/main" id="{A634403E-4499-294B-99AD-E3A86D96C08B}"/>
              </a:ext>
            </a:extLst>
          </p:cNvPr>
          <p:cNvSpPr>
            <a:spLocks noChangeArrowheads="1"/>
          </p:cNvSpPr>
          <p:nvPr/>
        </p:nvSpPr>
        <p:spPr bwMode="auto">
          <a:xfrm>
            <a:off x="9211252" y="3101975"/>
            <a:ext cx="657225" cy="519112"/>
          </a:xfrm>
          <a:prstGeom prst="rect">
            <a:avLst/>
          </a:prstGeom>
          <a:solidFill>
            <a:srgbClr val="FFFFFF"/>
          </a:solidFill>
          <a:ln w="28575">
            <a:solidFill>
              <a:srgbClr val="FF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cpu</a:t>
            </a:r>
          </a:p>
        </p:txBody>
      </p:sp>
      <p:sp>
        <p:nvSpPr>
          <p:cNvPr id="349" name="Rectangle 51">
            <a:extLst>
              <a:ext uri="{FF2B5EF4-FFF2-40B4-BE49-F238E27FC236}">
                <a16:creationId xmlns:a16="http://schemas.microsoft.com/office/drawing/2014/main" id="{82C997D8-021F-0245-9B73-2C5E048B65DC}"/>
              </a:ext>
            </a:extLst>
          </p:cNvPr>
          <p:cNvSpPr>
            <a:spLocks noChangeArrowheads="1"/>
          </p:cNvSpPr>
          <p:nvPr/>
        </p:nvSpPr>
        <p:spPr bwMode="auto">
          <a:xfrm>
            <a:off x="10030402" y="3103562"/>
            <a:ext cx="657225" cy="519113"/>
          </a:xfrm>
          <a:prstGeom prst="rect">
            <a:avLst/>
          </a:prstGeom>
          <a:solidFill>
            <a:srgbClr val="FFFFF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memory</a:t>
            </a:r>
          </a:p>
        </p:txBody>
      </p:sp>
      <p:sp>
        <p:nvSpPr>
          <p:cNvPr id="350" name="Line 52">
            <a:extLst>
              <a:ext uri="{FF2B5EF4-FFF2-40B4-BE49-F238E27FC236}">
                <a16:creationId xmlns:a16="http://schemas.microsoft.com/office/drawing/2014/main" id="{D74D41F5-3112-6646-9892-D00D36377E62}"/>
              </a:ext>
            </a:extLst>
          </p:cNvPr>
          <p:cNvSpPr>
            <a:spLocks noChangeShapeType="1"/>
          </p:cNvSpPr>
          <p:nvPr/>
        </p:nvSpPr>
        <p:spPr bwMode="auto">
          <a:xfrm flipH="1" flipV="1">
            <a:off x="9514465" y="3622675"/>
            <a:ext cx="1587" cy="169862"/>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51" name="Line 53">
            <a:extLst>
              <a:ext uri="{FF2B5EF4-FFF2-40B4-BE49-F238E27FC236}">
                <a16:creationId xmlns:a16="http://schemas.microsoft.com/office/drawing/2014/main" id="{AA1745EF-4026-E54D-9775-040F79E5D154}"/>
              </a:ext>
            </a:extLst>
          </p:cNvPr>
          <p:cNvSpPr>
            <a:spLocks noChangeShapeType="1"/>
          </p:cNvSpPr>
          <p:nvPr/>
        </p:nvSpPr>
        <p:spPr bwMode="auto">
          <a:xfrm flipH="1" flipV="1">
            <a:off x="10387590" y="3624262"/>
            <a:ext cx="1587" cy="17145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52" name="Text Box 54">
            <a:extLst>
              <a:ext uri="{FF2B5EF4-FFF2-40B4-BE49-F238E27FC236}">
                <a16:creationId xmlns:a16="http://schemas.microsoft.com/office/drawing/2014/main" id="{2B134A77-7C20-734B-9A65-D56BD3B34127}"/>
              </a:ext>
            </a:extLst>
          </p:cNvPr>
          <p:cNvSpPr txBox="1">
            <a:spLocks noChangeArrowheads="1"/>
          </p:cNvSpPr>
          <p:nvPr/>
        </p:nvSpPr>
        <p:spPr bwMode="auto">
          <a:xfrm>
            <a:off x="10835265" y="3921125"/>
            <a:ext cx="1038388"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1" u="none" strike="noStrike" kern="1200" cap="none" spc="0" normalizeH="0" baseline="0" noProof="0" dirty="0">
                <a:ln>
                  <a:noFill/>
                </a:ln>
                <a:solidFill>
                  <a:srgbClr val="000000"/>
                </a:solidFill>
                <a:effectLst/>
                <a:uLnTx/>
                <a:uFillTx/>
                <a:latin typeface="Arial" charset="0"/>
                <a:ea typeface="ＭＳ Ｐゴシック" charset="0"/>
                <a:cs typeface="+mn-cs"/>
              </a:rPr>
              <a:t>host bus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1" u="none" strike="noStrike" kern="1200" cap="none" spc="0" normalizeH="0" baseline="0" noProof="0" dirty="0">
                <a:ln>
                  <a:noFill/>
                </a:ln>
                <a:solidFill>
                  <a:srgbClr val="000000"/>
                </a:solidFill>
                <a:effectLst/>
                <a:uLnTx/>
                <a:uFillTx/>
                <a:latin typeface="Arial" charset="0"/>
                <a:ea typeface="ＭＳ Ｐゴシック" charset="0"/>
                <a:cs typeface="+mn-cs"/>
              </a:rPr>
              <a:t>(e.g., PCI)</a:t>
            </a:r>
          </a:p>
        </p:txBody>
      </p:sp>
      <p:sp>
        <p:nvSpPr>
          <p:cNvPr id="353" name="Line 55">
            <a:extLst>
              <a:ext uri="{FF2B5EF4-FFF2-40B4-BE49-F238E27FC236}">
                <a16:creationId xmlns:a16="http://schemas.microsoft.com/office/drawing/2014/main" id="{159E9A7C-2C1B-CC40-B1B4-760AFE091B0E}"/>
              </a:ext>
            </a:extLst>
          </p:cNvPr>
          <p:cNvSpPr>
            <a:spLocks noChangeShapeType="1"/>
          </p:cNvSpPr>
          <p:nvPr/>
        </p:nvSpPr>
        <p:spPr bwMode="auto">
          <a:xfrm>
            <a:off x="9730365" y="4408487"/>
            <a:ext cx="3944" cy="340991"/>
          </a:xfrm>
          <a:prstGeom prst="line">
            <a:avLst/>
          </a:prstGeom>
          <a:noFill/>
          <a:ln w="38100">
            <a:solidFill>
              <a:srgbClr val="0000A8"/>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54" name="Line 56">
            <a:extLst>
              <a:ext uri="{FF2B5EF4-FFF2-40B4-BE49-F238E27FC236}">
                <a16:creationId xmlns:a16="http://schemas.microsoft.com/office/drawing/2014/main" id="{52214380-92AB-E048-BEDD-B0110B2E837D}"/>
              </a:ext>
            </a:extLst>
          </p:cNvPr>
          <p:cNvSpPr>
            <a:spLocks noChangeShapeType="1"/>
          </p:cNvSpPr>
          <p:nvPr/>
        </p:nvSpPr>
        <p:spPr bwMode="auto">
          <a:xfrm>
            <a:off x="9719463" y="4992686"/>
            <a:ext cx="0" cy="366713"/>
          </a:xfrm>
          <a:prstGeom prst="line">
            <a:avLst/>
          </a:prstGeom>
          <a:noFill/>
          <a:ln w="38100">
            <a:solidFill>
              <a:srgbClr val="0000A8"/>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55" name="Line 57">
            <a:extLst>
              <a:ext uri="{FF2B5EF4-FFF2-40B4-BE49-F238E27FC236}">
                <a16:creationId xmlns:a16="http://schemas.microsoft.com/office/drawing/2014/main" id="{DF140DC0-F2C1-704D-A310-3786A5A5C84E}"/>
              </a:ext>
            </a:extLst>
          </p:cNvPr>
          <p:cNvSpPr>
            <a:spLocks noChangeShapeType="1"/>
          </p:cNvSpPr>
          <p:nvPr/>
        </p:nvSpPr>
        <p:spPr bwMode="auto">
          <a:xfrm flipH="1" flipV="1">
            <a:off x="10513002" y="3797300"/>
            <a:ext cx="382588" cy="268287"/>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56" name="Text Box 58">
            <a:extLst>
              <a:ext uri="{FF2B5EF4-FFF2-40B4-BE49-F238E27FC236}">
                <a16:creationId xmlns:a16="http://schemas.microsoft.com/office/drawing/2014/main" id="{8134E125-6FFA-2245-A695-F469578E2397}"/>
              </a:ext>
            </a:extLst>
          </p:cNvPr>
          <p:cNvSpPr txBox="1">
            <a:spLocks noChangeArrowheads="1"/>
          </p:cNvSpPr>
          <p:nvPr/>
        </p:nvSpPr>
        <p:spPr bwMode="auto">
          <a:xfrm>
            <a:off x="10122477" y="5491162"/>
            <a:ext cx="1353256" cy="276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1" u="none" strike="noStrike" kern="1200" cap="none" spc="0" normalizeH="0" baseline="0" noProof="0" dirty="0">
                <a:ln>
                  <a:noFill/>
                </a:ln>
                <a:solidFill>
                  <a:srgbClr val="000000"/>
                </a:solidFill>
                <a:effectLst/>
                <a:uLnTx/>
                <a:uFillTx/>
                <a:latin typeface="Arial" charset="0"/>
                <a:ea typeface="ＭＳ Ｐゴシック" charset="0"/>
                <a:cs typeface="+mn-cs"/>
              </a:rPr>
              <a:t>network interface</a:t>
            </a:r>
          </a:p>
        </p:txBody>
      </p:sp>
      <p:sp>
        <p:nvSpPr>
          <p:cNvPr id="357" name="Line 59">
            <a:extLst>
              <a:ext uri="{FF2B5EF4-FFF2-40B4-BE49-F238E27FC236}">
                <a16:creationId xmlns:a16="http://schemas.microsoft.com/office/drawing/2014/main" id="{23B10271-25ED-6947-A1F2-08B5CDCE8968}"/>
              </a:ext>
            </a:extLst>
          </p:cNvPr>
          <p:cNvSpPr>
            <a:spLocks noChangeShapeType="1"/>
          </p:cNvSpPr>
          <p:nvPr/>
        </p:nvSpPr>
        <p:spPr bwMode="auto">
          <a:xfrm flipH="1" flipV="1">
            <a:off x="10330440" y="4814887"/>
            <a:ext cx="271462" cy="750888"/>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58" name="Rectangle 43">
            <a:extLst>
              <a:ext uri="{FF2B5EF4-FFF2-40B4-BE49-F238E27FC236}">
                <a16:creationId xmlns:a16="http://schemas.microsoft.com/office/drawing/2014/main" id="{D2E8D72A-74A0-8047-B32B-E6CC292FCAA2}"/>
              </a:ext>
            </a:extLst>
          </p:cNvPr>
          <p:cNvSpPr>
            <a:spLocks noChangeArrowheads="1"/>
          </p:cNvSpPr>
          <p:nvPr/>
        </p:nvSpPr>
        <p:spPr bwMode="auto">
          <a:xfrm>
            <a:off x="9158625" y="4012536"/>
            <a:ext cx="1122362" cy="1082675"/>
          </a:xfrm>
          <a:prstGeom prst="rect">
            <a:avLst/>
          </a:prstGeom>
          <a:noFill/>
          <a:ln w="28575">
            <a:solidFill>
              <a:srgbClr val="FF0000"/>
            </a:solidFill>
            <a:prstDash val="sysDash"/>
            <a:miter lim="800000"/>
            <a:headEnd/>
            <a:tailEnd/>
          </a:ln>
          <a:effectLst/>
          <a:extLst>
            <a:ext uri="{909E8E84-426E-40dd-AFC4-6F175D3DCCD1}">
              <a14:hiddenFill xmlns="" xmlns:a14="http://schemas.microsoft.com/office/drawing/2010/main">
                <a:solidFill>
                  <a:schemeClr val="bg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grpSp>
        <p:nvGrpSpPr>
          <p:cNvPr id="360" name="Group 84">
            <a:extLst>
              <a:ext uri="{FF2B5EF4-FFF2-40B4-BE49-F238E27FC236}">
                <a16:creationId xmlns:a16="http://schemas.microsoft.com/office/drawing/2014/main" id="{F87BAAC8-00DB-C64F-B18B-456E80F15B7F}"/>
              </a:ext>
            </a:extLst>
          </p:cNvPr>
          <p:cNvGrpSpPr>
            <a:grpSpLocks/>
          </p:cNvGrpSpPr>
          <p:nvPr/>
        </p:nvGrpSpPr>
        <p:grpSpPr bwMode="auto">
          <a:xfrm>
            <a:off x="7926967" y="2941636"/>
            <a:ext cx="1470026" cy="2035175"/>
            <a:chOff x="2695" y="1742"/>
            <a:chExt cx="926" cy="1282"/>
          </a:xfrm>
        </p:grpSpPr>
        <p:sp>
          <p:nvSpPr>
            <p:cNvPr id="361" name="Freeform 62">
              <a:extLst>
                <a:ext uri="{FF2B5EF4-FFF2-40B4-BE49-F238E27FC236}">
                  <a16:creationId xmlns:a16="http://schemas.microsoft.com/office/drawing/2014/main" id="{9DAAFB2F-E3C8-FB46-A22A-E065E7053752}"/>
                </a:ext>
              </a:extLst>
            </p:cNvPr>
            <p:cNvSpPr>
              <a:spLocks/>
            </p:cNvSpPr>
            <p:nvPr/>
          </p:nvSpPr>
          <p:spPr bwMode="auto">
            <a:xfrm>
              <a:off x="3228" y="2488"/>
              <a:ext cx="393" cy="536"/>
            </a:xfrm>
            <a:custGeom>
              <a:avLst/>
              <a:gdLst>
                <a:gd name="T0" fmla="*/ 390 w 390"/>
                <a:gd name="T1" fmla="*/ 0 h 520"/>
                <a:gd name="T2" fmla="*/ 0 w 390"/>
                <a:gd name="T3" fmla="*/ 221 h 520"/>
                <a:gd name="T4" fmla="*/ 3 w 390"/>
                <a:gd name="T5" fmla="*/ 433 h 520"/>
                <a:gd name="T6" fmla="*/ 388 w 390"/>
                <a:gd name="T7" fmla="*/ 520 h 520"/>
                <a:gd name="T8" fmla="*/ 390 w 390"/>
                <a:gd name="T9" fmla="*/ 0 h 520"/>
                <a:gd name="T10" fmla="*/ 0 60000 65536"/>
                <a:gd name="T11" fmla="*/ 0 60000 65536"/>
                <a:gd name="T12" fmla="*/ 0 60000 65536"/>
                <a:gd name="T13" fmla="*/ 0 60000 65536"/>
                <a:gd name="T14" fmla="*/ 0 60000 65536"/>
                <a:gd name="connsiteX0" fmla="*/ 9933 w 9933"/>
                <a:gd name="connsiteY0" fmla="*/ 0 h 10000"/>
                <a:gd name="connsiteX1" fmla="*/ 0 w 9933"/>
                <a:gd name="connsiteY1" fmla="*/ 1944 h 10000"/>
                <a:gd name="connsiteX2" fmla="*/ 10 w 9933"/>
                <a:gd name="connsiteY2" fmla="*/ 8327 h 10000"/>
                <a:gd name="connsiteX3" fmla="*/ 9882 w 9933"/>
                <a:gd name="connsiteY3" fmla="*/ 10000 h 10000"/>
                <a:gd name="connsiteX4" fmla="*/ 9933 w 9933"/>
                <a:gd name="connsiteY4" fmla="*/ 0 h 10000"/>
                <a:gd name="connsiteX0" fmla="*/ 10067 w 10067"/>
                <a:gd name="connsiteY0" fmla="*/ 2667 h 8056"/>
                <a:gd name="connsiteX1" fmla="*/ 0 w 10067"/>
                <a:gd name="connsiteY1" fmla="*/ 0 h 8056"/>
                <a:gd name="connsiteX2" fmla="*/ 10 w 10067"/>
                <a:gd name="connsiteY2" fmla="*/ 6383 h 8056"/>
                <a:gd name="connsiteX3" fmla="*/ 9949 w 10067"/>
                <a:gd name="connsiteY3" fmla="*/ 8056 h 8056"/>
                <a:gd name="connsiteX4" fmla="*/ 10067 w 10067"/>
                <a:gd name="connsiteY4" fmla="*/ 2667 h 8056"/>
                <a:gd name="connsiteX0" fmla="*/ 10134 w 10134"/>
                <a:gd name="connsiteY0" fmla="*/ 2191 h 10000"/>
                <a:gd name="connsiteX1" fmla="*/ 0 w 10134"/>
                <a:gd name="connsiteY1" fmla="*/ 0 h 10000"/>
                <a:gd name="connsiteX2" fmla="*/ 10 w 10134"/>
                <a:gd name="connsiteY2" fmla="*/ 7923 h 10000"/>
                <a:gd name="connsiteX3" fmla="*/ 9883 w 10134"/>
                <a:gd name="connsiteY3" fmla="*/ 10000 h 10000"/>
                <a:gd name="connsiteX4" fmla="*/ 10134 w 10134"/>
                <a:gd name="connsiteY4" fmla="*/ 2191 h 10000"/>
                <a:gd name="connsiteX0" fmla="*/ 10134 w 10134"/>
                <a:gd name="connsiteY0" fmla="*/ 1569 h 10000"/>
                <a:gd name="connsiteX1" fmla="*/ 0 w 10134"/>
                <a:gd name="connsiteY1" fmla="*/ 0 h 10000"/>
                <a:gd name="connsiteX2" fmla="*/ 10 w 10134"/>
                <a:gd name="connsiteY2" fmla="*/ 7923 h 10000"/>
                <a:gd name="connsiteX3" fmla="*/ 9883 w 10134"/>
                <a:gd name="connsiteY3" fmla="*/ 10000 h 10000"/>
                <a:gd name="connsiteX4" fmla="*/ 10134 w 10134"/>
                <a:gd name="connsiteY4" fmla="*/ 1569 h 10000"/>
                <a:gd name="connsiteX0" fmla="*/ 10134 w 10134"/>
                <a:gd name="connsiteY0" fmla="*/ 1569 h 9876"/>
                <a:gd name="connsiteX1" fmla="*/ 0 w 10134"/>
                <a:gd name="connsiteY1" fmla="*/ 0 h 9876"/>
                <a:gd name="connsiteX2" fmla="*/ 10 w 10134"/>
                <a:gd name="connsiteY2" fmla="*/ 7923 h 9876"/>
                <a:gd name="connsiteX3" fmla="*/ 10084 w 10134"/>
                <a:gd name="connsiteY3" fmla="*/ 9876 h 9876"/>
                <a:gd name="connsiteX4" fmla="*/ 10134 w 10134"/>
                <a:gd name="connsiteY4" fmla="*/ 1569 h 9876"/>
                <a:gd name="connsiteX0" fmla="*/ 9934 w 9954"/>
                <a:gd name="connsiteY0" fmla="*/ 0 h 12944"/>
                <a:gd name="connsiteX1" fmla="*/ 0 w 9954"/>
                <a:gd name="connsiteY1" fmla="*/ 2944 h 12944"/>
                <a:gd name="connsiteX2" fmla="*/ 10 w 9954"/>
                <a:gd name="connsiteY2" fmla="*/ 10966 h 12944"/>
                <a:gd name="connsiteX3" fmla="*/ 9951 w 9954"/>
                <a:gd name="connsiteY3" fmla="*/ 12944 h 12944"/>
                <a:gd name="connsiteX4" fmla="*/ 9934 w 9954"/>
                <a:gd name="connsiteY4" fmla="*/ 0 h 12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54" h="12944">
                  <a:moveTo>
                    <a:pt x="9934" y="0"/>
                  </a:moveTo>
                  <a:lnTo>
                    <a:pt x="0" y="2944"/>
                  </a:lnTo>
                  <a:cubicBezTo>
                    <a:pt x="3" y="5619"/>
                    <a:pt x="7" y="8292"/>
                    <a:pt x="10" y="10966"/>
                  </a:cubicBezTo>
                  <a:lnTo>
                    <a:pt x="9951" y="12944"/>
                  </a:lnTo>
                  <a:cubicBezTo>
                    <a:pt x="9967" y="8755"/>
                    <a:pt x="9917" y="4189"/>
                    <a:pt x="9934" y="0"/>
                  </a:cubicBezTo>
                  <a:close/>
                </a:path>
              </a:pathLst>
            </a:custGeom>
            <a:gradFill rotWithShape="1">
              <a:gsLst>
                <a:gs pos="0">
                  <a:schemeClr val="bg1">
                    <a:lumMod val="75000"/>
                  </a:schemeClr>
                </a:gs>
                <a:gs pos="100000">
                  <a:srgbClr val="FFFF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81" name="Rectangle 73">
              <a:extLst>
                <a:ext uri="{FF2B5EF4-FFF2-40B4-BE49-F238E27FC236}">
                  <a16:creationId xmlns:a16="http://schemas.microsoft.com/office/drawing/2014/main" id="{D34E92F6-E00A-9E48-8EEE-3793F53BE448}"/>
                </a:ext>
              </a:extLst>
            </p:cNvPr>
            <p:cNvSpPr>
              <a:spLocks noChangeArrowheads="1"/>
            </p:cNvSpPr>
            <p:nvPr/>
          </p:nvSpPr>
          <p:spPr bwMode="auto">
            <a:xfrm>
              <a:off x="2737" y="2678"/>
              <a:ext cx="489" cy="262"/>
            </a:xfrm>
            <a:prstGeom prst="rect">
              <a:avLst/>
            </a:prstGeom>
            <a:solidFill>
              <a:srgbClr val="FFFFFF"/>
            </a:solidFill>
            <a:ln w="9525">
              <a:solidFill>
                <a:srgbClr val="E40000"/>
              </a:solidFill>
              <a:miter lim="800000"/>
              <a:headEnd/>
              <a:tailEnd/>
            </a:ln>
            <a:effectLst>
              <a:outerShdw blurRad="50800" dist="38100" dir="8100000" algn="tr" rotWithShape="0">
                <a:prstClr val="black">
                  <a:alpha val="40000"/>
                </a:prstClr>
              </a:outerShdw>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62" name="Freeform 63">
              <a:extLst>
                <a:ext uri="{FF2B5EF4-FFF2-40B4-BE49-F238E27FC236}">
                  <a16:creationId xmlns:a16="http://schemas.microsoft.com/office/drawing/2014/main" id="{BB2C5787-9CAC-D84A-B4B9-64FEECE12BED}"/>
                </a:ext>
              </a:extLst>
            </p:cNvPr>
            <p:cNvSpPr>
              <a:spLocks/>
            </p:cNvSpPr>
            <p:nvPr/>
          </p:nvSpPr>
          <p:spPr bwMode="auto">
            <a:xfrm>
              <a:off x="3222" y="1767"/>
              <a:ext cx="275" cy="443"/>
            </a:xfrm>
            <a:custGeom>
              <a:avLst/>
              <a:gdLst>
                <a:gd name="T0" fmla="*/ 264 w 275"/>
                <a:gd name="T1" fmla="*/ 108 h 443"/>
                <a:gd name="T2" fmla="*/ 0 w 275"/>
                <a:gd name="T3" fmla="*/ 0 h 443"/>
                <a:gd name="T4" fmla="*/ 2 w 275"/>
                <a:gd name="T5" fmla="*/ 443 h 443"/>
                <a:gd name="T6" fmla="*/ 275 w 275"/>
                <a:gd name="T7" fmla="*/ 412 h 443"/>
                <a:gd name="T8" fmla="*/ 264 w 275"/>
                <a:gd name="T9" fmla="*/ 108 h 4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443">
                  <a:moveTo>
                    <a:pt x="264" y="108"/>
                  </a:moveTo>
                  <a:lnTo>
                    <a:pt x="0" y="0"/>
                  </a:lnTo>
                  <a:lnTo>
                    <a:pt x="2" y="443"/>
                  </a:lnTo>
                  <a:lnTo>
                    <a:pt x="275" y="412"/>
                  </a:lnTo>
                  <a:lnTo>
                    <a:pt x="264" y="108"/>
                  </a:lnTo>
                  <a:close/>
                </a:path>
              </a:pathLst>
            </a:custGeom>
            <a:gradFill rotWithShape="1">
              <a:gsLst>
                <a:gs pos="0">
                  <a:schemeClr val="bg1">
                    <a:lumMod val="65000"/>
                  </a:schemeClr>
                </a:gs>
                <a:gs pos="100000">
                  <a:srgbClr val="FFFF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90" name="Rectangle 82">
              <a:extLst>
                <a:ext uri="{FF2B5EF4-FFF2-40B4-BE49-F238E27FC236}">
                  <a16:creationId xmlns:a16="http://schemas.microsoft.com/office/drawing/2014/main" id="{059501C9-A68B-2743-A02C-0C5FBC61B122}"/>
                </a:ext>
              </a:extLst>
            </p:cNvPr>
            <p:cNvSpPr>
              <a:spLocks noChangeArrowheads="1"/>
            </p:cNvSpPr>
            <p:nvPr/>
          </p:nvSpPr>
          <p:spPr bwMode="auto">
            <a:xfrm>
              <a:off x="2734" y="1764"/>
              <a:ext cx="490" cy="463"/>
            </a:xfrm>
            <a:prstGeom prst="rect">
              <a:avLst/>
            </a:prstGeom>
            <a:solidFill>
              <a:srgbClr val="FFFFFF"/>
            </a:solidFill>
            <a:ln w="12700">
              <a:solidFill>
                <a:srgbClr val="FF0000"/>
              </a:solidFill>
              <a:miter lim="800000"/>
              <a:headEnd/>
              <a:tailEnd/>
            </a:ln>
            <a:effectLst>
              <a:outerShdw blurRad="50800" dist="38100" dir="18900000" algn="bl" rotWithShape="0">
                <a:prstClr val="black">
                  <a:alpha val="40000"/>
                </a:prstClr>
              </a:outerShdw>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66" name="Text Box 65">
              <a:extLst>
                <a:ext uri="{FF2B5EF4-FFF2-40B4-BE49-F238E27FC236}">
                  <a16:creationId xmlns:a16="http://schemas.microsoft.com/office/drawing/2014/main" id="{6AAE7E3E-6438-C244-82B8-2B86F8F44741}"/>
                </a:ext>
              </a:extLst>
            </p:cNvPr>
            <p:cNvSpPr txBox="1">
              <a:spLocks noChangeArrowheads="1"/>
            </p:cNvSpPr>
            <p:nvPr/>
          </p:nvSpPr>
          <p:spPr bwMode="auto">
            <a:xfrm>
              <a:off x="2703" y="1742"/>
              <a:ext cx="553" cy="52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application</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transport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network</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link</a:t>
              </a:r>
            </a:p>
          </p:txBody>
        </p:sp>
        <p:sp>
          <p:nvSpPr>
            <p:cNvPr id="374" name="Line 66">
              <a:extLst>
                <a:ext uri="{FF2B5EF4-FFF2-40B4-BE49-F238E27FC236}">
                  <a16:creationId xmlns:a16="http://schemas.microsoft.com/office/drawing/2014/main" id="{9A080B16-B360-474F-B6FE-AF8100600C71}"/>
                </a:ext>
              </a:extLst>
            </p:cNvPr>
            <p:cNvSpPr>
              <a:spLocks noChangeShapeType="1"/>
            </p:cNvSpPr>
            <p:nvPr/>
          </p:nvSpPr>
          <p:spPr bwMode="auto">
            <a:xfrm>
              <a:off x="2737" y="1898"/>
              <a:ext cx="489" cy="0"/>
            </a:xfrm>
            <a:prstGeom prst="line">
              <a:avLst/>
            </a:prstGeom>
            <a:noFill/>
            <a:ln w="9525">
              <a:solidFill>
                <a:srgbClr val="E4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75" name="Line 67">
              <a:extLst>
                <a:ext uri="{FF2B5EF4-FFF2-40B4-BE49-F238E27FC236}">
                  <a16:creationId xmlns:a16="http://schemas.microsoft.com/office/drawing/2014/main" id="{6F15818C-975A-E24C-A5EF-48346108B897}"/>
                </a:ext>
              </a:extLst>
            </p:cNvPr>
            <p:cNvSpPr>
              <a:spLocks noChangeShapeType="1"/>
            </p:cNvSpPr>
            <p:nvPr/>
          </p:nvSpPr>
          <p:spPr bwMode="auto">
            <a:xfrm>
              <a:off x="2737" y="2001"/>
              <a:ext cx="489" cy="0"/>
            </a:xfrm>
            <a:prstGeom prst="line">
              <a:avLst/>
            </a:prstGeom>
            <a:noFill/>
            <a:ln w="9525">
              <a:solidFill>
                <a:srgbClr val="E4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76" name="Line 68">
              <a:extLst>
                <a:ext uri="{FF2B5EF4-FFF2-40B4-BE49-F238E27FC236}">
                  <a16:creationId xmlns:a16="http://schemas.microsoft.com/office/drawing/2014/main" id="{FD65879D-0360-2B41-B483-1A5D93371234}"/>
                </a:ext>
              </a:extLst>
            </p:cNvPr>
            <p:cNvSpPr>
              <a:spLocks noChangeShapeType="1"/>
            </p:cNvSpPr>
            <p:nvPr/>
          </p:nvSpPr>
          <p:spPr bwMode="auto">
            <a:xfrm>
              <a:off x="2735" y="2110"/>
              <a:ext cx="489" cy="0"/>
            </a:xfrm>
            <a:prstGeom prst="line">
              <a:avLst/>
            </a:prstGeom>
            <a:noFill/>
            <a:ln w="9525">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78" name="Rectangle 70">
              <a:extLst>
                <a:ext uri="{FF2B5EF4-FFF2-40B4-BE49-F238E27FC236}">
                  <a16:creationId xmlns:a16="http://schemas.microsoft.com/office/drawing/2014/main" id="{38B2F785-6155-1E4B-8594-95B2271DAD7F}"/>
                </a:ext>
              </a:extLst>
            </p:cNvPr>
            <p:cNvSpPr>
              <a:spLocks noChangeArrowheads="1"/>
            </p:cNvSpPr>
            <p:nvPr/>
          </p:nvSpPr>
          <p:spPr bwMode="auto">
            <a:xfrm>
              <a:off x="2695" y="2212"/>
              <a:ext cx="552" cy="115"/>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79" name="Line 71">
              <a:extLst>
                <a:ext uri="{FF2B5EF4-FFF2-40B4-BE49-F238E27FC236}">
                  <a16:creationId xmlns:a16="http://schemas.microsoft.com/office/drawing/2014/main" id="{C451312B-40CC-7A40-B679-7AE554491DAE}"/>
                </a:ext>
              </a:extLst>
            </p:cNvPr>
            <p:cNvSpPr>
              <a:spLocks noChangeShapeType="1"/>
            </p:cNvSpPr>
            <p:nvPr/>
          </p:nvSpPr>
          <p:spPr bwMode="auto">
            <a:xfrm>
              <a:off x="2734" y="2224"/>
              <a:ext cx="0" cy="65"/>
            </a:xfrm>
            <a:prstGeom prst="line">
              <a:avLst/>
            </a:prstGeom>
            <a:noFill/>
            <a:ln w="9525">
              <a:solidFill>
                <a:srgbClr val="E4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80" name="Line 72">
              <a:extLst>
                <a:ext uri="{FF2B5EF4-FFF2-40B4-BE49-F238E27FC236}">
                  <a16:creationId xmlns:a16="http://schemas.microsoft.com/office/drawing/2014/main" id="{E2DC1FE8-5DB9-EA46-8800-4241D6DEF57F}"/>
                </a:ext>
              </a:extLst>
            </p:cNvPr>
            <p:cNvSpPr>
              <a:spLocks noChangeShapeType="1"/>
            </p:cNvSpPr>
            <p:nvPr/>
          </p:nvSpPr>
          <p:spPr bwMode="auto">
            <a:xfrm>
              <a:off x="3225" y="2218"/>
              <a:ext cx="0" cy="64"/>
            </a:xfrm>
            <a:prstGeom prst="line">
              <a:avLst/>
            </a:prstGeom>
            <a:noFill/>
            <a:ln w="9525">
              <a:solidFill>
                <a:srgbClr val="E4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82" name="Text Box 74">
              <a:extLst>
                <a:ext uri="{FF2B5EF4-FFF2-40B4-BE49-F238E27FC236}">
                  <a16:creationId xmlns:a16="http://schemas.microsoft.com/office/drawing/2014/main" id="{C6254BFE-8FC8-864C-911D-A03B8EB5CCF6}"/>
                </a:ext>
              </a:extLst>
            </p:cNvPr>
            <p:cNvSpPr txBox="1">
              <a:spLocks noChangeArrowheads="1"/>
            </p:cNvSpPr>
            <p:nvPr/>
          </p:nvSpPr>
          <p:spPr bwMode="auto">
            <a:xfrm>
              <a:off x="2755" y="2653"/>
              <a:ext cx="431" cy="29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link</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physical</a:t>
              </a:r>
            </a:p>
          </p:txBody>
        </p:sp>
        <p:sp>
          <p:nvSpPr>
            <p:cNvPr id="386" name="Line 78">
              <a:extLst>
                <a:ext uri="{FF2B5EF4-FFF2-40B4-BE49-F238E27FC236}">
                  <a16:creationId xmlns:a16="http://schemas.microsoft.com/office/drawing/2014/main" id="{B46866E9-0690-6D43-9964-01804A72D617}"/>
                </a:ext>
              </a:extLst>
            </p:cNvPr>
            <p:cNvSpPr>
              <a:spLocks noChangeShapeType="1"/>
            </p:cNvSpPr>
            <p:nvPr/>
          </p:nvSpPr>
          <p:spPr bwMode="auto">
            <a:xfrm>
              <a:off x="2736" y="2803"/>
              <a:ext cx="489" cy="0"/>
            </a:xfrm>
            <a:prstGeom prst="line">
              <a:avLst/>
            </a:prstGeom>
            <a:noFill/>
            <a:ln w="9525">
              <a:solidFill>
                <a:srgbClr val="E4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88" name="Line 80">
              <a:extLst>
                <a:ext uri="{FF2B5EF4-FFF2-40B4-BE49-F238E27FC236}">
                  <a16:creationId xmlns:a16="http://schemas.microsoft.com/office/drawing/2014/main" id="{431126D1-7D41-174B-9A00-15B64D7CFD0A}"/>
                </a:ext>
              </a:extLst>
            </p:cNvPr>
            <p:cNvSpPr>
              <a:spLocks noChangeShapeType="1"/>
            </p:cNvSpPr>
            <p:nvPr/>
          </p:nvSpPr>
          <p:spPr bwMode="auto">
            <a:xfrm>
              <a:off x="2737" y="2614"/>
              <a:ext cx="0" cy="65"/>
            </a:xfrm>
            <a:prstGeom prst="line">
              <a:avLst/>
            </a:prstGeom>
            <a:noFill/>
            <a:ln w="9525">
              <a:solidFill>
                <a:srgbClr val="E4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89" name="Line 81">
              <a:extLst>
                <a:ext uri="{FF2B5EF4-FFF2-40B4-BE49-F238E27FC236}">
                  <a16:creationId xmlns:a16="http://schemas.microsoft.com/office/drawing/2014/main" id="{E451146C-AD0C-394A-B9D7-786E8388A5AB}"/>
                </a:ext>
              </a:extLst>
            </p:cNvPr>
            <p:cNvSpPr>
              <a:spLocks noChangeShapeType="1"/>
            </p:cNvSpPr>
            <p:nvPr/>
          </p:nvSpPr>
          <p:spPr bwMode="auto">
            <a:xfrm>
              <a:off x="3226" y="2614"/>
              <a:ext cx="0" cy="64"/>
            </a:xfrm>
            <a:prstGeom prst="line">
              <a:avLst/>
            </a:prstGeom>
            <a:noFill/>
            <a:ln w="9525">
              <a:solidFill>
                <a:srgbClr val="E4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pic>
        <p:nvPicPr>
          <p:cNvPr id="409" name="Picture 87">
            <a:extLst>
              <a:ext uri="{FF2B5EF4-FFF2-40B4-BE49-F238E27FC236}">
                <a16:creationId xmlns:a16="http://schemas.microsoft.com/office/drawing/2014/main" id="{6B897852-0519-9143-BDE1-7222839FAB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24086" y="1396579"/>
            <a:ext cx="1143000" cy="11715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grpSp>
        <p:nvGrpSpPr>
          <p:cNvPr id="410" name="Group 89">
            <a:extLst>
              <a:ext uri="{FF2B5EF4-FFF2-40B4-BE49-F238E27FC236}">
                <a16:creationId xmlns:a16="http://schemas.microsoft.com/office/drawing/2014/main" id="{9321D1B2-41ED-6A42-B25B-B7F04C3C1339}"/>
              </a:ext>
            </a:extLst>
          </p:cNvPr>
          <p:cNvGrpSpPr>
            <a:grpSpLocks/>
          </p:cNvGrpSpPr>
          <p:nvPr/>
        </p:nvGrpSpPr>
        <p:grpSpPr bwMode="auto">
          <a:xfrm>
            <a:off x="7888865" y="5386387"/>
            <a:ext cx="1109662" cy="820449"/>
            <a:chOff x="-44" y="1473"/>
            <a:chExt cx="981" cy="1105"/>
          </a:xfrm>
        </p:grpSpPr>
        <p:pic>
          <p:nvPicPr>
            <p:cNvPr id="411" name="Picture 90" descr="desktop_computer_stylized_medium">
              <a:extLst>
                <a:ext uri="{FF2B5EF4-FFF2-40B4-BE49-F238E27FC236}">
                  <a16:creationId xmlns:a16="http://schemas.microsoft.com/office/drawing/2014/main" id="{E89A12BD-E0D6-A949-9CB5-05BA66E33D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13" name="Freeform 91">
              <a:extLst>
                <a:ext uri="{FF2B5EF4-FFF2-40B4-BE49-F238E27FC236}">
                  <a16:creationId xmlns:a16="http://schemas.microsoft.com/office/drawing/2014/main" id="{C0A77030-4BC2-C44C-AD1F-5FB48849AB14}"/>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pic>
        <p:nvPicPr>
          <p:cNvPr id="1026" name="Picture 2" descr="Broadcom chip image">
            <a:extLst>
              <a:ext uri="{FF2B5EF4-FFF2-40B4-BE49-F238E27FC236}">
                <a16:creationId xmlns:a16="http://schemas.microsoft.com/office/drawing/2014/main" id="{33C0D5A2-E836-0E42-91D7-80B5B9B538F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90404" y="1556656"/>
            <a:ext cx="921139" cy="921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9833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6" name="Group 115">
            <a:extLst>
              <a:ext uri="{FF2B5EF4-FFF2-40B4-BE49-F238E27FC236}">
                <a16:creationId xmlns:a16="http://schemas.microsoft.com/office/drawing/2014/main" id="{672F9AB0-BFC2-5542-A40C-5E7B5EB25F2B}"/>
              </a:ext>
            </a:extLst>
          </p:cNvPr>
          <p:cNvGrpSpPr/>
          <p:nvPr/>
        </p:nvGrpSpPr>
        <p:grpSpPr>
          <a:xfrm>
            <a:off x="6859466" y="1579642"/>
            <a:ext cx="1654101" cy="2401887"/>
            <a:chOff x="3457903" y="1592254"/>
            <a:chExt cx="1654101" cy="2401887"/>
          </a:xfrm>
        </p:grpSpPr>
        <p:sp>
          <p:nvSpPr>
            <p:cNvPr id="117" name="Rectangle 42">
              <a:extLst>
                <a:ext uri="{FF2B5EF4-FFF2-40B4-BE49-F238E27FC236}">
                  <a16:creationId xmlns:a16="http://schemas.microsoft.com/office/drawing/2014/main" id="{1AEEBA61-14FC-154D-88CA-B447B035949D}"/>
                </a:ext>
              </a:extLst>
            </p:cNvPr>
            <p:cNvSpPr>
              <a:spLocks noChangeArrowheads="1"/>
            </p:cNvSpPr>
            <p:nvPr/>
          </p:nvSpPr>
          <p:spPr bwMode="auto">
            <a:xfrm>
              <a:off x="3457903" y="1592254"/>
              <a:ext cx="1654101" cy="2401887"/>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18" name="Rectangle 44">
              <a:extLst>
                <a:ext uri="{FF2B5EF4-FFF2-40B4-BE49-F238E27FC236}">
                  <a16:creationId xmlns:a16="http://schemas.microsoft.com/office/drawing/2014/main" id="{D0D47B06-FE3D-DA4E-A18A-5F4609A0AA92}"/>
                </a:ext>
              </a:extLst>
            </p:cNvPr>
            <p:cNvSpPr>
              <a:spLocks noChangeArrowheads="1"/>
            </p:cNvSpPr>
            <p:nvPr/>
          </p:nvSpPr>
          <p:spPr bwMode="auto">
            <a:xfrm>
              <a:off x="3992843" y="3517620"/>
              <a:ext cx="666750" cy="282575"/>
            </a:xfrm>
            <a:prstGeom prst="rect">
              <a:avLst/>
            </a:prstGeom>
            <a:solidFill>
              <a:srgbClr val="FFFFF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19" name="Rectangle 45">
              <a:extLst>
                <a:ext uri="{FF2B5EF4-FFF2-40B4-BE49-F238E27FC236}">
                  <a16:creationId xmlns:a16="http://schemas.microsoft.com/office/drawing/2014/main" id="{2220353A-A27E-5C4B-B042-109D641001A1}"/>
                </a:ext>
              </a:extLst>
            </p:cNvPr>
            <p:cNvSpPr>
              <a:spLocks noChangeArrowheads="1"/>
            </p:cNvSpPr>
            <p:nvPr/>
          </p:nvSpPr>
          <p:spPr bwMode="auto">
            <a:xfrm>
              <a:off x="3996418" y="2936730"/>
              <a:ext cx="657225" cy="519113"/>
            </a:xfrm>
            <a:prstGeom prst="rect">
              <a:avLst/>
            </a:prstGeom>
            <a:solidFill>
              <a:srgbClr val="FFFFF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controller</a:t>
              </a:r>
            </a:p>
          </p:txBody>
        </p:sp>
        <p:sp>
          <p:nvSpPr>
            <p:cNvPr id="120" name="Text Box 46">
              <a:extLst>
                <a:ext uri="{FF2B5EF4-FFF2-40B4-BE49-F238E27FC236}">
                  <a16:creationId xmlns:a16="http://schemas.microsoft.com/office/drawing/2014/main" id="{000F374E-6915-074D-8BA8-C296E4FB3100}"/>
                </a:ext>
              </a:extLst>
            </p:cNvPr>
            <p:cNvSpPr txBox="1">
              <a:spLocks noChangeArrowheads="1"/>
            </p:cNvSpPr>
            <p:nvPr/>
          </p:nvSpPr>
          <p:spPr bwMode="auto">
            <a:xfrm>
              <a:off x="3963393" y="3514379"/>
              <a:ext cx="737702"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charset="0"/>
                  <a:ea typeface="ＭＳ Ｐゴシック" charset="0"/>
                  <a:cs typeface="+mn-cs"/>
                </a:rPr>
                <a:t>physical</a:t>
              </a: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121" name="Freeform 47">
              <a:extLst>
                <a:ext uri="{FF2B5EF4-FFF2-40B4-BE49-F238E27FC236}">
                  <a16:creationId xmlns:a16="http://schemas.microsoft.com/office/drawing/2014/main" id="{5722F489-9C55-474B-AD7B-3596A67F9C53}"/>
                </a:ext>
              </a:extLst>
            </p:cNvPr>
            <p:cNvSpPr>
              <a:spLocks/>
            </p:cNvSpPr>
            <p:nvPr/>
          </p:nvSpPr>
          <p:spPr bwMode="auto">
            <a:xfrm flipH="1">
              <a:off x="4297726" y="2473508"/>
              <a:ext cx="291334" cy="460375"/>
            </a:xfrm>
            <a:custGeom>
              <a:avLst/>
              <a:gdLst>
                <a:gd name="T0" fmla="*/ 0 w 361"/>
                <a:gd name="T1" fmla="*/ 0 h 478"/>
                <a:gd name="T2" fmla="*/ 0 w 361"/>
                <a:gd name="T3" fmla="*/ 2147483647 h 478"/>
                <a:gd name="T4" fmla="*/ 2147483647 w 361"/>
                <a:gd name="T5" fmla="*/ 2147483647 h 478"/>
                <a:gd name="T6" fmla="*/ 2147483647 w 361"/>
                <a:gd name="T7" fmla="*/ 2147483647 h 47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1" h="478">
                  <a:moveTo>
                    <a:pt x="0" y="0"/>
                  </a:moveTo>
                  <a:lnTo>
                    <a:pt x="0" y="230"/>
                  </a:lnTo>
                  <a:lnTo>
                    <a:pt x="361" y="230"/>
                  </a:lnTo>
                  <a:lnTo>
                    <a:pt x="359" y="478"/>
                  </a:lnTo>
                </a:path>
              </a:pathLst>
            </a:custGeom>
            <a:noFill/>
            <a:ln w="38100" cmpd="sng">
              <a:solidFill>
                <a:srgbClr val="0000A8"/>
              </a:solidFill>
              <a:round/>
              <a:headEnd type="triangle" w="med" len="med"/>
              <a:tailEnd type="triangl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22" name="Line 48">
              <a:extLst>
                <a:ext uri="{FF2B5EF4-FFF2-40B4-BE49-F238E27FC236}">
                  <a16:creationId xmlns:a16="http://schemas.microsoft.com/office/drawing/2014/main" id="{11921392-3DC2-E44B-9184-34A0E05D1A51}"/>
                </a:ext>
              </a:extLst>
            </p:cNvPr>
            <p:cNvSpPr>
              <a:spLocks noChangeShapeType="1"/>
            </p:cNvSpPr>
            <p:nvPr/>
          </p:nvSpPr>
          <p:spPr bwMode="auto">
            <a:xfrm>
              <a:off x="3643959" y="2628755"/>
              <a:ext cx="1358900"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23" name="Line 49">
              <a:extLst>
                <a:ext uri="{FF2B5EF4-FFF2-40B4-BE49-F238E27FC236}">
                  <a16:creationId xmlns:a16="http://schemas.microsoft.com/office/drawing/2014/main" id="{BAFE9A46-B07B-0D46-BF9D-A127CF0FC1F6}"/>
                </a:ext>
              </a:extLst>
            </p:cNvPr>
            <p:cNvSpPr>
              <a:spLocks noChangeShapeType="1"/>
            </p:cNvSpPr>
            <p:nvPr/>
          </p:nvSpPr>
          <p:spPr bwMode="auto">
            <a:xfrm flipV="1">
              <a:off x="4182165" y="2631881"/>
              <a:ext cx="0" cy="300037"/>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24" name="Rectangle 50">
              <a:extLst>
                <a:ext uri="{FF2B5EF4-FFF2-40B4-BE49-F238E27FC236}">
                  <a16:creationId xmlns:a16="http://schemas.microsoft.com/office/drawing/2014/main" id="{B42296AE-5EDB-CB41-A8A8-F256FE98406B}"/>
                </a:ext>
              </a:extLst>
            </p:cNvPr>
            <p:cNvSpPr>
              <a:spLocks noChangeArrowheads="1"/>
            </p:cNvSpPr>
            <p:nvPr/>
          </p:nvSpPr>
          <p:spPr bwMode="auto">
            <a:xfrm>
              <a:off x="3536392" y="1927519"/>
              <a:ext cx="657225" cy="519112"/>
            </a:xfrm>
            <a:prstGeom prst="rect">
              <a:avLst/>
            </a:prstGeom>
            <a:solidFill>
              <a:srgbClr val="FFFFFF"/>
            </a:solidFill>
            <a:ln w="1270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memory</a:t>
              </a:r>
            </a:p>
          </p:txBody>
        </p:sp>
        <p:sp>
          <p:nvSpPr>
            <p:cNvPr id="125" name="Rectangle 51">
              <a:extLst>
                <a:ext uri="{FF2B5EF4-FFF2-40B4-BE49-F238E27FC236}">
                  <a16:creationId xmlns:a16="http://schemas.microsoft.com/office/drawing/2014/main" id="{A0530BD1-8578-7749-A8F2-514C1E6AFDF1}"/>
                </a:ext>
              </a:extLst>
            </p:cNvPr>
            <p:cNvSpPr>
              <a:spLocks noChangeArrowheads="1"/>
            </p:cNvSpPr>
            <p:nvPr/>
          </p:nvSpPr>
          <p:spPr bwMode="auto">
            <a:xfrm>
              <a:off x="4351984" y="1939780"/>
              <a:ext cx="657225" cy="519113"/>
            </a:xfrm>
            <a:prstGeom prst="rect">
              <a:avLst/>
            </a:prstGeom>
            <a:solidFill>
              <a:srgbClr val="FFFFFF"/>
            </a:solidFill>
            <a:ln w="28575">
              <a:solidFill>
                <a:srgbClr val="E4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CPU</a:t>
              </a:r>
            </a:p>
          </p:txBody>
        </p:sp>
        <p:sp>
          <p:nvSpPr>
            <p:cNvPr id="126" name="Line 52">
              <a:extLst>
                <a:ext uri="{FF2B5EF4-FFF2-40B4-BE49-F238E27FC236}">
                  <a16:creationId xmlns:a16="http://schemas.microsoft.com/office/drawing/2014/main" id="{A3C7A151-EBC5-7E44-A73B-EC7BF250A222}"/>
                </a:ext>
              </a:extLst>
            </p:cNvPr>
            <p:cNvSpPr>
              <a:spLocks noChangeShapeType="1"/>
            </p:cNvSpPr>
            <p:nvPr/>
          </p:nvSpPr>
          <p:spPr bwMode="auto">
            <a:xfrm flipH="1" flipV="1">
              <a:off x="3836047" y="2458893"/>
              <a:ext cx="1587" cy="169862"/>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27" name="Line 53">
              <a:extLst>
                <a:ext uri="{FF2B5EF4-FFF2-40B4-BE49-F238E27FC236}">
                  <a16:creationId xmlns:a16="http://schemas.microsoft.com/office/drawing/2014/main" id="{C4B99840-0FB7-CE42-8D34-DEC52118C37C}"/>
                </a:ext>
              </a:extLst>
            </p:cNvPr>
            <p:cNvSpPr>
              <a:spLocks noChangeShapeType="1"/>
            </p:cNvSpPr>
            <p:nvPr/>
          </p:nvSpPr>
          <p:spPr bwMode="auto">
            <a:xfrm flipH="1" flipV="1">
              <a:off x="4709172" y="2460480"/>
              <a:ext cx="1587" cy="17145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28" name="Line 55">
              <a:extLst>
                <a:ext uri="{FF2B5EF4-FFF2-40B4-BE49-F238E27FC236}">
                  <a16:creationId xmlns:a16="http://schemas.microsoft.com/office/drawing/2014/main" id="{68A743ED-4B58-E94D-83B1-E54D12545A09}"/>
                </a:ext>
              </a:extLst>
            </p:cNvPr>
            <p:cNvSpPr>
              <a:spLocks noChangeShapeType="1"/>
            </p:cNvSpPr>
            <p:nvPr/>
          </p:nvSpPr>
          <p:spPr bwMode="auto">
            <a:xfrm flipH="1">
              <a:off x="4308787" y="3249620"/>
              <a:ext cx="4474" cy="356262"/>
            </a:xfrm>
            <a:prstGeom prst="line">
              <a:avLst/>
            </a:prstGeom>
            <a:noFill/>
            <a:ln w="38100">
              <a:solidFill>
                <a:srgbClr val="0000A8"/>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29" name="Rectangle 43">
              <a:extLst>
                <a:ext uri="{FF2B5EF4-FFF2-40B4-BE49-F238E27FC236}">
                  <a16:creationId xmlns:a16="http://schemas.microsoft.com/office/drawing/2014/main" id="{0EC4FEFF-71C3-204E-942F-DF941FB471F2}"/>
                </a:ext>
              </a:extLst>
            </p:cNvPr>
            <p:cNvSpPr>
              <a:spLocks noChangeArrowheads="1"/>
            </p:cNvSpPr>
            <p:nvPr/>
          </p:nvSpPr>
          <p:spPr bwMode="auto">
            <a:xfrm>
              <a:off x="3718524" y="2820792"/>
              <a:ext cx="1122362" cy="1082675"/>
            </a:xfrm>
            <a:prstGeom prst="rect">
              <a:avLst/>
            </a:prstGeom>
            <a:noFill/>
            <a:ln w="28575">
              <a:solidFill>
                <a:srgbClr val="FF0000"/>
              </a:solidFill>
              <a:prstDash val="dash"/>
              <a:miter lim="800000"/>
              <a:headEnd/>
              <a:tailEnd/>
            </a:ln>
            <a:effectLst/>
            <a:extLst>
              <a:ext uri="{909E8E84-426E-40dd-AFC4-6F175D3DCCD1}">
                <a14:hiddenFill xmlns="" xmlns:a14="http://schemas.microsoft.com/office/drawing/2010/main">
                  <a:solidFill>
                    <a:schemeClr val="bg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gr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938646" y="362678"/>
            <a:ext cx="10515600" cy="894622"/>
          </a:xfrm>
        </p:spPr>
        <p:txBody>
          <a:bodyPr>
            <a:normAutofit/>
          </a:bodyPr>
          <a:lstStyle/>
          <a:p>
            <a:r>
              <a:rPr lang="en-US" altLang="en-US" sz="5400" dirty="0">
                <a:cs typeface="Calibri" panose="020F0502020204030204" pitchFamily="34" charset="0"/>
              </a:rPr>
              <a:t>Interfaces Communicating</a:t>
            </a:r>
            <a:endParaRPr lang="en-US" sz="5400" dirty="0"/>
          </a:p>
        </p:txBody>
      </p:sp>
      <p:grpSp>
        <p:nvGrpSpPr>
          <p:cNvPr id="10" name="Group 9">
            <a:extLst>
              <a:ext uri="{FF2B5EF4-FFF2-40B4-BE49-F238E27FC236}">
                <a16:creationId xmlns:a16="http://schemas.microsoft.com/office/drawing/2014/main" id="{2EA5E3C2-990E-9C41-AAAA-45311F46F06D}"/>
              </a:ext>
            </a:extLst>
          </p:cNvPr>
          <p:cNvGrpSpPr/>
          <p:nvPr/>
        </p:nvGrpSpPr>
        <p:grpSpPr>
          <a:xfrm>
            <a:off x="3386648" y="1585768"/>
            <a:ext cx="1709144" cy="2401887"/>
            <a:chOff x="3386648" y="1585768"/>
            <a:chExt cx="1709144" cy="2401887"/>
          </a:xfrm>
        </p:grpSpPr>
        <p:sp>
          <p:nvSpPr>
            <p:cNvPr id="340" name="Rectangle 42">
              <a:extLst>
                <a:ext uri="{FF2B5EF4-FFF2-40B4-BE49-F238E27FC236}">
                  <a16:creationId xmlns:a16="http://schemas.microsoft.com/office/drawing/2014/main" id="{08D16DCA-2F81-3142-8787-DCBB82571FB9}"/>
                </a:ext>
              </a:extLst>
            </p:cNvPr>
            <p:cNvSpPr>
              <a:spLocks noChangeArrowheads="1"/>
            </p:cNvSpPr>
            <p:nvPr/>
          </p:nvSpPr>
          <p:spPr bwMode="auto">
            <a:xfrm>
              <a:off x="3386648" y="1585768"/>
              <a:ext cx="1709144" cy="2401887"/>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42" name="Rectangle 44">
              <a:extLst>
                <a:ext uri="{FF2B5EF4-FFF2-40B4-BE49-F238E27FC236}">
                  <a16:creationId xmlns:a16="http://schemas.microsoft.com/office/drawing/2014/main" id="{4292A8DC-1EBA-E346-AA85-38C6822CAA62}"/>
                </a:ext>
              </a:extLst>
            </p:cNvPr>
            <p:cNvSpPr>
              <a:spLocks noChangeArrowheads="1"/>
            </p:cNvSpPr>
            <p:nvPr/>
          </p:nvSpPr>
          <p:spPr bwMode="auto">
            <a:xfrm>
              <a:off x="3837201" y="3524105"/>
              <a:ext cx="666750" cy="282575"/>
            </a:xfrm>
            <a:prstGeom prst="rect">
              <a:avLst/>
            </a:prstGeom>
            <a:solidFill>
              <a:srgbClr val="FFFFF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43" name="Rectangle 45">
              <a:extLst>
                <a:ext uri="{FF2B5EF4-FFF2-40B4-BE49-F238E27FC236}">
                  <a16:creationId xmlns:a16="http://schemas.microsoft.com/office/drawing/2014/main" id="{9AD0BC31-6A50-984F-86A3-3CA27EA7CD26}"/>
                </a:ext>
              </a:extLst>
            </p:cNvPr>
            <p:cNvSpPr>
              <a:spLocks noChangeArrowheads="1"/>
            </p:cNvSpPr>
            <p:nvPr/>
          </p:nvSpPr>
          <p:spPr bwMode="auto">
            <a:xfrm>
              <a:off x="3856453" y="2936730"/>
              <a:ext cx="657225" cy="519113"/>
            </a:xfrm>
            <a:prstGeom prst="rect">
              <a:avLst/>
            </a:prstGeom>
            <a:solidFill>
              <a:srgbClr val="FFFFF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controller</a:t>
              </a:r>
            </a:p>
          </p:txBody>
        </p:sp>
        <p:sp>
          <p:nvSpPr>
            <p:cNvPr id="344" name="Text Box 46">
              <a:extLst>
                <a:ext uri="{FF2B5EF4-FFF2-40B4-BE49-F238E27FC236}">
                  <a16:creationId xmlns:a16="http://schemas.microsoft.com/office/drawing/2014/main" id="{0B7C150F-CB12-034D-8895-A7245A5D606B}"/>
                </a:ext>
              </a:extLst>
            </p:cNvPr>
            <p:cNvSpPr txBox="1">
              <a:spLocks noChangeArrowheads="1"/>
            </p:cNvSpPr>
            <p:nvPr/>
          </p:nvSpPr>
          <p:spPr bwMode="auto">
            <a:xfrm>
              <a:off x="3792993" y="3514379"/>
              <a:ext cx="737702"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charset="0"/>
                  <a:ea typeface="ＭＳ Ｐゴシック" charset="0"/>
                  <a:cs typeface="+mn-cs"/>
                </a:rPr>
                <a:t>physical</a:t>
              </a: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345" name="Freeform 47">
              <a:extLst>
                <a:ext uri="{FF2B5EF4-FFF2-40B4-BE49-F238E27FC236}">
                  <a16:creationId xmlns:a16="http://schemas.microsoft.com/office/drawing/2014/main" id="{793E17F7-22E2-FF4D-8509-E82EDBE2D5AA}"/>
                </a:ext>
              </a:extLst>
            </p:cNvPr>
            <p:cNvSpPr>
              <a:spLocks/>
            </p:cNvSpPr>
            <p:nvPr/>
          </p:nvSpPr>
          <p:spPr bwMode="auto">
            <a:xfrm>
              <a:off x="3778897" y="2455718"/>
              <a:ext cx="326278" cy="460375"/>
            </a:xfrm>
            <a:custGeom>
              <a:avLst/>
              <a:gdLst>
                <a:gd name="T0" fmla="*/ 0 w 361"/>
                <a:gd name="T1" fmla="*/ 0 h 478"/>
                <a:gd name="T2" fmla="*/ 0 w 361"/>
                <a:gd name="T3" fmla="*/ 2147483647 h 478"/>
                <a:gd name="T4" fmla="*/ 2147483647 w 361"/>
                <a:gd name="T5" fmla="*/ 2147483647 h 478"/>
                <a:gd name="T6" fmla="*/ 2147483647 w 361"/>
                <a:gd name="T7" fmla="*/ 2147483647 h 47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1" h="478">
                  <a:moveTo>
                    <a:pt x="0" y="0"/>
                  </a:moveTo>
                  <a:lnTo>
                    <a:pt x="0" y="230"/>
                  </a:lnTo>
                  <a:lnTo>
                    <a:pt x="361" y="230"/>
                  </a:lnTo>
                  <a:lnTo>
                    <a:pt x="359" y="478"/>
                  </a:lnTo>
                </a:path>
              </a:pathLst>
            </a:custGeom>
            <a:noFill/>
            <a:ln w="38100" cmpd="sng">
              <a:solidFill>
                <a:srgbClr val="0000A8"/>
              </a:solidFill>
              <a:round/>
              <a:headEnd type="triangle" w="med" len="med"/>
              <a:tailEnd type="triangl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46" name="Line 48">
              <a:extLst>
                <a:ext uri="{FF2B5EF4-FFF2-40B4-BE49-F238E27FC236}">
                  <a16:creationId xmlns:a16="http://schemas.microsoft.com/office/drawing/2014/main" id="{07601B60-F87E-2F49-8A8E-1FF14E515D33}"/>
                </a:ext>
              </a:extLst>
            </p:cNvPr>
            <p:cNvSpPr>
              <a:spLocks noChangeShapeType="1"/>
            </p:cNvSpPr>
            <p:nvPr/>
          </p:nvSpPr>
          <p:spPr bwMode="auto">
            <a:xfrm>
              <a:off x="3643959" y="2628755"/>
              <a:ext cx="1358900"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47" name="Line 49">
              <a:extLst>
                <a:ext uri="{FF2B5EF4-FFF2-40B4-BE49-F238E27FC236}">
                  <a16:creationId xmlns:a16="http://schemas.microsoft.com/office/drawing/2014/main" id="{A28FA316-5FFA-F44A-BA99-AC0415DFF79C}"/>
                </a:ext>
              </a:extLst>
            </p:cNvPr>
            <p:cNvSpPr>
              <a:spLocks noChangeShapeType="1"/>
            </p:cNvSpPr>
            <p:nvPr/>
          </p:nvSpPr>
          <p:spPr bwMode="auto">
            <a:xfrm flipV="1">
              <a:off x="4164375" y="2631881"/>
              <a:ext cx="0" cy="300037"/>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48" name="Rectangle 50">
              <a:extLst>
                <a:ext uri="{FF2B5EF4-FFF2-40B4-BE49-F238E27FC236}">
                  <a16:creationId xmlns:a16="http://schemas.microsoft.com/office/drawing/2014/main" id="{A634403E-4499-294B-99AD-E3A86D96C08B}"/>
                </a:ext>
              </a:extLst>
            </p:cNvPr>
            <p:cNvSpPr>
              <a:spLocks noChangeArrowheads="1"/>
            </p:cNvSpPr>
            <p:nvPr/>
          </p:nvSpPr>
          <p:spPr bwMode="auto">
            <a:xfrm>
              <a:off x="3532834" y="1938193"/>
              <a:ext cx="657225" cy="519112"/>
            </a:xfrm>
            <a:prstGeom prst="rect">
              <a:avLst/>
            </a:prstGeom>
            <a:solidFill>
              <a:srgbClr val="FFFFFF"/>
            </a:solidFill>
            <a:ln w="28575">
              <a:solidFill>
                <a:srgbClr val="FF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cpu</a:t>
              </a:r>
            </a:p>
          </p:txBody>
        </p:sp>
        <p:sp>
          <p:nvSpPr>
            <p:cNvPr id="349" name="Rectangle 51">
              <a:extLst>
                <a:ext uri="{FF2B5EF4-FFF2-40B4-BE49-F238E27FC236}">
                  <a16:creationId xmlns:a16="http://schemas.microsoft.com/office/drawing/2014/main" id="{82C997D8-021F-0245-9B73-2C5E048B65DC}"/>
                </a:ext>
              </a:extLst>
            </p:cNvPr>
            <p:cNvSpPr>
              <a:spLocks noChangeArrowheads="1"/>
            </p:cNvSpPr>
            <p:nvPr/>
          </p:nvSpPr>
          <p:spPr bwMode="auto">
            <a:xfrm>
              <a:off x="4351984" y="1939780"/>
              <a:ext cx="657225" cy="519113"/>
            </a:xfrm>
            <a:prstGeom prst="rect">
              <a:avLst/>
            </a:prstGeom>
            <a:solidFill>
              <a:srgbClr val="FFFFF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memory</a:t>
              </a:r>
            </a:p>
          </p:txBody>
        </p:sp>
        <p:sp>
          <p:nvSpPr>
            <p:cNvPr id="350" name="Line 52">
              <a:extLst>
                <a:ext uri="{FF2B5EF4-FFF2-40B4-BE49-F238E27FC236}">
                  <a16:creationId xmlns:a16="http://schemas.microsoft.com/office/drawing/2014/main" id="{D74D41F5-3112-6646-9892-D00D36377E62}"/>
                </a:ext>
              </a:extLst>
            </p:cNvPr>
            <p:cNvSpPr>
              <a:spLocks noChangeShapeType="1"/>
            </p:cNvSpPr>
            <p:nvPr/>
          </p:nvSpPr>
          <p:spPr bwMode="auto">
            <a:xfrm flipH="1" flipV="1">
              <a:off x="3836047" y="2458893"/>
              <a:ext cx="1587" cy="169862"/>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51" name="Line 53">
              <a:extLst>
                <a:ext uri="{FF2B5EF4-FFF2-40B4-BE49-F238E27FC236}">
                  <a16:creationId xmlns:a16="http://schemas.microsoft.com/office/drawing/2014/main" id="{AA1745EF-4026-E54D-9775-040F79E5D154}"/>
                </a:ext>
              </a:extLst>
            </p:cNvPr>
            <p:cNvSpPr>
              <a:spLocks noChangeShapeType="1"/>
            </p:cNvSpPr>
            <p:nvPr/>
          </p:nvSpPr>
          <p:spPr bwMode="auto">
            <a:xfrm flipH="1" flipV="1">
              <a:off x="4709172" y="2460480"/>
              <a:ext cx="1587" cy="17145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53" name="Line 55">
              <a:extLst>
                <a:ext uri="{FF2B5EF4-FFF2-40B4-BE49-F238E27FC236}">
                  <a16:creationId xmlns:a16="http://schemas.microsoft.com/office/drawing/2014/main" id="{159E9A7C-2C1B-CC40-B1B4-760AFE091B0E}"/>
                </a:ext>
              </a:extLst>
            </p:cNvPr>
            <p:cNvSpPr>
              <a:spLocks noChangeShapeType="1"/>
            </p:cNvSpPr>
            <p:nvPr/>
          </p:nvSpPr>
          <p:spPr bwMode="auto">
            <a:xfrm flipH="1">
              <a:off x="4172601" y="3239892"/>
              <a:ext cx="4474" cy="356262"/>
            </a:xfrm>
            <a:prstGeom prst="line">
              <a:avLst/>
            </a:prstGeom>
            <a:noFill/>
            <a:ln w="38100">
              <a:solidFill>
                <a:srgbClr val="0000A8"/>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58" name="Rectangle 43">
              <a:extLst>
                <a:ext uri="{FF2B5EF4-FFF2-40B4-BE49-F238E27FC236}">
                  <a16:creationId xmlns:a16="http://schemas.microsoft.com/office/drawing/2014/main" id="{D2E8D72A-74A0-8047-B32B-E6CC292FCAA2}"/>
                </a:ext>
              </a:extLst>
            </p:cNvPr>
            <p:cNvSpPr>
              <a:spLocks noChangeArrowheads="1"/>
            </p:cNvSpPr>
            <p:nvPr/>
          </p:nvSpPr>
          <p:spPr bwMode="auto">
            <a:xfrm>
              <a:off x="3643876" y="2820792"/>
              <a:ext cx="1122362" cy="1082675"/>
            </a:xfrm>
            <a:prstGeom prst="rect">
              <a:avLst/>
            </a:prstGeom>
            <a:noFill/>
            <a:ln w="28575">
              <a:solidFill>
                <a:srgbClr val="FF0000"/>
              </a:solidFill>
              <a:prstDash val="dash"/>
              <a:miter lim="800000"/>
              <a:headEnd/>
              <a:tailEnd/>
            </a:ln>
            <a:effectLst/>
            <a:extLst>
              <a:ext uri="{909E8E84-426E-40dd-AFC4-6F175D3DCCD1}">
                <a14:hiddenFill xmlns="" xmlns:a14="http://schemas.microsoft.com/office/drawing/2010/main">
                  <a:solidFill>
                    <a:schemeClr val="bg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grpSp>
      <p:grpSp>
        <p:nvGrpSpPr>
          <p:cNvPr id="360" name="Group 84">
            <a:extLst>
              <a:ext uri="{FF2B5EF4-FFF2-40B4-BE49-F238E27FC236}">
                <a16:creationId xmlns:a16="http://schemas.microsoft.com/office/drawing/2014/main" id="{F87BAAC8-00DB-C64F-B18B-456E80F15B7F}"/>
              </a:ext>
            </a:extLst>
          </p:cNvPr>
          <p:cNvGrpSpPr>
            <a:grpSpLocks/>
          </p:cNvGrpSpPr>
          <p:nvPr/>
        </p:nvGrpSpPr>
        <p:grpSpPr bwMode="auto">
          <a:xfrm>
            <a:off x="2300585" y="1777854"/>
            <a:ext cx="1508125" cy="2035175"/>
            <a:chOff x="2695" y="1742"/>
            <a:chExt cx="950" cy="1282"/>
          </a:xfrm>
        </p:grpSpPr>
        <p:sp>
          <p:nvSpPr>
            <p:cNvPr id="361" name="Freeform 62">
              <a:extLst>
                <a:ext uri="{FF2B5EF4-FFF2-40B4-BE49-F238E27FC236}">
                  <a16:creationId xmlns:a16="http://schemas.microsoft.com/office/drawing/2014/main" id="{9DAAFB2F-E3C8-FB46-A22A-E065E7053752}"/>
                </a:ext>
              </a:extLst>
            </p:cNvPr>
            <p:cNvSpPr>
              <a:spLocks/>
            </p:cNvSpPr>
            <p:nvPr/>
          </p:nvSpPr>
          <p:spPr bwMode="auto">
            <a:xfrm>
              <a:off x="3228" y="2488"/>
              <a:ext cx="417" cy="536"/>
            </a:xfrm>
            <a:custGeom>
              <a:avLst/>
              <a:gdLst>
                <a:gd name="T0" fmla="*/ 390 w 390"/>
                <a:gd name="T1" fmla="*/ 0 h 520"/>
                <a:gd name="T2" fmla="*/ 0 w 390"/>
                <a:gd name="T3" fmla="*/ 221 h 520"/>
                <a:gd name="T4" fmla="*/ 3 w 390"/>
                <a:gd name="T5" fmla="*/ 433 h 520"/>
                <a:gd name="T6" fmla="*/ 388 w 390"/>
                <a:gd name="T7" fmla="*/ 520 h 520"/>
                <a:gd name="T8" fmla="*/ 390 w 390"/>
                <a:gd name="T9" fmla="*/ 0 h 520"/>
                <a:gd name="T10" fmla="*/ 0 60000 65536"/>
                <a:gd name="T11" fmla="*/ 0 60000 65536"/>
                <a:gd name="T12" fmla="*/ 0 60000 65536"/>
                <a:gd name="T13" fmla="*/ 0 60000 65536"/>
                <a:gd name="T14" fmla="*/ 0 60000 65536"/>
                <a:gd name="connsiteX0" fmla="*/ 9933 w 9933"/>
                <a:gd name="connsiteY0" fmla="*/ 0 h 10000"/>
                <a:gd name="connsiteX1" fmla="*/ 0 w 9933"/>
                <a:gd name="connsiteY1" fmla="*/ 1944 h 10000"/>
                <a:gd name="connsiteX2" fmla="*/ 10 w 9933"/>
                <a:gd name="connsiteY2" fmla="*/ 8327 h 10000"/>
                <a:gd name="connsiteX3" fmla="*/ 9882 w 9933"/>
                <a:gd name="connsiteY3" fmla="*/ 10000 h 10000"/>
                <a:gd name="connsiteX4" fmla="*/ 9933 w 9933"/>
                <a:gd name="connsiteY4" fmla="*/ 0 h 10000"/>
                <a:gd name="connsiteX0" fmla="*/ 10067 w 10067"/>
                <a:gd name="connsiteY0" fmla="*/ 2667 h 8056"/>
                <a:gd name="connsiteX1" fmla="*/ 0 w 10067"/>
                <a:gd name="connsiteY1" fmla="*/ 0 h 8056"/>
                <a:gd name="connsiteX2" fmla="*/ 10 w 10067"/>
                <a:gd name="connsiteY2" fmla="*/ 6383 h 8056"/>
                <a:gd name="connsiteX3" fmla="*/ 9949 w 10067"/>
                <a:gd name="connsiteY3" fmla="*/ 8056 h 8056"/>
                <a:gd name="connsiteX4" fmla="*/ 10067 w 10067"/>
                <a:gd name="connsiteY4" fmla="*/ 2667 h 8056"/>
                <a:gd name="connsiteX0" fmla="*/ 10134 w 10134"/>
                <a:gd name="connsiteY0" fmla="*/ 2191 h 10000"/>
                <a:gd name="connsiteX1" fmla="*/ 0 w 10134"/>
                <a:gd name="connsiteY1" fmla="*/ 0 h 10000"/>
                <a:gd name="connsiteX2" fmla="*/ 10 w 10134"/>
                <a:gd name="connsiteY2" fmla="*/ 7923 h 10000"/>
                <a:gd name="connsiteX3" fmla="*/ 9883 w 10134"/>
                <a:gd name="connsiteY3" fmla="*/ 10000 h 10000"/>
                <a:gd name="connsiteX4" fmla="*/ 10134 w 10134"/>
                <a:gd name="connsiteY4" fmla="*/ 2191 h 10000"/>
                <a:gd name="connsiteX0" fmla="*/ 10134 w 10134"/>
                <a:gd name="connsiteY0" fmla="*/ 1569 h 10000"/>
                <a:gd name="connsiteX1" fmla="*/ 0 w 10134"/>
                <a:gd name="connsiteY1" fmla="*/ 0 h 10000"/>
                <a:gd name="connsiteX2" fmla="*/ 10 w 10134"/>
                <a:gd name="connsiteY2" fmla="*/ 7923 h 10000"/>
                <a:gd name="connsiteX3" fmla="*/ 9883 w 10134"/>
                <a:gd name="connsiteY3" fmla="*/ 10000 h 10000"/>
                <a:gd name="connsiteX4" fmla="*/ 10134 w 10134"/>
                <a:gd name="connsiteY4" fmla="*/ 1569 h 10000"/>
                <a:gd name="connsiteX0" fmla="*/ 10134 w 10134"/>
                <a:gd name="connsiteY0" fmla="*/ 1569 h 9876"/>
                <a:gd name="connsiteX1" fmla="*/ 0 w 10134"/>
                <a:gd name="connsiteY1" fmla="*/ 0 h 9876"/>
                <a:gd name="connsiteX2" fmla="*/ 10 w 10134"/>
                <a:gd name="connsiteY2" fmla="*/ 7923 h 9876"/>
                <a:gd name="connsiteX3" fmla="*/ 10084 w 10134"/>
                <a:gd name="connsiteY3" fmla="*/ 9876 h 9876"/>
                <a:gd name="connsiteX4" fmla="*/ 10134 w 10134"/>
                <a:gd name="connsiteY4" fmla="*/ 1569 h 9876"/>
                <a:gd name="connsiteX0" fmla="*/ 9934 w 9954"/>
                <a:gd name="connsiteY0" fmla="*/ 0 h 12944"/>
                <a:gd name="connsiteX1" fmla="*/ 0 w 9954"/>
                <a:gd name="connsiteY1" fmla="*/ 2944 h 12944"/>
                <a:gd name="connsiteX2" fmla="*/ 10 w 9954"/>
                <a:gd name="connsiteY2" fmla="*/ 10966 h 12944"/>
                <a:gd name="connsiteX3" fmla="*/ 9951 w 9954"/>
                <a:gd name="connsiteY3" fmla="*/ 12944 h 12944"/>
                <a:gd name="connsiteX4" fmla="*/ 9934 w 9954"/>
                <a:gd name="connsiteY4" fmla="*/ 0 h 12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54" h="12944">
                  <a:moveTo>
                    <a:pt x="9934" y="0"/>
                  </a:moveTo>
                  <a:lnTo>
                    <a:pt x="0" y="2944"/>
                  </a:lnTo>
                  <a:cubicBezTo>
                    <a:pt x="3" y="5619"/>
                    <a:pt x="7" y="8292"/>
                    <a:pt x="10" y="10966"/>
                  </a:cubicBezTo>
                  <a:lnTo>
                    <a:pt x="9951" y="12944"/>
                  </a:lnTo>
                  <a:cubicBezTo>
                    <a:pt x="9967" y="8755"/>
                    <a:pt x="9917" y="4189"/>
                    <a:pt x="9934" y="0"/>
                  </a:cubicBezTo>
                  <a:close/>
                </a:path>
              </a:pathLst>
            </a:custGeom>
            <a:gradFill rotWithShape="1">
              <a:gsLst>
                <a:gs pos="0">
                  <a:schemeClr val="bg1">
                    <a:lumMod val="75000"/>
                  </a:schemeClr>
                </a:gs>
                <a:gs pos="100000">
                  <a:srgbClr val="FFFFFF">
                    <a:alpha val="74000"/>
                  </a:srgbClr>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81" name="Rectangle 73">
              <a:extLst>
                <a:ext uri="{FF2B5EF4-FFF2-40B4-BE49-F238E27FC236}">
                  <a16:creationId xmlns:a16="http://schemas.microsoft.com/office/drawing/2014/main" id="{D34E92F6-E00A-9E48-8EEE-3793F53BE448}"/>
                </a:ext>
              </a:extLst>
            </p:cNvPr>
            <p:cNvSpPr>
              <a:spLocks noChangeArrowheads="1"/>
            </p:cNvSpPr>
            <p:nvPr/>
          </p:nvSpPr>
          <p:spPr bwMode="auto">
            <a:xfrm>
              <a:off x="2737" y="2678"/>
              <a:ext cx="489" cy="262"/>
            </a:xfrm>
            <a:prstGeom prst="rect">
              <a:avLst/>
            </a:prstGeom>
            <a:solidFill>
              <a:srgbClr val="FFFFFF"/>
            </a:solidFill>
            <a:ln w="9525">
              <a:solidFill>
                <a:srgbClr val="E40000"/>
              </a:solidFill>
              <a:miter lim="800000"/>
              <a:headEnd/>
              <a:tailEnd/>
            </a:ln>
            <a:effectLst>
              <a:outerShdw blurRad="50800" dist="38100" dir="8100000" algn="tr" rotWithShape="0">
                <a:prstClr val="black">
                  <a:alpha val="40000"/>
                </a:prstClr>
              </a:outerShdw>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62" name="Freeform 63">
              <a:extLst>
                <a:ext uri="{FF2B5EF4-FFF2-40B4-BE49-F238E27FC236}">
                  <a16:creationId xmlns:a16="http://schemas.microsoft.com/office/drawing/2014/main" id="{BB2C5787-9CAC-D84A-B4B9-64FEECE12BED}"/>
                </a:ext>
              </a:extLst>
            </p:cNvPr>
            <p:cNvSpPr>
              <a:spLocks/>
            </p:cNvSpPr>
            <p:nvPr/>
          </p:nvSpPr>
          <p:spPr bwMode="auto">
            <a:xfrm>
              <a:off x="3222" y="1767"/>
              <a:ext cx="244" cy="443"/>
            </a:xfrm>
            <a:custGeom>
              <a:avLst/>
              <a:gdLst>
                <a:gd name="T0" fmla="*/ 264 w 275"/>
                <a:gd name="T1" fmla="*/ 108 h 443"/>
                <a:gd name="T2" fmla="*/ 0 w 275"/>
                <a:gd name="T3" fmla="*/ 0 h 443"/>
                <a:gd name="T4" fmla="*/ 2 w 275"/>
                <a:gd name="T5" fmla="*/ 443 h 443"/>
                <a:gd name="T6" fmla="*/ 275 w 275"/>
                <a:gd name="T7" fmla="*/ 412 h 443"/>
                <a:gd name="T8" fmla="*/ 264 w 275"/>
                <a:gd name="T9" fmla="*/ 108 h 4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443">
                  <a:moveTo>
                    <a:pt x="264" y="108"/>
                  </a:moveTo>
                  <a:lnTo>
                    <a:pt x="0" y="0"/>
                  </a:lnTo>
                  <a:lnTo>
                    <a:pt x="2" y="443"/>
                  </a:lnTo>
                  <a:lnTo>
                    <a:pt x="275" y="412"/>
                  </a:lnTo>
                  <a:lnTo>
                    <a:pt x="264" y="108"/>
                  </a:lnTo>
                  <a:close/>
                </a:path>
              </a:pathLst>
            </a:custGeom>
            <a:gradFill rotWithShape="1">
              <a:gsLst>
                <a:gs pos="0">
                  <a:schemeClr val="bg1">
                    <a:lumMod val="65000"/>
                  </a:schemeClr>
                </a:gs>
                <a:gs pos="99000">
                  <a:srgbClr val="FFFFFF">
                    <a:alpha val="66000"/>
                  </a:srgbClr>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90" name="Rectangle 82">
              <a:extLst>
                <a:ext uri="{FF2B5EF4-FFF2-40B4-BE49-F238E27FC236}">
                  <a16:creationId xmlns:a16="http://schemas.microsoft.com/office/drawing/2014/main" id="{059501C9-A68B-2743-A02C-0C5FBC61B122}"/>
                </a:ext>
              </a:extLst>
            </p:cNvPr>
            <p:cNvSpPr>
              <a:spLocks noChangeArrowheads="1"/>
            </p:cNvSpPr>
            <p:nvPr/>
          </p:nvSpPr>
          <p:spPr bwMode="auto">
            <a:xfrm>
              <a:off x="2734" y="1764"/>
              <a:ext cx="490" cy="463"/>
            </a:xfrm>
            <a:prstGeom prst="rect">
              <a:avLst/>
            </a:prstGeom>
            <a:solidFill>
              <a:srgbClr val="FFFFFF"/>
            </a:solidFill>
            <a:ln w="12700">
              <a:solidFill>
                <a:srgbClr val="FF0000"/>
              </a:solidFill>
              <a:miter lim="800000"/>
              <a:headEnd/>
              <a:tailEnd/>
            </a:ln>
            <a:effectLst>
              <a:outerShdw blurRad="50800" dist="38100" dir="18900000" algn="bl" rotWithShape="0">
                <a:prstClr val="black">
                  <a:alpha val="40000"/>
                </a:prstClr>
              </a:outerShdw>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66" name="Text Box 65">
              <a:extLst>
                <a:ext uri="{FF2B5EF4-FFF2-40B4-BE49-F238E27FC236}">
                  <a16:creationId xmlns:a16="http://schemas.microsoft.com/office/drawing/2014/main" id="{6AAE7E3E-6438-C244-82B8-2B86F8F44741}"/>
                </a:ext>
              </a:extLst>
            </p:cNvPr>
            <p:cNvSpPr txBox="1">
              <a:spLocks noChangeArrowheads="1"/>
            </p:cNvSpPr>
            <p:nvPr/>
          </p:nvSpPr>
          <p:spPr bwMode="auto">
            <a:xfrm>
              <a:off x="2703" y="1742"/>
              <a:ext cx="553" cy="52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application</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transport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network</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link</a:t>
              </a:r>
            </a:p>
          </p:txBody>
        </p:sp>
        <p:sp>
          <p:nvSpPr>
            <p:cNvPr id="374" name="Line 66">
              <a:extLst>
                <a:ext uri="{FF2B5EF4-FFF2-40B4-BE49-F238E27FC236}">
                  <a16:creationId xmlns:a16="http://schemas.microsoft.com/office/drawing/2014/main" id="{9A080B16-B360-474F-B6FE-AF8100600C71}"/>
                </a:ext>
              </a:extLst>
            </p:cNvPr>
            <p:cNvSpPr>
              <a:spLocks noChangeShapeType="1"/>
            </p:cNvSpPr>
            <p:nvPr/>
          </p:nvSpPr>
          <p:spPr bwMode="auto">
            <a:xfrm>
              <a:off x="2737" y="1898"/>
              <a:ext cx="489" cy="0"/>
            </a:xfrm>
            <a:prstGeom prst="line">
              <a:avLst/>
            </a:prstGeom>
            <a:noFill/>
            <a:ln w="9525">
              <a:solidFill>
                <a:srgbClr val="E4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75" name="Line 67">
              <a:extLst>
                <a:ext uri="{FF2B5EF4-FFF2-40B4-BE49-F238E27FC236}">
                  <a16:creationId xmlns:a16="http://schemas.microsoft.com/office/drawing/2014/main" id="{6F15818C-975A-E24C-A5EF-48346108B897}"/>
                </a:ext>
              </a:extLst>
            </p:cNvPr>
            <p:cNvSpPr>
              <a:spLocks noChangeShapeType="1"/>
            </p:cNvSpPr>
            <p:nvPr/>
          </p:nvSpPr>
          <p:spPr bwMode="auto">
            <a:xfrm>
              <a:off x="2737" y="2001"/>
              <a:ext cx="489" cy="0"/>
            </a:xfrm>
            <a:prstGeom prst="line">
              <a:avLst/>
            </a:prstGeom>
            <a:noFill/>
            <a:ln w="9525">
              <a:solidFill>
                <a:srgbClr val="E4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76" name="Line 68">
              <a:extLst>
                <a:ext uri="{FF2B5EF4-FFF2-40B4-BE49-F238E27FC236}">
                  <a16:creationId xmlns:a16="http://schemas.microsoft.com/office/drawing/2014/main" id="{FD65879D-0360-2B41-B483-1A5D93371234}"/>
                </a:ext>
              </a:extLst>
            </p:cNvPr>
            <p:cNvSpPr>
              <a:spLocks noChangeShapeType="1"/>
            </p:cNvSpPr>
            <p:nvPr/>
          </p:nvSpPr>
          <p:spPr bwMode="auto">
            <a:xfrm>
              <a:off x="2735" y="2110"/>
              <a:ext cx="489" cy="0"/>
            </a:xfrm>
            <a:prstGeom prst="line">
              <a:avLst/>
            </a:prstGeom>
            <a:noFill/>
            <a:ln w="9525">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78" name="Rectangle 70">
              <a:extLst>
                <a:ext uri="{FF2B5EF4-FFF2-40B4-BE49-F238E27FC236}">
                  <a16:creationId xmlns:a16="http://schemas.microsoft.com/office/drawing/2014/main" id="{38B2F785-6155-1E4B-8594-95B2271DAD7F}"/>
                </a:ext>
              </a:extLst>
            </p:cNvPr>
            <p:cNvSpPr>
              <a:spLocks noChangeArrowheads="1"/>
            </p:cNvSpPr>
            <p:nvPr/>
          </p:nvSpPr>
          <p:spPr bwMode="auto">
            <a:xfrm>
              <a:off x="2695" y="2212"/>
              <a:ext cx="552" cy="115"/>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79" name="Line 71">
              <a:extLst>
                <a:ext uri="{FF2B5EF4-FFF2-40B4-BE49-F238E27FC236}">
                  <a16:creationId xmlns:a16="http://schemas.microsoft.com/office/drawing/2014/main" id="{C451312B-40CC-7A40-B679-7AE554491DAE}"/>
                </a:ext>
              </a:extLst>
            </p:cNvPr>
            <p:cNvSpPr>
              <a:spLocks noChangeShapeType="1"/>
            </p:cNvSpPr>
            <p:nvPr/>
          </p:nvSpPr>
          <p:spPr bwMode="auto">
            <a:xfrm>
              <a:off x="2734" y="2224"/>
              <a:ext cx="0" cy="65"/>
            </a:xfrm>
            <a:prstGeom prst="line">
              <a:avLst/>
            </a:prstGeom>
            <a:noFill/>
            <a:ln w="9525">
              <a:solidFill>
                <a:srgbClr val="E4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80" name="Line 72">
              <a:extLst>
                <a:ext uri="{FF2B5EF4-FFF2-40B4-BE49-F238E27FC236}">
                  <a16:creationId xmlns:a16="http://schemas.microsoft.com/office/drawing/2014/main" id="{E2DC1FE8-5DB9-EA46-8800-4241D6DEF57F}"/>
                </a:ext>
              </a:extLst>
            </p:cNvPr>
            <p:cNvSpPr>
              <a:spLocks noChangeShapeType="1"/>
            </p:cNvSpPr>
            <p:nvPr/>
          </p:nvSpPr>
          <p:spPr bwMode="auto">
            <a:xfrm>
              <a:off x="3225" y="2218"/>
              <a:ext cx="0" cy="64"/>
            </a:xfrm>
            <a:prstGeom prst="line">
              <a:avLst/>
            </a:prstGeom>
            <a:noFill/>
            <a:ln w="9525">
              <a:solidFill>
                <a:srgbClr val="E4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82" name="Text Box 74">
              <a:extLst>
                <a:ext uri="{FF2B5EF4-FFF2-40B4-BE49-F238E27FC236}">
                  <a16:creationId xmlns:a16="http://schemas.microsoft.com/office/drawing/2014/main" id="{C6254BFE-8FC8-864C-911D-A03B8EB5CCF6}"/>
                </a:ext>
              </a:extLst>
            </p:cNvPr>
            <p:cNvSpPr txBox="1">
              <a:spLocks noChangeArrowheads="1"/>
            </p:cNvSpPr>
            <p:nvPr/>
          </p:nvSpPr>
          <p:spPr bwMode="auto">
            <a:xfrm>
              <a:off x="2755" y="2653"/>
              <a:ext cx="431" cy="29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link</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physical</a:t>
              </a:r>
            </a:p>
          </p:txBody>
        </p:sp>
        <p:sp>
          <p:nvSpPr>
            <p:cNvPr id="386" name="Line 78">
              <a:extLst>
                <a:ext uri="{FF2B5EF4-FFF2-40B4-BE49-F238E27FC236}">
                  <a16:creationId xmlns:a16="http://schemas.microsoft.com/office/drawing/2014/main" id="{B46866E9-0690-6D43-9964-01804A72D617}"/>
                </a:ext>
              </a:extLst>
            </p:cNvPr>
            <p:cNvSpPr>
              <a:spLocks noChangeShapeType="1"/>
            </p:cNvSpPr>
            <p:nvPr/>
          </p:nvSpPr>
          <p:spPr bwMode="auto">
            <a:xfrm>
              <a:off x="2736" y="2803"/>
              <a:ext cx="489" cy="0"/>
            </a:xfrm>
            <a:prstGeom prst="line">
              <a:avLst/>
            </a:prstGeom>
            <a:noFill/>
            <a:ln w="9525">
              <a:solidFill>
                <a:srgbClr val="E4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88" name="Line 80">
              <a:extLst>
                <a:ext uri="{FF2B5EF4-FFF2-40B4-BE49-F238E27FC236}">
                  <a16:creationId xmlns:a16="http://schemas.microsoft.com/office/drawing/2014/main" id="{431126D1-7D41-174B-9A00-15B64D7CFD0A}"/>
                </a:ext>
              </a:extLst>
            </p:cNvPr>
            <p:cNvSpPr>
              <a:spLocks noChangeShapeType="1"/>
            </p:cNvSpPr>
            <p:nvPr/>
          </p:nvSpPr>
          <p:spPr bwMode="auto">
            <a:xfrm>
              <a:off x="2737" y="2614"/>
              <a:ext cx="0" cy="65"/>
            </a:xfrm>
            <a:prstGeom prst="line">
              <a:avLst/>
            </a:prstGeom>
            <a:noFill/>
            <a:ln w="9525">
              <a:solidFill>
                <a:srgbClr val="E4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89" name="Line 81">
              <a:extLst>
                <a:ext uri="{FF2B5EF4-FFF2-40B4-BE49-F238E27FC236}">
                  <a16:creationId xmlns:a16="http://schemas.microsoft.com/office/drawing/2014/main" id="{E451146C-AD0C-394A-B9D7-786E8388A5AB}"/>
                </a:ext>
              </a:extLst>
            </p:cNvPr>
            <p:cNvSpPr>
              <a:spLocks noChangeShapeType="1"/>
            </p:cNvSpPr>
            <p:nvPr/>
          </p:nvSpPr>
          <p:spPr bwMode="auto">
            <a:xfrm>
              <a:off x="3226" y="2614"/>
              <a:ext cx="0" cy="64"/>
            </a:xfrm>
            <a:prstGeom prst="line">
              <a:avLst/>
            </a:prstGeom>
            <a:noFill/>
            <a:ln w="9525">
              <a:solidFill>
                <a:srgbClr val="E4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grpSp>
        <p:nvGrpSpPr>
          <p:cNvPr id="11" name="Group 10">
            <a:extLst>
              <a:ext uri="{FF2B5EF4-FFF2-40B4-BE49-F238E27FC236}">
                <a16:creationId xmlns:a16="http://schemas.microsoft.com/office/drawing/2014/main" id="{F0940C5E-A452-394D-9303-5A0908ACF414}"/>
              </a:ext>
            </a:extLst>
          </p:cNvPr>
          <p:cNvGrpSpPr/>
          <p:nvPr/>
        </p:nvGrpSpPr>
        <p:grpSpPr>
          <a:xfrm>
            <a:off x="8154574" y="1741034"/>
            <a:ext cx="1453373" cy="2053837"/>
            <a:chOff x="9730606" y="1055376"/>
            <a:chExt cx="1453373" cy="2053837"/>
          </a:xfrm>
        </p:grpSpPr>
        <p:sp>
          <p:nvSpPr>
            <p:cNvPr id="62" name="Freeform 62">
              <a:extLst>
                <a:ext uri="{FF2B5EF4-FFF2-40B4-BE49-F238E27FC236}">
                  <a16:creationId xmlns:a16="http://schemas.microsoft.com/office/drawing/2014/main" id="{01B01F1E-124F-BC43-A974-ABF83467E862}"/>
                </a:ext>
              </a:extLst>
            </p:cNvPr>
            <p:cNvSpPr>
              <a:spLocks/>
            </p:cNvSpPr>
            <p:nvPr/>
          </p:nvSpPr>
          <p:spPr bwMode="auto">
            <a:xfrm flipH="1">
              <a:off x="9730606" y="2258313"/>
              <a:ext cx="623888" cy="850900"/>
            </a:xfrm>
            <a:custGeom>
              <a:avLst/>
              <a:gdLst>
                <a:gd name="T0" fmla="*/ 390 w 390"/>
                <a:gd name="T1" fmla="*/ 0 h 520"/>
                <a:gd name="T2" fmla="*/ 0 w 390"/>
                <a:gd name="T3" fmla="*/ 221 h 520"/>
                <a:gd name="T4" fmla="*/ 3 w 390"/>
                <a:gd name="T5" fmla="*/ 433 h 520"/>
                <a:gd name="T6" fmla="*/ 388 w 390"/>
                <a:gd name="T7" fmla="*/ 520 h 520"/>
                <a:gd name="T8" fmla="*/ 390 w 390"/>
                <a:gd name="T9" fmla="*/ 0 h 520"/>
                <a:gd name="T10" fmla="*/ 0 60000 65536"/>
                <a:gd name="T11" fmla="*/ 0 60000 65536"/>
                <a:gd name="T12" fmla="*/ 0 60000 65536"/>
                <a:gd name="T13" fmla="*/ 0 60000 65536"/>
                <a:gd name="T14" fmla="*/ 0 60000 65536"/>
                <a:gd name="connsiteX0" fmla="*/ 9933 w 9933"/>
                <a:gd name="connsiteY0" fmla="*/ 0 h 10000"/>
                <a:gd name="connsiteX1" fmla="*/ 0 w 9933"/>
                <a:gd name="connsiteY1" fmla="*/ 1944 h 10000"/>
                <a:gd name="connsiteX2" fmla="*/ 10 w 9933"/>
                <a:gd name="connsiteY2" fmla="*/ 8327 h 10000"/>
                <a:gd name="connsiteX3" fmla="*/ 9882 w 9933"/>
                <a:gd name="connsiteY3" fmla="*/ 10000 h 10000"/>
                <a:gd name="connsiteX4" fmla="*/ 9933 w 9933"/>
                <a:gd name="connsiteY4" fmla="*/ 0 h 10000"/>
                <a:gd name="connsiteX0" fmla="*/ 10067 w 10067"/>
                <a:gd name="connsiteY0" fmla="*/ 2667 h 8056"/>
                <a:gd name="connsiteX1" fmla="*/ 0 w 10067"/>
                <a:gd name="connsiteY1" fmla="*/ 0 h 8056"/>
                <a:gd name="connsiteX2" fmla="*/ 10 w 10067"/>
                <a:gd name="connsiteY2" fmla="*/ 6383 h 8056"/>
                <a:gd name="connsiteX3" fmla="*/ 9949 w 10067"/>
                <a:gd name="connsiteY3" fmla="*/ 8056 h 8056"/>
                <a:gd name="connsiteX4" fmla="*/ 10067 w 10067"/>
                <a:gd name="connsiteY4" fmla="*/ 2667 h 8056"/>
                <a:gd name="connsiteX0" fmla="*/ 10134 w 10134"/>
                <a:gd name="connsiteY0" fmla="*/ 2191 h 10000"/>
                <a:gd name="connsiteX1" fmla="*/ 0 w 10134"/>
                <a:gd name="connsiteY1" fmla="*/ 0 h 10000"/>
                <a:gd name="connsiteX2" fmla="*/ 10 w 10134"/>
                <a:gd name="connsiteY2" fmla="*/ 7923 h 10000"/>
                <a:gd name="connsiteX3" fmla="*/ 9883 w 10134"/>
                <a:gd name="connsiteY3" fmla="*/ 10000 h 10000"/>
                <a:gd name="connsiteX4" fmla="*/ 10134 w 10134"/>
                <a:gd name="connsiteY4" fmla="*/ 2191 h 10000"/>
                <a:gd name="connsiteX0" fmla="*/ 10134 w 10134"/>
                <a:gd name="connsiteY0" fmla="*/ 1569 h 10000"/>
                <a:gd name="connsiteX1" fmla="*/ 0 w 10134"/>
                <a:gd name="connsiteY1" fmla="*/ 0 h 10000"/>
                <a:gd name="connsiteX2" fmla="*/ 10 w 10134"/>
                <a:gd name="connsiteY2" fmla="*/ 7923 h 10000"/>
                <a:gd name="connsiteX3" fmla="*/ 9883 w 10134"/>
                <a:gd name="connsiteY3" fmla="*/ 10000 h 10000"/>
                <a:gd name="connsiteX4" fmla="*/ 10134 w 10134"/>
                <a:gd name="connsiteY4" fmla="*/ 1569 h 10000"/>
                <a:gd name="connsiteX0" fmla="*/ 10134 w 10134"/>
                <a:gd name="connsiteY0" fmla="*/ 1569 h 9876"/>
                <a:gd name="connsiteX1" fmla="*/ 0 w 10134"/>
                <a:gd name="connsiteY1" fmla="*/ 0 h 9876"/>
                <a:gd name="connsiteX2" fmla="*/ 10 w 10134"/>
                <a:gd name="connsiteY2" fmla="*/ 7923 h 9876"/>
                <a:gd name="connsiteX3" fmla="*/ 10084 w 10134"/>
                <a:gd name="connsiteY3" fmla="*/ 9876 h 9876"/>
                <a:gd name="connsiteX4" fmla="*/ 10134 w 10134"/>
                <a:gd name="connsiteY4" fmla="*/ 1569 h 9876"/>
                <a:gd name="connsiteX0" fmla="*/ 9934 w 9954"/>
                <a:gd name="connsiteY0" fmla="*/ 0 h 12944"/>
                <a:gd name="connsiteX1" fmla="*/ 0 w 9954"/>
                <a:gd name="connsiteY1" fmla="*/ 2944 h 12944"/>
                <a:gd name="connsiteX2" fmla="*/ 10 w 9954"/>
                <a:gd name="connsiteY2" fmla="*/ 10966 h 12944"/>
                <a:gd name="connsiteX3" fmla="*/ 9951 w 9954"/>
                <a:gd name="connsiteY3" fmla="*/ 12944 h 12944"/>
                <a:gd name="connsiteX4" fmla="*/ 9934 w 9954"/>
                <a:gd name="connsiteY4" fmla="*/ 0 h 12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54" h="12944">
                  <a:moveTo>
                    <a:pt x="9934" y="0"/>
                  </a:moveTo>
                  <a:lnTo>
                    <a:pt x="0" y="2944"/>
                  </a:lnTo>
                  <a:cubicBezTo>
                    <a:pt x="3" y="5619"/>
                    <a:pt x="7" y="8292"/>
                    <a:pt x="10" y="10966"/>
                  </a:cubicBezTo>
                  <a:lnTo>
                    <a:pt x="9951" y="12944"/>
                  </a:lnTo>
                  <a:cubicBezTo>
                    <a:pt x="9967" y="8755"/>
                    <a:pt x="9917" y="4189"/>
                    <a:pt x="9934" y="0"/>
                  </a:cubicBezTo>
                  <a:close/>
                </a:path>
              </a:pathLst>
            </a:custGeom>
            <a:gradFill rotWithShape="1">
              <a:gsLst>
                <a:gs pos="0">
                  <a:schemeClr val="bg1">
                    <a:lumMod val="75000"/>
                  </a:schemeClr>
                </a:gs>
                <a:gs pos="100000">
                  <a:srgbClr val="FFFFFF">
                    <a:alpha val="82000"/>
                  </a:srgbClr>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63" name="Rectangle 73">
              <a:extLst>
                <a:ext uri="{FF2B5EF4-FFF2-40B4-BE49-F238E27FC236}">
                  <a16:creationId xmlns:a16="http://schemas.microsoft.com/office/drawing/2014/main" id="{E45D8FA9-172B-4349-9201-C855690CD8C7}"/>
                </a:ext>
              </a:extLst>
            </p:cNvPr>
            <p:cNvSpPr>
              <a:spLocks noChangeArrowheads="1"/>
            </p:cNvSpPr>
            <p:nvPr/>
          </p:nvSpPr>
          <p:spPr bwMode="auto">
            <a:xfrm>
              <a:off x="10360066" y="2541276"/>
              <a:ext cx="776288" cy="415925"/>
            </a:xfrm>
            <a:prstGeom prst="rect">
              <a:avLst/>
            </a:prstGeom>
            <a:solidFill>
              <a:srgbClr val="FFFFFF"/>
            </a:solidFill>
            <a:ln w="9525">
              <a:solidFill>
                <a:srgbClr val="E40000"/>
              </a:solidFill>
              <a:miter lim="800000"/>
              <a:headEnd/>
              <a:tailEnd/>
            </a:ln>
            <a:effectLst>
              <a:outerShdw blurRad="50800" dist="38100" dir="8100000" algn="tr" rotWithShape="0">
                <a:prstClr val="black">
                  <a:alpha val="40000"/>
                </a:prstClr>
              </a:outerShdw>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64" name="Freeform 63">
              <a:extLst>
                <a:ext uri="{FF2B5EF4-FFF2-40B4-BE49-F238E27FC236}">
                  <a16:creationId xmlns:a16="http://schemas.microsoft.com/office/drawing/2014/main" id="{D6688D65-8859-3543-A395-35CEEDEDD0DE}"/>
                </a:ext>
              </a:extLst>
            </p:cNvPr>
            <p:cNvSpPr>
              <a:spLocks/>
            </p:cNvSpPr>
            <p:nvPr/>
          </p:nvSpPr>
          <p:spPr bwMode="auto">
            <a:xfrm flipH="1">
              <a:off x="9935685" y="1076403"/>
              <a:ext cx="436563" cy="703263"/>
            </a:xfrm>
            <a:custGeom>
              <a:avLst/>
              <a:gdLst>
                <a:gd name="T0" fmla="*/ 264 w 275"/>
                <a:gd name="T1" fmla="*/ 108 h 443"/>
                <a:gd name="T2" fmla="*/ 0 w 275"/>
                <a:gd name="T3" fmla="*/ 0 h 443"/>
                <a:gd name="T4" fmla="*/ 2 w 275"/>
                <a:gd name="T5" fmla="*/ 443 h 443"/>
                <a:gd name="T6" fmla="*/ 275 w 275"/>
                <a:gd name="T7" fmla="*/ 412 h 443"/>
                <a:gd name="T8" fmla="*/ 264 w 275"/>
                <a:gd name="T9" fmla="*/ 108 h 4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443">
                  <a:moveTo>
                    <a:pt x="264" y="108"/>
                  </a:moveTo>
                  <a:lnTo>
                    <a:pt x="0" y="0"/>
                  </a:lnTo>
                  <a:lnTo>
                    <a:pt x="2" y="443"/>
                  </a:lnTo>
                  <a:lnTo>
                    <a:pt x="275" y="412"/>
                  </a:lnTo>
                  <a:lnTo>
                    <a:pt x="264" y="108"/>
                  </a:lnTo>
                  <a:close/>
                </a:path>
              </a:pathLst>
            </a:custGeom>
            <a:gradFill rotWithShape="1">
              <a:gsLst>
                <a:gs pos="0">
                  <a:schemeClr val="bg1">
                    <a:lumMod val="65000"/>
                  </a:schemeClr>
                </a:gs>
                <a:gs pos="100000">
                  <a:srgbClr val="FFFFFF">
                    <a:alpha val="81000"/>
                  </a:srgbClr>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65" name="Rectangle 82">
              <a:extLst>
                <a:ext uri="{FF2B5EF4-FFF2-40B4-BE49-F238E27FC236}">
                  <a16:creationId xmlns:a16="http://schemas.microsoft.com/office/drawing/2014/main" id="{06D41716-A543-3F4F-9489-BC4A00085E88}"/>
                </a:ext>
              </a:extLst>
            </p:cNvPr>
            <p:cNvSpPr>
              <a:spLocks noChangeArrowheads="1"/>
            </p:cNvSpPr>
            <p:nvPr/>
          </p:nvSpPr>
          <p:spPr bwMode="auto">
            <a:xfrm>
              <a:off x="10355304" y="1090301"/>
              <a:ext cx="777876" cy="735013"/>
            </a:xfrm>
            <a:prstGeom prst="rect">
              <a:avLst/>
            </a:prstGeom>
            <a:solidFill>
              <a:srgbClr val="FFFFFF"/>
            </a:solidFill>
            <a:ln w="12700">
              <a:solidFill>
                <a:srgbClr val="FF0000"/>
              </a:solidFill>
              <a:miter lim="800000"/>
              <a:headEnd/>
              <a:tailEnd/>
            </a:ln>
            <a:effectLst>
              <a:outerShdw blurRad="50800" dist="38100" dir="18900000" algn="bl" rotWithShape="0">
                <a:prstClr val="black">
                  <a:alpha val="40000"/>
                </a:prstClr>
              </a:outerShdw>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66" name="Text Box 65">
              <a:extLst>
                <a:ext uri="{FF2B5EF4-FFF2-40B4-BE49-F238E27FC236}">
                  <a16:creationId xmlns:a16="http://schemas.microsoft.com/office/drawing/2014/main" id="{2D82B720-E5DF-4F4F-8FBA-8D31F068A355}"/>
                </a:ext>
              </a:extLst>
            </p:cNvPr>
            <p:cNvSpPr txBox="1">
              <a:spLocks noChangeArrowheads="1"/>
            </p:cNvSpPr>
            <p:nvPr/>
          </p:nvSpPr>
          <p:spPr bwMode="auto">
            <a:xfrm>
              <a:off x="10306091" y="1055376"/>
              <a:ext cx="877888" cy="8302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application</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transport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network</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link</a:t>
              </a:r>
            </a:p>
          </p:txBody>
        </p:sp>
        <p:sp>
          <p:nvSpPr>
            <p:cNvPr id="67" name="Line 66">
              <a:extLst>
                <a:ext uri="{FF2B5EF4-FFF2-40B4-BE49-F238E27FC236}">
                  <a16:creationId xmlns:a16="http://schemas.microsoft.com/office/drawing/2014/main" id="{D80B677C-0558-AA49-9BC2-C865179CDED6}"/>
                </a:ext>
              </a:extLst>
            </p:cNvPr>
            <p:cNvSpPr>
              <a:spLocks noChangeShapeType="1"/>
            </p:cNvSpPr>
            <p:nvPr/>
          </p:nvSpPr>
          <p:spPr bwMode="auto">
            <a:xfrm>
              <a:off x="10360066" y="1303026"/>
              <a:ext cx="776288" cy="0"/>
            </a:xfrm>
            <a:prstGeom prst="line">
              <a:avLst/>
            </a:prstGeom>
            <a:noFill/>
            <a:ln w="9525">
              <a:solidFill>
                <a:srgbClr val="E4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68" name="Line 67">
              <a:extLst>
                <a:ext uri="{FF2B5EF4-FFF2-40B4-BE49-F238E27FC236}">
                  <a16:creationId xmlns:a16="http://schemas.microsoft.com/office/drawing/2014/main" id="{96ECD29D-6AC3-3C4A-8B76-C6CE4E7094C2}"/>
                </a:ext>
              </a:extLst>
            </p:cNvPr>
            <p:cNvSpPr>
              <a:spLocks noChangeShapeType="1"/>
            </p:cNvSpPr>
            <p:nvPr/>
          </p:nvSpPr>
          <p:spPr bwMode="auto">
            <a:xfrm>
              <a:off x="10360066" y="1466539"/>
              <a:ext cx="776288" cy="0"/>
            </a:xfrm>
            <a:prstGeom prst="line">
              <a:avLst/>
            </a:prstGeom>
            <a:noFill/>
            <a:ln w="9525">
              <a:solidFill>
                <a:srgbClr val="E4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69" name="Line 68">
              <a:extLst>
                <a:ext uri="{FF2B5EF4-FFF2-40B4-BE49-F238E27FC236}">
                  <a16:creationId xmlns:a16="http://schemas.microsoft.com/office/drawing/2014/main" id="{93393447-F152-0A41-B307-A690875EC8D8}"/>
                </a:ext>
              </a:extLst>
            </p:cNvPr>
            <p:cNvSpPr>
              <a:spLocks noChangeShapeType="1"/>
            </p:cNvSpPr>
            <p:nvPr/>
          </p:nvSpPr>
          <p:spPr bwMode="auto">
            <a:xfrm>
              <a:off x="10356891" y="1639576"/>
              <a:ext cx="776288" cy="0"/>
            </a:xfrm>
            <a:prstGeom prst="line">
              <a:avLst/>
            </a:prstGeom>
            <a:noFill/>
            <a:ln w="9525">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70" name="Rectangle 70">
              <a:extLst>
                <a:ext uri="{FF2B5EF4-FFF2-40B4-BE49-F238E27FC236}">
                  <a16:creationId xmlns:a16="http://schemas.microsoft.com/office/drawing/2014/main" id="{34836D0F-96F1-C74D-BB52-0007C90AE400}"/>
                </a:ext>
              </a:extLst>
            </p:cNvPr>
            <p:cNvSpPr>
              <a:spLocks noChangeArrowheads="1"/>
            </p:cNvSpPr>
            <p:nvPr/>
          </p:nvSpPr>
          <p:spPr bwMode="auto">
            <a:xfrm>
              <a:off x="10293391" y="1801501"/>
              <a:ext cx="876301" cy="182563"/>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71" name="Line 71">
              <a:extLst>
                <a:ext uri="{FF2B5EF4-FFF2-40B4-BE49-F238E27FC236}">
                  <a16:creationId xmlns:a16="http://schemas.microsoft.com/office/drawing/2014/main" id="{B826D465-956C-AC42-A034-8ACCE0186508}"/>
                </a:ext>
              </a:extLst>
            </p:cNvPr>
            <p:cNvSpPr>
              <a:spLocks noChangeShapeType="1"/>
            </p:cNvSpPr>
            <p:nvPr/>
          </p:nvSpPr>
          <p:spPr bwMode="auto">
            <a:xfrm>
              <a:off x="10355304" y="1820551"/>
              <a:ext cx="0" cy="103188"/>
            </a:xfrm>
            <a:prstGeom prst="line">
              <a:avLst/>
            </a:prstGeom>
            <a:noFill/>
            <a:ln w="9525">
              <a:solidFill>
                <a:srgbClr val="E4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72" name="Line 72">
              <a:extLst>
                <a:ext uri="{FF2B5EF4-FFF2-40B4-BE49-F238E27FC236}">
                  <a16:creationId xmlns:a16="http://schemas.microsoft.com/office/drawing/2014/main" id="{18797742-2033-0E42-BF7B-CC2F3B1166C8}"/>
                </a:ext>
              </a:extLst>
            </p:cNvPr>
            <p:cNvSpPr>
              <a:spLocks noChangeShapeType="1"/>
            </p:cNvSpPr>
            <p:nvPr/>
          </p:nvSpPr>
          <p:spPr bwMode="auto">
            <a:xfrm>
              <a:off x="11134767" y="1811026"/>
              <a:ext cx="0" cy="101600"/>
            </a:xfrm>
            <a:prstGeom prst="line">
              <a:avLst/>
            </a:prstGeom>
            <a:noFill/>
            <a:ln w="9525">
              <a:solidFill>
                <a:srgbClr val="E4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73" name="Text Box 74">
              <a:extLst>
                <a:ext uri="{FF2B5EF4-FFF2-40B4-BE49-F238E27FC236}">
                  <a16:creationId xmlns:a16="http://schemas.microsoft.com/office/drawing/2014/main" id="{6CAFE6BE-3638-874A-B141-EDEE018D60F4}"/>
                </a:ext>
              </a:extLst>
            </p:cNvPr>
            <p:cNvSpPr txBox="1">
              <a:spLocks noChangeArrowheads="1"/>
            </p:cNvSpPr>
            <p:nvPr/>
          </p:nvSpPr>
          <p:spPr bwMode="auto">
            <a:xfrm>
              <a:off x="10388641" y="2501589"/>
              <a:ext cx="684213" cy="4619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link</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physical</a:t>
              </a:r>
            </a:p>
          </p:txBody>
        </p:sp>
        <p:sp>
          <p:nvSpPr>
            <p:cNvPr id="74" name="Line 78">
              <a:extLst>
                <a:ext uri="{FF2B5EF4-FFF2-40B4-BE49-F238E27FC236}">
                  <a16:creationId xmlns:a16="http://schemas.microsoft.com/office/drawing/2014/main" id="{84E322A3-E89B-AC48-B4B3-233C598CB6DD}"/>
                </a:ext>
              </a:extLst>
            </p:cNvPr>
            <p:cNvSpPr>
              <a:spLocks noChangeShapeType="1"/>
            </p:cNvSpPr>
            <p:nvPr/>
          </p:nvSpPr>
          <p:spPr bwMode="auto">
            <a:xfrm>
              <a:off x="10358479" y="2739714"/>
              <a:ext cx="776288" cy="0"/>
            </a:xfrm>
            <a:prstGeom prst="line">
              <a:avLst/>
            </a:prstGeom>
            <a:noFill/>
            <a:ln w="9525">
              <a:solidFill>
                <a:srgbClr val="E4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75" name="Line 80">
              <a:extLst>
                <a:ext uri="{FF2B5EF4-FFF2-40B4-BE49-F238E27FC236}">
                  <a16:creationId xmlns:a16="http://schemas.microsoft.com/office/drawing/2014/main" id="{B2BA3CCE-9278-934F-8020-A9A3C0BDAD18}"/>
                </a:ext>
              </a:extLst>
            </p:cNvPr>
            <p:cNvSpPr>
              <a:spLocks noChangeShapeType="1"/>
            </p:cNvSpPr>
            <p:nvPr/>
          </p:nvSpPr>
          <p:spPr bwMode="auto">
            <a:xfrm>
              <a:off x="10360066" y="2439676"/>
              <a:ext cx="0" cy="103188"/>
            </a:xfrm>
            <a:prstGeom prst="line">
              <a:avLst/>
            </a:prstGeom>
            <a:noFill/>
            <a:ln w="9525">
              <a:solidFill>
                <a:srgbClr val="E4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76" name="Line 81">
              <a:extLst>
                <a:ext uri="{FF2B5EF4-FFF2-40B4-BE49-F238E27FC236}">
                  <a16:creationId xmlns:a16="http://schemas.microsoft.com/office/drawing/2014/main" id="{5AB37789-637D-C443-B20A-F54499BB7D18}"/>
                </a:ext>
              </a:extLst>
            </p:cNvPr>
            <p:cNvSpPr>
              <a:spLocks noChangeShapeType="1"/>
            </p:cNvSpPr>
            <p:nvPr/>
          </p:nvSpPr>
          <p:spPr bwMode="auto">
            <a:xfrm>
              <a:off x="11136354" y="2439676"/>
              <a:ext cx="0" cy="101600"/>
            </a:xfrm>
            <a:prstGeom prst="line">
              <a:avLst/>
            </a:prstGeom>
            <a:noFill/>
            <a:ln w="9525">
              <a:solidFill>
                <a:srgbClr val="E4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sp>
        <p:nvSpPr>
          <p:cNvPr id="5" name="Freeform 4">
            <a:extLst>
              <a:ext uri="{FF2B5EF4-FFF2-40B4-BE49-F238E27FC236}">
                <a16:creationId xmlns:a16="http://schemas.microsoft.com/office/drawing/2014/main" id="{40BD8E7B-C44D-C64B-8B42-1AB6A22BDEC2}"/>
              </a:ext>
            </a:extLst>
          </p:cNvPr>
          <p:cNvSpPr/>
          <p:nvPr/>
        </p:nvSpPr>
        <p:spPr>
          <a:xfrm>
            <a:off x="4153301" y="3785951"/>
            <a:ext cx="3591390" cy="522811"/>
          </a:xfrm>
          <a:custGeom>
            <a:avLst/>
            <a:gdLst>
              <a:gd name="connsiteX0" fmla="*/ 0 w 5874327"/>
              <a:gd name="connsiteY0" fmla="*/ 0 h 277091"/>
              <a:gd name="connsiteX1" fmla="*/ 0 w 5874327"/>
              <a:gd name="connsiteY1" fmla="*/ 277091 h 277091"/>
              <a:gd name="connsiteX2" fmla="*/ 5874327 w 5874327"/>
              <a:gd name="connsiteY2" fmla="*/ 277091 h 277091"/>
              <a:gd name="connsiteX3" fmla="*/ 5874327 w 5874327"/>
              <a:gd name="connsiteY3" fmla="*/ 41564 h 277091"/>
              <a:gd name="connsiteX4" fmla="*/ 5874327 w 5874327"/>
              <a:gd name="connsiteY4" fmla="*/ 41564 h 277091"/>
              <a:gd name="connsiteX0" fmla="*/ 0 w 5881026"/>
              <a:gd name="connsiteY0" fmla="*/ 0 h 277091"/>
              <a:gd name="connsiteX1" fmla="*/ 0 w 5881026"/>
              <a:gd name="connsiteY1" fmla="*/ 277091 h 277091"/>
              <a:gd name="connsiteX2" fmla="*/ 5874327 w 5881026"/>
              <a:gd name="connsiteY2" fmla="*/ 277091 h 277091"/>
              <a:gd name="connsiteX3" fmla="*/ 5874327 w 5881026"/>
              <a:gd name="connsiteY3" fmla="*/ 41564 h 277091"/>
              <a:gd name="connsiteX4" fmla="*/ 5881026 w 5881026"/>
              <a:gd name="connsiteY4" fmla="*/ 48806 h 277091"/>
              <a:gd name="connsiteX0" fmla="*/ 0 w 5881026"/>
              <a:gd name="connsiteY0" fmla="*/ 0 h 277091"/>
              <a:gd name="connsiteX1" fmla="*/ 0 w 5881026"/>
              <a:gd name="connsiteY1" fmla="*/ 277091 h 277091"/>
              <a:gd name="connsiteX2" fmla="*/ 5874327 w 5881026"/>
              <a:gd name="connsiteY2" fmla="*/ 277091 h 277091"/>
              <a:gd name="connsiteX3" fmla="*/ 5874327 w 5881026"/>
              <a:gd name="connsiteY3" fmla="*/ 41564 h 277091"/>
              <a:gd name="connsiteX4" fmla="*/ 5881026 w 5881026"/>
              <a:gd name="connsiteY4" fmla="*/ 30701 h 277091"/>
              <a:gd name="connsiteX0" fmla="*/ 0 w 5874327"/>
              <a:gd name="connsiteY0" fmla="*/ 0 h 277091"/>
              <a:gd name="connsiteX1" fmla="*/ 0 w 5874327"/>
              <a:gd name="connsiteY1" fmla="*/ 277091 h 277091"/>
              <a:gd name="connsiteX2" fmla="*/ 5874327 w 5874327"/>
              <a:gd name="connsiteY2" fmla="*/ 277091 h 277091"/>
              <a:gd name="connsiteX3" fmla="*/ 5874327 w 5874327"/>
              <a:gd name="connsiteY3" fmla="*/ 41564 h 277091"/>
              <a:gd name="connsiteX0" fmla="*/ 0 w 5874327"/>
              <a:gd name="connsiteY0" fmla="*/ 5510 h 282601"/>
              <a:gd name="connsiteX1" fmla="*/ 0 w 5874327"/>
              <a:gd name="connsiteY1" fmla="*/ 282601 h 282601"/>
              <a:gd name="connsiteX2" fmla="*/ 5874327 w 5874327"/>
              <a:gd name="connsiteY2" fmla="*/ 282601 h 282601"/>
              <a:gd name="connsiteX3" fmla="*/ 5864278 w 5874327"/>
              <a:gd name="connsiteY3" fmla="*/ 0 h 282601"/>
            </a:gdLst>
            <a:ahLst/>
            <a:cxnLst>
              <a:cxn ang="0">
                <a:pos x="connsiteX0" y="connsiteY0"/>
              </a:cxn>
              <a:cxn ang="0">
                <a:pos x="connsiteX1" y="connsiteY1"/>
              </a:cxn>
              <a:cxn ang="0">
                <a:pos x="connsiteX2" y="connsiteY2"/>
              </a:cxn>
              <a:cxn ang="0">
                <a:pos x="connsiteX3" y="connsiteY3"/>
              </a:cxn>
            </a:cxnLst>
            <a:rect l="l" t="t" r="r" b="b"/>
            <a:pathLst>
              <a:path w="5874327" h="282601">
                <a:moveTo>
                  <a:pt x="0" y="5510"/>
                </a:moveTo>
                <a:lnTo>
                  <a:pt x="0" y="282601"/>
                </a:lnTo>
                <a:lnTo>
                  <a:pt x="5874327" y="282601"/>
                </a:lnTo>
                <a:cubicBezTo>
                  <a:pt x="5874327" y="204092"/>
                  <a:pt x="5863162" y="41065"/>
                  <a:pt x="5864278" y="0"/>
                </a:cubicBezTo>
              </a:path>
            </a:pathLst>
          </a:custGeom>
          <a:noFill/>
          <a:ln w="34925">
            <a:solidFill>
              <a:srgbClr val="0000A8"/>
            </a:solidFill>
            <a:headEnd type="triangle"/>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1" name="Rectangle 3">
            <a:extLst>
              <a:ext uri="{FF2B5EF4-FFF2-40B4-BE49-F238E27FC236}">
                <a16:creationId xmlns:a16="http://schemas.microsoft.com/office/drawing/2014/main" id="{18B56FA4-5E06-734B-8CCA-520BDE95A7B2}"/>
              </a:ext>
            </a:extLst>
          </p:cNvPr>
          <p:cNvSpPr txBox="1">
            <a:spLocks noChangeArrowheads="1"/>
          </p:cNvSpPr>
          <p:nvPr/>
        </p:nvSpPr>
        <p:spPr bwMode="auto">
          <a:xfrm>
            <a:off x="1181424" y="4590175"/>
            <a:ext cx="5247083" cy="19351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0" marR="0" lvl="0" indent="0" algn="l" defTabSz="914400" rtl="0" eaLnBrk="0" fontAlgn="base" latinLnBrk="0" hangingPunct="0">
              <a:lnSpc>
                <a:spcPct val="85000"/>
              </a:lnSpc>
              <a:spcBef>
                <a:spcPct val="20000"/>
              </a:spcBef>
              <a:spcAft>
                <a:spcPts val="600"/>
              </a:spcAft>
              <a:buClr>
                <a:srgbClr val="000099"/>
              </a:buClr>
              <a:buSzPct val="100000"/>
              <a:buFont typeface="Wingdings" charset="2"/>
              <a:buNone/>
              <a:tabLst/>
              <a:defRPr/>
            </a:pPr>
            <a:r>
              <a:rPr kumimoji="0" lang="en-US" sz="2400" b="0" i="0" u="none" strike="noStrike" kern="0" cap="none" spc="0" normalizeH="0" baseline="0" noProof="0" dirty="0">
                <a:ln>
                  <a:noFill/>
                </a:ln>
                <a:solidFill>
                  <a:prstClr val="black"/>
                </a:solidFill>
                <a:effectLst/>
                <a:uLnTx/>
                <a:uFillTx/>
                <a:latin typeface="Calibri" panose="020F0502020204030204"/>
                <a:ea typeface="ＭＳ Ｐゴシック" charset="0"/>
                <a:cs typeface="+mn-cs"/>
              </a:rPr>
              <a:t>Sending side:</a:t>
            </a:r>
          </a:p>
          <a:p>
            <a:pPr marL="400050" marR="0" lvl="0" indent="-276225" algn="l" defTabSz="914400" rtl="0" eaLnBrk="0" fontAlgn="base" latinLnBrk="0" hangingPunct="0">
              <a:lnSpc>
                <a:spcPct val="85000"/>
              </a:lnSpc>
              <a:spcBef>
                <a:spcPct val="20000"/>
              </a:spcBef>
              <a:spcAft>
                <a:spcPts val="600"/>
              </a:spcAft>
              <a:buClr>
                <a:srgbClr val="000099"/>
              </a:buClr>
              <a:buSzPct val="100000"/>
              <a:buFont typeface="Wingdings" charset="2"/>
              <a:buChar char="§"/>
              <a:tabLst/>
              <a:defRPr/>
            </a:pPr>
            <a:r>
              <a:rPr kumimoji="0" lang="en-US" sz="2400" b="0" i="0" u="none" strike="noStrike" kern="0" cap="none" spc="0" normalizeH="0" baseline="0" noProof="0" dirty="0">
                <a:ln>
                  <a:noFill/>
                </a:ln>
                <a:solidFill>
                  <a:prstClr val="black"/>
                </a:solidFill>
                <a:effectLst/>
                <a:uLnTx/>
                <a:uFillTx/>
                <a:latin typeface="Calibri" panose="020F0502020204030204"/>
                <a:ea typeface="ＭＳ Ｐゴシック" charset="0"/>
              </a:rPr>
              <a:t>Encapsulates datagram in frame</a:t>
            </a:r>
          </a:p>
          <a:p>
            <a:pPr marL="400050" marR="0" lvl="0" indent="-276225" algn="l" defTabSz="914400" rtl="0" eaLnBrk="0" fontAlgn="base" latinLnBrk="0" hangingPunct="0">
              <a:lnSpc>
                <a:spcPct val="85000"/>
              </a:lnSpc>
              <a:spcBef>
                <a:spcPct val="20000"/>
              </a:spcBef>
              <a:spcAft>
                <a:spcPts val="600"/>
              </a:spcAft>
              <a:buClr>
                <a:srgbClr val="000099"/>
              </a:buClr>
              <a:buSzPct val="100000"/>
              <a:buFont typeface="Wingdings" charset="2"/>
              <a:buChar char="§"/>
              <a:tabLst/>
              <a:defRPr/>
            </a:pPr>
            <a:r>
              <a:rPr kumimoji="0" lang="en-US" sz="2400" b="0" i="0" u="none" strike="noStrike" kern="0" cap="none" spc="0" normalizeH="0" baseline="0" noProof="0" dirty="0">
                <a:ln>
                  <a:noFill/>
                </a:ln>
                <a:solidFill>
                  <a:prstClr val="black"/>
                </a:solidFill>
                <a:effectLst/>
                <a:uLnTx/>
                <a:uFillTx/>
                <a:latin typeface="Calibri" panose="020F0502020204030204"/>
                <a:ea typeface="ＭＳ Ｐゴシック" charset="0"/>
              </a:rPr>
              <a:t>Adds error checking bits, reliable data transfer, flow control, etc.</a:t>
            </a:r>
          </a:p>
        </p:txBody>
      </p:sp>
      <p:sp>
        <p:nvSpPr>
          <p:cNvPr id="82" name="Rectangle 4">
            <a:extLst>
              <a:ext uri="{FF2B5EF4-FFF2-40B4-BE49-F238E27FC236}">
                <a16:creationId xmlns:a16="http://schemas.microsoft.com/office/drawing/2014/main" id="{CE6ED78C-4BB6-A242-9D70-6F08129C21FF}"/>
              </a:ext>
            </a:extLst>
          </p:cNvPr>
          <p:cNvSpPr txBox="1">
            <a:spLocks noChangeArrowheads="1"/>
          </p:cNvSpPr>
          <p:nvPr/>
        </p:nvSpPr>
        <p:spPr bwMode="auto">
          <a:xfrm>
            <a:off x="6683664" y="4606063"/>
            <a:ext cx="4829464" cy="18510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0" marR="0" lvl="0" indent="0" algn="l" defTabSz="914400" rtl="0" eaLnBrk="0" fontAlgn="base" latinLnBrk="0" hangingPunct="0">
              <a:lnSpc>
                <a:spcPct val="85000"/>
              </a:lnSpc>
              <a:spcBef>
                <a:spcPct val="20000"/>
              </a:spcBef>
              <a:spcAft>
                <a:spcPts val="600"/>
              </a:spcAft>
              <a:buClr>
                <a:srgbClr val="000099"/>
              </a:buClr>
              <a:buSzPct val="100000"/>
              <a:buFont typeface="Wingdings" charset="2"/>
              <a:buNone/>
              <a:tabLst/>
              <a:defRPr/>
            </a:pPr>
            <a:r>
              <a:rPr kumimoji="0" lang="en-US" sz="2400" b="0" i="0" u="none" strike="noStrike" kern="0" cap="none" spc="0" normalizeH="0" baseline="0" noProof="0" dirty="0">
                <a:ln>
                  <a:noFill/>
                </a:ln>
                <a:solidFill>
                  <a:prstClr val="black"/>
                </a:solidFill>
                <a:effectLst/>
                <a:uLnTx/>
                <a:uFillTx/>
                <a:latin typeface="Calibri" panose="020F0502020204030204"/>
                <a:ea typeface="ＭＳ Ｐゴシック" charset="0"/>
                <a:cs typeface="+mn-cs"/>
              </a:rPr>
              <a:t>Receiving side:</a:t>
            </a:r>
          </a:p>
          <a:p>
            <a:pPr marL="400050" marR="0" lvl="0" indent="-276225" algn="l" defTabSz="914400" rtl="0" eaLnBrk="0" fontAlgn="base" latinLnBrk="0" hangingPunct="0">
              <a:lnSpc>
                <a:spcPct val="85000"/>
              </a:lnSpc>
              <a:spcBef>
                <a:spcPct val="20000"/>
              </a:spcBef>
              <a:spcAft>
                <a:spcPts val="600"/>
              </a:spcAft>
              <a:buClr>
                <a:srgbClr val="000099"/>
              </a:buClr>
              <a:buSzPct val="100000"/>
              <a:buFont typeface="Wingdings" charset="2"/>
              <a:buChar char="§"/>
              <a:tabLst/>
              <a:defRPr/>
            </a:pPr>
            <a:r>
              <a:rPr kumimoji="0" lang="en-US" sz="2400" b="0" i="0" u="none" strike="noStrike" kern="0" cap="none" spc="0" normalizeH="0" baseline="0" noProof="0" dirty="0">
                <a:ln>
                  <a:noFill/>
                </a:ln>
                <a:solidFill>
                  <a:prstClr val="black"/>
                </a:solidFill>
                <a:effectLst/>
                <a:uLnTx/>
                <a:uFillTx/>
                <a:latin typeface="Calibri" panose="020F0502020204030204"/>
                <a:ea typeface="ＭＳ Ｐゴシック" charset="0"/>
              </a:rPr>
              <a:t>Looks for errors, reliable data transfer, flow control, etc.</a:t>
            </a:r>
          </a:p>
          <a:p>
            <a:pPr marL="400050" marR="0" lvl="0" indent="-276225" algn="l" defTabSz="914400" rtl="0" eaLnBrk="0" fontAlgn="base" latinLnBrk="0" hangingPunct="0">
              <a:lnSpc>
                <a:spcPct val="85000"/>
              </a:lnSpc>
              <a:spcBef>
                <a:spcPct val="20000"/>
              </a:spcBef>
              <a:spcAft>
                <a:spcPts val="600"/>
              </a:spcAft>
              <a:buClr>
                <a:srgbClr val="000099"/>
              </a:buClr>
              <a:buSzPct val="100000"/>
              <a:buFont typeface="Wingdings" charset="2"/>
              <a:buChar char="§"/>
              <a:tabLst/>
              <a:defRPr/>
            </a:pPr>
            <a:r>
              <a:rPr kumimoji="0" lang="en-US" sz="2400" b="0" i="0" u="none" strike="noStrike" kern="0" cap="none" spc="0" normalizeH="0" baseline="0" noProof="0" dirty="0">
                <a:ln>
                  <a:noFill/>
                </a:ln>
                <a:solidFill>
                  <a:prstClr val="black"/>
                </a:solidFill>
                <a:effectLst/>
                <a:uLnTx/>
                <a:uFillTx/>
                <a:latin typeface="Calibri" panose="020F0502020204030204"/>
                <a:ea typeface="ＭＳ Ｐゴシック" charset="0"/>
              </a:rPr>
              <a:t>Extracts datagram, passes to upper layer at receiving side</a:t>
            </a:r>
          </a:p>
        </p:txBody>
      </p:sp>
      <p:grpSp>
        <p:nvGrpSpPr>
          <p:cNvPr id="8" name="Group 7">
            <a:extLst>
              <a:ext uri="{FF2B5EF4-FFF2-40B4-BE49-F238E27FC236}">
                <a16:creationId xmlns:a16="http://schemas.microsoft.com/office/drawing/2014/main" id="{537C4F57-1245-0842-89E6-D0D42B4637B1}"/>
              </a:ext>
            </a:extLst>
          </p:cNvPr>
          <p:cNvGrpSpPr/>
          <p:nvPr/>
        </p:nvGrpSpPr>
        <p:grpSpPr>
          <a:xfrm>
            <a:off x="957300" y="3054812"/>
            <a:ext cx="1569900" cy="338554"/>
            <a:chOff x="946500" y="2082812"/>
            <a:chExt cx="1569900" cy="338554"/>
          </a:xfrm>
          <a:effectLst>
            <a:outerShdw blurRad="50800" dist="38100" dir="18900000" algn="bl" rotWithShape="0">
              <a:prstClr val="black">
                <a:alpha val="40000"/>
              </a:prstClr>
            </a:outerShdw>
          </a:effectLst>
        </p:grpSpPr>
        <p:sp>
          <p:nvSpPr>
            <p:cNvPr id="104" name="Rectangle 103">
              <a:extLst>
                <a:ext uri="{FF2B5EF4-FFF2-40B4-BE49-F238E27FC236}">
                  <a16:creationId xmlns:a16="http://schemas.microsoft.com/office/drawing/2014/main" id="{9EDCCCEE-3CB2-1846-BBAC-01DB77CF94E9}"/>
                </a:ext>
              </a:extLst>
            </p:cNvPr>
            <p:cNvSpPr/>
            <p:nvPr/>
          </p:nvSpPr>
          <p:spPr>
            <a:xfrm>
              <a:off x="977194" y="2096985"/>
              <a:ext cx="1539206" cy="31141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5" name="TextBox 104">
              <a:extLst>
                <a:ext uri="{FF2B5EF4-FFF2-40B4-BE49-F238E27FC236}">
                  <a16:creationId xmlns:a16="http://schemas.microsoft.com/office/drawing/2014/main" id="{0B6EC950-6D21-8943-AD9A-1A9BA731F563}"/>
                </a:ext>
              </a:extLst>
            </p:cNvPr>
            <p:cNvSpPr txBox="1"/>
            <p:nvPr/>
          </p:nvSpPr>
          <p:spPr>
            <a:xfrm>
              <a:off x="946500" y="2082812"/>
              <a:ext cx="61590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link</a:t>
              </a:r>
              <a:r>
                <a:rPr kumimoji="0" lang="en-US" sz="1600" b="0" i="0" u="none" strike="noStrike" kern="1200" cap="none" spc="0" normalizeH="0" baseline="-25000" noProof="0" dirty="0">
                  <a:ln>
                    <a:noFill/>
                  </a:ln>
                  <a:solidFill>
                    <a:prstClr val="black"/>
                  </a:solidFill>
                  <a:effectLst/>
                  <a:uLnTx/>
                  <a:uFillTx/>
                  <a:latin typeface="Calibri"/>
                  <a:ea typeface="+mn-ea"/>
                  <a:cs typeface="+mn-cs"/>
                </a:rPr>
                <a:t>h</a:t>
              </a:r>
            </a:p>
          </p:txBody>
        </p:sp>
      </p:grpSp>
      <p:grpSp>
        <p:nvGrpSpPr>
          <p:cNvPr id="9" name="Group 8">
            <a:extLst>
              <a:ext uri="{FF2B5EF4-FFF2-40B4-BE49-F238E27FC236}">
                <a16:creationId xmlns:a16="http://schemas.microsoft.com/office/drawing/2014/main" id="{3974AB8B-EB99-0441-9682-66840F3A7F92}"/>
              </a:ext>
            </a:extLst>
          </p:cNvPr>
          <p:cNvGrpSpPr/>
          <p:nvPr/>
        </p:nvGrpSpPr>
        <p:grpSpPr>
          <a:xfrm>
            <a:off x="955870" y="3055124"/>
            <a:ext cx="1642179" cy="339427"/>
            <a:chOff x="8795014" y="27710"/>
            <a:chExt cx="1642179" cy="339427"/>
          </a:xfrm>
        </p:grpSpPr>
        <p:grpSp>
          <p:nvGrpSpPr>
            <p:cNvPr id="108" name="Group 107">
              <a:extLst>
                <a:ext uri="{FF2B5EF4-FFF2-40B4-BE49-F238E27FC236}">
                  <a16:creationId xmlns:a16="http://schemas.microsoft.com/office/drawing/2014/main" id="{3F4BB85F-69FB-5247-9776-577109762BF8}"/>
                </a:ext>
              </a:extLst>
            </p:cNvPr>
            <p:cNvGrpSpPr/>
            <p:nvPr/>
          </p:nvGrpSpPr>
          <p:grpSpPr>
            <a:xfrm>
              <a:off x="8795014" y="28583"/>
              <a:ext cx="1569900" cy="338554"/>
              <a:chOff x="946500" y="2082812"/>
              <a:chExt cx="1569900" cy="338554"/>
            </a:xfrm>
            <a:effectLst>
              <a:outerShdw blurRad="50800" dist="38100" dir="18900000" algn="bl" rotWithShape="0">
                <a:prstClr val="black">
                  <a:alpha val="40000"/>
                </a:prstClr>
              </a:outerShdw>
            </a:effectLst>
          </p:grpSpPr>
          <p:sp>
            <p:nvSpPr>
              <p:cNvPr id="109" name="Rectangle 108">
                <a:extLst>
                  <a:ext uri="{FF2B5EF4-FFF2-40B4-BE49-F238E27FC236}">
                    <a16:creationId xmlns:a16="http://schemas.microsoft.com/office/drawing/2014/main" id="{DBC16E38-D878-DA40-BBB8-6FB0CDBAC30B}"/>
                  </a:ext>
                </a:extLst>
              </p:cNvPr>
              <p:cNvSpPr/>
              <p:nvPr/>
            </p:nvSpPr>
            <p:spPr>
              <a:xfrm>
                <a:off x="977194" y="2096985"/>
                <a:ext cx="1539206" cy="31141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0" name="TextBox 109">
                <a:extLst>
                  <a:ext uri="{FF2B5EF4-FFF2-40B4-BE49-F238E27FC236}">
                    <a16:creationId xmlns:a16="http://schemas.microsoft.com/office/drawing/2014/main" id="{1A787236-15FA-7C49-9EC5-8D58F317FD53}"/>
                  </a:ext>
                </a:extLst>
              </p:cNvPr>
              <p:cNvSpPr txBox="1"/>
              <p:nvPr/>
            </p:nvSpPr>
            <p:spPr>
              <a:xfrm>
                <a:off x="946500" y="2082812"/>
                <a:ext cx="61590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link</a:t>
                </a:r>
                <a:r>
                  <a:rPr kumimoji="0" lang="en-US" sz="1600" b="0" i="0" u="none" strike="noStrike" kern="1200" cap="none" spc="0" normalizeH="0" baseline="-25000" noProof="0" dirty="0">
                    <a:ln>
                      <a:noFill/>
                    </a:ln>
                    <a:solidFill>
                      <a:prstClr val="black"/>
                    </a:solidFill>
                    <a:effectLst/>
                    <a:uLnTx/>
                    <a:uFillTx/>
                    <a:latin typeface="Calibri"/>
                    <a:ea typeface="+mn-ea"/>
                    <a:cs typeface="+mn-cs"/>
                  </a:rPr>
                  <a:t>h</a:t>
                </a:r>
              </a:p>
            </p:txBody>
          </p:sp>
        </p:grpSp>
        <p:grpSp>
          <p:nvGrpSpPr>
            <p:cNvPr id="111" name="Group 110">
              <a:extLst>
                <a:ext uri="{FF2B5EF4-FFF2-40B4-BE49-F238E27FC236}">
                  <a16:creationId xmlns:a16="http://schemas.microsoft.com/office/drawing/2014/main" id="{C005BFB6-442F-8B4F-A9BE-E9EA4B39C815}"/>
                </a:ext>
              </a:extLst>
            </p:cNvPr>
            <p:cNvGrpSpPr/>
            <p:nvPr/>
          </p:nvGrpSpPr>
          <p:grpSpPr>
            <a:xfrm>
              <a:off x="9386857" y="27710"/>
              <a:ext cx="1050336" cy="338554"/>
              <a:chOff x="1551732" y="2084406"/>
              <a:chExt cx="1050336" cy="338554"/>
            </a:xfrm>
          </p:grpSpPr>
          <p:sp>
            <p:nvSpPr>
              <p:cNvPr id="112" name="Rectangle 111">
                <a:extLst>
                  <a:ext uri="{FF2B5EF4-FFF2-40B4-BE49-F238E27FC236}">
                    <a16:creationId xmlns:a16="http://schemas.microsoft.com/office/drawing/2014/main" id="{D71FB187-96E4-244B-AF15-E9CD3D0042E1}"/>
                  </a:ext>
                </a:extLst>
              </p:cNvPr>
              <p:cNvSpPr/>
              <p:nvPr/>
            </p:nvSpPr>
            <p:spPr>
              <a:xfrm>
                <a:off x="1568121" y="2133017"/>
                <a:ext cx="925841" cy="246705"/>
              </a:xfrm>
              <a:prstGeom prst="rect">
                <a:avLst/>
              </a:prstGeom>
              <a:solidFill>
                <a:schemeClr val="bg1"/>
              </a:solidFill>
              <a:ln w="12700">
                <a:solidFill>
                  <a:srgbClr val="0070C0"/>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3" name="TextBox 112">
                <a:extLst>
                  <a:ext uri="{FF2B5EF4-FFF2-40B4-BE49-F238E27FC236}">
                    <a16:creationId xmlns:a16="http://schemas.microsoft.com/office/drawing/2014/main" id="{B0772B65-2D38-BD48-890B-AE81492D2152}"/>
                  </a:ext>
                </a:extLst>
              </p:cNvPr>
              <p:cNvSpPr txBox="1"/>
              <p:nvPr/>
            </p:nvSpPr>
            <p:spPr>
              <a:xfrm>
                <a:off x="1551732" y="2084406"/>
                <a:ext cx="1050336" cy="338554"/>
              </a:xfrm>
              <a:prstGeom prst="rect">
                <a:avLst/>
              </a:prstGeom>
              <a:noFill/>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datagram</a:t>
                </a:r>
              </a:p>
            </p:txBody>
          </p:sp>
        </p:grpSp>
      </p:grpSp>
      <p:grpSp>
        <p:nvGrpSpPr>
          <p:cNvPr id="7" name="Group 6">
            <a:extLst>
              <a:ext uri="{FF2B5EF4-FFF2-40B4-BE49-F238E27FC236}">
                <a16:creationId xmlns:a16="http://schemas.microsoft.com/office/drawing/2014/main" id="{496E2B94-DB9A-7246-AFC8-1AF4BF171909}"/>
              </a:ext>
            </a:extLst>
          </p:cNvPr>
          <p:cNvGrpSpPr/>
          <p:nvPr/>
        </p:nvGrpSpPr>
        <p:grpSpPr>
          <a:xfrm>
            <a:off x="1551732" y="2080806"/>
            <a:ext cx="1050336" cy="338554"/>
            <a:chOff x="1551732" y="2084406"/>
            <a:chExt cx="1050336" cy="338554"/>
          </a:xfrm>
        </p:grpSpPr>
        <p:sp>
          <p:nvSpPr>
            <p:cNvPr id="97" name="Rectangle 96">
              <a:extLst>
                <a:ext uri="{FF2B5EF4-FFF2-40B4-BE49-F238E27FC236}">
                  <a16:creationId xmlns:a16="http://schemas.microsoft.com/office/drawing/2014/main" id="{0FE69BAF-1146-6E49-A666-E323A3E57C63}"/>
                </a:ext>
              </a:extLst>
            </p:cNvPr>
            <p:cNvSpPr/>
            <p:nvPr/>
          </p:nvSpPr>
          <p:spPr>
            <a:xfrm>
              <a:off x="1568121" y="2133017"/>
              <a:ext cx="925841" cy="246705"/>
            </a:xfrm>
            <a:prstGeom prst="rect">
              <a:avLst/>
            </a:prstGeom>
            <a:solidFill>
              <a:schemeClr val="bg1"/>
            </a:solidFill>
            <a:ln w="12700">
              <a:solidFill>
                <a:srgbClr val="0070C0"/>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8" name="TextBox 97">
              <a:extLst>
                <a:ext uri="{FF2B5EF4-FFF2-40B4-BE49-F238E27FC236}">
                  <a16:creationId xmlns:a16="http://schemas.microsoft.com/office/drawing/2014/main" id="{16546C0F-2F99-5D49-9B71-D806E1F4AC4B}"/>
                </a:ext>
              </a:extLst>
            </p:cNvPr>
            <p:cNvSpPr txBox="1"/>
            <p:nvPr/>
          </p:nvSpPr>
          <p:spPr>
            <a:xfrm>
              <a:off x="1551732" y="2084406"/>
              <a:ext cx="1050336" cy="338554"/>
            </a:xfrm>
            <a:prstGeom prst="rect">
              <a:avLst/>
            </a:prstGeom>
            <a:noFill/>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datagram</a:t>
              </a:r>
            </a:p>
          </p:txBody>
        </p:sp>
      </p:grpSp>
      <p:grpSp>
        <p:nvGrpSpPr>
          <p:cNvPr id="12" name="Group 11">
            <a:extLst>
              <a:ext uri="{FF2B5EF4-FFF2-40B4-BE49-F238E27FC236}">
                <a16:creationId xmlns:a16="http://schemas.microsoft.com/office/drawing/2014/main" id="{AE4DCBCE-E716-334C-BD5E-3775F82A2DA5}"/>
              </a:ext>
            </a:extLst>
          </p:cNvPr>
          <p:cNvGrpSpPr/>
          <p:nvPr/>
        </p:nvGrpSpPr>
        <p:grpSpPr>
          <a:xfrm>
            <a:off x="9888337" y="3037360"/>
            <a:ext cx="1050336" cy="338554"/>
            <a:chOff x="309834" y="1124253"/>
            <a:chExt cx="1050336" cy="338554"/>
          </a:xfrm>
        </p:grpSpPr>
        <p:sp>
          <p:nvSpPr>
            <p:cNvPr id="132" name="Rectangle 131">
              <a:extLst>
                <a:ext uri="{FF2B5EF4-FFF2-40B4-BE49-F238E27FC236}">
                  <a16:creationId xmlns:a16="http://schemas.microsoft.com/office/drawing/2014/main" id="{E80854FB-94FB-5641-A2CE-545956B45415}"/>
                </a:ext>
              </a:extLst>
            </p:cNvPr>
            <p:cNvSpPr/>
            <p:nvPr/>
          </p:nvSpPr>
          <p:spPr>
            <a:xfrm>
              <a:off x="326223" y="1172864"/>
              <a:ext cx="925841" cy="246705"/>
            </a:xfrm>
            <a:prstGeom prst="rect">
              <a:avLst/>
            </a:prstGeom>
            <a:solidFill>
              <a:schemeClr val="bg1"/>
            </a:solidFill>
            <a:ln w="12700">
              <a:solidFill>
                <a:srgbClr val="0070C0"/>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33" name="TextBox 132">
              <a:extLst>
                <a:ext uri="{FF2B5EF4-FFF2-40B4-BE49-F238E27FC236}">
                  <a16:creationId xmlns:a16="http://schemas.microsoft.com/office/drawing/2014/main" id="{D9C16815-500B-C54D-BE20-C80213A27D36}"/>
                </a:ext>
              </a:extLst>
            </p:cNvPr>
            <p:cNvSpPr txBox="1"/>
            <p:nvPr/>
          </p:nvSpPr>
          <p:spPr>
            <a:xfrm>
              <a:off x="309834" y="1124253"/>
              <a:ext cx="1050336" cy="338554"/>
            </a:xfrm>
            <a:prstGeom prst="rect">
              <a:avLst/>
            </a:prstGeom>
            <a:noFill/>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datagram</a:t>
              </a:r>
            </a:p>
          </p:txBody>
        </p:sp>
      </p:grpSp>
    </p:spTree>
    <p:extLst>
      <p:ext uri="{BB962C8B-B14F-4D97-AF65-F5344CB8AC3E}">
        <p14:creationId xmlns:p14="http://schemas.microsoft.com/office/powerpoint/2010/main" val="2927595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2.5E-6 7.40741E-7 L -2.5E-6 0.14236 " pathEditMode="relative" rAng="0" ptsTypes="AA">
                                      <p:cBhvr>
                                        <p:cTn id="6" dur="2000" fill="hold"/>
                                        <p:tgtEl>
                                          <p:spTgt spid="7"/>
                                        </p:tgtEl>
                                        <p:attrNameLst>
                                          <p:attrName>ppt_x</p:attrName>
                                          <p:attrName>ppt_y</p:attrName>
                                        </p:attrNameLst>
                                      </p:cBhvr>
                                      <p:rCtr x="0" y="7106"/>
                                    </p:animMotion>
                                  </p:childTnLst>
                                </p:cTn>
                              </p:par>
                            </p:childTnLst>
                          </p:cTn>
                        </p:par>
                        <p:par>
                          <p:cTn id="7" fill="hold">
                            <p:stCondLst>
                              <p:cond delay="2000"/>
                            </p:stCondLst>
                            <p:childTnLst>
                              <p:par>
                                <p:cTn id="8" presetID="9" presetClass="entr" presetSubtype="0" fill="hold" nodeType="after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dissolve">
                                      <p:cBhvr>
                                        <p:cTn id="10" dur="500"/>
                                        <p:tgtEl>
                                          <p:spTgt spid="8"/>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81"/>
                                        </p:tgtEl>
                                        <p:attrNameLst>
                                          <p:attrName>style.visibility</p:attrName>
                                        </p:attrNameLst>
                                      </p:cBhvr>
                                      <p:to>
                                        <p:strVal val="visible"/>
                                      </p:to>
                                    </p:set>
                                    <p:animEffect transition="in" filter="dissolve">
                                      <p:cBhvr>
                                        <p:cTn id="13" dur="500"/>
                                        <p:tgtEl>
                                          <p:spTgt spid="81"/>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xit" presetSubtype="0" fill="hold" nodeType="clickEffect">
                                  <p:stCondLst>
                                    <p:cond delay="0"/>
                                  </p:stCondLst>
                                  <p:childTnLst>
                                    <p:animEffect transition="out" filter="dissolve">
                                      <p:cBhvr>
                                        <p:cTn id="17" dur="500"/>
                                        <p:tgtEl>
                                          <p:spTgt spid="7"/>
                                        </p:tgtEl>
                                      </p:cBhvr>
                                    </p:animEffect>
                                    <p:set>
                                      <p:cBhvr>
                                        <p:cTn id="18" dur="1" fill="hold">
                                          <p:stCondLst>
                                            <p:cond delay="499"/>
                                          </p:stCondLst>
                                        </p:cTn>
                                        <p:tgtEl>
                                          <p:spTgt spid="7"/>
                                        </p:tgtEl>
                                        <p:attrNameLst>
                                          <p:attrName>style.visibility</p:attrName>
                                        </p:attrNameLst>
                                      </p:cBhvr>
                                      <p:to>
                                        <p:strVal val="hidden"/>
                                      </p:to>
                                    </p:set>
                                  </p:childTnLst>
                                </p:cTn>
                              </p:par>
                              <p:par>
                                <p:cTn id="19" presetID="9" presetClass="exit" presetSubtype="0" fill="hold" nodeType="withEffect">
                                  <p:stCondLst>
                                    <p:cond delay="0"/>
                                  </p:stCondLst>
                                  <p:childTnLst>
                                    <p:animEffect transition="out" filter="dissolve">
                                      <p:cBhvr>
                                        <p:cTn id="20" dur="500"/>
                                        <p:tgtEl>
                                          <p:spTgt spid="8"/>
                                        </p:tgtEl>
                                      </p:cBhvr>
                                    </p:animEffect>
                                    <p:set>
                                      <p:cBhvr>
                                        <p:cTn id="21" dur="1" fill="hold">
                                          <p:stCondLst>
                                            <p:cond delay="499"/>
                                          </p:stCondLst>
                                        </p:cTn>
                                        <p:tgtEl>
                                          <p:spTgt spid="8"/>
                                        </p:tgtEl>
                                        <p:attrNameLst>
                                          <p:attrName>style.visibility</p:attrName>
                                        </p:attrNameLst>
                                      </p:cBhvr>
                                      <p:to>
                                        <p:strVal val="hidden"/>
                                      </p:to>
                                    </p:set>
                                  </p:childTnLst>
                                </p:cTn>
                              </p:par>
                              <p:par>
                                <p:cTn id="22" presetID="9" presetClass="entr" presetSubtype="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dissolve">
                                      <p:cBhvr>
                                        <p:cTn id="24" dur="500"/>
                                        <p:tgtEl>
                                          <p:spTgt spid="9"/>
                                        </p:tgtEl>
                                      </p:cBhvr>
                                    </p:animEffect>
                                  </p:childTnLst>
                                </p:cTn>
                              </p:par>
                            </p:childTnLst>
                          </p:cTn>
                        </p:par>
                        <p:par>
                          <p:cTn id="25" fill="hold">
                            <p:stCondLst>
                              <p:cond delay="500"/>
                            </p:stCondLst>
                            <p:childTnLst>
                              <p:par>
                                <p:cTn id="26" presetID="0" presetClass="path" presetSubtype="0" accel="50000" decel="50000" fill="hold" nodeType="afterEffect">
                                  <p:stCondLst>
                                    <p:cond delay="0"/>
                                  </p:stCondLst>
                                  <p:childTnLst>
                                    <p:animMotion origin="layout" path="M -3.125E-6 -0.00023 C 0.00078 0.05555 0.0017 0.11111 0.00261 0.1669 L 0.68633 0.17477 L 0.68633 -0.00301 " pathEditMode="relative" rAng="0" ptsTypes="AAAA">
                                      <p:cBhvr>
                                        <p:cTn id="27" dur="2000" fill="hold"/>
                                        <p:tgtEl>
                                          <p:spTgt spid="9"/>
                                        </p:tgtEl>
                                        <p:attrNameLst>
                                          <p:attrName>ppt_x</p:attrName>
                                          <p:attrName>ppt_y</p:attrName>
                                        </p:attrNameLst>
                                      </p:cBhvr>
                                      <p:rCtr x="34310" y="8611"/>
                                    </p:animMotion>
                                  </p:childTnLst>
                                </p:cTn>
                              </p:par>
                            </p:childTnLst>
                          </p:cTn>
                        </p:par>
                        <p:par>
                          <p:cTn id="28" fill="hold">
                            <p:stCondLst>
                              <p:cond delay="2500"/>
                            </p:stCondLst>
                            <p:childTnLst>
                              <p:par>
                                <p:cTn id="29" presetID="9" presetClass="entr" presetSubtype="0" fill="hold" grpId="0" nodeType="afterEffect">
                                  <p:stCondLst>
                                    <p:cond delay="0"/>
                                  </p:stCondLst>
                                  <p:childTnLst>
                                    <p:set>
                                      <p:cBhvr>
                                        <p:cTn id="30" dur="1" fill="hold">
                                          <p:stCondLst>
                                            <p:cond delay="0"/>
                                          </p:stCondLst>
                                        </p:cTn>
                                        <p:tgtEl>
                                          <p:spTgt spid="82"/>
                                        </p:tgtEl>
                                        <p:attrNameLst>
                                          <p:attrName>style.visibility</p:attrName>
                                        </p:attrNameLst>
                                      </p:cBhvr>
                                      <p:to>
                                        <p:strVal val="visible"/>
                                      </p:to>
                                    </p:set>
                                    <p:animEffect transition="in" filter="dissolve">
                                      <p:cBhvr>
                                        <p:cTn id="31" dur="500"/>
                                        <p:tgtEl>
                                          <p:spTgt spid="82"/>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xit" presetSubtype="0" fill="hold" nodeType="clickEffect">
                                  <p:stCondLst>
                                    <p:cond delay="0"/>
                                  </p:stCondLst>
                                  <p:childTnLst>
                                    <p:animEffect transition="out" filter="dissolve">
                                      <p:cBhvr>
                                        <p:cTn id="35" dur="500"/>
                                        <p:tgtEl>
                                          <p:spTgt spid="9"/>
                                        </p:tgtEl>
                                      </p:cBhvr>
                                    </p:animEffect>
                                    <p:set>
                                      <p:cBhvr>
                                        <p:cTn id="36" dur="1" fill="hold">
                                          <p:stCondLst>
                                            <p:cond delay="499"/>
                                          </p:stCondLst>
                                        </p:cTn>
                                        <p:tgtEl>
                                          <p:spTgt spid="9"/>
                                        </p:tgtEl>
                                        <p:attrNameLst>
                                          <p:attrName>style.visibility</p:attrName>
                                        </p:attrNameLst>
                                      </p:cBhvr>
                                      <p:to>
                                        <p:strVal val="hidden"/>
                                      </p:to>
                                    </p:set>
                                  </p:childTnLst>
                                </p:cTn>
                              </p:par>
                              <p:par>
                                <p:cTn id="37" presetID="9" presetClass="entr" presetSubtype="0" fill="hold"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dissolve">
                                      <p:cBhvr>
                                        <p:cTn id="39" dur="500"/>
                                        <p:tgtEl>
                                          <p:spTgt spid="12"/>
                                        </p:tgtEl>
                                      </p:cBhvr>
                                    </p:animEffect>
                                  </p:childTnLst>
                                </p:cTn>
                              </p:par>
                            </p:childTnLst>
                          </p:cTn>
                        </p:par>
                        <p:par>
                          <p:cTn id="40" fill="hold">
                            <p:stCondLst>
                              <p:cond delay="500"/>
                            </p:stCondLst>
                            <p:childTnLst>
                              <p:par>
                                <p:cTn id="41" presetID="0" presetClass="path" presetSubtype="0" accel="50000" decel="50000" fill="hold" nodeType="afterEffect">
                                  <p:stCondLst>
                                    <p:cond delay="0"/>
                                  </p:stCondLst>
                                  <p:childTnLst>
                                    <p:animMotion origin="layout" path="M 0.00052 -0.00023 L -0.00039 -0.13842 " pathEditMode="relative" rAng="0" ptsTypes="AA">
                                      <p:cBhvr>
                                        <p:cTn id="42" dur="2000" fill="hold"/>
                                        <p:tgtEl>
                                          <p:spTgt spid="12"/>
                                        </p:tgtEl>
                                        <p:attrNameLst>
                                          <p:attrName>ppt_x</p:attrName>
                                          <p:attrName>ppt_y</p:attrName>
                                        </p:attrNameLst>
                                      </p:cBhvr>
                                      <p:rCtr x="-52" y="-692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p:bldP spid="8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DEE17-7817-5E9D-9095-310AE7C565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E69FAA-6EC6-BF43-F74D-3342937427DC}"/>
              </a:ext>
            </a:extLst>
          </p:cNvPr>
          <p:cNvSpPr txBox="1">
            <a:spLocks/>
          </p:cNvSpPr>
          <p:nvPr/>
        </p:nvSpPr>
        <p:spPr>
          <a:xfrm>
            <a:off x="546662" y="152400"/>
            <a:ext cx="6551791" cy="1650991"/>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6000">
                <a:cs typeface="Calibri" panose="020F0502020204030204" pitchFamily="34" charset="0"/>
              </a:rPr>
              <a:t>Roadmap</a:t>
            </a:r>
            <a:endParaRPr lang="en-US" sz="6000" dirty="0"/>
          </a:p>
        </p:txBody>
      </p:sp>
      <p:sp>
        <p:nvSpPr>
          <p:cNvPr id="3" name="Rectangle 4">
            <a:extLst>
              <a:ext uri="{FF2B5EF4-FFF2-40B4-BE49-F238E27FC236}">
                <a16:creationId xmlns:a16="http://schemas.microsoft.com/office/drawing/2014/main" id="{85D7BC28-5B16-8F8D-3CF1-AA4003E3B5CD}"/>
              </a:ext>
            </a:extLst>
          </p:cNvPr>
          <p:cNvSpPr txBox="1">
            <a:spLocks noChangeArrowheads="1"/>
          </p:cNvSpPr>
          <p:nvPr/>
        </p:nvSpPr>
        <p:spPr>
          <a:xfrm>
            <a:off x="327703" y="1646990"/>
            <a:ext cx="11536594" cy="49783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3225" indent="-285750">
              <a:spcBef>
                <a:spcPts val="800"/>
              </a:spcBef>
              <a:spcAft>
                <a:spcPts val="600"/>
              </a:spcAft>
              <a:buClr>
                <a:schemeClr val="bg1">
                  <a:lumMod val="85000"/>
                </a:schemeClr>
              </a:buClr>
            </a:pPr>
            <a:r>
              <a:rPr lang="en-US" altLang="en-US" sz="3600" b="1" i="1" dirty="0">
                <a:solidFill>
                  <a:schemeClr val="bg1">
                    <a:lumMod val="85000"/>
                  </a:schemeClr>
                </a:solidFill>
                <a:latin typeface="Calibri" panose="020F0502020204030204" pitchFamily="34" charset="0"/>
                <a:cs typeface="Calibri" panose="020F0502020204030204" pitchFamily="34" charset="0"/>
              </a:rPr>
              <a:t>Link Layer and LAN</a:t>
            </a:r>
          </a:p>
          <a:p>
            <a:pPr marL="403225" indent="-285750">
              <a:spcBef>
                <a:spcPts val="800"/>
              </a:spcBef>
              <a:spcAft>
                <a:spcPts val="600"/>
              </a:spcAft>
              <a:buClr>
                <a:schemeClr val="bg1">
                  <a:lumMod val="85000"/>
                </a:schemeClr>
              </a:buClr>
            </a:pPr>
            <a:r>
              <a:rPr lang="en-US" altLang="en-US" sz="3600" b="1" i="1" dirty="0">
                <a:latin typeface="Calibri" panose="020F0502020204030204" pitchFamily="34" charset="0"/>
                <a:cs typeface="Calibri" panose="020F0502020204030204" pitchFamily="34" charset="0"/>
              </a:rPr>
              <a:t>Multiple Access Protocol</a:t>
            </a:r>
          </a:p>
          <a:p>
            <a:pPr marL="403225" indent="-285750">
              <a:spcBef>
                <a:spcPts val="800"/>
              </a:spcBef>
              <a:spcAft>
                <a:spcPts val="600"/>
              </a:spcAft>
              <a:buClr>
                <a:schemeClr val="bg1">
                  <a:lumMod val="85000"/>
                </a:schemeClr>
              </a:buClr>
            </a:pPr>
            <a:r>
              <a:rPr lang="en-US" altLang="en-US" sz="3600" b="1" i="1" dirty="0">
                <a:solidFill>
                  <a:schemeClr val="bg1">
                    <a:lumMod val="85000"/>
                  </a:schemeClr>
                </a:solidFill>
                <a:latin typeface="Calibri" panose="020F0502020204030204" pitchFamily="34" charset="0"/>
                <a:cs typeface="Calibri" panose="020F0502020204030204" pitchFamily="34" charset="0"/>
              </a:rPr>
              <a:t>Sending Ethernet Packets</a:t>
            </a:r>
          </a:p>
          <a:p>
            <a:pPr marL="403225" indent="-285750">
              <a:spcBef>
                <a:spcPts val="800"/>
              </a:spcBef>
              <a:spcAft>
                <a:spcPts val="600"/>
              </a:spcAft>
              <a:buClr>
                <a:schemeClr val="bg1">
                  <a:lumMod val="85000"/>
                </a:schemeClr>
              </a:buClr>
            </a:pPr>
            <a:endParaRPr lang="en-US" altLang="en-US" sz="3600" i="1" dirty="0">
              <a:solidFill>
                <a:schemeClr val="bg1">
                  <a:lumMod val="85000"/>
                </a:schemeClr>
              </a:solidFill>
              <a:latin typeface="Calibri" panose="020F0502020204030204" pitchFamily="34" charset="0"/>
              <a:cs typeface="Calibri" panose="020F0502020204030204" pitchFamily="34" charset="0"/>
            </a:endParaRPr>
          </a:p>
          <a:p>
            <a:pPr marL="403225" indent="-285750">
              <a:spcBef>
                <a:spcPts val="800"/>
              </a:spcBef>
              <a:spcAft>
                <a:spcPts val="600"/>
              </a:spcAft>
              <a:buClr>
                <a:schemeClr val="bg1">
                  <a:lumMod val="85000"/>
                </a:schemeClr>
              </a:buClr>
            </a:pPr>
            <a:endParaRPr lang="en-US" altLang="en-US" sz="3600" b="1" i="1" dirty="0">
              <a:latin typeface="Calibri" panose="020F0502020204030204" pitchFamily="34" charset="0"/>
              <a:cs typeface="Calibri" panose="020F0502020204030204" pitchFamily="34" charset="0"/>
            </a:endParaRPr>
          </a:p>
          <a:p>
            <a:pPr marL="403225" indent="-285750">
              <a:spcBef>
                <a:spcPts val="800"/>
              </a:spcBef>
              <a:spcAft>
                <a:spcPts val="600"/>
              </a:spcAft>
              <a:buClr>
                <a:schemeClr val="bg1">
                  <a:lumMod val="85000"/>
                </a:schemeClr>
              </a:buClr>
            </a:pPr>
            <a:endParaRPr lang="en-US" altLang="en-US" sz="3600" i="1" dirty="0">
              <a:solidFill>
                <a:schemeClr val="bg1">
                  <a:lumMod val="8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058476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5">
            <a:extLst>
              <a:ext uri="{FF2B5EF4-FFF2-40B4-BE49-F238E27FC236}">
                <a16:creationId xmlns:a16="http://schemas.microsoft.com/office/drawing/2014/main" id="{F4FC8A3C-3772-C2CB-738A-5B25A1008E4A}"/>
              </a:ext>
            </a:extLst>
          </p:cNvPr>
          <p:cNvSpPr txBox="1">
            <a:spLocks/>
          </p:cNvSpPr>
          <p:nvPr/>
        </p:nvSpPr>
        <p:spPr>
          <a:xfrm>
            <a:off x="506184" y="191448"/>
            <a:ext cx="11179629" cy="7368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t>Connecting Local Hosts</a:t>
            </a:r>
            <a:endParaRPr lang="en-US" dirty="0"/>
          </a:p>
        </p:txBody>
      </p:sp>
      <p:grpSp>
        <p:nvGrpSpPr>
          <p:cNvPr id="50" name="Group 49">
            <a:extLst>
              <a:ext uri="{FF2B5EF4-FFF2-40B4-BE49-F238E27FC236}">
                <a16:creationId xmlns:a16="http://schemas.microsoft.com/office/drawing/2014/main" id="{4F441AE0-4A9E-C2C2-8162-A339D395A038}"/>
              </a:ext>
            </a:extLst>
          </p:cNvPr>
          <p:cNvGrpSpPr/>
          <p:nvPr/>
        </p:nvGrpSpPr>
        <p:grpSpPr>
          <a:xfrm>
            <a:off x="1695879" y="2663677"/>
            <a:ext cx="2070000" cy="1648400"/>
            <a:chOff x="2178860" y="2981865"/>
            <a:chExt cx="2070000" cy="1648400"/>
          </a:xfrm>
        </p:grpSpPr>
        <p:sp>
          <p:nvSpPr>
            <p:cNvPr id="22" name="Google Shape;253;p28">
              <a:extLst>
                <a:ext uri="{FF2B5EF4-FFF2-40B4-BE49-F238E27FC236}">
                  <a16:creationId xmlns:a16="http://schemas.microsoft.com/office/drawing/2014/main" id="{68DF3B6A-C97F-EF08-4879-EA1CFA6FB5F7}"/>
                </a:ext>
              </a:extLst>
            </p:cNvPr>
            <p:cNvSpPr/>
            <p:nvPr/>
          </p:nvSpPr>
          <p:spPr>
            <a:xfrm>
              <a:off x="2178860" y="3659465"/>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cxnSp>
          <p:nvCxnSpPr>
            <p:cNvPr id="23" name="Google Shape;254;p28">
              <a:extLst>
                <a:ext uri="{FF2B5EF4-FFF2-40B4-BE49-F238E27FC236}">
                  <a16:creationId xmlns:a16="http://schemas.microsoft.com/office/drawing/2014/main" id="{5FA7DBFF-01DC-1E6E-972C-F2C1BE1F2528}"/>
                </a:ext>
              </a:extLst>
            </p:cNvPr>
            <p:cNvCxnSpPr>
              <a:stCxn id="22" idx="6"/>
            </p:cNvCxnSpPr>
            <p:nvPr/>
          </p:nvCxnSpPr>
          <p:spPr>
            <a:xfrm>
              <a:off x="2463860" y="3801965"/>
              <a:ext cx="1500000" cy="0"/>
            </a:xfrm>
            <a:prstGeom prst="straightConnector1">
              <a:avLst/>
            </a:prstGeom>
            <a:noFill/>
            <a:ln w="19050" cap="flat" cmpd="sng">
              <a:solidFill>
                <a:srgbClr val="000000"/>
              </a:solidFill>
              <a:prstDash val="solid"/>
              <a:round/>
              <a:headEnd type="none" w="med" len="med"/>
              <a:tailEnd type="none" w="med" len="med"/>
            </a:ln>
          </p:spPr>
        </p:cxnSp>
        <p:sp>
          <p:nvSpPr>
            <p:cNvPr id="24" name="Google Shape;255;p28">
              <a:extLst>
                <a:ext uri="{FF2B5EF4-FFF2-40B4-BE49-F238E27FC236}">
                  <a16:creationId xmlns:a16="http://schemas.microsoft.com/office/drawing/2014/main" id="{E7614366-7050-C4F6-8A0C-71380B5AEB35}"/>
                </a:ext>
              </a:extLst>
            </p:cNvPr>
            <p:cNvSpPr/>
            <p:nvPr/>
          </p:nvSpPr>
          <p:spPr>
            <a:xfrm>
              <a:off x="3963860" y="3659465"/>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25" name="Google Shape;256;p28">
              <a:extLst>
                <a:ext uri="{FF2B5EF4-FFF2-40B4-BE49-F238E27FC236}">
                  <a16:creationId xmlns:a16="http://schemas.microsoft.com/office/drawing/2014/main" id="{55876FDB-8413-E167-A563-AA7A33448FFF}"/>
                </a:ext>
              </a:extLst>
            </p:cNvPr>
            <p:cNvSpPr/>
            <p:nvPr/>
          </p:nvSpPr>
          <p:spPr>
            <a:xfrm>
              <a:off x="2178860" y="4345265"/>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dirty="0">
                  <a:latin typeface="Roboto"/>
                  <a:ea typeface="Roboto"/>
                  <a:cs typeface="Roboto"/>
                  <a:sym typeface="Roboto"/>
                </a:rPr>
                <a:t>D</a:t>
              </a:r>
              <a:endParaRPr dirty="0">
                <a:latin typeface="Roboto"/>
                <a:ea typeface="Roboto"/>
                <a:cs typeface="Roboto"/>
                <a:sym typeface="Roboto"/>
              </a:endParaRPr>
            </a:p>
          </p:txBody>
        </p:sp>
        <p:sp>
          <p:nvSpPr>
            <p:cNvPr id="26" name="Google Shape;257;p28">
              <a:extLst>
                <a:ext uri="{FF2B5EF4-FFF2-40B4-BE49-F238E27FC236}">
                  <a16:creationId xmlns:a16="http://schemas.microsoft.com/office/drawing/2014/main" id="{E16D5FFF-8153-EAA3-A647-C95B18B8D220}"/>
                </a:ext>
              </a:extLst>
            </p:cNvPr>
            <p:cNvSpPr/>
            <p:nvPr/>
          </p:nvSpPr>
          <p:spPr>
            <a:xfrm>
              <a:off x="3963860" y="4345265"/>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E</a:t>
              </a:r>
              <a:endParaRPr>
                <a:latin typeface="Roboto"/>
                <a:ea typeface="Roboto"/>
                <a:cs typeface="Roboto"/>
                <a:sym typeface="Roboto"/>
              </a:endParaRPr>
            </a:p>
          </p:txBody>
        </p:sp>
        <p:sp>
          <p:nvSpPr>
            <p:cNvPr id="27" name="Google Shape;258;p28">
              <a:extLst>
                <a:ext uri="{FF2B5EF4-FFF2-40B4-BE49-F238E27FC236}">
                  <a16:creationId xmlns:a16="http://schemas.microsoft.com/office/drawing/2014/main" id="{5B98E147-ABAA-9E3D-07E8-905C8B09AE73}"/>
                </a:ext>
              </a:extLst>
            </p:cNvPr>
            <p:cNvSpPr/>
            <p:nvPr/>
          </p:nvSpPr>
          <p:spPr>
            <a:xfrm>
              <a:off x="3071360" y="2981865"/>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cxnSp>
          <p:nvCxnSpPr>
            <p:cNvPr id="28" name="Google Shape;259;p28">
              <a:extLst>
                <a:ext uri="{FF2B5EF4-FFF2-40B4-BE49-F238E27FC236}">
                  <a16:creationId xmlns:a16="http://schemas.microsoft.com/office/drawing/2014/main" id="{9ACDF090-31F9-17E0-E309-28DB7EF54CBE}"/>
                </a:ext>
              </a:extLst>
            </p:cNvPr>
            <p:cNvCxnSpPr>
              <a:stCxn id="25" idx="0"/>
              <a:endCxn id="27" idx="4"/>
            </p:cNvCxnSpPr>
            <p:nvPr/>
          </p:nvCxnSpPr>
          <p:spPr>
            <a:xfrm rot="10800000" flipH="1">
              <a:off x="2321360" y="3266765"/>
              <a:ext cx="892500" cy="1078500"/>
            </a:xfrm>
            <a:prstGeom prst="straightConnector1">
              <a:avLst/>
            </a:prstGeom>
            <a:noFill/>
            <a:ln w="19050" cap="flat" cmpd="sng">
              <a:solidFill>
                <a:srgbClr val="000000"/>
              </a:solidFill>
              <a:prstDash val="solid"/>
              <a:round/>
              <a:headEnd type="none" w="med" len="med"/>
              <a:tailEnd type="none" w="med" len="med"/>
            </a:ln>
          </p:spPr>
        </p:cxnSp>
        <p:cxnSp>
          <p:nvCxnSpPr>
            <p:cNvPr id="29" name="Google Shape;260;p28">
              <a:extLst>
                <a:ext uri="{FF2B5EF4-FFF2-40B4-BE49-F238E27FC236}">
                  <a16:creationId xmlns:a16="http://schemas.microsoft.com/office/drawing/2014/main" id="{41AFCD33-C140-A8AF-8CD5-389A27633B62}"/>
                </a:ext>
              </a:extLst>
            </p:cNvPr>
            <p:cNvCxnSpPr>
              <a:stCxn id="26" idx="0"/>
              <a:endCxn id="27" idx="4"/>
            </p:cNvCxnSpPr>
            <p:nvPr/>
          </p:nvCxnSpPr>
          <p:spPr>
            <a:xfrm rot="10800000">
              <a:off x="3213860" y="3266765"/>
              <a:ext cx="892500" cy="1078500"/>
            </a:xfrm>
            <a:prstGeom prst="straightConnector1">
              <a:avLst/>
            </a:prstGeom>
            <a:noFill/>
            <a:ln w="19050" cap="flat" cmpd="sng">
              <a:solidFill>
                <a:srgbClr val="000000"/>
              </a:solidFill>
              <a:prstDash val="solid"/>
              <a:round/>
              <a:headEnd type="none" w="med" len="med"/>
              <a:tailEnd type="none" w="med" len="med"/>
            </a:ln>
          </p:spPr>
        </p:cxnSp>
        <p:cxnSp>
          <p:nvCxnSpPr>
            <p:cNvPr id="30" name="Google Shape;261;p28">
              <a:extLst>
                <a:ext uri="{FF2B5EF4-FFF2-40B4-BE49-F238E27FC236}">
                  <a16:creationId xmlns:a16="http://schemas.microsoft.com/office/drawing/2014/main" id="{5707A5C2-34B2-6A5D-1272-AF9F8FC71D51}"/>
                </a:ext>
              </a:extLst>
            </p:cNvPr>
            <p:cNvCxnSpPr>
              <a:stCxn id="22" idx="0"/>
              <a:endCxn id="27" idx="4"/>
            </p:cNvCxnSpPr>
            <p:nvPr/>
          </p:nvCxnSpPr>
          <p:spPr>
            <a:xfrm rot="10800000" flipH="1">
              <a:off x="2321360" y="3266765"/>
              <a:ext cx="892500" cy="392700"/>
            </a:xfrm>
            <a:prstGeom prst="straightConnector1">
              <a:avLst/>
            </a:prstGeom>
            <a:noFill/>
            <a:ln w="19050" cap="flat" cmpd="sng">
              <a:solidFill>
                <a:srgbClr val="000000"/>
              </a:solidFill>
              <a:prstDash val="solid"/>
              <a:round/>
              <a:headEnd type="none" w="med" len="med"/>
              <a:tailEnd type="none" w="med" len="med"/>
            </a:ln>
          </p:spPr>
        </p:cxnSp>
        <p:cxnSp>
          <p:nvCxnSpPr>
            <p:cNvPr id="31" name="Google Shape;262;p28">
              <a:extLst>
                <a:ext uri="{FF2B5EF4-FFF2-40B4-BE49-F238E27FC236}">
                  <a16:creationId xmlns:a16="http://schemas.microsoft.com/office/drawing/2014/main" id="{F573F6BC-0FF6-AF40-657E-2F1402D08D8D}"/>
                </a:ext>
              </a:extLst>
            </p:cNvPr>
            <p:cNvCxnSpPr>
              <a:stCxn id="24" idx="0"/>
              <a:endCxn id="27" idx="4"/>
            </p:cNvCxnSpPr>
            <p:nvPr/>
          </p:nvCxnSpPr>
          <p:spPr>
            <a:xfrm rot="10800000">
              <a:off x="3213860" y="3266765"/>
              <a:ext cx="892500" cy="392700"/>
            </a:xfrm>
            <a:prstGeom prst="straightConnector1">
              <a:avLst/>
            </a:prstGeom>
            <a:noFill/>
            <a:ln w="19050" cap="flat" cmpd="sng">
              <a:solidFill>
                <a:srgbClr val="000000"/>
              </a:solidFill>
              <a:prstDash val="solid"/>
              <a:round/>
              <a:headEnd type="none" w="med" len="med"/>
              <a:tailEnd type="none" w="med" len="med"/>
            </a:ln>
          </p:spPr>
        </p:cxnSp>
        <p:cxnSp>
          <p:nvCxnSpPr>
            <p:cNvPr id="32" name="Google Shape;263;p28">
              <a:extLst>
                <a:ext uri="{FF2B5EF4-FFF2-40B4-BE49-F238E27FC236}">
                  <a16:creationId xmlns:a16="http://schemas.microsoft.com/office/drawing/2014/main" id="{475A8778-C8BD-8683-2004-71AEA4AB9B13}"/>
                </a:ext>
              </a:extLst>
            </p:cNvPr>
            <p:cNvCxnSpPr>
              <a:stCxn id="25" idx="0"/>
              <a:endCxn id="22" idx="4"/>
            </p:cNvCxnSpPr>
            <p:nvPr/>
          </p:nvCxnSpPr>
          <p:spPr>
            <a:xfrm rot="10800000">
              <a:off x="2321360" y="3944465"/>
              <a:ext cx="0" cy="400800"/>
            </a:xfrm>
            <a:prstGeom prst="straightConnector1">
              <a:avLst/>
            </a:prstGeom>
            <a:noFill/>
            <a:ln w="19050" cap="flat" cmpd="sng">
              <a:solidFill>
                <a:srgbClr val="000000"/>
              </a:solidFill>
              <a:prstDash val="solid"/>
              <a:round/>
              <a:headEnd type="none" w="med" len="med"/>
              <a:tailEnd type="none" w="med" len="med"/>
            </a:ln>
          </p:spPr>
        </p:cxnSp>
        <p:cxnSp>
          <p:nvCxnSpPr>
            <p:cNvPr id="33" name="Google Shape;264;p28">
              <a:extLst>
                <a:ext uri="{FF2B5EF4-FFF2-40B4-BE49-F238E27FC236}">
                  <a16:creationId xmlns:a16="http://schemas.microsoft.com/office/drawing/2014/main" id="{F487F2D5-8A99-F3BA-D0D8-6CAABB8C571D}"/>
                </a:ext>
              </a:extLst>
            </p:cNvPr>
            <p:cNvCxnSpPr>
              <a:stCxn id="26" idx="0"/>
              <a:endCxn id="24" idx="4"/>
            </p:cNvCxnSpPr>
            <p:nvPr/>
          </p:nvCxnSpPr>
          <p:spPr>
            <a:xfrm rot="10800000">
              <a:off x="4106360" y="3944465"/>
              <a:ext cx="0" cy="400800"/>
            </a:xfrm>
            <a:prstGeom prst="straightConnector1">
              <a:avLst/>
            </a:prstGeom>
            <a:noFill/>
            <a:ln w="19050" cap="flat" cmpd="sng">
              <a:solidFill>
                <a:srgbClr val="000000"/>
              </a:solidFill>
              <a:prstDash val="solid"/>
              <a:round/>
              <a:headEnd type="none" w="med" len="med"/>
              <a:tailEnd type="none" w="med" len="med"/>
            </a:ln>
          </p:spPr>
        </p:cxnSp>
        <p:cxnSp>
          <p:nvCxnSpPr>
            <p:cNvPr id="34" name="Google Shape;265;p28">
              <a:extLst>
                <a:ext uri="{FF2B5EF4-FFF2-40B4-BE49-F238E27FC236}">
                  <a16:creationId xmlns:a16="http://schemas.microsoft.com/office/drawing/2014/main" id="{66F24149-3962-2609-9A05-5CC116AE4F3C}"/>
                </a:ext>
              </a:extLst>
            </p:cNvPr>
            <p:cNvCxnSpPr>
              <a:stCxn id="25" idx="6"/>
              <a:endCxn id="24" idx="2"/>
            </p:cNvCxnSpPr>
            <p:nvPr/>
          </p:nvCxnSpPr>
          <p:spPr>
            <a:xfrm rot="10800000" flipH="1">
              <a:off x="2463860" y="3801965"/>
              <a:ext cx="1500000" cy="685800"/>
            </a:xfrm>
            <a:prstGeom prst="straightConnector1">
              <a:avLst/>
            </a:prstGeom>
            <a:noFill/>
            <a:ln w="19050" cap="flat" cmpd="sng">
              <a:solidFill>
                <a:srgbClr val="000000"/>
              </a:solidFill>
              <a:prstDash val="solid"/>
              <a:round/>
              <a:headEnd type="none" w="med" len="med"/>
              <a:tailEnd type="none" w="med" len="med"/>
            </a:ln>
          </p:spPr>
        </p:cxnSp>
        <p:cxnSp>
          <p:nvCxnSpPr>
            <p:cNvPr id="35" name="Google Shape;266;p28">
              <a:extLst>
                <a:ext uri="{FF2B5EF4-FFF2-40B4-BE49-F238E27FC236}">
                  <a16:creationId xmlns:a16="http://schemas.microsoft.com/office/drawing/2014/main" id="{0D0CD1E6-8C95-C27E-E806-D7EC02A2EC91}"/>
                </a:ext>
              </a:extLst>
            </p:cNvPr>
            <p:cNvCxnSpPr>
              <a:stCxn id="26" idx="2"/>
              <a:endCxn id="22" idx="6"/>
            </p:cNvCxnSpPr>
            <p:nvPr/>
          </p:nvCxnSpPr>
          <p:spPr>
            <a:xfrm rot="10800000">
              <a:off x="2463860" y="3801965"/>
              <a:ext cx="1500000" cy="685800"/>
            </a:xfrm>
            <a:prstGeom prst="straightConnector1">
              <a:avLst/>
            </a:prstGeom>
            <a:noFill/>
            <a:ln w="19050" cap="flat" cmpd="sng">
              <a:solidFill>
                <a:srgbClr val="000000"/>
              </a:solidFill>
              <a:prstDash val="solid"/>
              <a:round/>
              <a:headEnd type="none" w="med" len="med"/>
              <a:tailEnd type="none" w="med" len="med"/>
            </a:ln>
          </p:spPr>
        </p:cxnSp>
        <p:cxnSp>
          <p:nvCxnSpPr>
            <p:cNvPr id="36" name="Google Shape;267;p28">
              <a:extLst>
                <a:ext uri="{FF2B5EF4-FFF2-40B4-BE49-F238E27FC236}">
                  <a16:creationId xmlns:a16="http://schemas.microsoft.com/office/drawing/2014/main" id="{41FC1BEE-5FFA-85DB-1CEA-CACAFE6D509D}"/>
                </a:ext>
              </a:extLst>
            </p:cNvPr>
            <p:cNvCxnSpPr>
              <a:stCxn id="26" idx="2"/>
              <a:endCxn id="25" idx="6"/>
            </p:cNvCxnSpPr>
            <p:nvPr/>
          </p:nvCxnSpPr>
          <p:spPr>
            <a:xfrm rot="10800000">
              <a:off x="2463860" y="4487765"/>
              <a:ext cx="1500000" cy="0"/>
            </a:xfrm>
            <a:prstGeom prst="straightConnector1">
              <a:avLst/>
            </a:prstGeom>
            <a:noFill/>
            <a:ln w="19050" cap="flat" cmpd="sng">
              <a:solidFill>
                <a:srgbClr val="000000"/>
              </a:solidFill>
              <a:prstDash val="solid"/>
              <a:round/>
              <a:headEnd type="none" w="med" len="med"/>
              <a:tailEnd type="none" w="med" len="med"/>
            </a:ln>
          </p:spPr>
        </p:cxnSp>
      </p:grpSp>
      <p:grpSp>
        <p:nvGrpSpPr>
          <p:cNvPr id="51" name="Group 50">
            <a:extLst>
              <a:ext uri="{FF2B5EF4-FFF2-40B4-BE49-F238E27FC236}">
                <a16:creationId xmlns:a16="http://schemas.microsoft.com/office/drawing/2014/main" id="{DC606814-B3F1-60B1-ED40-2DAD5EB1A6D0}"/>
              </a:ext>
            </a:extLst>
          </p:cNvPr>
          <p:cNvGrpSpPr/>
          <p:nvPr/>
        </p:nvGrpSpPr>
        <p:grpSpPr>
          <a:xfrm>
            <a:off x="7556210" y="2649577"/>
            <a:ext cx="2723400" cy="589800"/>
            <a:chOff x="6402160" y="3507065"/>
            <a:chExt cx="2723400" cy="589800"/>
          </a:xfrm>
        </p:grpSpPr>
        <p:sp>
          <p:nvSpPr>
            <p:cNvPr id="37" name="Google Shape;268;p28">
              <a:extLst>
                <a:ext uri="{FF2B5EF4-FFF2-40B4-BE49-F238E27FC236}">
                  <a16:creationId xmlns:a16="http://schemas.microsoft.com/office/drawing/2014/main" id="{3079B92B-5393-4B67-EACC-740D912DC3A7}"/>
                </a:ext>
              </a:extLst>
            </p:cNvPr>
            <p:cNvSpPr/>
            <p:nvPr/>
          </p:nvSpPr>
          <p:spPr>
            <a:xfrm>
              <a:off x="6402160" y="3811865"/>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38" name="Google Shape;269;p28">
              <a:extLst>
                <a:ext uri="{FF2B5EF4-FFF2-40B4-BE49-F238E27FC236}">
                  <a16:creationId xmlns:a16="http://schemas.microsoft.com/office/drawing/2014/main" id="{0639F39F-89A5-7965-E05B-6154AF67D601}"/>
                </a:ext>
              </a:extLst>
            </p:cNvPr>
            <p:cNvSpPr/>
            <p:nvPr/>
          </p:nvSpPr>
          <p:spPr>
            <a:xfrm>
              <a:off x="7011760" y="3811865"/>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dirty="0">
                  <a:latin typeface="Roboto"/>
                  <a:ea typeface="Roboto"/>
                  <a:cs typeface="Roboto"/>
                  <a:sym typeface="Roboto"/>
                </a:rPr>
                <a:t>B</a:t>
              </a:r>
              <a:endParaRPr dirty="0">
                <a:latin typeface="Roboto"/>
                <a:ea typeface="Roboto"/>
                <a:cs typeface="Roboto"/>
                <a:sym typeface="Roboto"/>
              </a:endParaRPr>
            </a:p>
          </p:txBody>
        </p:sp>
        <p:sp>
          <p:nvSpPr>
            <p:cNvPr id="39" name="Google Shape;270;p28">
              <a:extLst>
                <a:ext uri="{FF2B5EF4-FFF2-40B4-BE49-F238E27FC236}">
                  <a16:creationId xmlns:a16="http://schemas.microsoft.com/office/drawing/2014/main" id="{0427706C-4D1B-4085-7070-51B844DE34CA}"/>
                </a:ext>
              </a:extLst>
            </p:cNvPr>
            <p:cNvSpPr/>
            <p:nvPr/>
          </p:nvSpPr>
          <p:spPr>
            <a:xfrm>
              <a:off x="7621360" y="3811865"/>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40" name="Google Shape;271;p28">
              <a:extLst>
                <a:ext uri="{FF2B5EF4-FFF2-40B4-BE49-F238E27FC236}">
                  <a16:creationId xmlns:a16="http://schemas.microsoft.com/office/drawing/2014/main" id="{CEE9C7DC-A46D-60AE-243F-45A7A80383F5}"/>
                </a:ext>
              </a:extLst>
            </p:cNvPr>
            <p:cNvSpPr/>
            <p:nvPr/>
          </p:nvSpPr>
          <p:spPr>
            <a:xfrm>
              <a:off x="8230960" y="3811865"/>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sp>
          <p:nvSpPr>
            <p:cNvPr id="41" name="Google Shape;272;p28">
              <a:extLst>
                <a:ext uri="{FF2B5EF4-FFF2-40B4-BE49-F238E27FC236}">
                  <a16:creationId xmlns:a16="http://schemas.microsoft.com/office/drawing/2014/main" id="{AC8AA7B5-E462-304E-1068-1017D44C5E7B}"/>
                </a:ext>
              </a:extLst>
            </p:cNvPr>
            <p:cNvSpPr/>
            <p:nvPr/>
          </p:nvSpPr>
          <p:spPr>
            <a:xfrm>
              <a:off x="8840560" y="3811865"/>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E</a:t>
              </a:r>
              <a:endParaRPr>
                <a:latin typeface="Roboto"/>
                <a:ea typeface="Roboto"/>
                <a:cs typeface="Roboto"/>
                <a:sym typeface="Roboto"/>
              </a:endParaRPr>
            </a:p>
          </p:txBody>
        </p:sp>
        <p:cxnSp>
          <p:nvCxnSpPr>
            <p:cNvPr id="42" name="Google Shape;273;p28">
              <a:extLst>
                <a:ext uri="{FF2B5EF4-FFF2-40B4-BE49-F238E27FC236}">
                  <a16:creationId xmlns:a16="http://schemas.microsoft.com/office/drawing/2014/main" id="{7E434A8C-65A2-0C56-A258-B8A9744BD175}"/>
                </a:ext>
              </a:extLst>
            </p:cNvPr>
            <p:cNvCxnSpPr/>
            <p:nvPr/>
          </p:nvCxnSpPr>
          <p:spPr>
            <a:xfrm rot="10800000">
              <a:off x="6544672" y="3507065"/>
              <a:ext cx="0" cy="304800"/>
            </a:xfrm>
            <a:prstGeom prst="straightConnector1">
              <a:avLst/>
            </a:prstGeom>
            <a:noFill/>
            <a:ln w="19050" cap="flat" cmpd="sng">
              <a:solidFill>
                <a:srgbClr val="000000"/>
              </a:solidFill>
              <a:prstDash val="solid"/>
              <a:round/>
              <a:headEnd type="none" w="med" len="med"/>
              <a:tailEnd type="none" w="med" len="med"/>
            </a:ln>
          </p:spPr>
        </p:cxnSp>
        <p:cxnSp>
          <p:nvCxnSpPr>
            <p:cNvPr id="43" name="Google Shape;274;p28">
              <a:extLst>
                <a:ext uri="{FF2B5EF4-FFF2-40B4-BE49-F238E27FC236}">
                  <a16:creationId xmlns:a16="http://schemas.microsoft.com/office/drawing/2014/main" id="{08FC1F3B-B463-4F88-2F15-1A517C255888}"/>
                </a:ext>
              </a:extLst>
            </p:cNvPr>
            <p:cNvCxnSpPr/>
            <p:nvPr/>
          </p:nvCxnSpPr>
          <p:spPr>
            <a:xfrm rot="10800000">
              <a:off x="7154272" y="3507065"/>
              <a:ext cx="0" cy="304800"/>
            </a:xfrm>
            <a:prstGeom prst="straightConnector1">
              <a:avLst/>
            </a:prstGeom>
            <a:noFill/>
            <a:ln w="19050" cap="flat" cmpd="sng">
              <a:solidFill>
                <a:srgbClr val="000000"/>
              </a:solidFill>
              <a:prstDash val="solid"/>
              <a:round/>
              <a:headEnd type="none" w="med" len="med"/>
              <a:tailEnd type="none" w="med" len="med"/>
            </a:ln>
          </p:spPr>
        </p:cxnSp>
        <p:cxnSp>
          <p:nvCxnSpPr>
            <p:cNvPr id="44" name="Google Shape;275;p28">
              <a:extLst>
                <a:ext uri="{FF2B5EF4-FFF2-40B4-BE49-F238E27FC236}">
                  <a16:creationId xmlns:a16="http://schemas.microsoft.com/office/drawing/2014/main" id="{FB090F59-24E4-0692-EF41-FAF1AD55F614}"/>
                </a:ext>
              </a:extLst>
            </p:cNvPr>
            <p:cNvCxnSpPr/>
            <p:nvPr/>
          </p:nvCxnSpPr>
          <p:spPr>
            <a:xfrm rot="10800000">
              <a:off x="7763872" y="3507065"/>
              <a:ext cx="0" cy="304800"/>
            </a:xfrm>
            <a:prstGeom prst="straightConnector1">
              <a:avLst/>
            </a:prstGeom>
            <a:noFill/>
            <a:ln w="19050" cap="flat" cmpd="sng">
              <a:solidFill>
                <a:srgbClr val="000000"/>
              </a:solidFill>
              <a:prstDash val="solid"/>
              <a:round/>
              <a:headEnd type="none" w="med" len="med"/>
              <a:tailEnd type="none" w="med" len="med"/>
            </a:ln>
          </p:spPr>
        </p:cxnSp>
        <p:cxnSp>
          <p:nvCxnSpPr>
            <p:cNvPr id="45" name="Google Shape;276;p28">
              <a:extLst>
                <a:ext uri="{FF2B5EF4-FFF2-40B4-BE49-F238E27FC236}">
                  <a16:creationId xmlns:a16="http://schemas.microsoft.com/office/drawing/2014/main" id="{754AC952-03DD-3FDB-47FC-273A854FCFC2}"/>
                </a:ext>
              </a:extLst>
            </p:cNvPr>
            <p:cNvCxnSpPr/>
            <p:nvPr/>
          </p:nvCxnSpPr>
          <p:spPr>
            <a:xfrm rot="10800000">
              <a:off x="8373472" y="3507065"/>
              <a:ext cx="0" cy="304800"/>
            </a:xfrm>
            <a:prstGeom prst="straightConnector1">
              <a:avLst/>
            </a:prstGeom>
            <a:noFill/>
            <a:ln w="19050" cap="flat" cmpd="sng">
              <a:solidFill>
                <a:srgbClr val="000000"/>
              </a:solidFill>
              <a:prstDash val="solid"/>
              <a:round/>
              <a:headEnd type="none" w="med" len="med"/>
              <a:tailEnd type="none" w="med" len="med"/>
            </a:ln>
          </p:spPr>
        </p:cxnSp>
        <p:cxnSp>
          <p:nvCxnSpPr>
            <p:cNvPr id="46" name="Google Shape;277;p28">
              <a:extLst>
                <a:ext uri="{FF2B5EF4-FFF2-40B4-BE49-F238E27FC236}">
                  <a16:creationId xmlns:a16="http://schemas.microsoft.com/office/drawing/2014/main" id="{97A168E1-64CB-5620-FB16-6E714CABC6AF}"/>
                </a:ext>
              </a:extLst>
            </p:cNvPr>
            <p:cNvCxnSpPr/>
            <p:nvPr/>
          </p:nvCxnSpPr>
          <p:spPr>
            <a:xfrm rot="10800000">
              <a:off x="8983072" y="3507065"/>
              <a:ext cx="0" cy="304800"/>
            </a:xfrm>
            <a:prstGeom prst="straightConnector1">
              <a:avLst/>
            </a:prstGeom>
            <a:noFill/>
            <a:ln w="19050" cap="flat" cmpd="sng">
              <a:solidFill>
                <a:srgbClr val="000000"/>
              </a:solidFill>
              <a:prstDash val="solid"/>
              <a:round/>
              <a:headEnd type="none" w="med" len="med"/>
              <a:tailEnd type="none" w="med" len="med"/>
            </a:ln>
          </p:spPr>
        </p:cxnSp>
        <p:cxnSp>
          <p:nvCxnSpPr>
            <p:cNvPr id="47" name="Google Shape;278;p28">
              <a:extLst>
                <a:ext uri="{FF2B5EF4-FFF2-40B4-BE49-F238E27FC236}">
                  <a16:creationId xmlns:a16="http://schemas.microsoft.com/office/drawing/2014/main" id="{7DDC3098-3A65-53C6-9EF8-398EB07E32F0}"/>
                </a:ext>
              </a:extLst>
            </p:cNvPr>
            <p:cNvCxnSpPr/>
            <p:nvPr/>
          </p:nvCxnSpPr>
          <p:spPr>
            <a:xfrm>
              <a:off x="6535122" y="3507065"/>
              <a:ext cx="2457600" cy="0"/>
            </a:xfrm>
            <a:prstGeom prst="straightConnector1">
              <a:avLst/>
            </a:prstGeom>
            <a:noFill/>
            <a:ln w="19050" cap="flat" cmpd="sng">
              <a:solidFill>
                <a:srgbClr val="000000"/>
              </a:solidFill>
              <a:prstDash val="solid"/>
              <a:round/>
              <a:headEnd type="none" w="med" len="med"/>
              <a:tailEnd type="none" w="med" len="med"/>
            </a:ln>
          </p:spPr>
        </p:cxnSp>
      </p:grpSp>
      <p:sp>
        <p:nvSpPr>
          <p:cNvPr id="48" name="Google Shape;280;p28">
            <a:extLst>
              <a:ext uri="{FF2B5EF4-FFF2-40B4-BE49-F238E27FC236}">
                <a16:creationId xmlns:a16="http://schemas.microsoft.com/office/drawing/2014/main" id="{E03B66DC-3D08-57A7-69F2-A1BBBD10619D}"/>
              </a:ext>
            </a:extLst>
          </p:cNvPr>
          <p:cNvSpPr txBox="1"/>
          <p:nvPr/>
        </p:nvSpPr>
        <p:spPr>
          <a:xfrm>
            <a:off x="0" y="4195763"/>
            <a:ext cx="5786875" cy="2662237"/>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2000" b="1" dirty="0">
                <a:solidFill>
                  <a:schemeClr val="dk1"/>
                </a:solidFill>
                <a:ea typeface="Roboto"/>
                <a:cs typeface="Roboto"/>
                <a:sym typeface="Roboto"/>
              </a:rPr>
              <a:t>Option 1: Point-to-point links</a:t>
            </a:r>
            <a:endParaRPr lang="en" sz="2000" dirty="0">
              <a:solidFill>
                <a:schemeClr val="dk1"/>
              </a:solidFill>
              <a:ea typeface="Roboto"/>
              <a:cs typeface="Roboto"/>
              <a:sym typeface="Roboto"/>
            </a:endParaRPr>
          </a:p>
          <a:p>
            <a:pPr marL="285750" lvl="0" indent="-285750" algn="l" rtl="0">
              <a:lnSpc>
                <a:spcPct val="115000"/>
              </a:lnSpc>
              <a:spcBef>
                <a:spcPts val="0"/>
              </a:spcBef>
              <a:spcAft>
                <a:spcPts val="0"/>
              </a:spcAft>
              <a:buFont typeface="Arial" panose="020B0604020202020204" pitchFamily="34" charset="0"/>
              <a:buChar char="•"/>
            </a:pPr>
            <a:r>
              <a:rPr lang="en-US" sz="2000" dirty="0">
                <a:solidFill>
                  <a:schemeClr val="dk1"/>
                </a:solidFill>
                <a:ea typeface="Roboto"/>
                <a:cs typeface="Roboto"/>
                <a:sym typeface="Roboto"/>
              </a:rPr>
              <a:t>Every pair of hosts has a dedicated link</a:t>
            </a:r>
          </a:p>
          <a:p>
            <a:pPr marL="285750" lvl="0" indent="-285750">
              <a:lnSpc>
                <a:spcPct val="115000"/>
              </a:lnSpc>
              <a:buFont typeface="Arial" panose="020B0604020202020204" pitchFamily="34" charset="0"/>
              <a:buChar char="•"/>
            </a:pPr>
            <a:r>
              <a:rPr lang="en-US" sz="2000" dirty="0">
                <a:solidFill>
                  <a:schemeClr val="dk1"/>
                </a:solidFill>
                <a:ea typeface="Roboto"/>
                <a:cs typeface="Roboto"/>
                <a:sym typeface="Roboto"/>
              </a:rPr>
              <a:t>Expensive cabling and ports,</a:t>
            </a:r>
            <a:r>
              <a:rPr lang="en" sz="2000" dirty="0">
                <a:solidFill>
                  <a:schemeClr val="dk1"/>
                </a:solidFill>
                <a:ea typeface="Roboto"/>
                <a:cs typeface="Roboto"/>
                <a:sym typeface="Roboto"/>
              </a:rPr>
              <a:t> does not scale</a:t>
            </a:r>
            <a:r>
              <a:rPr lang="en-US" sz="2000" dirty="0">
                <a:solidFill>
                  <a:schemeClr val="dk1"/>
                </a:solidFill>
                <a:ea typeface="Roboto"/>
                <a:cs typeface="Roboto"/>
                <a:sym typeface="Roboto"/>
              </a:rPr>
              <a:t>:</a:t>
            </a:r>
          </a:p>
          <a:p>
            <a:pPr marL="742950" lvl="1" indent="-285750">
              <a:lnSpc>
                <a:spcPct val="115000"/>
              </a:lnSpc>
              <a:buFont typeface="Arial" panose="020B0604020202020204" pitchFamily="34" charset="0"/>
              <a:buChar char="•"/>
            </a:pPr>
            <a:r>
              <a:rPr lang="en-US" sz="2000" dirty="0">
                <a:solidFill>
                  <a:schemeClr val="dk1"/>
                </a:solidFill>
                <a:ea typeface="Roboto"/>
                <a:cs typeface="Roboto"/>
                <a:sym typeface="Roboto"/>
              </a:rPr>
              <a:t>For </a:t>
            </a:r>
            <a:r>
              <a:rPr lang="en-US" sz="2000" i="1" dirty="0">
                <a:solidFill>
                  <a:schemeClr val="dk1"/>
                </a:solidFill>
                <a:ea typeface="Roboto"/>
                <a:cs typeface="Roboto"/>
                <a:sym typeface="Roboto"/>
              </a:rPr>
              <a:t>N</a:t>
            </a:r>
            <a:r>
              <a:rPr lang="en-US" sz="2000" dirty="0">
                <a:solidFill>
                  <a:schemeClr val="dk1"/>
                </a:solidFill>
                <a:ea typeface="Roboto"/>
                <a:cs typeface="Roboto"/>
                <a:sym typeface="Roboto"/>
              </a:rPr>
              <a:t> hosts, need </a:t>
            </a:r>
            <a:r>
              <a:rPr lang="en-US" sz="2000" i="1" dirty="0">
                <a:solidFill>
                  <a:schemeClr val="dk1"/>
                </a:solidFill>
                <a:ea typeface="Roboto"/>
                <a:cs typeface="Roboto"/>
                <a:sym typeface="Roboto"/>
              </a:rPr>
              <a:t>N(N-1)/2 </a:t>
            </a:r>
            <a:r>
              <a:rPr lang="en-US" sz="2000" dirty="0">
                <a:solidFill>
                  <a:schemeClr val="dk1"/>
                </a:solidFill>
                <a:ea typeface="Roboto"/>
                <a:cs typeface="Roboto"/>
                <a:sym typeface="Roboto"/>
              </a:rPr>
              <a:t>links</a:t>
            </a:r>
          </a:p>
          <a:p>
            <a:pPr marL="742950" lvl="1" indent="-285750">
              <a:lnSpc>
                <a:spcPct val="115000"/>
              </a:lnSpc>
              <a:buFont typeface="Arial" panose="020B0604020202020204" pitchFamily="34" charset="0"/>
              <a:buChar char="•"/>
            </a:pPr>
            <a:r>
              <a:rPr lang="en" sz="2000" dirty="0">
                <a:solidFill>
                  <a:schemeClr val="dk1"/>
                </a:solidFill>
                <a:ea typeface="Roboto"/>
                <a:cs typeface="Roboto"/>
                <a:sym typeface="Roboto"/>
              </a:rPr>
              <a:t>For every new host, we have to add new links to every other host</a:t>
            </a:r>
          </a:p>
          <a:p>
            <a:pPr marL="742950" lvl="1" indent="-285750">
              <a:lnSpc>
                <a:spcPct val="115000"/>
              </a:lnSpc>
              <a:buFont typeface="Arial" panose="020B0604020202020204" pitchFamily="34" charset="0"/>
              <a:buChar char="•"/>
            </a:pPr>
            <a:r>
              <a:rPr lang="en" sz="2000" dirty="0">
                <a:solidFill>
                  <a:schemeClr val="dk1"/>
                </a:solidFill>
                <a:ea typeface="Roboto"/>
                <a:cs typeface="Roboto"/>
                <a:sym typeface="Roboto"/>
              </a:rPr>
              <a:t>Need a lot of (physical) ports per host</a:t>
            </a:r>
            <a:endParaRPr sz="2000" dirty="0">
              <a:solidFill>
                <a:schemeClr val="dk1"/>
              </a:solidFill>
              <a:ea typeface="Roboto"/>
              <a:cs typeface="Roboto"/>
              <a:sym typeface="Roboto"/>
            </a:endParaRPr>
          </a:p>
        </p:txBody>
      </p:sp>
      <p:sp>
        <p:nvSpPr>
          <p:cNvPr id="49" name="Google Shape;281;p28">
            <a:extLst>
              <a:ext uri="{FF2B5EF4-FFF2-40B4-BE49-F238E27FC236}">
                <a16:creationId xmlns:a16="http://schemas.microsoft.com/office/drawing/2014/main" id="{5FEAD29C-0BD7-F021-5216-7AED7DAFDA67}"/>
              </a:ext>
            </a:extLst>
          </p:cNvPr>
          <p:cNvSpPr txBox="1"/>
          <p:nvPr/>
        </p:nvSpPr>
        <p:spPr>
          <a:xfrm>
            <a:off x="5643820" y="3483777"/>
            <a:ext cx="6548180" cy="3370123"/>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b="1" dirty="0">
                <a:solidFill>
                  <a:schemeClr val="dk1"/>
                </a:solidFill>
                <a:ea typeface="Roboto"/>
                <a:cs typeface="Roboto"/>
                <a:sym typeface="Roboto"/>
              </a:rPr>
              <a:t>Option 2: Shared Medium (Boradcase link, bus Topology)</a:t>
            </a:r>
          </a:p>
          <a:p>
            <a:pPr marL="285750" lvl="0" indent="-285750">
              <a:lnSpc>
                <a:spcPct val="115000"/>
              </a:lnSpc>
              <a:buFont typeface="Arial" panose="020B0604020202020204" pitchFamily="34" charset="0"/>
              <a:buChar char="•"/>
            </a:pPr>
            <a:r>
              <a:rPr lang="en-US" altLang="zh-CN" dirty="0">
                <a:solidFill>
                  <a:schemeClr val="dk1"/>
                </a:solidFill>
                <a:ea typeface="Roboto"/>
                <a:cs typeface="Roboto"/>
                <a:sym typeface="Roboto"/>
              </a:rPr>
              <a:t>A</a:t>
            </a:r>
            <a:r>
              <a:rPr lang="en" dirty="0">
                <a:solidFill>
                  <a:schemeClr val="dk1"/>
                </a:solidFill>
                <a:ea typeface="Roboto"/>
                <a:cs typeface="Roboto"/>
                <a:sym typeface="Roboto"/>
              </a:rPr>
              <a:t> single wire can connect multiple computers. From the wire‘s perspective, the router is just a machine like any other</a:t>
            </a:r>
            <a:r>
              <a:rPr lang="en-US" dirty="0">
                <a:solidFill>
                  <a:schemeClr val="dk1"/>
                </a:solidFill>
                <a:ea typeface="Roboto"/>
                <a:cs typeface="Roboto"/>
                <a:sym typeface="Roboto"/>
              </a:rPr>
              <a:t>.</a:t>
            </a:r>
          </a:p>
          <a:p>
            <a:pPr marL="285750" lvl="0" indent="-285750" algn="l" rtl="0">
              <a:lnSpc>
                <a:spcPct val="115000"/>
              </a:lnSpc>
              <a:spcBef>
                <a:spcPts val="0"/>
              </a:spcBef>
              <a:spcAft>
                <a:spcPts val="0"/>
              </a:spcAft>
              <a:buFont typeface="Arial" panose="020B0604020202020204" pitchFamily="34" charset="0"/>
              <a:buChar char="•"/>
            </a:pPr>
            <a:r>
              <a:rPr lang="en-US" dirty="0">
                <a:solidFill>
                  <a:schemeClr val="dk1"/>
                </a:solidFill>
                <a:ea typeface="Roboto"/>
                <a:cs typeface="Roboto"/>
                <a:sym typeface="Roboto"/>
              </a:rPr>
              <a:t>All hosts connect to a single shared wire:</a:t>
            </a:r>
          </a:p>
          <a:p>
            <a:pPr marL="742950" lvl="1" indent="-285750">
              <a:lnSpc>
                <a:spcPct val="115000"/>
              </a:lnSpc>
              <a:buFont typeface="Arial" panose="020B0604020202020204" pitchFamily="34" charset="0"/>
              <a:buChar char="•"/>
            </a:pPr>
            <a:r>
              <a:rPr lang="en-US" dirty="0">
                <a:solidFill>
                  <a:schemeClr val="dk1"/>
                </a:solidFill>
                <a:ea typeface="Roboto"/>
                <a:cs typeface="Roboto"/>
                <a:sym typeface="Roboto"/>
              </a:rPr>
              <a:t>Just one cable - easy to add new hosts</a:t>
            </a:r>
          </a:p>
          <a:p>
            <a:pPr marL="742950" lvl="1" indent="-285750">
              <a:lnSpc>
                <a:spcPct val="115000"/>
              </a:lnSpc>
              <a:buFont typeface="Arial" panose="020B0604020202020204" pitchFamily="34" charset="0"/>
              <a:buChar char="•"/>
            </a:pPr>
            <a:r>
              <a:rPr lang="en-US" dirty="0">
                <a:solidFill>
                  <a:schemeClr val="dk1"/>
                </a:solidFill>
                <a:ea typeface="Roboto"/>
                <a:cs typeface="Roboto"/>
                <a:sym typeface="Roboto"/>
              </a:rPr>
              <a:t>Each host needs only 1 interface</a:t>
            </a:r>
          </a:p>
          <a:p>
            <a:pPr marL="285750" lvl="0" indent="-285750" algn="l" rtl="0">
              <a:lnSpc>
                <a:spcPct val="115000"/>
              </a:lnSpc>
              <a:spcBef>
                <a:spcPts val="0"/>
              </a:spcBef>
              <a:spcAft>
                <a:spcPts val="0"/>
              </a:spcAft>
              <a:buFont typeface="Arial" panose="020B0604020202020204" pitchFamily="34" charset="0"/>
              <a:buChar char="•"/>
            </a:pPr>
            <a:r>
              <a:rPr lang="en" dirty="0">
                <a:solidFill>
                  <a:schemeClr val="dk1"/>
                </a:solidFill>
                <a:ea typeface="Roboto"/>
                <a:cs typeface="Roboto"/>
                <a:sym typeface="Roboto"/>
              </a:rPr>
              <a:t>Introduces a new problem - </a:t>
            </a:r>
            <a:r>
              <a:rPr lang="en" b="1" dirty="0">
                <a:solidFill>
                  <a:srgbClr val="C00000"/>
                </a:solidFill>
                <a:ea typeface="Roboto"/>
                <a:cs typeface="Roboto"/>
                <a:sym typeface="Roboto"/>
              </a:rPr>
              <a:t>shared media</a:t>
            </a:r>
            <a:r>
              <a:rPr lang="en" b="1" dirty="0">
                <a:solidFill>
                  <a:schemeClr val="dk1"/>
                </a:solidFill>
                <a:ea typeface="Roboto"/>
                <a:cs typeface="Roboto"/>
                <a:sym typeface="Roboto"/>
              </a:rPr>
              <a:t>:</a:t>
            </a:r>
          </a:p>
          <a:p>
            <a:pPr marL="742950" lvl="1" indent="-285750">
              <a:lnSpc>
                <a:spcPct val="115000"/>
              </a:lnSpc>
              <a:buFont typeface="Arial" panose="020B0604020202020204" pitchFamily="34" charset="0"/>
              <a:buChar char="•"/>
            </a:pPr>
            <a:r>
              <a:rPr lang="en-US" dirty="0">
                <a:solidFill>
                  <a:schemeClr val="dk1"/>
                </a:solidFill>
                <a:ea typeface="Roboto"/>
                <a:cs typeface="Roboto"/>
                <a:sym typeface="Roboto"/>
              </a:rPr>
              <a:t>All hosts share the same communication channel</a:t>
            </a:r>
          </a:p>
          <a:p>
            <a:pPr marL="742950" lvl="1" indent="-285750">
              <a:lnSpc>
                <a:spcPct val="115000"/>
              </a:lnSpc>
              <a:buFont typeface="Arial" panose="020B0604020202020204" pitchFamily="34" charset="0"/>
              <a:buChar char="•"/>
            </a:pPr>
            <a:r>
              <a:rPr lang="en-US" dirty="0">
                <a:solidFill>
                  <a:schemeClr val="dk1"/>
                </a:solidFill>
                <a:ea typeface="Roboto"/>
                <a:cs typeface="Roboto"/>
                <a:sym typeface="Roboto"/>
              </a:rPr>
              <a:t>What if A and B transmit at the same time? → </a:t>
            </a:r>
            <a:r>
              <a:rPr lang="en-US" dirty="0">
                <a:solidFill>
                  <a:srgbClr val="C00000"/>
                </a:solidFill>
                <a:ea typeface="Roboto"/>
                <a:cs typeface="Roboto"/>
                <a:sym typeface="Roboto"/>
              </a:rPr>
              <a:t>COLLISION</a:t>
            </a:r>
            <a:r>
              <a:rPr lang="en-US" dirty="0">
                <a:solidFill>
                  <a:schemeClr val="dk1"/>
                </a:solidFill>
                <a:ea typeface="Roboto"/>
                <a:cs typeface="Roboto"/>
                <a:sym typeface="Roboto"/>
              </a:rPr>
              <a:t>!</a:t>
            </a:r>
          </a:p>
          <a:p>
            <a:pPr marL="742950" lvl="1" indent="-285750">
              <a:lnSpc>
                <a:spcPct val="115000"/>
              </a:lnSpc>
              <a:buFont typeface="Arial" panose="020B0604020202020204" pitchFamily="34" charset="0"/>
              <a:buChar char="•"/>
            </a:pPr>
            <a:r>
              <a:rPr lang="en-US" dirty="0">
                <a:solidFill>
                  <a:schemeClr val="dk1"/>
                </a:solidFill>
                <a:ea typeface="Roboto"/>
                <a:cs typeface="Roboto"/>
                <a:sym typeface="Roboto"/>
              </a:rPr>
              <a:t>Signals interfere, data corrupted</a:t>
            </a:r>
            <a:endParaRPr lang="en" dirty="0">
              <a:solidFill>
                <a:schemeClr val="dk1"/>
              </a:solidFill>
              <a:ea typeface="Roboto"/>
              <a:cs typeface="Roboto"/>
              <a:sym typeface="Roboto"/>
            </a:endParaRPr>
          </a:p>
        </p:txBody>
      </p:sp>
      <p:sp>
        <p:nvSpPr>
          <p:cNvPr id="5" name="TextBox 4">
            <a:extLst>
              <a:ext uri="{FF2B5EF4-FFF2-40B4-BE49-F238E27FC236}">
                <a16:creationId xmlns:a16="http://schemas.microsoft.com/office/drawing/2014/main" id="{27D8E086-FBBE-41B1-B864-273C00338053}"/>
              </a:ext>
            </a:extLst>
          </p:cNvPr>
          <p:cNvSpPr txBox="1"/>
          <p:nvPr/>
        </p:nvSpPr>
        <p:spPr>
          <a:xfrm>
            <a:off x="990598" y="854454"/>
            <a:ext cx="10210799" cy="1723549"/>
          </a:xfrm>
          <a:prstGeom prst="rect">
            <a:avLst/>
          </a:prstGeom>
          <a:noFill/>
        </p:spPr>
        <p:txBody>
          <a:bodyPr wrap="square">
            <a:spAutoFit/>
          </a:bodyPr>
          <a:lstStyle/>
          <a:p>
            <a:pPr>
              <a:spcAft>
                <a:spcPts val="600"/>
              </a:spcAft>
              <a:buNone/>
            </a:pPr>
            <a:r>
              <a:rPr lang="en-US" sz="2400" b="1" dirty="0"/>
              <a:t>Challenge: Building a Local Network</a:t>
            </a:r>
          </a:p>
          <a:p>
            <a:pPr>
              <a:spcAft>
                <a:spcPts val="600"/>
              </a:spcAft>
              <a:buNone/>
            </a:pPr>
            <a:r>
              <a:rPr lang="en-US" sz="2400" dirty="0"/>
              <a:t>Multiple hosts need to communicate in the same local area (e.g., office, home, campus building)</a:t>
            </a:r>
          </a:p>
          <a:p>
            <a:pPr>
              <a:spcAft>
                <a:spcPts val="600"/>
              </a:spcAft>
              <a:buNone/>
            </a:pPr>
            <a:r>
              <a:rPr lang="en-US" sz="2400" b="1" i="1" u="sng" dirty="0">
                <a:solidFill>
                  <a:srgbClr val="C00000"/>
                </a:solidFill>
              </a:rPr>
              <a:t>Q: </a:t>
            </a:r>
            <a:r>
              <a:rPr lang="en-US" sz="2400" b="1" dirty="0"/>
              <a:t>How do we physically connect them?</a:t>
            </a:r>
            <a:endParaRPr lang="en-US" sz="2400" dirty="0"/>
          </a:p>
        </p:txBody>
      </p:sp>
    </p:spTree>
    <p:extLst>
      <p:ext uri="{BB962C8B-B14F-4D97-AF65-F5344CB8AC3E}">
        <p14:creationId xmlns:p14="http://schemas.microsoft.com/office/powerpoint/2010/main" val="38123189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EAA78-A5C9-2877-8319-0458F32EDC43}"/>
            </a:ext>
          </a:extLst>
        </p:cNvPr>
        <p:cNvGrpSpPr/>
        <p:nvPr/>
      </p:nvGrpSpPr>
      <p:grpSpPr>
        <a:xfrm>
          <a:off x="0" y="0"/>
          <a:ext cx="0" cy="0"/>
          <a:chOff x="0" y="0"/>
          <a:chExt cx="0" cy="0"/>
        </a:xfrm>
      </p:grpSpPr>
      <p:sp>
        <p:nvSpPr>
          <p:cNvPr id="2" name="Title 5">
            <a:extLst>
              <a:ext uri="{FF2B5EF4-FFF2-40B4-BE49-F238E27FC236}">
                <a16:creationId xmlns:a16="http://schemas.microsoft.com/office/drawing/2014/main" id="{BEC4AB7C-B7F4-769B-7AAE-50BC2BFADF8F}"/>
              </a:ext>
            </a:extLst>
          </p:cNvPr>
          <p:cNvSpPr txBox="1">
            <a:spLocks/>
          </p:cNvSpPr>
          <p:nvPr/>
        </p:nvSpPr>
        <p:spPr>
          <a:xfrm>
            <a:off x="804793" y="190760"/>
            <a:ext cx="11179629" cy="7368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t>Shared Media and Multiple Access Protocols</a:t>
            </a:r>
            <a:endParaRPr lang="en-US" dirty="0"/>
          </a:p>
        </p:txBody>
      </p:sp>
      <p:sp>
        <p:nvSpPr>
          <p:cNvPr id="4" name="TextBox 3">
            <a:extLst>
              <a:ext uri="{FF2B5EF4-FFF2-40B4-BE49-F238E27FC236}">
                <a16:creationId xmlns:a16="http://schemas.microsoft.com/office/drawing/2014/main" id="{B0A4254B-1BB9-30E5-61F5-63EA9223EB62}"/>
              </a:ext>
            </a:extLst>
          </p:cNvPr>
          <p:cNvSpPr txBox="1"/>
          <p:nvPr/>
        </p:nvSpPr>
        <p:spPr>
          <a:xfrm>
            <a:off x="183818" y="1006649"/>
            <a:ext cx="6533333" cy="2937214"/>
          </a:xfrm>
          <a:prstGeom prst="rect">
            <a:avLst/>
          </a:prstGeom>
          <a:noFill/>
        </p:spPr>
        <p:txBody>
          <a:bodyPr wrap="square">
            <a:spAutoFit/>
          </a:bodyPr>
          <a:lstStyle/>
          <a:p>
            <a:pPr>
              <a:lnSpc>
                <a:spcPct val="115000"/>
              </a:lnSpc>
              <a:spcAft>
                <a:spcPts val="600"/>
              </a:spcAft>
            </a:pPr>
            <a:r>
              <a:rPr lang="en-US" sz="2000" dirty="0">
                <a:solidFill>
                  <a:schemeClr val="dk1"/>
                </a:solidFill>
                <a:ea typeface="Roboto"/>
                <a:cs typeface="Roboto"/>
                <a:sym typeface="Roboto"/>
              </a:rPr>
              <a:t>Shared media: </a:t>
            </a:r>
          </a:p>
          <a:p>
            <a:pPr marL="285750" indent="-285750">
              <a:lnSpc>
                <a:spcPct val="115000"/>
              </a:lnSpc>
              <a:spcAft>
                <a:spcPts val="600"/>
              </a:spcAft>
              <a:buFont typeface="Arial" panose="020B0604020202020204" pitchFamily="34" charset="0"/>
              <a:buChar char="•"/>
            </a:pPr>
            <a:r>
              <a:rPr lang="en-US" sz="2000" dirty="0">
                <a:solidFill>
                  <a:schemeClr val="dk1"/>
                </a:solidFill>
                <a:ea typeface="Roboto"/>
                <a:cs typeface="Roboto"/>
                <a:sym typeface="Roboto"/>
              </a:rPr>
              <a:t>If multiple machines transmit at the same time, signals will interfere or collide</a:t>
            </a:r>
          </a:p>
          <a:p>
            <a:pPr marL="285750" indent="-285750">
              <a:lnSpc>
                <a:spcPct val="115000"/>
              </a:lnSpc>
              <a:spcAft>
                <a:spcPts val="600"/>
              </a:spcAft>
              <a:buFont typeface="Arial" panose="020B0604020202020204" pitchFamily="34" charset="0"/>
              <a:buChar char="•"/>
            </a:pPr>
            <a:r>
              <a:rPr lang="en-US" sz="2000" dirty="0">
                <a:solidFill>
                  <a:schemeClr val="dk1"/>
                </a:solidFill>
                <a:ea typeface="Roboto"/>
                <a:cs typeface="Roboto"/>
                <a:sym typeface="Roboto"/>
              </a:rPr>
              <a:t>Analogy: People talking simultaneously on a group call</a:t>
            </a:r>
          </a:p>
          <a:p>
            <a:pPr>
              <a:lnSpc>
                <a:spcPct val="115000"/>
              </a:lnSpc>
              <a:spcAft>
                <a:spcPts val="600"/>
              </a:spcAft>
            </a:pPr>
            <a:r>
              <a:rPr lang="en-US" sz="2000" dirty="0">
                <a:solidFill>
                  <a:schemeClr val="dk1"/>
                </a:solidFill>
                <a:ea typeface="Roboto"/>
                <a:cs typeface="Roboto"/>
                <a:sym typeface="Roboto"/>
              </a:rPr>
              <a:t>Note: Shared media is not necessarily a wire</a:t>
            </a:r>
          </a:p>
          <a:p>
            <a:pPr marL="285750" indent="-285750">
              <a:lnSpc>
                <a:spcPct val="115000"/>
              </a:lnSpc>
              <a:spcAft>
                <a:spcPts val="600"/>
              </a:spcAft>
              <a:buFont typeface="Arial" panose="020B0604020202020204" pitchFamily="34" charset="0"/>
              <a:buChar char="•"/>
            </a:pPr>
            <a:r>
              <a:rPr lang="en-US" sz="2000" dirty="0">
                <a:solidFill>
                  <a:schemeClr val="dk1"/>
                </a:solidFill>
                <a:ea typeface="Roboto"/>
                <a:cs typeface="Roboto"/>
                <a:sym typeface="Roboto"/>
              </a:rPr>
              <a:t>Could be light signals on a shared optical fiber</a:t>
            </a:r>
          </a:p>
          <a:p>
            <a:pPr marL="285750" indent="-285750">
              <a:lnSpc>
                <a:spcPct val="115000"/>
              </a:lnSpc>
              <a:spcAft>
                <a:spcPts val="600"/>
              </a:spcAft>
              <a:buFont typeface="Arial" panose="020B0604020202020204" pitchFamily="34" charset="0"/>
              <a:buChar char="•"/>
            </a:pPr>
            <a:r>
              <a:rPr lang="en-US" sz="2000" dirty="0">
                <a:solidFill>
                  <a:schemeClr val="dk1"/>
                </a:solidFill>
                <a:ea typeface="Roboto"/>
                <a:cs typeface="Roboto"/>
                <a:sym typeface="Roboto"/>
              </a:rPr>
              <a:t>Or radio waves on a shared wireless link</a:t>
            </a:r>
          </a:p>
        </p:txBody>
      </p:sp>
      <p:grpSp>
        <p:nvGrpSpPr>
          <p:cNvPr id="60" name="Group 59">
            <a:extLst>
              <a:ext uri="{FF2B5EF4-FFF2-40B4-BE49-F238E27FC236}">
                <a16:creationId xmlns:a16="http://schemas.microsoft.com/office/drawing/2014/main" id="{0DAFE6C3-6C71-818A-42F0-AE9D9513E006}"/>
              </a:ext>
            </a:extLst>
          </p:cNvPr>
          <p:cNvGrpSpPr/>
          <p:nvPr/>
        </p:nvGrpSpPr>
        <p:grpSpPr>
          <a:xfrm>
            <a:off x="3387222" y="5380488"/>
            <a:ext cx="8530800" cy="1426638"/>
            <a:chOff x="1984800" y="3770700"/>
            <a:chExt cx="5174400" cy="970000"/>
          </a:xfrm>
        </p:grpSpPr>
        <p:sp>
          <p:nvSpPr>
            <p:cNvPr id="3" name="Google Shape;288;p29">
              <a:extLst>
                <a:ext uri="{FF2B5EF4-FFF2-40B4-BE49-F238E27FC236}">
                  <a16:creationId xmlns:a16="http://schemas.microsoft.com/office/drawing/2014/main" id="{0C4B78BE-2C59-065F-79F2-A30F8003786B}"/>
                </a:ext>
              </a:extLst>
            </p:cNvPr>
            <p:cNvSpPr/>
            <p:nvPr/>
          </p:nvSpPr>
          <p:spPr>
            <a:xfrm>
              <a:off x="3210288" y="4075500"/>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5" name="Google Shape;289;p29">
              <a:extLst>
                <a:ext uri="{FF2B5EF4-FFF2-40B4-BE49-F238E27FC236}">
                  <a16:creationId xmlns:a16="http://schemas.microsoft.com/office/drawing/2014/main" id="{7A56EEA9-EF68-3498-8F66-932B870A75BE}"/>
                </a:ext>
              </a:extLst>
            </p:cNvPr>
            <p:cNvSpPr/>
            <p:nvPr/>
          </p:nvSpPr>
          <p:spPr>
            <a:xfrm>
              <a:off x="3819888" y="4075500"/>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6" name="Google Shape;290;p29">
              <a:extLst>
                <a:ext uri="{FF2B5EF4-FFF2-40B4-BE49-F238E27FC236}">
                  <a16:creationId xmlns:a16="http://schemas.microsoft.com/office/drawing/2014/main" id="{FF5D5412-05D5-BB25-5E4B-D98ACAEB8E73}"/>
                </a:ext>
              </a:extLst>
            </p:cNvPr>
            <p:cNvSpPr/>
            <p:nvPr/>
          </p:nvSpPr>
          <p:spPr>
            <a:xfrm>
              <a:off x="4429488" y="4075500"/>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7" name="Google Shape;291;p29">
              <a:extLst>
                <a:ext uri="{FF2B5EF4-FFF2-40B4-BE49-F238E27FC236}">
                  <a16:creationId xmlns:a16="http://schemas.microsoft.com/office/drawing/2014/main" id="{AF9AD788-DAA0-C649-3D3C-C0E1B697CF38}"/>
                </a:ext>
              </a:extLst>
            </p:cNvPr>
            <p:cNvSpPr/>
            <p:nvPr/>
          </p:nvSpPr>
          <p:spPr>
            <a:xfrm>
              <a:off x="5039088" y="4075500"/>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sp>
          <p:nvSpPr>
            <p:cNvPr id="8" name="Google Shape;292;p29">
              <a:extLst>
                <a:ext uri="{FF2B5EF4-FFF2-40B4-BE49-F238E27FC236}">
                  <a16:creationId xmlns:a16="http://schemas.microsoft.com/office/drawing/2014/main" id="{4854EBA6-144F-5643-4D7F-0E71AD26D4EF}"/>
                </a:ext>
              </a:extLst>
            </p:cNvPr>
            <p:cNvSpPr/>
            <p:nvPr/>
          </p:nvSpPr>
          <p:spPr>
            <a:xfrm>
              <a:off x="5648688" y="4075500"/>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E</a:t>
              </a:r>
              <a:endParaRPr>
                <a:latin typeface="Roboto"/>
                <a:ea typeface="Roboto"/>
                <a:cs typeface="Roboto"/>
                <a:sym typeface="Roboto"/>
              </a:endParaRPr>
            </a:p>
          </p:txBody>
        </p:sp>
        <p:cxnSp>
          <p:nvCxnSpPr>
            <p:cNvPr id="9" name="Google Shape;293;p29">
              <a:extLst>
                <a:ext uri="{FF2B5EF4-FFF2-40B4-BE49-F238E27FC236}">
                  <a16:creationId xmlns:a16="http://schemas.microsoft.com/office/drawing/2014/main" id="{BFAE03A3-3C0D-2BAB-A676-D2D848696421}"/>
                </a:ext>
              </a:extLst>
            </p:cNvPr>
            <p:cNvCxnSpPr/>
            <p:nvPr/>
          </p:nvCxnSpPr>
          <p:spPr>
            <a:xfrm rot="10800000">
              <a:off x="3352800" y="3770700"/>
              <a:ext cx="0" cy="304800"/>
            </a:xfrm>
            <a:prstGeom prst="straightConnector1">
              <a:avLst/>
            </a:prstGeom>
            <a:noFill/>
            <a:ln w="19050" cap="flat" cmpd="sng">
              <a:solidFill>
                <a:srgbClr val="9900FF"/>
              </a:solidFill>
              <a:prstDash val="solid"/>
              <a:round/>
              <a:headEnd type="none" w="med" len="med"/>
              <a:tailEnd type="none" w="med" len="med"/>
            </a:ln>
          </p:spPr>
        </p:cxnSp>
        <p:cxnSp>
          <p:nvCxnSpPr>
            <p:cNvPr id="10" name="Google Shape;294;p29">
              <a:extLst>
                <a:ext uri="{FF2B5EF4-FFF2-40B4-BE49-F238E27FC236}">
                  <a16:creationId xmlns:a16="http://schemas.microsoft.com/office/drawing/2014/main" id="{FDABC18A-BED7-41A9-56AE-234194F12EB2}"/>
                </a:ext>
              </a:extLst>
            </p:cNvPr>
            <p:cNvCxnSpPr/>
            <p:nvPr/>
          </p:nvCxnSpPr>
          <p:spPr>
            <a:xfrm rot="10800000">
              <a:off x="3962400" y="3770700"/>
              <a:ext cx="0" cy="304800"/>
            </a:xfrm>
            <a:prstGeom prst="straightConnector1">
              <a:avLst/>
            </a:prstGeom>
            <a:noFill/>
            <a:ln w="19050" cap="flat" cmpd="sng">
              <a:solidFill>
                <a:srgbClr val="9900FF"/>
              </a:solidFill>
              <a:prstDash val="solid"/>
              <a:round/>
              <a:headEnd type="none" w="med" len="med"/>
              <a:tailEnd type="none" w="med" len="med"/>
            </a:ln>
          </p:spPr>
        </p:cxnSp>
        <p:cxnSp>
          <p:nvCxnSpPr>
            <p:cNvPr id="20" name="Google Shape;295;p29">
              <a:extLst>
                <a:ext uri="{FF2B5EF4-FFF2-40B4-BE49-F238E27FC236}">
                  <a16:creationId xmlns:a16="http://schemas.microsoft.com/office/drawing/2014/main" id="{6A3FC5E5-84BD-7F1F-B728-894CE9558A4A}"/>
                </a:ext>
              </a:extLst>
            </p:cNvPr>
            <p:cNvCxnSpPr/>
            <p:nvPr/>
          </p:nvCxnSpPr>
          <p:spPr>
            <a:xfrm rot="10800000">
              <a:off x="4572000" y="3770700"/>
              <a:ext cx="0" cy="304800"/>
            </a:xfrm>
            <a:prstGeom prst="straightConnector1">
              <a:avLst/>
            </a:prstGeom>
            <a:noFill/>
            <a:ln w="19050" cap="flat" cmpd="sng">
              <a:solidFill>
                <a:srgbClr val="9900FF"/>
              </a:solidFill>
              <a:prstDash val="solid"/>
              <a:round/>
              <a:headEnd type="none" w="med" len="med"/>
              <a:tailEnd type="none" w="med" len="med"/>
            </a:ln>
          </p:spPr>
        </p:cxnSp>
        <p:cxnSp>
          <p:nvCxnSpPr>
            <p:cNvPr id="52" name="Google Shape;296;p29">
              <a:extLst>
                <a:ext uri="{FF2B5EF4-FFF2-40B4-BE49-F238E27FC236}">
                  <a16:creationId xmlns:a16="http://schemas.microsoft.com/office/drawing/2014/main" id="{F258D2A0-46C3-B604-18D5-EB2714B58981}"/>
                </a:ext>
              </a:extLst>
            </p:cNvPr>
            <p:cNvCxnSpPr/>
            <p:nvPr/>
          </p:nvCxnSpPr>
          <p:spPr>
            <a:xfrm rot="10800000">
              <a:off x="5181600" y="3770700"/>
              <a:ext cx="0" cy="304800"/>
            </a:xfrm>
            <a:prstGeom prst="straightConnector1">
              <a:avLst/>
            </a:prstGeom>
            <a:noFill/>
            <a:ln w="19050" cap="flat" cmpd="sng">
              <a:solidFill>
                <a:srgbClr val="9900FF"/>
              </a:solidFill>
              <a:prstDash val="solid"/>
              <a:round/>
              <a:headEnd type="none" w="med" len="med"/>
              <a:tailEnd type="none" w="med" len="med"/>
            </a:ln>
          </p:spPr>
        </p:cxnSp>
        <p:cxnSp>
          <p:nvCxnSpPr>
            <p:cNvPr id="53" name="Google Shape;297;p29">
              <a:extLst>
                <a:ext uri="{FF2B5EF4-FFF2-40B4-BE49-F238E27FC236}">
                  <a16:creationId xmlns:a16="http://schemas.microsoft.com/office/drawing/2014/main" id="{4AAF1BD4-5CB3-FA4C-22A0-B3AFAE83F876}"/>
                </a:ext>
              </a:extLst>
            </p:cNvPr>
            <p:cNvCxnSpPr/>
            <p:nvPr/>
          </p:nvCxnSpPr>
          <p:spPr>
            <a:xfrm rot="10800000">
              <a:off x="5791200" y="3770700"/>
              <a:ext cx="0" cy="304800"/>
            </a:xfrm>
            <a:prstGeom prst="straightConnector1">
              <a:avLst/>
            </a:prstGeom>
            <a:noFill/>
            <a:ln w="19050" cap="flat" cmpd="sng">
              <a:solidFill>
                <a:srgbClr val="9900FF"/>
              </a:solidFill>
              <a:prstDash val="solid"/>
              <a:round/>
              <a:headEnd type="none" w="med" len="med"/>
              <a:tailEnd type="none" w="med" len="med"/>
            </a:ln>
          </p:spPr>
        </p:cxnSp>
        <p:cxnSp>
          <p:nvCxnSpPr>
            <p:cNvPr id="54" name="Google Shape;298;p29">
              <a:extLst>
                <a:ext uri="{FF2B5EF4-FFF2-40B4-BE49-F238E27FC236}">
                  <a16:creationId xmlns:a16="http://schemas.microsoft.com/office/drawing/2014/main" id="{4B1014BE-536C-7339-8EE2-07F36C36915B}"/>
                </a:ext>
              </a:extLst>
            </p:cNvPr>
            <p:cNvCxnSpPr/>
            <p:nvPr/>
          </p:nvCxnSpPr>
          <p:spPr>
            <a:xfrm>
              <a:off x="3343250" y="3770700"/>
              <a:ext cx="2457600" cy="0"/>
            </a:xfrm>
            <a:prstGeom prst="straightConnector1">
              <a:avLst/>
            </a:prstGeom>
            <a:noFill/>
            <a:ln w="19050" cap="flat" cmpd="sng">
              <a:solidFill>
                <a:srgbClr val="9900FF"/>
              </a:solidFill>
              <a:prstDash val="solid"/>
              <a:round/>
              <a:headEnd type="none" w="med" len="med"/>
              <a:tailEnd type="none" w="med" len="med"/>
            </a:ln>
          </p:spPr>
        </p:cxnSp>
        <p:sp>
          <p:nvSpPr>
            <p:cNvPr id="55" name="Google Shape;299;p29">
              <a:extLst>
                <a:ext uri="{FF2B5EF4-FFF2-40B4-BE49-F238E27FC236}">
                  <a16:creationId xmlns:a16="http://schemas.microsoft.com/office/drawing/2014/main" id="{4291F43D-F2A5-CDDC-4694-15D6F578B62B}"/>
                </a:ext>
              </a:extLst>
            </p:cNvPr>
            <p:cNvSpPr/>
            <p:nvPr/>
          </p:nvSpPr>
          <p:spPr>
            <a:xfrm>
              <a:off x="1984800" y="4259325"/>
              <a:ext cx="900900" cy="393600"/>
            </a:xfrm>
            <a:prstGeom prst="wedgeRoundRectCallout">
              <a:avLst>
                <a:gd name="adj1" fmla="val 74453"/>
                <a:gd name="adj2" fmla="val -57127"/>
                <a:gd name="adj3" fmla="val 0"/>
              </a:avLst>
            </a:prstGeom>
            <a:noFill/>
            <a:ln w="9525" cap="flat" cmpd="sng">
              <a:solidFill>
                <a:schemeClr val="accent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Blah blah</a:t>
              </a:r>
              <a:endParaRPr>
                <a:solidFill>
                  <a:schemeClr val="accent2"/>
                </a:solidFill>
                <a:latin typeface="Roboto"/>
                <a:ea typeface="Roboto"/>
                <a:cs typeface="Roboto"/>
                <a:sym typeface="Roboto"/>
              </a:endParaRPr>
            </a:p>
          </p:txBody>
        </p:sp>
        <p:sp>
          <p:nvSpPr>
            <p:cNvPr id="56" name="Google Shape;300;p29">
              <a:extLst>
                <a:ext uri="{FF2B5EF4-FFF2-40B4-BE49-F238E27FC236}">
                  <a16:creationId xmlns:a16="http://schemas.microsoft.com/office/drawing/2014/main" id="{9383471A-5902-23B8-3083-32F5B8CDB6EA}"/>
                </a:ext>
              </a:extLst>
            </p:cNvPr>
            <p:cNvSpPr/>
            <p:nvPr/>
          </p:nvSpPr>
          <p:spPr>
            <a:xfrm>
              <a:off x="6258300" y="4259325"/>
              <a:ext cx="900900" cy="393600"/>
            </a:xfrm>
            <a:prstGeom prst="wedgeRoundRectCallout">
              <a:avLst>
                <a:gd name="adj1" fmla="val -75674"/>
                <a:gd name="adj2" fmla="val -58765"/>
                <a:gd name="adj3" fmla="val 0"/>
              </a:avLst>
            </a:prstGeom>
            <a:noFill/>
            <a:ln w="9525" cap="flat" cmpd="sng">
              <a:solidFill>
                <a:schemeClr val="accent3"/>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solidFill>
                    <a:schemeClr val="accent3"/>
                  </a:solidFill>
                  <a:latin typeface="Roboto"/>
                  <a:ea typeface="Roboto"/>
                  <a:cs typeface="Roboto"/>
                  <a:sym typeface="Roboto"/>
                </a:rPr>
                <a:t>Blah blah</a:t>
              </a:r>
              <a:endParaRPr>
                <a:solidFill>
                  <a:schemeClr val="accent3"/>
                </a:solidFill>
                <a:latin typeface="Roboto"/>
                <a:ea typeface="Roboto"/>
                <a:cs typeface="Roboto"/>
                <a:sym typeface="Roboto"/>
              </a:endParaRPr>
            </a:p>
          </p:txBody>
        </p:sp>
        <p:sp>
          <p:nvSpPr>
            <p:cNvPr id="57" name="Google Shape;301;p29">
              <a:extLst>
                <a:ext uri="{FF2B5EF4-FFF2-40B4-BE49-F238E27FC236}">
                  <a16:creationId xmlns:a16="http://schemas.microsoft.com/office/drawing/2014/main" id="{6BCA3797-8263-11DF-12D6-90BCBE4E55D5}"/>
                </a:ext>
              </a:extLst>
            </p:cNvPr>
            <p:cNvSpPr txBox="1"/>
            <p:nvPr/>
          </p:nvSpPr>
          <p:spPr>
            <a:xfrm>
              <a:off x="5008800" y="4408300"/>
              <a:ext cx="345600" cy="3324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sz="1800">
                  <a:solidFill>
                    <a:schemeClr val="dk1"/>
                  </a:solidFill>
                  <a:latin typeface="Roboto"/>
                  <a:ea typeface="Roboto"/>
                  <a:cs typeface="Roboto"/>
                  <a:sym typeface="Roboto"/>
                </a:rPr>
                <a:t>??!</a:t>
              </a:r>
              <a:endParaRPr sz="1800">
                <a:solidFill>
                  <a:schemeClr val="dk1"/>
                </a:solidFill>
                <a:latin typeface="Roboto"/>
                <a:ea typeface="Roboto"/>
                <a:cs typeface="Roboto"/>
                <a:sym typeface="Roboto"/>
              </a:endParaRPr>
            </a:p>
          </p:txBody>
        </p:sp>
        <p:sp>
          <p:nvSpPr>
            <p:cNvPr id="58" name="Google Shape;302;p29">
              <a:extLst>
                <a:ext uri="{FF2B5EF4-FFF2-40B4-BE49-F238E27FC236}">
                  <a16:creationId xmlns:a16="http://schemas.microsoft.com/office/drawing/2014/main" id="{630E0A1C-5D15-E81B-2A96-852FECAAA6A6}"/>
                </a:ext>
              </a:extLst>
            </p:cNvPr>
            <p:cNvSpPr txBox="1"/>
            <p:nvPr/>
          </p:nvSpPr>
          <p:spPr>
            <a:xfrm>
              <a:off x="4399200" y="4408300"/>
              <a:ext cx="345600" cy="3324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sz="1800">
                  <a:solidFill>
                    <a:schemeClr val="dk1"/>
                  </a:solidFill>
                  <a:latin typeface="Roboto"/>
                  <a:ea typeface="Roboto"/>
                  <a:cs typeface="Roboto"/>
                  <a:sym typeface="Roboto"/>
                </a:rPr>
                <a:t>??!</a:t>
              </a:r>
              <a:endParaRPr sz="1800">
                <a:solidFill>
                  <a:schemeClr val="dk1"/>
                </a:solidFill>
                <a:latin typeface="Roboto"/>
                <a:ea typeface="Roboto"/>
                <a:cs typeface="Roboto"/>
                <a:sym typeface="Roboto"/>
              </a:endParaRPr>
            </a:p>
          </p:txBody>
        </p:sp>
        <p:sp>
          <p:nvSpPr>
            <p:cNvPr id="59" name="Google Shape;303;p29">
              <a:extLst>
                <a:ext uri="{FF2B5EF4-FFF2-40B4-BE49-F238E27FC236}">
                  <a16:creationId xmlns:a16="http://schemas.microsoft.com/office/drawing/2014/main" id="{5C2DDA3D-2E2B-7A1E-0828-2298D1230FC1}"/>
                </a:ext>
              </a:extLst>
            </p:cNvPr>
            <p:cNvSpPr txBox="1"/>
            <p:nvPr/>
          </p:nvSpPr>
          <p:spPr>
            <a:xfrm>
              <a:off x="3789600" y="4408300"/>
              <a:ext cx="345600" cy="3324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sz="1800">
                  <a:solidFill>
                    <a:schemeClr val="dk1"/>
                  </a:solidFill>
                  <a:latin typeface="Roboto"/>
                  <a:ea typeface="Roboto"/>
                  <a:cs typeface="Roboto"/>
                  <a:sym typeface="Roboto"/>
                </a:rPr>
                <a:t>??!</a:t>
              </a:r>
              <a:endParaRPr sz="1800">
                <a:solidFill>
                  <a:schemeClr val="dk1"/>
                </a:solidFill>
                <a:latin typeface="Roboto"/>
                <a:ea typeface="Roboto"/>
                <a:cs typeface="Roboto"/>
                <a:sym typeface="Roboto"/>
              </a:endParaRPr>
            </a:p>
          </p:txBody>
        </p:sp>
      </p:grpSp>
      <p:grpSp>
        <p:nvGrpSpPr>
          <p:cNvPr id="61" name="Group 60">
            <a:extLst>
              <a:ext uri="{FF2B5EF4-FFF2-40B4-BE49-F238E27FC236}">
                <a16:creationId xmlns:a16="http://schemas.microsoft.com/office/drawing/2014/main" id="{21AD652E-85A6-9066-A373-6F254403DAD9}"/>
              </a:ext>
            </a:extLst>
          </p:cNvPr>
          <p:cNvGrpSpPr/>
          <p:nvPr/>
        </p:nvGrpSpPr>
        <p:grpSpPr>
          <a:xfrm>
            <a:off x="8015552" y="3161306"/>
            <a:ext cx="2197321" cy="1667316"/>
            <a:chOff x="6882164" y="4987878"/>
            <a:chExt cx="2026132" cy="1407972"/>
          </a:xfrm>
        </p:grpSpPr>
        <p:sp>
          <p:nvSpPr>
            <p:cNvPr id="62" name="Text Box 7">
              <a:extLst>
                <a:ext uri="{FF2B5EF4-FFF2-40B4-BE49-F238E27FC236}">
                  <a16:creationId xmlns:a16="http://schemas.microsoft.com/office/drawing/2014/main" id="{25A2BE59-E815-115E-8C8B-301E81DFF7A7}"/>
                </a:ext>
              </a:extLst>
            </p:cNvPr>
            <p:cNvSpPr txBox="1">
              <a:spLocks noChangeArrowheads="1"/>
            </p:cNvSpPr>
            <p:nvPr/>
          </p:nvSpPr>
          <p:spPr bwMode="auto">
            <a:xfrm>
              <a:off x="6882164" y="6092369"/>
              <a:ext cx="2026132" cy="30348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ＭＳ Ｐゴシック" charset="0"/>
                  <a:cs typeface="+mn-cs"/>
                </a:rPr>
                <a:t>shared radio: satellite </a:t>
              </a:r>
            </a:p>
          </p:txBody>
        </p:sp>
        <p:grpSp>
          <p:nvGrpSpPr>
            <p:cNvPr id="63" name="Group 382">
              <a:extLst>
                <a:ext uri="{FF2B5EF4-FFF2-40B4-BE49-F238E27FC236}">
                  <a16:creationId xmlns:a16="http://schemas.microsoft.com/office/drawing/2014/main" id="{4B98450D-0A83-7CCA-C712-AFFB2C6D9666}"/>
                </a:ext>
              </a:extLst>
            </p:cNvPr>
            <p:cNvGrpSpPr>
              <a:grpSpLocks/>
            </p:cNvGrpSpPr>
            <p:nvPr/>
          </p:nvGrpSpPr>
          <p:grpSpPr bwMode="auto">
            <a:xfrm>
              <a:off x="7127673" y="5700665"/>
              <a:ext cx="288925" cy="220663"/>
              <a:chOff x="2274" y="2821"/>
              <a:chExt cx="215" cy="238"/>
            </a:xfrm>
          </p:grpSpPr>
          <p:sp>
            <p:nvSpPr>
              <p:cNvPr id="95" name="Freeform 383">
                <a:extLst>
                  <a:ext uri="{FF2B5EF4-FFF2-40B4-BE49-F238E27FC236}">
                    <a16:creationId xmlns:a16="http://schemas.microsoft.com/office/drawing/2014/main" id="{2F80F8DB-B992-96DB-3347-668F991BDE90}"/>
                  </a:ext>
                </a:extLst>
              </p:cNvPr>
              <p:cNvSpPr>
                <a:spLocks noEditPoints="1"/>
              </p:cNvSpPr>
              <p:nvPr/>
            </p:nvSpPr>
            <p:spPr bwMode="auto">
              <a:xfrm>
                <a:off x="2274" y="3034"/>
                <a:ext cx="215" cy="25"/>
              </a:xfrm>
              <a:custGeom>
                <a:avLst/>
                <a:gdLst>
                  <a:gd name="T0" fmla="*/ 1 w 430"/>
                  <a:gd name="T1" fmla="*/ 1 h 50"/>
                  <a:gd name="T2" fmla="*/ 0 w 430"/>
                  <a:gd name="T3" fmla="*/ 1 h 50"/>
                  <a:gd name="T4" fmla="*/ 0 w 430"/>
                  <a:gd name="T5" fmla="*/ 1 h 50"/>
                  <a:gd name="T6" fmla="*/ 7 w 430"/>
                  <a:gd name="T7" fmla="*/ 1 h 50"/>
                  <a:gd name="T8" fmla="*/ 7 w 430"/>
                  <a:gd name="T9" fmla="*/ 1 h 50"/>
                  <a:gd name="T10" fmla="*/ 6 w 430"/>
                  <a:gd name="T11" fmla="*/ 1 h 50"/>
                  <a:gd name="T12" fmla="*/ 6 w 430"/>
                  <a:gd name="T13" fmla="*/ 0 h 50"/>
                  <a:gd name="T14" fmla="*/ 1 w 430"/>
                  <a:gd name="T15" fmla="*/ 0 h 50"/>
                  <a:gd name="T16" fmla="*/ 1 w 430"/>
                  <a:gd name="T17" fmla="*/ 1 h 50"/>
                  <a:gd name="T18" fmla="*/ 6 w 430"/>
                  <a:gd name="T19" fmla="*/ 1 h 50"/>
                  <a:gd name="T20" fmla="*/ 1 w 430"/>
                  <a:gd name="T21" fmla="*/ 1 h 50"/>
                  <a:gd name="T22" fmla="*/ 6 w 430"/>
                  <a:gd name="T23" fmla="*/ 1 h 5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30" h="50">
                    <a:moveTo>
                      <a:pt x="26" y="18"/>
                    </a:moveTo>
                    <a:lnTo>
                      <a:pt x="0" y="18"/>
                    </a:lnTo>
                    <a:lnTo>
                      <a:pt x="0" y="50"/>
                    </a:lnTo>
                    <a:lnTo>
                      <a:pt x="430" y="50"/>
                    </a:lnTo>
                    <a:lnTo>
                      <a:pt x="430" y="18"/>
                    </a:lnTo>
                    <a:lnTo>
                      <a:pt x="376" y="18"/>
                    </a:lnTo>
                    <a:lnTo>
                      <a:pt x="376" y="0"/>
                    </a:lnTo>
                    <a:lnTo>
                      <a:pt x="26" y="0"/>
                    </a:lnTo>
                    <a:lnTo>
                      <a:pt x="26" y="18"/>
                    </a:lnTo>
                    <a:close/>
                    <a:moveTo>
                      <a:pt x="376" y="18"/>
                    </a:moveTo>
                    <a:lnTo>
                      <a:pt x="33" y="18"/>
                    </a:lnTo>
                    <a:lnTo>
                      <a:pt x="376" y="18"/>
                    </a:lnTo>
                    <a:close/>
                  </a:path>
                </a:pathLst>
              </a:custGeom>
              <a:solidFill>
                <a:srgbClr val="3333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96" name="Line 384">
                <a:extLst>
                  <a:ext uri="{FF2B5EF4-FFF2-40B4-BE49-F238E27FC236}">
                    <a16:creationId xmlns:a16="http://schemas.microsoft.com/office/drawing/2014/main" id="{56F024D1-632A-D903-6903-127C17F5E647}"/>
                  </a:ext>
                </a:extLst>
              </p:cNvPr>
              <p:cNvSpPr>
                <a:spLocks noChangeShapeType="1"/>
              </p:cNvSpPr>
              <p:nvPr/>
            </p:nvSpPr>
            <p:spPr bwMode="auto">
              <a:xfrm>
                <a:off x="2317" y="2951"/>
                <a:ext cx="30" cy="1"/>
              </a:xfrm>
              <a:prstGeom prst="line">
                <a:avLst/>
              </a:prstGeom>
              <a:noFill/>
              <a:ln w="6350">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97" name="Freeform 385">
                <a:extLst>
                  <a:ext uri="{FF2B5EF4-FFF2-40B4-BE49-F238E27FC236}">
                    <a16:creationId xmlns:a16="http://schemas.microsoft.com/office/drawing/2014/main" id="{B4E4EA10-CC85-2B0C-9DE2-2882562EE92F}"/>
                  </a:ext>
                </a:extLst>
              </p:cNvPr>
              <p:cNvSpPr>
                <a:spLocks/>
              </p:cNvSpPr>
              <p:nvPr/>
            </p:nvSpPr>
            <p:spPr bwMode="auto">
              <a:xfrm>
                <a:off x="2317" y="2923"/>
                <a:ext cx="44" cy="109"/>
              </a:xfrm>
              <a:custGeom>
                <a:avLst/>
                <a:gdLst>
                  <a:gd name="T0" fmla="*/ 2 w 87"/>
                  <a:gd name="T1" fmla="*/ 3 h 219"/>
                  <a:gd name="T2" fmla="*/ 0 w 87"/>
                  <a:gd name="T3" fmla="*/ 0 h 219"/>
                  <a:gd name="T4" fmla="*/ 1 w 87"/>
                  <a:gd name="T5" fmla="*/ 0 h 219"/>
                  <a:gd name="T6" fmla="*/ 0 60000 65536"/>
                  <a:gd name="T7" fmla="*/ 0 60000 65536"/>
                  <a:gd name="T8" fmla="*/ 0 60000 65536"/>
                </a:gdLst>
                <a:ahLst/>
                <a:cxnLst>
                  <a:cxn ang="T6">
                    <a:pos x="T0" y="T1"/>
                  </a:cxn>
                  <a:cxn ang="T7">
                    <a:pos x="T2" y="T3"/>
                  </a:cxn>
                  <a:cxn ang="T8">
                    <a:pos x="T4" y="T5"/>
                  </a:cxn>
                </a:cxnLst>
                <a:rect l="0" t="0" r="r" b="b"/>
                <a:pathLst>
                  <a:path w="87" h="219">
                    <a:moveTo>
                      <a:pt x="87" y="219"/>
                    </a:moveTo>
                    <a:lnTo>
                      <a:pt x="0" y="55"/>
                    </a:lnTo>
                    <a:lnTo>
                      <a:pt x="28" y="0"/>
                    </a:lnTo>
                  </a:path>
                </a:pathLst>
              </a:custGeom>
              <a:solidFill>
                <a:srgbClr val="3333FF"/>
              </a:solidFill>
              <a:ln w="6350">
                <a:solidFill>
                  <a:srgbClr val="000000"/>
                </a:solidFill>
                <a:prstDash val="solid"/>
                <a:round/>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98" name="Line 386">
                <a:extLst>
                  <a:ext uri="{FF2B5EF4-FFF2-40B4-BE49-F238E27FC236}">
                    <a16:creationId xmlns:a16="http://schemas.microsoft.com/office/drawing/2014/main" id="{25BAD3AB-C768-0C8C-2ED8-0D0AE27BA9E4}"/>
                  </a:ext>
                </a:extLst>
              </p:cNvPr>
              <p:cNvSpPr>
                <a:spLocks noChangeShapeType="1"/>
              </p:cNvSpPr>
              <p:nvPr/>
            </p:nvSpPr>
            <p:spPr bwMode="auto">
              <a:xfrm flipV="1">
                <a:off x="2300" y="2951"/>
                <a:ext cx="47" cy="83"/>
              </a:xfrm>
              <a:prstGeom prst="line">
                <a:avLst/>
              </a:prstGeom>
              <a:noFill/>
              <a:ln w="6350">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99" name="Freeform 387">
                <a:extLst>
                  <a:ext uri="{FF2B5EF4-FFF2-40B4-BE49-F238E27FC236}">
                    <a16:creationId xmlns:a16="http://schemas.microsoft.com/office/drawing/2014/main" id="{BBF1DBA0-E099-9197-C670-843CA5DD6FF0}"/>
                  </a:ext>
                </a:extLst>
              </p:cNvPr>
              <p:cNvSpPr>
                <a:spLocks/>
              </p:cNvSpPr>
              <p:nvPr/>
            </p:nvSpPr>
            <p:spPr bwMode="auto">
              <a:xfrm>
                <a:off x="2317" y="3005"/>
                <a:ext cx="86" cy="27"/>
              </a:xfrm>
              <a:custGeom>
                <a:avLst/>
                <a:gdLst>
                  <a:gd name="T0" fmla="*/ 1 w 172"/>
                  <a:gd name="T1" fmla="*/ 0 h 55"/>
                  <a:gd name="T2" fmla="*/ 0 w 172"/>
                  <a:gd name="T3" fmla="*/ 0 h 55"/>
                  <a:gd name="T4" fmla="*/ 3 w 172"/>
                  <a:gd name="T5" fmla="*/ 0 h 55"/>
                  <a:gd name="T6" fmla="*/ 3 w 172"/>
                  <a:gd name="T7" fmla="*/ 0 h 5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2" h="55">
                    <a:moveTo>
                      <a:pt x="28" y="55"/>
                    </a:moveTo>
                    <a:lnTo>
                      <a:pt x="0" y="0"/>
                    </a:lnTo>
                    <a:lnTo>
                      <a:pt x="172" y="0"/>
                    </a:lnTo>
                    <a:lnTo>
                      <a:pt x="146" y="55"/>
                    </a:lnTo>
                  </a:path>
                </a:pathLst>
              </a:custGeom>
              <a:solidFill>
                <a:srgbClr val="3333FF"/>
              </a:solidFill>
              <a:ln w="6350">
                <a:solidFill>
                  <a:srgbClr val="000000"/>
                </a:solidFill>
                <a:prstDash val="solid"/>
                <a:round/>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100" name="Line 388">
                <a:extLst>
                  <a:ext uri="{FF2B5EF4-FFF2-40B4-BE49-F238E27FC236}">
                    <a16:creationId xmlns:a16="http://schemas.microsoft.com/office/drawing/2014/main" id="{B66F16BA-999E-D349-A1E2-3CD127FD7435}"/>
                  </a:ext>
                </a:extLst>
              </p:cNvPr>
              <p:cNvSpPr>
                <a:spLocks noChangeShapeType="1"/>
              </p:cNvSpPr>
              <p:nvPr/>
            </p:nvSpPr>
            <p:spPr bwMode="auto">
              <a:xfrm flipH="1" flipV="1">
                <a:off x="2375" y="2960"/>
                <a:ext cx="46" cy="74"/>
              </a:xfrm>
              <a:prstGeom prst="line">
                <a:avLst/>
              </a:prstGeom>
              <a:noFill/>
              <a:ln w="6350">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101" name="Freeform 389">
                <a:extLst>
                  <a:ext uri="{FF2B5EF4-FFF2-40B4-BE49-F238E27FC236}">
                    <a16:creationId xmlns:a16="http://schemas.microsoft.com/office/drawing/2014/main" id="{748A6A4A-53D5-1A4E-E628-CF40ECA73C3F}"/>
                  </a:ext>
                </a:extLst>
              </p:cNvPr>
              <p:cNvSpPr>
                <a:spLocks/>
              </p:cNvSpPr>
              <p:nvPr/>
            </p:nvSpPr>
            <p:spPr bwMode="auto">
              <a:xfrm>
                <a:off x="2274" y="3034"/>
                <a:ext cx="215" cy="25"/>
              </a:xfrm>
              <a:custGeom>
                <a:avLst/>
                <a:gdLst>
                  <a:gd name="T0" fmla="*/ 1 w 430"/>
                  <a:gd name="T1" fmla="*/ 1 h 50"/>
                  <a:gd name="T2" fmla="*/ 0 w 430"/>
                  <a:gd name="T3" fmla="*/ 1 h 50"/>
                  <a:gd name="T4" fmla="*/ 0 w 430"/>
                  <a:gd name="T5" fmla="*/ 1 h 50"/>
                  <a:gd name="T6" fmla="*/ 7 w 430"/>
                  <a:gd name="T7" fmla="*/ 1 h 50"/>
                  <a:gd name="T8" fmla="*/ 7 w 430"/>
                  <a:gd name="T9" fmla="*/ 1 h 50"/>
                  <a:gd name="T10" fmla="*/ 6 w 430"/>
                  <a:gd name="T11" fmla="*/ 1 h 50"/>
                  <a:gd name="T12" fmla="*/ 6 w 430"/>
                  <a:gd name="T13" fmla="*/ 0 h 50"/>
                  <a:gd name="T14" fmla="*/ 1 w 430"/>
                  <a:gd name="T15" fmla="*/ 0 h 50"/>
                  <a:gd name="T16" fmla="*/ 1 w 430"/>
                  <a:gd name="T17" fmla="*/ 1 h 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0" h="50">
                    <a:moveTo>
                      <a:pt x="26" y="18"/>
                    </a:moveTo>
                    <a:lnTo>
                      <a:pt x="0" y="18"/>
                    </a:lnTo>
                    <a:lnTo>
                      <a:pt x="0" y="50"/>
                    </a:lnTo>
                    <a:lnTo>
                      <a:pt x="430" y="50"/>
                    </a:lnTo>
                    <a:lnTo>
                      <a:pt x="430" y="18"/>
                    </a:lnTo>
                    <a:lnTo>
                      <a:pt x="376" y="18"/>
                    </a:lnTo>
                    <a:lnTo>
                      <a:pt x="376" y="0"/>
                    </a:lnTo>
                    <a:lnTo>
                      <a:pt x="26" y="0"/>
                    </a:lnTo>
                    <a:lnTo>
                      <a:pt x="26" y="18"/>
                    </a:lnTo>
                  </a:path>
                </a:pathLst>
              </a:custGeom>
              <a:solidFill>
                <a:srgbClr val="3333FF"/>
              </a:solidFill>
              <a:ln w="6350">
                <a:solidFill>
                  <a:srgbClr val="000000"/>
                </a:solidFill>
                <a:prstDash val="solid"/>
                <a:round/>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102" name="Freeform 390">
                <a:extLst>
                  <a:ext uri="{FF2B5EF4-FFF2-40B4-BE49-F238E27FC236}">
                    <a16:creationId xmlns:a16="http://schemas.microsoft.com/office/drawing/2014/main" id="{BDE0D9F1-14D6-F431-F620-9ED124E68C26}"/>
                  </a:ext>
                </a:extLst>
              </p:cNvPr>
              <p:cNvSpPr>
                <a:spLocks/>
              </p:cNvSpPr>
              <p:nvPr/>
            </p:nvSpPr>
            <p:spPr bwMode="auto">
              <a:xfrm>
                <a:off x="2290" y="3043"/>
                <a:ext cx="171" cy="1"/>
              </a:xfrm>
              <a:custGeom>
                <a:avLst/>
                <a:gdLst>
                  <a:gd name="T0" fmla="*/ 5 w 343"/>
                  <a:gd name="T1" fmla="*/ 0 h 1"/>
                  <a:gd name="T2" fmla="*/ 0 w 343"/>
                  <a:gd name="T3" fmla="*/ 0 h 1"/>
                  <a:gd name="T4" fmla="*/ 5 w 343"/>
                  <a:gd name="T5" fmla="*/ 0 h 1"/>
                  <a:gd name="T6" fmla="*/ 0 60000 65536"/>
                  <a:gd name="T7" fmla="*/ 0 60000 65536"/>
                  <a:gd name="T8" fmla="*/ 0 60000 65536"/>
                </a:gdLst>
                <a:ahLst/>
                <a:cxnLst>
                  <a:cxn ang="T6">
                    <a:pos x="T0" y="T1"/>
                  </a:cxn>
                  <a:cxn ang="T7">
                    <a:pos x="T2" y="T3"/>
                  </a:cxn>
                  <a:cxn ang="T8">
                    <a:pos x="T4" y="T5"/>
                  </a:cxn>
                </a:cxnLst>
                <a:rect l="0" t="0" r="r" b="b"/>
                <a:pathLst>
                  <a:path w="343" h="1">
                    <a:moveTo>
                      <a:pt x="343" y="0"/>
                    </a:moveTo>
                    <a:lnTo>
                      <a:pt x="0" y="0"/>
                    </a:lnTo>
                    <a:lnTo>
                      <a:pt x="343" y="0"/>
                    </a:lnTo>
                  </a:path>
                </a:pathLst>
              </a:custGeom>
              <a:solidFill>
                <a:srgbClr val="3333FF"/>
              </a:solidFill>
              <a:ln w="6350">
                <a:solidFill>
                  <a:srgbClr val="000000"/>
                </a:solidFill>
                <a:prstDash val="solid"/>
                <a:round/>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103" name="Rectangle 391">
                <a:extLst>
                  <a:ext uri="{FF2B5EF4-FFF2-40B4-BE49-F238E27FC236}">
                    <a16:creationId xmlns:a16="http://schemas.microsoft.com/office/drawing/2014/main" id="{CA67E62F-E882-6AE5-443F-EADD4EDC557B}"/>
                  </a:ext>
                </a:extLst>
              </p:cNvPr>
              <p:cNvSpPr>
                <a:spLocks noChangeArrowheads="1"/>
              </p:cNvSpPr>
              <p:nvPr/>
            </p:nvSpPr>
            <p:spPr bwMode="auto">
              <a:xfrm>
                <a:off x="2347" y="2951"/>
                <a:ext cx="27" cy="83"/>
              </a:xfrm>
              <a:prstGeom prst="rect">
                <a:avLst/>
              </a:prstGeom>
              <a:solidFill>
                <a:srgbClr val="3333FF"/>
              </a:solidFill>
              <a:ln w="6350">
                <a:solidFill>
                  <a:srgbClr val="000000"/>
                </a:solidFill>
                <a:miter lim="800000"/>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104" name="Freeform 392">
                <a:extLst>
                  <a:ext uri="{FF2B5EF4-FFF2-40B4-BE49-F238E27FC236}">
                    <a16:creationId xmlns:a16="http://schemas.microsoft.com/office/drawing/2014/main" id="{F717191E-C609-B039-AE8F-1FEC360E1C62}"/>
                  </a:ext>
                </a:extLst>
              </p:cNvPr>
              <p:cNvSpPr>
                <a:spLocks noEditPoints="1"/>
              </p:cNvSpPr>
              <p:nvPr/>
            </p:nvSpPr>
            <p:spPr bwMode="auto">
              <a:xfrm>
                <a:off x="2281" y="2821"/>
                <a:ext cx="208" cy="175"/>
              </a:xfrm>
              <a:custGeom>
                <a:avLst/>
                <a:gdLst>
                  <a:gd name="T0" fmla="*/ 1 w 415"/>
                  <a:gd name="T1" fmla="*/ 1 h 350"/>
                  <a:gd name="T2" fmla="*/ 1 w 415"/>
                  <a:gd name="T3" fmla="*/ 2 h 350"/>
                  <a:gd name="T4" fmla="*/ 1 w 415"/>
                  <a:gd name="T5" fmla="*/ 3 h 350"/>
                  <a:gd name="T6" fmla="*/ 1 w 415"/>
                  <a:gd name="T7" fmla="*/ 3 h 350"/>
                  <a:gd name="T8" fmla="*/ 2 w 415"/>
                  <a:gd name="T9" fmla="*/ 4 h 350"/>
                  <a:gd name="T10" fmla="*/ 3 w 415"/>
                  <a:gd name="T11" fmla="*/ 5 h 350"/>
                  <a:gd name="T12" fmla="*/ 4 w 415"/>
                  <a:gd name="T13" fmla="*/ 5 h 350"/>
                  <a:gd name="T14" fmla="*/ 5 w 415"/>
                  <a:gd name="T15" fmla="*/ 6 h 350"/>
                  <a:gd name="T16" fmla="*/ 6 w 415"/>
                  <a:gd name="T17" fmla="*/ 6 h 350"/>
                  <a:gd name="T18" fmla="*/ 6 w 415"/>
                  <a:gd name="T19" fmla="*/ 6 h 350"/>
                  <a:gd name="T20" fmla="*/ 7 w 415"/>
                  <a:gd name="T21" fmla="*/ 5 h 350"/>
                  <a:gd name="T22" fmla="*/ 7 w 415"/>
                  <a:gd name="T23" fmla="*/ 5 h 350"/>
                  <a:gd name="T24" fmla="*/ 6 w 415"/>
                  <a:gd name="T25" fmla="*/ 5 h 350"/>
                  <a:gd name="T26" fmla="*/ 6 w 415"/>
                  <a:gd name="T27" fmla="*/ 5 h 350"/>
                  <a:gd name="T28" fmla="*/ 5 w 415"/>
                  <a:gd name="T29" fmla="*/ 5 h 350"/>
                  <a:gd name="T30" fmla="*/ 4 w 415"/>
                  <a:gd name="T31" fmla="*/ 5 h 350"/>
                  <a:gd name="T32" fmla="*/ 3 w 415"/>
                  <a:gd name="T33" fmla="*/ 4 h 350"/>
                  <a:gd name="T34" fmla="*/ 2 w 415"/>
                  <a:gd name="T35" fmla="*/ 3 h 350"/>
                  <a:gd name="T36" fmla="*/ 2 w 415"/>
                  <a:gd name="T37" fmla="*/ 3 h 350"/>
                  <a:gd name="T38" fmla="*/ 1 w 415"/>
                  <a:gd name="T39" fmla="*/ 2 h 350"/>
                  <a:gd name="T40" fmla="*/ 1 w 415"/>
                  <a:gd name="T41" fmla="*/ 1 h 350"/>
                  <a:gd name="T42" fmla="*/ 1 w 415"/>
                  <a:gd name="T43" fmla="*/ 1 h 350"/>
                  <a:gd name="T44" fmla="*/ 1 w 415"/>
                  <a:gd name="T45" fmla="*/ 1 h 350"/>
                  <a:gd name="T46" fmla="*/ 1 w 415"/>
                  <a:gd name="T47" fmla="*/ 0 h 350"/>
                  <a:gd name="T48" fmla="*/ 1 w 415"/>
                  <a:gd name="T49" fmla="*/ 1 h 350"/>
                  <a:gd name="T50" fmla="*/ 2 w 415"/>
                  <a:gd name="T51" fmla="*/ 1 h 350"/>
                  <a:gd name="T52" fmla="*/ 3 w 415"/>
                  <a:gd name="T53" fmla="*/ 1 h 350"/>
                  <a:gd name="T54" fmla="*/ 4 w 415"/>
                  <a:gd name="T55" fmla="*/ 2 h 350"/>
                  <a:gd name="T56" fmla="*/ 5 w 415"/>
                  <a:gd name="T57" fmla="*/ 2 h 350"/>
                  <a:gd name="T58" fmla="*/ 6 w 415"/>
                  <a:gd name="T59" fmla="*/ 3 h 350"/>
                  <a:gd name="T60" fmla="*/ 6 w 415"/>
                  <a:gd name="T61" fmla="*/ 4 h 350"/>
                  <a:gd name="T62" fmla="*/ 7 w 415"/>
                  <a:gd name="T63" fmla="*/ 4 h 350"/>
                  <a:gd name="T64" fmla="*/ 7 w 415"/>
                  <a:gd name="T65" fmla="*/ 5 h 350"/>
                  <a:gd name="T66" fmla="*/ 7 w 415"/>
                  <a:gd name="T67" fmla="*/ 5 h 350"/>
                  <a:gd name="T68" fmla="*/ 7 w 415"/>
                  <a:gd name="T69" fmla="*/ 5 h 350"/>
                  <a:gd name="T70" fmla="*/ 6 w 415"/>
                  <a:gd name="T71" fmla="*/ 5 h 350"/>
                  <a:gd name="T72" fmla="*/ 6 w 415"/>
                  <a:gd name="T73" fmla="*/ 5 h 350"/>
                  <a:gd name="T74" fmla="*/ 5 w 415"/>
                  <a:gd name="T75" fmla="*/ 5 h 350"/>
                  <a:gd name="T76" fmla="*/ 4 w 415"/>
                  <a:gd name="T77" fmla="*/ 4 h 350"/>
                  <a:gd name="T78" fmla="*/ 3 w 415"/>
                  <a:gd name="T79" fmla="*/ 4 h 350"/>
                  <a:gd name="T80" fmla="*/ 2 w 415"/>
                  <a:gd name="T81" fmla="*/ 3 h 350"/>
                  <a:gd name="T82" fmla="*/ 1 w 415"/>
                  <a:gd name="T83" fmla="*/ 2 h 350"/>
                  <a:gd name="T84" fmla="*/ 1 w 415"/>
                  <a:gd name="T85" fmla="*/ 2 h 350"/>
                  <a:gd name="T86" fmla="*/ 1 w 415"/>
                  <a:gd name="T87" fmla="*/ 1 h 350"/>
                  <a:gd name="T88" fmla="*/ 1 w 415"/>
                  <a:gd name="T89" fmla="*/ 1 h 35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415" h="350">
                    <a:moveTo>
                      <a:pt x="8" y="12"/>
                    </a:moveTo>
                    <a:lnTo>
                      <a:pt x="1" y="32"/>
                    </a:lnTo>
                    <a:lnTo>
                      <a:pt x="0" y="53"/>
                    </a:lnTo>
                    <a:lnTo>
                      <a:pt x="3" y="78"/>
                    </a:lnTo>
                    <a:lnTo>
                      <a:pt x="8" y="103"/>
                    </a:lnTo>
                    <a:lnTo>
                      <a:pt x="18" y="130"/>
                    </a:lnTo>
                    <a:lnTo>
                      <a:pt x="34" y="158"/>
                    </a:lnTo>
                    <a:lnTo>
                      <a:pt x="51" y="185"/>
                    </a:lnTo>
                    <a:lnTo>
                      <a:pt x="73" y="211"/>
                    </a:lnTo>
                    <a:lnTo>
                      <a:pt x="97" y="236"/>
                    </a:lnTo>
                    <a:lnTo>
                      <a:pt x="124" y="261"/>
                    </a:lnTo>
                    <a:lnTo>
                      <a:pt x="151" y="282"/>
                    </a:lnTo>
                    <a:lnTo>
                      <a:pt x="182" y="302"/>
                    </a:lnTo>
                    <a:lnTo>
                      <a:pt x="212" y="318"/>
                    </a:lnTo>
                    <a:lnTo>
                      <a:pt x="242" y="332"/>
                    </a:lnTo>
                    <a:lnTo>
                      <a:pt x="270" y="341"/>
                    </a:lnTo>
                    <a:lnTo>
                      <a:pt x="299" y="346"/>
                    </a:lnTo>
                    <a:lnTo>
                      <a:pt x="325" y="350"/>
                    </a:lnTo>
                    <a:lnTo>
                      <a:pt x="349" y="346"/>
                    </a:lnTo>
                    <a:lnTo>
                      <a:pt x="371" y="341"/>
                    </a:lnTo>
                    <a:lnTo>
                      <a:pt x="388" y="332"/>
                    </a:lnTo>
                    <a:lnTo>
                      <a:pt x="402" y="318"/>
                    </a:lnTo>
                    <a:lnTo>
                      <a:pt x="412" y="302"/>
                    </a:lnTo>
                    <a:lnTo>
                      <a:pt x="406" y="309"/>
                    </a:lnTo>
                    <a:lnTo>
                      <a:pt x="396" y="314"/>
                    </a:lnTo>
                    <a:lnTo>
                      <a:pt x="382" y="316"/>
                    </a:lnTo>
                    <a:lnTo>
                      <a:pt x="365" y="313"/>
                    </a:lnTo>
                    <a:lnTo>
                      <a:pt x="343" y="307"/>
                    </a:lnTo>
                    <a:lnTo>
                      <a:pt x="321" y="300"/>
                    </a:lnTo>
                    <a:lnTo>
                      <a:pt x="295" y="288"/>
                    </a:lnTo>
                    <a:lnTo>
                      <a:pt x="268" y="275"/>
                    </a:lnTo>
                    <a:lnTo>
                      <a:pt x="239" y="259"/>
                    </a:lnTo>
                    <a:lnTo>
                      <a:pt x="210" y="240"/>
                    </a:lnTo>
                    <a:lnTo>
                      <a:pt x="182" y="220"/>
                    </a:lnTo>
                    <a:lnTo>
                      <a:pt x="153" y="199"/>
                    </a:lnTo>
                    <a:lnTo>
                      <a:pt x="126" y="178"/>
                    </a:lnTo>
                    <a:lnTo>
                      <a:pt x="100" y="154"/>
                    </a:lnTo>
                    <a:lnTo>
                      <a:pt x="76" y="131"/>
                    </a:lnTo>
                    <a:lnTo>
                      <a:pt x="56" y="110"/>
                    </a:lnTo>
                    <a:lnTo>
                      <a:pt x="38" y="89"/>
                    </a:lnTo>
                    <a:lnTo>
                      <a:pt x="24" y="69"/>
                    </a:lnTo>
                    <a:lnTo>
                      <a:pt x="14" y="51"/>
                    </a:lnTo>
                    <a:lnTo>
                      <a:pt x="8" y="35"/>
                    </a:lnTo>
                    <a:lnTo>
                      <a:pt x="5" y="23"/>
                    </a:lnTo>
                    <a:lnTo>
                      <a:pt x="8" y="12"/>
                    </a:lnTo>
                    <a:close/>
                    <a:moveTo>
                      <a:pt x="8" y="12"/>
                    </a:moveTo>
                    <a:lnTo>
                      <a:pt x="14" y="5"/>
                    </a:lnTo>
                    <a:lnTo>
                      <a:pt x="24" y="0"/>
                    </a:lnTo>
                    <a:lnTo>
                      <a:pt x="38" y="0"/>
                    </a:lnTo>
                    <a:lnTo>
                      <a:pt x="56" y="2"/>
                    </a:lnTo>
                    <a:lnTo>
                      <a:pt x="77" y="7"/>
                    </a:lnTo>
                    <a:lnTo>
                      <a:pt x="100" y="16"/>
                    </a:lnTo>
                    <a:lnTo>
                      <a:pt x="126" y="26"/>
                    </a:lnTo>
                    <a:lnTo>
                      <a:pt x="153" y="41"/>
                    </a:lnTo>
                    <a:lnTo>
                      <a:pt x="182" y="57"/>
                    </a:lnTo>
                    <a:lnTo>
                      <a:pt x="210" y="74"/>
                    </a:lnTo>
                    <a:lnTo>
                      <a:pt x="239" y="94"/>
                    </a:lnTo>
                    <a:lnTo>
                      <a:pt x="268" y="115"/>
                    </a:lnTo>
                    <a:lnTo>
                      <a:pt x="295" y="138"/>
                    </a:lnTo>
                    <a:lnTo>
                      <a:pt x="321" y="160"/>
                    </a:lnTo>
                    <a:lnTo>
                      <a:pt x="345" y="183"/>
                    </a:lnTo>
                    <a:lnTo>
                      <a:pt x="365" y="204"/>
                    </a:lnTo>
                    <a:lnTo>
                      <a:pt x="382" y="226"/>
                    </a:lnTo>
                    <a:lnTo>
                      <a:pt x="396" y="245"/>
                    </a:lnTo>
                    <a:lnTo>
                      <a:pt x="406" y="263"/>
                    </a:lnTo>
                    <a:lnTo>
                      <a:pt x="412" y="279"/>
                    </a:lnTo>
                    <a:lnTo>
                      <a:pt x="415" y="291"/>
                    </a:lnTo>
                    <a:lnTo>
                      <a:pt x="412" y="302"/>
                    </a:lnTo>
                    <a:lnTo>
                      <a:pt x="406" y="309"/>
                    </a:lnTo>
                    <a:lnTo>
                      <a:pt x="396" y="314"/>
                    </a:lnTo>
                    <a:lnTo>
                      <a:pt x="382" y="316"/>
                    </a:lnTo>
                    <a:lnTo>
                      <a:pt x="365" y="313"/>
                    </a:lnTo>
                    <a:lnTo>
                      <a:pt x="343" y="307"/>
                    </a:lnTo>
                    <a:lnTo>
                      <a:pt x="321" y="300"/>
                    </a:lnTo>
                    <a:lnTo>
                      <a:pt x="295" y="288"/>
                    </a:lnTo>
                    <a:lnTo>
                      <a:pt x="268" y="275"/>
                    </a:lnTo>
                    <a:lnTo>
                      <a:pt x="239" y="259"/>
                    </a:lnTo>
                    <a:lnTo>
                      <a:pt x="210" y="240"/>
                    </a:lnTo>
                    <a:lnTo>
                      <a:pt x="182" y="220"/>
                    </a:lnTo>
                    <a:lnTo>
                      <a:pt x="153" y="199"/>
                    </a:lnTo>
                    <a:lnTo>
                      <a:pt x="126" y="178"/>
                    </a:lnTo>
                    <a:lnTo>
                      <a:pt x="100" y="154"/>
                    </a:lnTo>
                    <a:lnTo>
                      <a:pt x="76" y="131"/>
                    </a:lnTo>
                    <a:lnTo>
                      <a:pt x="56" y="110"/>
                    </a:lnTo>
                    <a:lnTo>
                      <a:pt x="38" y="89"/>
                    </a:lnTo>
                    <a:lnTo>
                      <a:pt x="24" y="69"/>
                    </a:lnTo>
                    <a:lnTo>
                      <a:pt x="14" y="51"/>
                    </a:lnTo>
                    <a:lnTo>
                      <a:pt x="8" y="35"/>
                    </a:lnTo>
                    <a:lnTo>
                      <a:pt x="5" y="23"/>
                    </a:lnTo>
                    <a:lnTo>
                      <a:pt x="8" y="12"/>
                    </a:lnTo>
                    <a:close/>
                  </a:path>
                </a:pathLst>
              </a:custGeom>
              <a:solidFill>
                <a:srgbClr val="3333FF"/>
              </a:solidFill>
              <a:ln w="6350">
                <a:solidFill>
                  <a:srgbClr val="000000"/>
                </a:solidFill>
                <a:prstDash val="solid"/>
                <a:round/>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105" name="Line 393">
                <a:extLst>
                  <a:ext uri="{FF2B5EF4-FFF2-40B4-BE49-F238E27FC236}">
                    <a16:creationId xmlns:a16="http://schemas.microsoft.com/office/drawing/2014/main" id="{8EA5EDA6-5382-3624-43A6-2939F473DBF9}"/>
                  </a:ext>
                </a:extLst>
              </p:cNvPr>
              <p:cNvSpPr>
                <a:spLocks noChangeShapeType="1"/>
              </p:cNvSpPr>
              <p:nvPr/>
            </p:nvSpPr>
            <p:spPr bwMode="auto">
              <a:xfrm flipH="1" flipV="1">
                <a:off x="2285" y="2824"/>
                <a:ext cx="136" cy="2"/>
              </a:xfrm>
              <a:prstGeom prst="line">
                <a:avLst/>
              </a:prstGeom>
              <a:noFill/>
              <a:ln w="1588">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106" name="Line 394">
                <a:extLst>
                  <a:ext uri="{FF2B5EF4-FFF2-40B4-BE49-F238E27FC236}">
                    <a16:creationId xmlns:a16="http://schemas.microsoft.com/office/drawing/2014/main" id="{3619FA0C-3318-5990-CE95-A3697D115E49}"/>
                  </a:ext>
                </a:extLst>
              </p:cNvPr>
              <p:cNvSpPr>
                <a:spLocks noChangeShapeType="1"/>
              </p:cNvSpPr>
              <p:nvPr/>
            </p:nvSpPr>
            <p:spPr bwMode="auto">
              <a:xfrm flipH="1">
                <a:off x="2372" y="2826"/>
                <a:ext cx="49" cy="102"/>
              </a:xfrm>
              <a:prstGeom prst="line">
                <a:avLst/>
              </a:prstGeom>
              <a:noFill/>
              <a:ln w="1588">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107" name="Line 395">
                <a:extLst>
                  <a:ext uri="{FF2B5EF4-FFF2-40B4-BE49-F238E27FC236}">
                    <a16:creationId xmlns:a16="http://schemas.microsoft.com/office/drawing/2014/main" id="{2033792B-F287-7DBF-A1E8-6E8A0D802BB0}"/>
                  </a:ext>
                </a:extLst>
              </p:cNvPr>
              <p:cNvSpPr>
                <a:spLocks noChangeShapeType="1"/>
              </p:cNvSpPr>
              <p:nvPr/>
            </p:nvSpPr>
            <p:spPr bwMode="auto">
              <a:xfrm>
                <a:off x="2421" y="2826"/>
                <a:ext cx="67" cy="144"/>
              </a:xfrm>
              <a:prstGeom prst="line">
                <a:avLst/>
              </a:prstGeom>
              <a:noFill/>
              <a:ln w="1588">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108" name="Freeform 396">
                <a:extLst>
                  <a:ext uri="{FF2B5EF4-FFF2-40B4-BE49-F238E27FC236}">
                    <a16:creationId xmlns:a16="http://schemas.microsoft.com/office/drawing/2014/main" id="{4FB75981-F803-3C32-8165-658CD94D9DB3}"/>
                  </a:ext>
                </a:extLst>
              </p:cNvPr>
              <p:cNvSpPr>
                <a:spLocks/>
              </p:cNvSpPr>
              <p:nvPr/>
            </p:nvSpPr>
            <p:spPr bwMode="auto">
              <a:xfrm>
                <a:off x="2349" y="2902"/>
                <a:ext cx="51" cy="40"/>
              </a:xfrm>
              <a:custGeom>
                <a:avLst/>
                <a:gdLst>
                  <a:gd name="T0" fmla="*/ 0 w 101"/>
                  <a:gd name="T1" fmla="*/ 1 h 80"/>
                  <a:gd name="T2" fmla="*/ 1 w 101"/>
                  <a:gd name="T3" fmla="*/ 0 h 80"/>
                  <a:gd name="T4" fmla="*/ 1 w 101"/>
                  <a:gd name="T5" fmla="*/ 1 h 80"/>
                  <a:gd name="T6" fmla="*/ 1 w 101"/>
                  <a:gd name="T7" fmla="*/ 1 h 80"/>
                  <a:gd name="T8" fmla="*/ 1 w 101"/>
                  <a:gd name="T9" fmla="*/ 1 h 80"/>
                  <a:gd name="T10" fmla="*/ 1 w 101"/>
                  <a:gd name="T11" fmla="*/ 1 h 80"/>
                  <a:gd name="T12" fmla="*/ 2 w 101"/>
                  <a:gd name="T13" fmla="*/ 1 h 80"/>
                  <a:gd name="T14" fmla="*/ 2 w 101"/>
                  <a:gd name="T15" fmla="*/ 1 h 80"/>
                  <a:gd name="T16" fmla="*/ 2 w 101"/>
                  <a:gd name="T17" fmla="*/ 1 h 80"/>
                  <a:gd name="T18" fmla="*/ 2 w 101"/>
                  <a:gd name="T19" fmla="*/ 1 h 80"/>
                  <a:gd name="T20" fmla="*/ 2 w 101"/>
                  <a:gd name="T21" fmla="*/ 2 h 80"/>
                  <a:gd name="T22" fmla="*/ 2 w 101"/>
                  <a:gd name="T23" fmla="*/ 2 h 80"/>
                  <a:gd name="T24" fmla="*/ 2 w 101"/>
                  <a:gd name="T25" fmla="*/ 2 h 80"/>
                  <a:gd name="T26" fmla="*/ 2 w 101"/>
                  <a:gd name="T27" fmla="*/ 2 h 80"/>
                  <a:gd name="T28" fmla="*/ 2 w 101"/>
                  <a:gd name="T29" fmla="*/ 2 h 80"/>
                  <a:gd name="T30" fmla="*/ 2 w 101"/>
                  <a:gd name="T31" fmla="*/ 2 h 80"/>
                  <a:gd name="T32" fmla="*/ 1 w 101"/>
                  <a:gd name="T33" fmla="*/ 1 h 80"/>
                  <a:gd name="T34" fmla="*/ 1 w 101"/>
                  <a:gd name="T35" fmla="*/ 1 h 80"/>
                  <a:gd name="T36" fmla="*/ 1 w 101"/>
                  <a:gd name="T37" fmla="*/ 1 h 80"/>
                  <a:gd name="T38" fmla="*/ 1 w 101"/>
                  <a:gd name="T39" fmla="*/ 1 h 80"/>
                  <a:gd name="T40" fmla="*/ 1 w 101"/>
                  <a:gd name="T41" fmla="*/ 1 h 80"/>
                  <a:gd name="T42" fmla="*/ 0 w 101"/>
                  <a:gd name="T43" fmla="*/ 1 h 80"/>
                  <a:gd name="T44" fmla="*/ 0 w 101"/>
                  <a:gd name="T45" fmla="*/ 1 h 8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01" h="80">
                    <a:moveTo>
                      <a:pt x="0" y="3"/>
                    </a:moveTo>
                    <a:lnTo>
                      <a:pt x="4" y="0"/>
                    </a:lnTo>
                    <a:lnTo>
                      <a:pt x="13" y="1"/>
                    </a:lnTo>
                    <a:lnTo>
                      <a:pt x="24" y="3"/>
                    </a:lnTo>
                    <a:lnTo>
                      <a:pt x="37" y="10"/>
                    </a:lnTo>
                    <a:lnTo>
                      <a:pt x="51" y="19"/>
                    </a:lnTo>
                    <a:lnTo>
                      <a:pt x="66" y="30"/>
                    </a:lnTo>
                    <a:lnTo>
                      <a:pt x="79" y="40"/>
                    </a:lnTo>
                    <a:lnTo>
                      <a:pt x="90" y="51"/>
                    </a:lnTo>
                    <a:lnTo>
                      <a:pt x="97" y="62"/>
                    </a:lnTo>
                    <a:lnTo>
                      <a:pt x="101" y="71"/>
                    </a:lnTo>
                    <a:lnTo>
                      <a:pt x="101" y="76"/>
                    </a:lnTo>
                    <a:lnTo>
                      <a:pt x="97" y="80"/>
                    </a:lnTo>
                    <a:lnTo>
                      <a:pt x="90" y="78"/>
                    </a:lnTo>
                    <a:lnTo>
                      <a:pt x="79" y="74"/>
                    </a:lnTo>
                    <a:lnTo>
                      <a:pt x="66" y="69"/>
                    </a:lnTo>
                    <a:lnTo>
                      <a:pt x="51" y="60"/>
                    </a:lnTo>
                    <a:lnTo>
                      <a:pt x="37" y="49"/>
                    </a:lnTo>
                    <a:lnTo>
                      <a:pt x="23" y="39"/>
                    </a:lnTo>
                    <a:lnTo>
                      <a:pt x="13" y="28"/>
                    </a:lnTo>
                    <a:lnTo>
                      <a:pt x="4" y="17"/>
                    </a:lnTo>
                    <a:lnTo>
                      <a:pt x="0" y="8"/>
                    </a:lnTo>
                    <a:lnTo>
                      <a:pt x="0" y="3"/>
                    </a:lnTo>
                    <a:close/>
                  </a:path>
                </a:pathLst>
              </a:custGeom>
              <a:solidFill>
                <a:srgbClr val="3333FF"/>
              </a:solidFill>
              <a:ln w="6350">
                <a:solidFill>
                  <a:srgbClr val="000000"/>
                </a:solidFill>
                <a:prstDash val="solid"/>
                <a:round/>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grpSp>
        <p:grpSp>
          <p:nvGrpSpPr>
            <p:cNvPr id="64" name="Group 398">
              <a:extLst>
                <a:ext uri="{FF2B5EF4-FFF2-40B4-BE49-F238E27FC236}">
                  <a16:creationId xmlns:a16="http://schemas.microsoft.com/office/drawing/2014/main" id="{D867A33A-5213-22B8-F76F-408E845C327B}"/>
                </a:ext>
              </a:extLst>
            </p:cNvPr>
            <p:cNvGrpSpPr>
              <a:grpSpLocks/>
            </p:cNvGrpSpPr>
            <p:nvPr/>
          </p:nvGrpSpPr>
          <p:grpSpPr bwMode="auto">
            <a:xfrm>
              <a:off x="7634085" y="5681615"/>
              <a:ext cx="223838" cy="254000"/>
              <a:chOff x="2274" y="2821"/>
              <a:chExt cx="215" cy="238"/>
            </a:xfrm>
          </p:grpSpPr>
          <p:sp>
            <p:nvSpPr>
              <p:cNvPr id="81" name="Freeform 399">
                <a:extLst>
                  <a:ext uri="{FF2B5EF4-FFF2-40B4-BE49-F238E27FC236}">
                    <a16:creationId xmlns:a16="http://schemas.microsoft.com/office/drawing/2014/main" id="{33C80832-9EF4-BE35-6D31-193D41CE316E}"/>
                  </a:ext>
                </a:extLst>
              </p:cNvPr>
              <p:cNvSpPr>
                <a:spLocks noEditPoints="1"/>
              </p:cNvSpPr>
              <p:nvPr/>
            </p:nvSpPr>
            <p:spPr bwMode="auto">
              <a:xfrm>
                <a:off x="2274" y="3034"/>
                <a:ext cx="215" cy="25"/>
              </a:xfrm>
              <a:custGeom>
                <a:avLst/>
                <a:gdLst>
                  <a:gd name="T0" fmla="*/ 1 w 430"/>
                  <a:gd name="T1" fmla="*/ 1 h 50"/>
                  <a:gd name="T2" fmla="*/ 0 w 430"/>
                  <a:gd name="T3" fmla="*/ 1 h 50"/>
                  <a:gd name="T4" fmla="*/ 0 w 430"/>
                  <a:gd name="T5" fmla="*/ 1 h 50"/>
                  <a:gd name="T6" fmla="*/ 7 w 430"/>
                  <a:gd name="T7" fmla="*/ 1 h 50"/>
                  <a:gd name="T8" fmla="*/ 7 w 430"/>
                  <a:gd name="T9" fmla="*/ 1 h 50"/>
                  <a:gd name="T10" fmla="*/ 6 w 430"/>
                  <a:gd name="T11" fmla="*/ 1 h 50"/>
                  <a:gd name="T12" fmla="*/ 6 w 430"/>
                  <a:gd name="T13" fmla="*/ 0 h 50"/>
                  <a:gd name="T14" fmla="*/ 1 w 430"/>
                  <a:gd name="T15" fmla="*/ 0 h 50"/>
                  <a:gd name="T16" fmla="*/ 1 w 430"/>
                  <a:gd name="T17" fmla="*/ 1 h 50"/>
                  <a:gd name="T18" fmla="*/ 6 w 430"/>
                  <a:gd name="T19" fmla="*/ 1 h 50"/>
                  <a:gd name="T20" fmla="*/ 1 w 430"/>
                  <a:gd name="T21" fmla="*/ 1 h 50"/>
                  <a:gd name="T22" fmla="*/ 6 w 430"/>
                  <a:gd name="T23" fmla="*/ 1 h 5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30" h="50">
                    <a:moveTo>
                      <a:pt x="26" y="18"/>
                    </a:moveTo>
                    <a:lnTo>
                      <a:pt x="0" y="18"/>
                    </a:lnTo>
                    <a:lnTo>
                      <a:pt x="0" y="50"/>
                    </a:lnTo>
                    <a:lnTo>
                      <a:pt x="430" y="50"/>
                    </a:lnTo>
                    <a:lnTo>
                      <a:pt x="430" y="18"/>
                    </a:lnTo>
                    <a:lnTo>
                      <a:pt x="376" y="18"/>
                    </a:lnTo>
                    <a:lnTo>
                      <a:pt x="376" y="0"/>
                    </a:lnTo>
                    <a:lnTo>
                      <a:pt x="26" y="0"/>
                    </a:lnTo>
                    <a:lnTo>
                      <a:pt x="26" y="18"/>
                    </a:lnTo>
                    <a:close/>
                    <a:moveTo>
                      <a:pt x="376" y="18"/>
                    </a:moveTo>
                    <a:lnTo>
                      <a:pt x="33" y="18"/>
                    </a:lnTo>
                    <a:lnTo>
                      <a:pt x="376" y="18"/>
                    </a:lnTo>
                    <a:close/>
                  </a:path>
                </a:pathLst>
              </a:custGeom>
              <a:solidFill>
                <a:srgbClr val="3333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82" name="Line 400">
                <a:extLst>
                  <a:ext uri="{FF2B5EF4-FFF2-40B4-BE49-F238E27FC236}">
                    <a16:creationId xmlns:a16="http://schemas.microsoft.com/office/drawing/2014/main" id="{A00C6665-7A0D-2BCD-4971-A251CDF8A32B}"/>
                  </a:ext>
                </a:extLst>
              </p:cNvPr>
              <p:cNvSpPr>
                <a:spLocks noChangeShapeType="1"/>
              </p:cNvSpPr>
              <p:nvPr/>
            </p:nvSpPr>
            <p:spPr bwMode="auto">
              <a:xfrm>
                <a:off x="2317" y="2951"/>
                <a:ext cx="30" cy="1"/>
              </a:xfrm>
              <a:prstGeom prst="line">
                <a:avLst/>
              </a:prstGeom>
              <a:noFill/>
              <a:ln w="6350">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83" name="Freeform 401">
                <a:extLst>
                  <a:ext uri="{FF2B5EF4-FFF2-40B4-BE49-F238E27FC236}">
                    <a16:creationId xmlns:a16="http://schemas.microsoft.com/office/drawing/2014/main" id="{3B3F607E-E170-FCA5-72D3-1A89C8822F27}"/>
                  </a:ext>
                </a:extLst>
              </p:cNvPr>
              <p:cNvSpPr>
                <a:spLocks/>
              </p:cNvSpPr>
              <p:nvPr/>
            </p:nvSpPr>
            <p:spPr bwMode="auto">
              <a:xfrm>
                <a:off x="2317" y="2923"/>
                <a:ext cx="44" cy="109"/>
              </a:xfrm>
              <a:custGeom>
                <a:avLst/>
                <a:gdLst>
                  <a:gd name="T0" fmla="*/ 2 w 87"/>
                  <a:gd name="T1" fmla="*/ 3 h 219"/>
                  <a:gd name="T2" fmla="*/ 0 w 87"/>
                  <a:gd name="T3" fmla="*/ 0 h 219"/>
                  <a:gd name="T4" fmla="*/ 1 w 87"/>
                  <a:gd name="T5" fmla="*/ 0 h 219"/>
                  <a:gd name="T6" fmla="*/ 0 60000 65536"/>
                  <a:gd name="T7" fmla="*/ 0 60000 65536"/>
                  <a:gd name="T8" fmla="*/ 0 60000 65536"/>
                </a:gdLst>
                <a:ahLst/>
                <a:cxnLst>
                  <a:cxn ang="T6">
                    <a:pos x="T0" y="T1"/>
                  </a:cxn>
                  <a:cxn ang="T7">
                    <a:pos x="T2" y="T3"/>
                  </a:cxn>
                  <a:cxn ang="T8">
                    <a:pos x="T4" y="T5"/>
                  </a:cxn>
                </a:cxnLst>
                <a:rect l="0" t="0" r="r" b="b"/>
                <a:pathLst>
                  <a:path w="87" h="219">
                    <a:moveTo>
                      <a:pt x="87" y="219"/>
                    </a:moveTo>
                    <a:lnTo>
                      <a:pt x="0" y="55"/>
                    </a:lnTo>
                    <a:lnTo>
                      <a:pt x="28" y="0"/>
                    </a:lnTo>
                  </a:path>
                </a:pathLst>
              </a:custGeom>
              <a:solidFill>
                <a:srgbClr val="3333FF"/>
              </a:solidFill>
              <a:ln w="6350">
                <a:solidFill>
                  <a:srgbClr val="000000"/>
                </a:solidFill>
                <a:prstDash val="solid"/>
                <a:round/>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84" name="Line 402">
                <a:extLst>
                  <a:ext uri="{FF2B5EF4-FFF2-40B4-BE49-F238E27FC236}">
                    <a16:creationId xmlns:a16="http://schemas.microsoft.com/office/drawing/2014/main" id="{B0EC6C1E-2431-295C-047C-7CE9925BC06C}"/>
                  </a:ext>
                </a:extLst>
              </p:cNvPr>
              <p:cNvSpPr>
                <a:spLocks noChangeShapeType="1"/>
              </p:cNvSpPr>
              <p:nvPr/>
            </p:nvSpPr>
            <p:spPr bwMode="auto">
              <a:xfrm flipV="1">
                <a:off x="2300" y="2951"/>
                <a:ext cx="47" cy="83"/>
              </a:xfrm>
              <a:prstGeom prst="line">
                <a:avLst/>
              </a:prstGeom>
              <a:noFill/>
              <a:ln w="6350">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85" name="Freeform 403">
                <a:extLst>
                  <a:ext uri="{FF2B5EF4-FFF2-40B4-BE49-F238E27FC236}">
                    <a16:creationId xmlns:a16="http://schemas.microsoft.com/office/drawing/2014/main" id="{B273EE9F-FF21-7D13-5A94-204531B8C1AE}"/>
                  </a:ext>
                </a:extLst>
              </p:cNvPr>
              <p:cNvSpPr>
                <a:spLocks/>
              </p:cNvSpPr>
              <p:nvPr/>
            </p:nvSpPr>
            <p:spPr bwMode="auto">
              <a:xfrm>
                <a:off x="2317" y="3005"/>
                <a:ext cx="86" cy="27"/>
              </a:xfrm>
              <a:custGeom>
                <a:avLst/>
                <a:gdLst>
                  <a:gd name="T0" fmla="*/ 1 w 172"/>
                  <a:gd name="T1" fmla="*/ 0 h 55"/>
                  <a:gd name="T2" fmla="*/ 0 w 172"/>
                  <a:gd name="T3" fmla="*/ 0 h 55"/>
                  <a:gd name="T4" fmla="*/ 3 w 172"/>
                  <a:gd name="T5" fmla="*/ 0 h 55"/>
                  <a:gd name="T6" fmla="*/ 3 w 172"/>
                  <a:gd name="T7" fmla="*/ 0 h 5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2" h="55">
                    <a:moveTo>
                      <a:pt x="28" y="55"/>
                    </a:moveTo>
                    <a:lnTo>
                      <a:pt x="0" y="0"/>
                    </a:lnTo>
                    <a:lnTo>
                      <a:pt x="172" y="0"/>
                    </a:lnTo>
                    <a:lnTo>
                      <a:pt x="146" y="55"/>
                    </a:lnTo>
                  </a:path>
                </a:pathLst>
              </a:custGeom>
              <a:solidFill>
                <a:srgbClr val="3333FF"/>
              </a:solidFill>
              <a:ln w="6350">
                <a:solidFill>
                  <a:srgbClr val="000000"/>
                </a:solidFill>
                <a:prstDash val="solid"/>
                <a:round/>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86" name="Line 404">
                <a:extLst>
                  <a:ext uri="{FF2B5EF4-FFF2-40B4-BE49-F238E27FC236}">
                    <a16:creationId xmlns:a16="http://schemas.microsoft.com/office/drawing/2014/main" id="{A08EF041-F532-211C-4227-F60D6D580625}"/>
                  </a:ext>
                </a:extLst>
              </p:cNvPr>
              <p:cNvSpPr>
                <a:spLocks noChangeShapeType="1"/>
              </p:cNvSpPr>
              <p:nvPr/>
            </p:nvSpPr>
            <p:spPr bwMode="auto">
              <a:xfrm flipH="1" flipV="1">
                <a:off x="2375" y="2960"/>
                <a:ext cx="46" cy="74"/>
              </a:xfrm>
              <a:prstGeom prst="line">
                <a:avLst/>
              </a:prstGeom>
              <a:noFill/>
              <a:ln w="6350">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87" name="Freeform 405">
                <a:extLst>
                  <a:ext uri="{FF2B5EF4-FFF2-40B4-BE49-F238E27FC236}">
                    <a16:creationId xmlns:a16="http://schemas.microsoft.com/office/drawing/2014/main" id="{FFD073D4-5D6C-1EF7-7989-3AF69CE7DB02}"/>
                  </a:ext>
                </a:extLst>
              </p:cNvPr>
              <p:cNvSpPr>
                <a:spLocks/>
              </p:cNvSpPr>
              <p:nvPr/>
            </p:nvSpPr>
            <p:spPr bwMode="auto">
              <a:xfrm>
                <a:off x="2274" y="3034"/>
                <a:ext cx="215" cy="25"/>
              </a:xfrm>
              <a:custGeom>
                <a:avLst/>
                <a:gdLst>
                  <a:gd name="T0" fmla="*/ 1 w 430"/>
                  <a:gd name="T1" fmla="*/ 1 h 50"/>
                  <a:gd name="T2" fmla="*/ 0 w 430"/>
                  <a:gd name="T3" fmla="*/ 1 h 50"/>
                  <a:gd name="T4" fmla="*/ 0 w 430"/>
                  <a:gd name="T5" fmla="*/ 1 h 50"/>
                  <a:gd name="T6" fmla="*/ 7 w 430"/>
                  <a:gd name="T7" fmla="*/ 1 h 50"/>
                  <a:gd name="T8" fmla="*/ 7 w 430"/>
                  <a:gd name="T9" fmla="*/ 1 h 50"/>
                  <a:gd name="T10" fmla="*/ 6 w 430"/>
                  <a:gd name="T11" fmla="*/ 1 h 50"/>
                  <a:gd name="T12" fmla="*/ 6 w 430"/>
                  <a:gd name="T13" fmla="*/ 0 h 50"/>
                  <a:gd name="T14" fmla="*/ 1 w 430"/>
                  <a:gd name="T15" fmla="*/ 0 h 50"/>
                  <a:gd name="T16" fmla="*/ 1 w 430"/>
                  <a:gd name="T17" fmla="*/ 1 h 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0" h="50">
                    <a:moveTo>
                      <a:pt x="26" y="18"/>
                    </a:moveTo>
                    <a:lnTo>
                      <a:pt x="0" y="18"/>
                    </a:lnTo>
                    <a:lnTo>
                      <a:pt x="0" y="50"/>
                    </a:lnTo>
                    <a:lnTo>
                      <a:pt x="430" y="50"/>
                    </a:lnTo>
                    <a:lnTo>
                      <a:pt x="430" y="18"/>
                    </a:lnTo>
                    <a:lnTo>
                      <a:pt x="376" y="18"/>
                    </a:lnTo>
                    <a:lnTo>
                      <a:pt x="376" y="0"/>
                    </a:lnTo>
                    <a:lnTo>
                      <a:pt x="26" y="0"/>
                    </a:lnTo>
                    <a:lnTo>
                      <a:pt x="26" y="18"/>
                    </a:lnTo>
                  </a:path>
                </a:pathLst>
              </a:custGeom>
              <a:solidFill>
                <a:srgbClr val="3333FF"/>
              </a:solidFill>
              <a:ln w="6350">
                <a:solidFill>
                  <a:srgbClr val="000000"/>
                </a:solidFill>
                <a:prstDash val="solid"/>
                <a:round/>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88" name="Freeform 406">
                <a:extLst>
                  <a:ext uri="{FF2B5EF4-FFF2-40B4-BE49-F238E27FC236}">
                    <a16:creationId xmlns:a16="http://schemas.microsoft.com/office/drawing/2014/main" id="{3835B6CC-B5DD-01DA-0C42-A7AE13F56B0A}"/>
                  </a:ext>
                </a:extLst>
              </p:cNvPr>
              <p:cNvSpPr>
                <a:spLocks/>
              </p:cNvSpPr>
              <p:nvPr/>
            </p:nvSpPr>
            <p:spPr bwMode="auto">
              <a:xfrm>
                <a:off x="2290" y="3043"/>
                <a:ext cx="171" cy="1"/>
              </a:xfrm>
              <a:custGeom>
                <a:avLst/>
                <a:gdLst>
                  <a:gd name="T0" fmla="*/ 5 w 343"/>
                  <a:gd name="T1" fmla="*/ 0 h 1"/>
                  <a:gd name="T2" fmla="*/ 0 w 343"/>
                  <a:gd name="T3" fmla="*/ 0 h 1"/>
                  <a:gd name="T4" fmla="*/ 5 w 343"/>
                  <a:gd name="T5" fmla="*/ 0 h 1"/>
                  <a:gd name="T6" fmla="*/ 0 60000 65536"/>
                  <a:gd name="T7" fmla="*/ 0 60000 65536"/>
                  <a:gd name="T8" fmla="*/ 0 60000 65536"/>
                </a:gdLst>
                <a:ahLst/>
                <a:cxnLst>
                  <a:cxn ang="T6">
                    <a:pos x="T0" y="T1"/>
                  </a:cxn>
                  <a:cxn ang="T7">
                    <a:pos x="T2" y="T3"/>
                  </a:cxn>
                  <a:cxn ang="T8">
                    <a:pos x="T4" y="T5"/>
                  </a:cxn>
                </a:cxnLst>
                <a:rect l="0" t="0" r="r" b="b"/>
                <a:pathLst>
                  <a:path w="343" h="1">
                    <a:moveTo>
                      <a:pt x="343" y="0"/>
                    </a:moveTo>
                    <a:lnTo>
                      <a:pt x="0" y="0"/>
                    </a:lnTo>
                    <a:lnTo>
                      <a:pt x="343" y="0"/>
                    </a:lnTo>
                  </a:path>
                </a:pathLst>
              </a:custGeom>
              <a:solidFill>
                <a:srgbClr val="3333FF"/>
              </a:solidFill>
              <a:ln w="6350">
                <a:solidFill>
                  <a:srgbClr val="000000"/>
                </a:solidFill>
                <a:prstDash val="solid"/>
                <a:round/>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89" name="Rectangle 407">
                <a:extLst>
                  <a:ext uri="{FF2B5EF4-FFF2-40B4-BE49-F238E27FC236}">
                    <a16:creationId xmlns:a16="http://schemas.microsoft.com/office/drawing/2014/main" id="{57AD7AAE-FBD5-B8D0-3DD5-BC38FBF86713}"/>
                  </a:ext>
                </a:extLst>
              </p:cNvPr>
              <p:cNvSpPr>
                <a:spLocks noChangeArrowheads="1"/>
              </p:cNvSpPr>
              <p:nvPr/>
            </p:nvSpPr>
            <p:spPr bwMode="auto">
              <a:xfrm>
                <a:off x="2347" y="2951"/>
                <a:ext cx="27" cy="83"/>
              </a:xfrm>
              <a:prstGeom prst="rect">
                <a:avLst/>
              </a:prstGeom>
              <a:solidFill>
                <a:srgbClr val="3333FF"/>
              </a:solidFill>
              <a:ln w="6350">
                <a:solidFill>
                  <a:srgbClr val="000000"/>
                </a:solidFill>
                <a:miter lim="800000"/>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90" name="Freeform 408">
                <a:extLst>
                  <a:ext uri="{FF2B5EF4-FFF2-40B4-BE49-F238E27FC236}">
                    <a16:creationId xmlns:a16="http://schemas.microsoft.com/office/drawing/2014/main" id="{256F0EC2-B174-185D-6750-444C023ABF0F}"/>
                  </a:ext>
                </a:extLst>
              </p:cNvPr>
              <p:cNvSpPr>
                <a:spLocks noEditPoints="1"/>
              </p:cNvSpPr>
              <p:nvPr/>
            </p:nvSpPr>
            <p:spPr bwMode="auto">
              <a:xfrm>
                <a:off x="2281" y="2821"/>
                <a:ext cx="208" cy="175"/>
              </a:xfrm>
              <a:custGeom>
                <a:avLst/>
                <a:gdLst>
                  <a:gd name="T0" fmla="*/ 1 w 415"/>
                  <a:gd name="T1" fmla="*/ 1 h 350"/>
                  <a:gd name="T2" fmla="*/ 1 w 415"/>
                  <a:gd name="T3" fmla="*/ 2 h 350"/>
                  <a:gd name="T4" fmla="*/ 1 w 415"/>
                  <a:gd name="T5" fmla="*/ 3 h 350"/>
                  <a:gd name="T6" fmla="*/ 1 w 415"/>
                  <a:gd name="T7" fmla="*/ 3 h 350"/>
                  <a:gd name="T8" fmla="*/ 2 w 415"/>
                  <a:gd name="T9" fmla="*/ 4 h 350"/>
                  <a:gd name="T10" fmla="*/ 3 w 415"/>
                  <a:gd name="T11" fmla="*/ 5 h 350"/>
                  <a:gd name="T12" fmla="*/ 4 w 415"/>
                  <a:gd name="T13" fmla="*/ 5 h 350"/>
                  <a:gd name="T14" fmla="*/ 5 w 415"/>
                  <a:gd name="T15" fmla="*/ 6 h 350"/>
                  <a:gd name="T16" fmla="*/ 6 w 415"/>
                  <a:gd name="T17" fmla="*/ 6 h 350"/>
                  <a:gd name="T18" fmla="*/ 6 w 415"/>
                  <a:gd name="T19" fmla="*/ 6 h 350"/>
                  <a:gd name="T20" fmla="*/ 7 w 415"/>
                  <a:gd name="T21" fmla="*/ 5 h 350"/>
                  <a:gd name="T22" fmla="*/ 7 w 415"/>
                  <a:gd name="T23" fmla="*/ 5 h 350"/>
                  <a:gd name="T24" fmla="*/ 6 w 415"/>
                  <a:gd name="T25" fmla="*/ 5 h 350"/>
                  <a:gd name="T26" fmla="*/ 6 w 415"/>
                  <a:gd name="T27" fmla="*/ 5 h 350"/>
                  <a:gd name="T28" fmla="*/ 5 w 415"/>
                  <a:gd name="T29" fmla="*/ 5 h 350"/>
                  <a:gd name="T30" fmla="*/ 4 w 415"/>
                  <a:gd name="T31" fmla="*/ 5 h 350"/>
                  <a:gd name="T32" fmla="*/ 3 w 415"/>
                  <a:gd name="T33" fmla="*/ 4 h 350"/>
                  <a:gd name="T34" fmla="*/ 2 w 415"/>
                  <a:gd name="T35" fmla="*/ 3 h 350"/>
                  <a:gd name="T36" fmla="*/ 2 w 415"/>
                  <a:gd name="T37" fmla="*/ 3 h 350"/>
                  <a:gd name="T38" fmla="*/ 1 w 415"/>
                  <a:gd name="T39" fmla="*/ 2 h 350"/>
                  <a:gd name="T40" fmla="*/ 1 w 415"/>
                  <a:gd name="T41" fmla="*/ 1 h 350"/>
                  <a:gd name="T42" fmla="*/ 1 w 415"/>
                  <a:gd name="T43" fmla="*/ 1 h 350"/>
                  <a:gd name="T44" fmla="*/ 1 w 415"/>
                  <a:gd name="T45" fmla="*/ 1 h 350"/>
                  <a:gd name="T46" fmla="*/ 1 w 415"/>
                  <a:gd name="T47" fmla="*/ 0 h 350"/>
                  <a:gd name="T48" fmla="*/ 1 w 415"/>
                  <a:gd name="T49" fmla="*/ 1 h 350"/>
                  <a:gd name="T50" fmla="*/ 2 w 415"/>
                  <a:gd name="T51" fmla="*/ 1 h 350"/>
                  <a:gd name="T52" fmla="*/ 3 w 415"/>
                  <a:gd name="T53" fmla="*/ 1 h 350"/>
                  <a:gd name="T54" fmla="*/ 4 w 415"/>
                  <a:gd name="T55" fmla="*/ 2 h 350"/>
                  <a:gd name="T56" fmla="*/ 5 w 415"/>
                  <a:gd name="T57" fmla="*/ 2 h 350"/>
                  <a:gd name="T58" fmla="*/ 6 w 415"/>
                  <a:gd name="T59" fmla="*/ 3 h 350"/>
                  <a:gd name="T60" fmla="*/ 6 w 415"/>
                  <a:gd name="T61" fmla="*/ 4 h 350"/>
                  <a:gd name="T62" fmla="*/ 7 w 415"/>
                  <a:gd name="T63" fmla="*/ 4 h 350"/>
                  <a:gd name="T64" fmla="*/ 7 w 415"/>
                  <a:gd name="T65" fmla="*/ 5 h 350"/>
                  <a:gd name="T66" fmla="*/ 7 w 415"/>
                  <a:gd name="T67" fmla="*/ 5 h 350"/>
                  <a:gd name="T68" fmla="*/ 7 w 415"/>
                  <a:gd name="T69" fmla="*/ 5 h 350"/>
                  <a:gd name="T70" fmla="*/ 6 w 415"/>
                  <a:gd name="T71" fmla="*/ 5 h 350"/>
                  <a:gd name="T72" fmla="*/ 6 w 415"/>
                  <a:gd name="T73" fmla="*/ 5 h 350"/>
                  <a:gd name="T74" fmla="*/ 5 w 415"/>
                  <a:gd name="T75" fmla="*/ 5 h 350"/>
                  <a:gd name="T76" fmla="*/ 4 w 415"/>
                  <a:gd name="T77" fmla="*/ 4 h 350"/>
                  <a:gd name="T78" fmla="*/ 3 w 415"/>
                  <a:gd name="T79" fmla="*/ 4 h 350"/>
                  <a:gd name="T80" fmla="*/ 2 w 415"/>
                  <a:gd name="T81" fmla="*/ 3 h 350"/>
                  <a:gd name="T82" fmla="*/ 1 w 415"/>
                  <a:gd name="T83" fmla="*/ 2 h 350"/>
                  <a:gd name="T84" fmla="*/ 1 w 415"/>
                  <a:gd name="T85" fmla="*/ 2 h 350"/>
                  <a:gd name="T86" fmla="*/ 1 w 415"/>
                  <a:gd name="T87" fmla="*/ 1 h 350"/>
                  <a:gd name="T88" fmla="*/ 1 w 415"/>
                  <a:gd name="T89" fmla="*/ 1 h 35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415" h="350">
                    <a:moveTo>
                      <a:pt x="8" y="12"/>
                    </a:moveTo>
                    <a:lnTo>
                      <a:pt x="1" y="32"/>
                    </a:lnTo>
                    <a:lnTo>
                      <a:pt x="0" y="53"/>
                    </a:lnTo>
                    <a:lnTo>
                      <a:pt x="3" y="78"/>
                    </a:lnTo>
                    <a:lnTo>
                      <a:pt x="8" y="103"/>
                    </a:lnTo>
                    <a:lnTo>
                      <a:pt x="18" y="130"/>
                    </a:lnTo>
                    <a:lnTo>
                      <a:pt x="34" y="158"/>
                    </a:lnTo>
                    <a:lnTo>
                      <a:pt x="51" y="185"/>
                    </a:lnTo>
                    <a:lnTo>
                      <a:pt x="73" y="211"/>
                    </a:lnTo>
                    <a:lnTo>
                      <a:pt x="97" y="236"/>
                    </a:lnTo>
                    <a:lnTo>
                      <a:pt x="124" y="261"/>
                    </a:lnTo>
                    <a:lnTo>
                      <a:pt x="151" y="282"/>
                    </a:lnTo>
                    <a:lnTo>
                      <a:pt x="182" y="302"/>
                    </a:lnTo>
                    <a:lnTo>
                      <a:pt x="212" y="318"/>
                    </a:lnTo>
                    <a:lnTo>
                      <a:pt x="242" y="332"/>
                    </a:lnTo>
                    <a:lnTo>
                      <a:pt x="270" y="341"/>
                    </a:lnTo>
                    <a:lnTo>
                      <a:pt x="299" y="346"/>
                    </a:lnTo>
                    <a:lnTo>
                      <a:pt x="325" y="350"/>
                    </a:lnTo>
                    <a:lnTo>
                      <a:pt x="349" y="346"/>
                    </a:lnTo>
                    <a:lnTo>
                      <a:pt x="371" y="341"/>
                    </a:lnTo>
                    <a:lnTo>
                      <a:pt x="388" y="332"/>
                    </a:lnTo>
                    <a:lnTo>
                      <a:pt x="402" y="318"/>
                    </a:lnTo>
                    <a:lnTo>
                      <a:pt x="412" y="302"/>
                    </a:lnTo>
                    <a:lnTo>
                      <a:pt x="406" y="309"/>
                    </a:lnTo>
                    <a:lnTo>
                      <a:pt x="396" y="314"/>
                    </a:lnTo>
                    <a:lnTo>
                      <a:pt x="382" y="316"/>
                    </a:lnTo>
                    <a:lnTo>
                      <a:pt x="365" y="313"/>
                    </a:lnTo>
                    <a:lnTo>
                      <a:pt x="343" y="307"/>
                    </a:lnTo>
                    <a:lnTo>
                      <a:pt x="321" y="300"/>
                    </a:lnTo>
                    <a:lnTo>
                      <a:pt x="295" y="288"/>
                    </a:lnTo>
                    <a:lnTo>
                      <a:pt x="268" y="275"/>
                    </a:lnTo>
                    <a:lnTo>
                      <a:pt x="239" y="259"/>
                    </a:lnTo>
                    <a:lnTo>
                      <a:pt x="210" y="240"/>
                    </a:lnTo>
                    <a:lnTo>
                      <a:pt x="182" y="220"/>
                    </a:lnTo>
                    <a:lnTo>
                      <a:pt x="153" y="199"/>
                    </a:lnTo>
                    <a:lnTo>
                      <a:pt x="126" y="178"/>
                    </a:lnTo>
                    <a:lnTo>
                      <a:pt x="100" y="154"/>
                    </a:lnTo>
                    <a:lnTo>
                      <a:pt x="76" y="131"/>
                    </a:lnTo>
                    <a:lnTo>
                      <a:pt x="56" y="110"/>
                    </a:lnTo>
                    <a:lnTo>
                      <a:pt x="38" y="89"/>
                    </a:lnTo>
                    <a:lnTo>
                      <a:pt x="24" y="69"/>
                    </a:lnTo>
                    <a:lnTo>
                      <a:pt x="14" y="51"/>
                    </a:lnTo>
                    <a:lnTo>
                      <a:pt x="8" y="35"/>
                    </a:lnTo>
                    <a:lnTo>
                      <a:pt x="5" y="23"/>
                    </a:lnTo>
                    <a:lnTo>
                      <a:pt x="8" y="12"/>
                    </a:lnTo>
                    <a:close/>
                    <a:moveTo>
                      <a:pt x="8" y="12"/>
                    </a:moveTo>
                    <a:lnTo>
                      <a:pt x="14" y="5"/>
                    </a:lnTo>
                    <a:lnTo>
                      <a:pt x="24" y="0"/>
                    </a:lnTo>
                    <a:lnTo>
                      <a:pt x="38" y="0"/>
                    </a:lnTo>
                    <a:lnTo>
                      <a:pt x="56" y="2"/>
                    </a:lnTo>
                    <a:lnTo>
                      <a:pt x="77" y="7"/>
                    </a:lnTo>
                    <a:lnTo>
                      <a:pt x="100" y="16"/>
                    </a:lnTo>
                    <a:lnTo>
                      <a:pt x="126" y="26"/>
                    </a:lnTo>
                    <a:lnTo>
                      <a:pt x="153" y="41"/>
                    </a:lnTo>
                    <a:lnTo>
                      <a:pt x="182" y="57"/>
                    </a:lnTo>
                    <a:lnTo>
                      <a:pt x="210" y="74"/>
                    </a:lnTo>
                    <a:lnTo>
                      <a:pt x="239" y="94"/>
                    </a:lnTo>
                    <a:lnTo>
                      <a:pt x="268" y="115"/>
                    </a:lnTo>
                    <a:lnTo>
                      <a:pt x="295" y="138"/>
                    </a:lnTo>
                    <a:lnTo>
                      <a:pt x="321" y="160"/>
                    </a:lnTo>
                    <a:lnTo>
                      <a:pt x="345" y="183"/>
                    </a:lnTo>
                    <a:lnTo>
                      <a:pt x="365" y="204"/>
                    </a:lnTo>
                    <a:lnTo>
                      <a:pt x="382" y="226"/>
                    </a:lnTo>
                    <a:lnTo>
                      <a:pt x="396" y="245"/>
                    </a:lnTo>
                    <a:lnTo>
                      <a:pt x="406" y="263"/>
                    </a:lnTo>
                    <a:lnTo>
                      <a:pt x="412" y="279"/>
                    </a:lnTo>
                    <a:lnTo>
                      <a:pt x="415" y="291"/>
                    </a:lnTo>
                    <a:lnTo>
                      <a:pt x="412" y="302"/>
                    </a:lnTo>
                    <a:lnTo>
                      <a:pt x="406" y="309"/>
                    </a:lnTo>
                    <a:lnTo>
                      <a:pt x="396" y="314"/>
                    </a:lnTo>
                    <a:lnTo>
                      <a:pt x="382" y="316"/>
                    </a:lnTo>
                    <a:lnTo>
                      <a:pt x="365" y="313"/>
                    </a:lnTo>
                    <a:lnTo>
                      <a:pt x="343" y="307"/>
                    </a:lnTo>
                    <a:lnTo>
                      <a:pt x="321" y="300"/>
                    </a:lnTo>
                    <a:lnTo>
                      <a:pt x="295" y="288"/>
                    </a:lnTo>
                    <a:lnTo>
                      <a:pt x="268" y="275"/>
                    </a:lnTo>
                    <a:lnTo>
                      <a:pt x="239" y="259"/>
                    </a:lnTo>
                    <a:lnTo>
                      <a:pt x="210" y="240"/>
                    </a:lnTo>
                    <a:lnTo>
                      <a:pt x="182" y="220"/>
                    </a:lnTo>
                    <a:lnTo>
                      <a:pt x="153" y="199"/>
                    </a:lnTo>
                    <a:lnTo>
                      <a:pt x="126" y="178"/>
                    </a:lnTo>
                    <a:lnTo>
                      <a:pt x="100" y="154"/>
                    </a:lnTo>
                    <a:lnTo>
                      <a:pt x="76" y="131"/>
                    </a:lnTo>
                    <a:lnTo>
                      <a:pt x="56" y="110"/>
                    </a:lnTo>
                    <a:lnTo>
                      <a:pt x="38" y="89"/>
                    </a:lnTo>
                    <a:lnTo>
                      <a:pt x="24" y="69"/>
                    </a:lnTo>
                    <a:lnTo>
                      <a:pt x="14" y="51"/>
                    </a:lnTo>
                    <a:lnTo>
                      <a:pt x="8" y="35"/>
                    </a:lnTo>
                    <a:lnTo>
                      <a:pt x="5" y="23"/>
                    </a:lnTo>
                    <a:lnTo>
                      <a:pt x="8" y="12"/>
                    </a:lnTo>
                    <a:close/>
                  </a:path>
                </a:pathLst>
              </a:custGeom>
              <a:solidFill>
                <a:srgbClr val="3333FF"/>
              </a:solidFill>
              <a:ln w="6350">
                <a:solidFill>
                  <a:srgbClr val="000000"/>
                </a:solidFill>
                <a:prstDash val="solid"/>
                <a:round/>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91" name="Line 409">
                <a:extLst>
                  <a:ext uri="{FF2B5EF4-FFF2-40B4-BE49-F238E27FC236}">
                    <a16:creationId xmlns:a16="http://schemas.microsoft.com/office/drawing/2014/main" id="{3F76E63C-395F-BC86-5FA8-B9164A552E43}"/>
                  </a:ext>
                </a:extLst>
              </p:cNvPr>
              <p:cNvSpPr>
                <a:spLocks noChangeShapeType="1"/>
              </p:cNvSpPr>
              <p:nvPr/>
            </p:nvSpPr>
            <p:spPr bwMode="auto">
              <a:xfrm flipH="1" flipV="1">
                <a:off x="2285" y="2824"/>
                <a:ext cx="136" cy="2"/>
              </a:xfrm>
              <a:prstGeom prst="line">
                <a:avLst/>
              </a:prstGeom>
              <a:noFill/>
              <a:ln w="1588">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92" name="Line 410">
                <a:extLst>
                  <a:ext uri="{FF2B5EF4-FFF2-40B4-BE49-F238E27FC236}">
                    <a16:creationId xmlns:a16="http://schemas.microsoft.com/office/drawing/2014/main" id="{8127052B-FB35-716A-18C6-AA473D9E4518}"/>
                  </a:ext>
                </a:extLst>
              </p:cNvPr>
              <p:cNvSpPr>
                <a:spLocks noChangeShapeType="1"/>
              </p:cNvSpPr>
              <p:nvPr/>
            </p:nvSpPr>
            <p:spPr bwMode="auto">
              <a:xfrm flipH="1">
                <a:off x="2372" y="2826"/>
                <a:ext cx="49" cy="102"/>
              </a:xfrm>
              <a:prstGeom prst="line">
                <a:avLst/>
              </a:prstGeom>
              <a:noFill/>
              <a:ln w="1588">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93" name="Line 411">
                <a:extLst>
                  <a:ext uri="{FF2B5EF4-FFF2-40B4-BE49-F238E27FC236}">
                    <a16:creationId xmlns:a16="http://schemas.microsoft.com/office/drawing/2014/main" id="{103C45F4-5249-E454-7BAB-310E927AAF57}"/>
                  </a:ext>
                </a:extLst>
              </p:cNvPr>
              <p:cNvSpPr>
                <a:spLocks noChangeShapeType="1"/>
              </p:cNvSpPr>
              <p:nvPr/>
            </p:nvSpPr>
            <p:spPr bwMode="auto">
              <a:xfrm>
                <a:off x="2421" y="2826"/>
                <a:ext cx="67" cy="144"/>
              </a:xfrm>
              <a:prstGeom prst="line">
                <a:avLst/>
              </a:prstGeom>
              <a:noFill/>
              <a:ln w="1588">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94" name="Freeform 412">
                <a:extLst>
                  <a:ext uri="{FF2B5EF4-FFF2-40B4-BE49-F238E27FC236}">
                    <a16:creationId xmlns:a16="http://schemas.microsoft.com/office/drawing/2014/main" id="{07461501-C5A0-2C0B-E791-130513E69BC2}"/>
                  </a:ext>
                </a:extLst>
              </p:cNvPr>
              <p:cNvSpPr>
                <a:spLocks/>
              </p:cNvSpPr>
              <p:nvPr/>
            </p:nvSpPr>
            <p:spPr bwMode="auto">
              <a:xfrm>
                <a:off x="2349" y="2902"/>
                <a:ext cx="51" cy="40"/>
              </a:xfrm>
              <a:custGeom>
                <a:avLst/>
                <a:gdLst>
                  <a:gd name="T0" fmla="*/ 0 w 101"/>
                  <a:gd name="T1" fmla="*/ 1 h 80"/>
                  <a:gd name="T2" fmla="*/ 1 w 101"/>
                  <a:gd name="T3" fmla="*/ 0 h 80"/>
                  <a:gd name="T4" fmla="*/ 1 w 101"/>
                  <a:gd name="T5" fmla="*/ 1 h 80"/>
                  <a:gd name="T6" fmla="*/ 1 w 101"/>
                  <a:gd name="T7" fmla="*/ 1 h 80"/>
                  <a:gd name="T8" fmla="*/ 1 w 101"/>
                  <a:gd name="T9" fmla="*/ 1 h 80"/>
                  <a:gd name="T10" fmla="*/ 1 w 101"/>
                  <a:gd name="T11" fmla="*/ 1 h 80"/>
                  <a:gd name="T12" fmla="*/ 2 w 101"/>
                  <a:gd name="T13" fmla="*/ 1 h 80"/>
                  <a:gd name="T14" fmla="*/ 2 w 101"/>
                  <a:gd name="T15" fmla="*/ 1 h 80"/>
                  <a:gd name="T16" fmla="*/ 2 w 101"/>
                  <a:gd name="T17" fmla="*/ 1 h 80"/>
                  <a:gd name="T18" fmla="*/ 2 w 101"/>
                  <a:gd name="T19" fmla="*/ 1 h 80"/>
                  <a:gd name="T20" fmla="*/ 2 w 101"/>
                  <a:gd name="T21" fmla="*/ 2 h 80"/>
                  <a:gd name="T22" fmla="*/ 2 w 101"/>
                  <a:gd name="T23" fmla="*/ 2 h 80"/>
                  <a:gd name="T24" fmla="*/ 2 w 101"/>
                  <a:gd name="T25" fmla="*/ 2 h 80"/>
                  <a:gd name="T26" fmla="*/ 2 w 101"/>
                  <a:gd name="T27" fmla="*/ 2 h 80"/>
                  <a:gd name="T28" fmla="*/ 2 w 101"/>
                  <a:gd name="T29" fmla="*/ 2 h 80"/>
                  <a:gd name="T30" fmla="*/ 2 w 101"/>
                  <a:gd name="T31" fmla="*/ 2 h 80"/>
                  <a:gd name="T32" fmla="*/ 1 w 101"/>
                  <a:gd name="T33" fmla="*/ 1 h 80"/>
                  <a:gd name="T34" fmla="*/ 1 w 101"/>
                  <a:gd name="T35" fmla="*/ 1 h 80"/>
                  <a:gd name="T36" fmla="*/ 1 w 101"/>
                  <a:gd name="T37" fmla="*/ 1 h 80"/>
                  <a:gd name="T38" fmla="*/ 1 w 101"/>
                  <a:gd name="T39" fmla="*/ 1 h 80"/>
                  <a:gd name="T40" fmla="*/ 1 w 101"/>
                  <a:gd name="T41" fmla="*/ 1 h 80"/>
                  <a:gd name="T42" fmla="*/ 0 w 101"/>
                  <a:gd name="T43" fmla="*/ 1 h 80"/>
                  <a:gd name="T44" fmla="*/ 0 w 101"/>
                  <a:gd name="T45" fmla="*/ 1 h 8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01" h="80">
                    <a:moveTo>
                      <a:pt x="0" y="3"/>
                    </a:moveTo>
                    <a:lnTo>
                      <a:pt x="4" y="0"/>
                    </a:lnTo>
                    <a:lnTo>
                      <a:pt x="13" y="1"/>
                    </a:lnTo>
                    <a:lnTo>
                      <a:pt x="24" y="3"/>
                    </a:lnTo>
                    <a:lnTo>
                      <a:pt x="37" y="10"/>
                    </a:lnTo>
                    <a:lnTo>
                      <a:pt x="51" y="19"/>
                    </a:lnTo>
                    <a:lnTo>
                      <a:pt x="66" y="30"/>
                    </a:lnTo>
                    <a:lnTo>
                      <a:pt x="79" y="40"/>
                    </a:lnTo>
                    <a:lnTo>
                      <a:pt x="90" y="51"/>
                    </a:lnTo>
                    <a:lnTo>
                      <a:pt x="97" y="62"/>
                    </a:lnTo>
                    <a:lnTo>
                      <a:pt x="101" y="71"/>
                    </a:lnTo>
                    <a:lnTo>
                      <a:pt x="101" y="76"/>
                    </a:lnTo>
                    <a:lnTo>
                      <a:pt x="97" y="80"/>
                    </a:lnTo>
                    <a:lnTo>
                      <a:pt x="90" y="78"/>
                    </a:lnTo>
                    <a:lnTo>
                      <a:pt x="79" y="74"/>
                    </a:lnTo>
                    <a:lnTo>
                      <a:pt x="66" y="69"/>
                    </a:lnTo>
                    <a:lnTo>
                      <a:pt x="51" y="60"/>
                    </a:lnTo>
                    <a:lnTo>
                      <a:pt x="37" y="49"/>
                    </a:lnTo>
                    <a:lnTo>
                      <a:pt x="23" y="39"/>
                    </a:lnTo>
                    <a:lnTo>
                      <a:pt x="13" y="28"/>
                    </a:lnTo>
                    <a:lnTo>
                      <a:pt x="4" y="17"/>
                    </a:lnTo>
                    <a:lnTo>
                      <a:pt x="0" y="8"/>
                    </a:lnTo>
                    <a:lnTo>
                      <a:pt x="0" y="3"/>
                    </a:lnTo>
                    <a:close/>
                  </a:path>
                </a:pathLst>
              </a:custGeom>
              <a:solidFill>
                <a:srgbClr val="3333FF"/>
              </a:solidFill>
              <a:ln w="6350">
                <a:solidFill>
                  <a:srgbClr val="000000"/>
                </a:solidFill>
                <a:prstDash val="solid"/>
                <a:round/>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grpSp>
        <p:grpSp>
          <p:nvGrpSpPr>
            <p:cNvPr id="65" name="Group 413">
              <a:extLst>
                <a:ext uri="{FF2B5EF4-FFF2-40B4-BE49-F238E27FC236}">
                  <a16:creationId xmlns:a16="http://schemas.microsoft.com/office/drawing/2014/main" id="{6647D6B1-B1A2-4A1F-2982-99A94F747625}"/>
                </a:ext>
              </a:extLst>
            </p:cNvPr>
            <p:cNvGrpSpPr>
              <a:grpSpLocks/>
            </p:cNvGrpSpPr>
            <p:nvPr/>
          </p:nvGrpSpPr>
          <p:grpSpPr bwMode="auto">
            <a:xfrm flipH="1">
              <a:off x="8013498" y="5710190"/>
              <a:ext cx="298450" cy="211138"/>
              <a:chOff x="2274" y="2821"/>
              <a:chExt cx="215" cy="238"/>
            </a:xfrm>
          </p:grpSpPr>
          <p:sp>
            <p:nvSpPr>
              <p:cNvPr id="67" name="Freeform 414">
                <a:extLst>
                  <a:ext uri="{FF2B5EF4-FFF2-40B4-BE49-F238E27FC236}">
                    <a16:creationId xmlns:a16="http://schemas.microsoft.com/office/drawing/2014/main" id="{3A9D9AC7-579F-828E-DDD1-CBD0D558BDD4}"/>
                  </a:ext>
                </a:extLst>
              </p:cNvPr>
              <p:cNvSpPr>
                <a:spLocks noEditPoints="1"/>
              </p:cNvSpPr>
              <p:nvPr/>
            </p:nvSpPr>
            <p:spPr bwMode="auto">
              <a:xfrm>
                <a:off x="2274" y="3034"/>
                <a:ext cx="215" cy="25"/>
              </a:xfrm>
              <a:custGeom>
                <a:avLst/>
                <a:gdLst>
                  <a:gd name="T0" fmla="*/ 1 w 430"/>
                  <a:gd name="T1" fmla="*/ 1 h 50"/>
                  <a:gd name="T2" fmla="*/ 0 w 430"/>
                  <a:gd name="T3" fmla="*/ 1 h 50"/>
                  <a:gd name="T4" fmla="*/ 0 w 430"/>
                  <a:gd name="T5" fmla="*/ 1 h 50"/>
                  <a:gd name="T6" fmla="*/ 7 w 430"/>
                  <a:gd name="T7" fmla="*/ 1 h 50"/>
                  <a:gd name="T8" fmla="*/ 7 w 430"/>
                  <a:gd name="T9" fmla="*/ 1 h 50"/>
                  <a:gd name="T10" fmla="*/ 6 w 430"/>
                  <a:gd name="T11" fmla="*/ 1 h 50"/>
                  <a:gd name="T12" fmla="*/ 6 w 430"/>
                  <a:gd name="T13" fmla="*/ 0 h 50"/>
                  <a:gd name="T14" fmla="*/ 1 w 430"/>
                  <a:gd name="T15" fmla="*/ 0 h 50"/>
                  <a:gd name="T16" fmla="*/ 1 w 430"/>
                  <a:gd name="T17" fmla="*/ 1 h 50"/>
                  <a:gd name="T18" fmla="*/ 6 w 430"/>
                  <a:gd name="T19" fmla="*/ 1 h 50"/>
                  <a:gd name="T20" fmla="*/ 1 w 430"/>
                  <a:gd name="T21" fmla="*/ 1 h 50"/>
                  <a:gd name="T22" fmla="*/ 6 w 430"/>
                  <a:gd name="T23" fmla="*/ 1 h 5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30" h="50">
                    <a:moveTo>
                      <a:pt x="26" y="18"/>
                    </a:moveTo>
                    <a:lnTo>
                      <a:pt x="0" y="18"/>
                    </a:lnTo>
                    <a:lnTo>
                      <a:pt x="0" y="50"/>
                    </a:lnTo>
                    <a:lnTo>
                      <a:pt x="430" y="50"/>
                    </a:lnTo>
                    <a:lnTo>
                      <a:pt x="430" y="18"/>
                    </a:lnTo>
                    <a:lnTo>
                      <a:pt x="376" y="18"/>
                    </a:lnTo>
                    <a:lnTo>
                      <a:pt x="376" y="0"/>
                    </a:lnTo>
                    <a:lnTo>
                      <a:pt x="26" y="0"/>
                    </a:lnTo>
                    <a:lnTo>
                      <a:pt x="26" y="18"/>
                    </a:lnTo>
                    <a:close/>
                    <a:moveTo>
                      <a:pt x="376" y="18"/>
                    </a:moveTo>
                    <a:lnTo>
                      <a:pt x="33" y="18"/>
                    </a:lnTo>
                    <a:lnTo>
                      <a:pt x="376" y="18"/>
                    </a:lnTo>
                    <a:close/>
                  </a:path>
                </a:pathLst>
              </a:custGeom>
              <a:solidFill>
                <a:srgbClr val="3333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68" name="Line 415">
                <a:extLst>
                  <a:ext uri="{FF2B5EF4-FFF2-40B4-BE49-F238E27FC236}">
                    <a16:creationId xmlns:a16="http://schemas.microsoft.com/office/drawing/2014/main" id="{079A5877-8691-E2B0-F929-005B1B10F78D}"/>
                  </a:ext>
                </a:extLst>
              </p:cNvPr>
              <p:cNvSpPr>
                <a:spLocks noChangeShapeType="1"/>
              </p:cNvSpPr>
              <p:nvPr/>
            </p:nvSpPr>
            <p:spPr bwMode="auto">
              <a:xfrm>
                <a:off x="2317" y="2951"/>
                <a:ext cx="30" cy="1"/>
              </a:xfrm>
              <a:prstGeom prst="line">
                <a:avLst/>
              </a:prstGeom>
              <a:noFill/>
              <a:ln w="6350">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69" name="Freeform 416">
                <a:extLst>
                  <a:ext uri="{FF2B5EF4-FFF2-40B4-BE49-F238E27FC236}">
                    <a16:creationId xmlns:a16="http://schemas.microsoft.com/office/drawing/2014/main" id="{7319B0C1-84E8-AD79-7A36-E9C22AE7F53C}"/>
                  </a:ext>
                </a:extLst>
              </p:cNvPr>
              <p:cNvSpPr>
                <a:spLocks/>
              </p:cNvSpPr>
              <p:nvPr/>
            </p:nvSpPr>
            <p:spPr bwMode="auto">
              <a:xfrm>
                <a:off x="2317" y="2923"/>
                <a:ext cx="44" cy="109"/>
              </a:xfrm>
              <a:custGeom>
                <a:avLst/>
                <a:gdLst>
                  <a:gd name="T0" fmla="*/ 2 w 87"/>
                  <a:gd name="T1" fmla="*/ 3 h 219"/>
                  <a:gd name="T2" fmla="*/ 0 w 87"/>
                  <a:gd name="T3" fmla="*/ 0 h 219"/>
                  <a:gd name="T4" fmla="*/ 1 w 87"/>
                  <a:gd name="T5" fmla="*/ 0 h 219"/>
                  <a:gd name="T6" fmla="*/ 0 60000 65536"/>
                  <a:gd name="T7" fmla="*/ 0 60000 65536"/>
                  <a:gd name="T8" fmla="*/ 0 60000 65536"/>
                </a:gdLst>
                <a:ahLst/>
                <a:cxnLst>
                  <a:cxn ang="T6">
                    <a:pos x="T0" y="T1"/>
                  </a:cxn>
                  <a:cxn ang="T7">
                    <a:pos x="T2" y="T3"/>
                  </a:cxn>
                  <a:cxn ang="T8">
                    <a:pos x="T4" y="T5"/>
                  </a:cxn>
                </a:cxnLst>
                <a:rect l="0" t="0" r="r" b="b"/>
                <a:pathLst>
                  <a:path w="87" h="219">
                    <a:moveTo>
                      <a:pt x="87" y="219"/>
                    </a:moveTo>
                    <a:lnTo>
                      <a:pt x="0" y="55"/>
                    </a:lnTo>
                    <a:lnTo>
                      <a:pt x="28" y="0"/>
                    </a:lnTo>
                  </a:path>
                </a:pathLst>
              </a:custGeom>
              <a:solidFill>
                <a:srgbClr val="3333FF"/>
              </a:solidFill>
              <a:ln w="6350">
                <a:solidFill>
                  <a:srgbClr val="000000"/>
                </a:solidFill>
                <a:prstDash val="solid"/>
                <a:round/>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70" name="Line 417">
                <a:extLst>
                  <a:ext uri="{FF2B5EF4-FFF2-40B4-BE49-F238E27FC236}">
                    <a16:creationId xmlns:a16="http://schemas.microsoft.com/office/drawing/2014/main" id="{39DA468D-DA22-5532-1C3B-6031C306498A}"/>
                  </a:ext>
                </a:extLst>
              </p:cNvPr>
              <p:cNvSpPr>
                <a:spLocks noChangeShapeType="1"/>
              </p:cNvSpPr>
              <p:nvPr/>
            </p:nvSpPr>
            <p:spPr bwMode="auto">
              <a:xfrm flipV="1">
                <a:off x="2300" y="2951"/>
                <a:ext cx="47" cy="83"/>
              </a:xfrm>
              <a:prstGeom prst="line">
                <a:avLst/>
              </a:prstGeom>
              <a:noFill/>
              <a:ln w="6350">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71" name="Freeform 418">
                <a:extLst>
                  <a:ext uri="{FF2B5EF4-FFF2-40B4-BE49-F238E27FC236}">
                    <a16:creationId xmlns:a16="http://schemas.microsoft.com/office/drawing/2014/main" id="{C3FD2BCA-3364-B338-694B-D44426DA77A3}"/>
                  </a:ext>
                </a:extLst>
              </p:cNvPr>
              <p:cNvSpPr>
                <a:spLocks/>
              </p:cNvSpPr>
              <p:nvPr/>
            </p:nvSpPr>
            <p:spPr bwMode="auto">
              <a:xfrm>
                <a:off x="2317" y="3005"/>
                <a:ext cx="86" cy="27"/>
              </a:xfrm>
              <a:custGeom>
                <a:avLst/>
                <a:gdLst>
                  <a:gd name="T0" fmla="*/ 1 w 172"/>
                  <a:gd name="T1" fmla="*/ 0 h 55"/>
                  <a:gd name="T2" fmla="*/ 0 w 172"/>
                  <a:gd name="T3" fmla="*/ 0 h 55"/>
                  <a:gd name="T4" fmla="*/ 3 w 172"/>
                  <a:gd name="T5" fmla="*/ 0 h 55"/>
                  <a:gd name="T6" fmla="*/ 3 w 172"/>
                  <a:gd name="T7" fmla="*/ 0 h 5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2" h="55">
                    <a:moveTo>
                      <a:pt x="28" y="55"/>
                    </a:moveTo>
                    <a:lnTo>
                      <a:pt x="0" y="0"/>
                    </a:lnTo>
                    <a:lnTo>
                      <a:pt x="172" y="0"/>
                    </a:lnTo>
                    <a:lnTo>
                      <a:pt x="146" y="55"/>
                    </a:lnTo>
                  </a:path>
                </a:pathLst>
              </a:custGeom>
              <a:solidFill>
                <a:srgbClr val="3333FF"/>
              </a:solidFill>
              <a:ln w="6350">
                <a:solidFill>
                  <a:srgbClr val="000000"/>
                </a:solidFill>
                <a:prstDash val="solid"/>
                <a:round/>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72" name="Line 419">
                <a:extLst>
                  <a:ext uri="{FF2B5EF4-FFF2-40B4-BE49-F238E27FC236}">
                    <a16:creationId xmlns:a16="http://schemas.microsoft.com/office/drawing/2014/main" id="{0DB96CC9-2A9A-5FD5-B49E-994B79839C8B}"/>
                  </a:ext>
                </a:extLst>
              </p:cNvPr>
              <p:cNvSpPr>
                <a:spLocks noChangeShapeType="1"/>
              </p:cNvSpPr>
              <p:nvPr/>
            </p:nvSpPr>
            <p:spPr bwMode="auto">
              <a:xfrm flipH="1" flipV="1">
                <a:off x="2375" y="2960"/>
                <a:ext cx="46" cy="74"/>
              </a:xfrm>
              <a:prstGeom prst="line">
                <a:avLst/>
              </a:prstGeom>
              <a:noFill/>
              <a:ln w="6350">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73" name="Freeform 420">
                <a:extLst>
                  <a:ext uri="{FF2B5EF4-FFF2-40B4-BE49-F238E27FC236}">
                    <a16:creationId xmlns:a16="http://schemas.microsoft.com/office/drawing/2014/main" id="{CA25B385-1E48-FF23-3129-2366156C3457}"/>
                  </a:ext>
                </a:extLst>
              </p:cNvPr>
              <p:cNvSpPr>
                <a:spLocks/>
              </p:cNvSpPr>
              <p:nvPr/>
            </p:nvSpPr>
            <p:spPr bwMode="auto">
              <a:xfrm>
                <a:off x="2274" y="3034"/>
                <a:ext cx="215" cy="25"/>
              </a:xfrm>
              <a:custGeom>
                <a:avLst/>
                <a:gdLst>
                  <a:gd name="T0" fmla="*/ 1 w 430"/>
                  <a:gd name="T1" fmla="*/ 1 h 50"/>
                  <a:gd name="T2" fmla="*/ 0 w 430"/>
                  <a:gd name="T3" fmla="*/ 1 h 50"/>
                  <a:gd name="T4" fmla="*/ 0 w 430"/>
                  <a:gd name="T5" fmla="*/ 1 h 50"/>
                  <a:gd name="T6" fmla="*/ 7 w 430"/>
                  <a:gd name="T7" fmla="*/ 1 h 50"/>
                  <a:gd name="T8" fmla="*/ 7 w 430"/>
                  <a:gd name="T9" fmla="*/ 1 h 50"/>
                  <a:gd name="T10" fmla="*/ 6 w 430"/>
                  <a:gd name="T11" fmla="*/ 1 h 50"/>
                  <a:gd name="T12" fmla="*/ 6 w 430"/>
                  <a:gd name="T13" fmla="*/ 0 h 50"/>
                  <a:gd name="T14" fmla="*/ 1 w 430"/>
                  <a:gd name="T15" fmla="*/ 0 h 50"/>
                  <a:gd name="T16" fmla="*/ 1 w 430"/>
                  <a:gd name="T17" fmla="*/ 1 h 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0" h="50">
                    <a:moveTo>
                      <a:pt x="26" y="18"/>
                    </a:moveTo>
                    <a:lnTo>
                      <a:pt x="0" y="18"/>
                    </a:lnTo>
                    <a:lnTo>
                      <a:pt x="0" y="50"/>
                    </a:lnTo>
                    <a:lnTo>
                      <a:pt x="430" y="50"/>
                    </a:lnTo>
                    <a:lnTo>
                      <a:pt x="430" y="18"/>
                    </a:lnTo>
                    <a:lnTo>
                      <a:pt x="376" y="18"/>
                    </a:lnTo>
                    <a:lnTo>
                      <a:pt x="376" y="0"/>
                    </a:lnTo>
                    <a:lnTo>
                      <a:pt x="26" y="0"/>
                    </a:lnTo>
                    <a:lnTo>
                      <a:pt x="26" y="18"/>
                    </a:lnTo>
                  </a:path>
                </a:pathLst>
              </a:custGeom>
              <a:solidFill>
                <a:srgbClr val="3333FF"/>
              </a:solidFill>
              <a:ln w="6350">
                <a:solidFill>
                  <a:srgbClr val="000000"/>
                </a:solidFill>
                <a:prstDash val="solid"/>
                <a:round/>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74" name="Freeform 421">
                <a:extLst>
                  <a:ext uri="{FF2B5EF4-FFF2-40B4-BE49-F238E27FC236}">
                    <a16:creationId xmlns:a16="http://schemas.microsoft.com/office/drawing/2014/main" id="{97E9DB9F-66CE-D2CB-C48C-767D172E365B}"/>
                  </a:ext>
                </a:extLst>
              </p:cNvPr>
              <p:cNvSpPr>
                <a:spLocks/>
              </p:cNvSpPr>
              <p:nvPr/>
            </p:nvSpPr>
            <p:spPr bwMode="auto">
              <a:xfrm>
                <a:off x="2290" y="3043"/>
                <a:ext cx="171" cy="1"/>
              </a:xfrm>
              <a:custGeom>
                <a:avLst/>
                <a:gdLst>
                  <a:gd name="T0" fmla="*/ 5 w 343"/>
                  <a:gd name="T1" fmla="*/ 0 h 1"/>
                  <a:gd name="T2" fmla="*/ 0 w 343"/>
                  <a:gd name="T3" fmla="*/ 0 h 1"/>
                  <a:gd name="T4" fmla="*/ 5 w 343"/>
                  <a:gd name="T5" fmla="*/ 0 h 1"/>
                  <a:gd name="T6" fmla="*/ 0 60000 65536"/>
                  <a:gd name="T7" fmla="*/ 0 60000 65536"/>
                  <a:gd name="T8" fmla="*/ 0 60000 65536"/>
                </a:gdLst>
                <a:ahLst/>
                <a:cxnLst>
                  <a:cxn ang="T6">
                    <a:pos x="T0" y="T1"/>
                  </a:cxn>
                  <a:cxn ang="T7">
                    <a:pos x="T2" y="T3"/>
                  </a:cxn>
                  <a:cxn ang="T8">
                    <a:pos x="T4" y="T5"/>
                  </a:cxn>
                </a:cxnLst>
                <a:rect l="0" t="0" r="r" b="b"/>
                <a:pathLst>
                  <a:path w="343" h="1">
                    <a:moveTo>
                      <a:pt x="343" y="0"/>
                    </a:moveTo>
                    <a:lnTo>
                      <a:pt x="0" y="0"/>
                    </a:lnTo>
                    <a:lnTo>
                      <a:pt x="343" y="0"/>
                    </a:lnTo>
                  </a:path>
                </a:pathLst>
              </a:custGeom>
              <a:solidFill>
                <a:srgbClr val="3333FF"/>
              </a:solidFill>
              <a:ln w="6350">
                <a:solidFill>
                  <a:srgbClr val="000000"/>
                </a:solidFill>
                <a:prstDash val="solid"/>
                <a:round/>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75" name="Rectangle 422">
                <a:extLst>
                  <a:ext uri="{FF2B5EF4-FFF2-40B4-BE49-F238E27FC236}">
                    <a16:creationId xmlns:a16="http://schemas.microsoft.com/office/drawing/2014/main" id="{D98AD828-8954-09CC-7958-AED5F644D3BA}"/>
                  </a:ext>
                </a:extLst>
              </p:cNvPr>
              <p:cNvSpPr>
                <a:spLocks noChangeArrowheads="1"/>
              </p:cNvSpPr>
              <p:nvPr/>
            </p:nvSpPr>
            <p:spPr bwMode="auto">
              <a:xfrm>
                <a:off x="2347" y="2951"/>
                <a:ext cx="27" cy="83"/>
              </a:xfrm>
              <a:prstGeom prst="rect">
                <a:avLst/>
              </a:prstGeom>
              <a:solidFill>
                <a:srgbClr val="3333FF"/>
              </a:solidFill>
              <a:ln w="6350">
                <a:solidFill>
                  <a:srgbClr val="000000"/>
                </a:solidFill>
                <a:miter lim="800000"/>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76" name="Freeform 423">
                <a:extLst>
                  <a:ext uri="{FF2B5EF4-FFF2-40B4-BE49-F238E27FC236}">
                    <a16:creationId xmlns:a16="http://schemas.microsoft.com/office/drawing/2014/main" id="{F8DC20B0-3679-304F-B569-B8175B2BCC56}"/>
                  </a:ext>
                </a:extLst>
              </p:cNvPr>
              <p:cNvSpPr>
                <a:spLocks noEditPoints="1"/>
              </p:cNvSpPr>
              <p:nvPr/>
            </p:nvSpPr>
            <p:spPr bwMode="auto">
              <a:xfrm>
                <a:off x="2281" y="2821"/>
                <a:ext cx="208" cy="175"/>
              </a:xfrm>
              <a:custGeom>
                <a:avLst/>
                <a:gdLst>
                  <a:gd name="T0" fmla="*/ 1 w 415"/>
                  <a:gd name="T1" fmla="*/ 1 h 350"/>
                  <a:gd name="T2" fmla="*/ 1 w 415"/>
                  <a:gd name="T3" fmla="*/ 2 h 350"/>
                  <a:gd name="T4" fmla="*/ 1 w 415"/>
                  <a:gd name="T5" fmla="*/ 3 h 350"/>
                  <a:gd name="T6" fmla="*/ 1 w 415"/>
                  <a:gd name="T7" fmla="*/ 3 h 350"/>
                  <a:gd name="T8" fmla="*/ 2 w 415"/>
                  <a:gd name="T9" fmla="*/ 4 h 350"/>
                  <a:gd name="T10" fmla="*/ 3 w 415"/>
                  <a:gd name="T11" fmla="*/ 5 h 350"/>
                  <a:gd name="T12" fmla="*/ 4 w 415"/>
                  <a:gd name="T13" fmla="*/ 5 h 350"/>
                  <a:gd name="T14" fmla="*/ 5 w 415"/>
                  <a:gd name="T15" fmla="*/ 6 h 350"/>
                  <a:gd name="T16" fmla="*/ 6 w 415"/>
                  <a:gd name="T17" fmla="*/ 6 h 350"/>
                  <a:gd name="T18" fmla="*/ 6 w 415"/>
                  <a:gd name="T19" fmla="*/ 6 h 350"/>
                  <a:gd name="T20" fmla="*/ 7 w 415"/>
                  <a:gd name="T21" fmla="*/ 5 h 350"/>
                  <a:gd name="T22" fmla="*/ 7 w 415"/>
                  <a:gd name="T23" fmla="*/ 5 h 350"/>
                  <a:gd name="T24" fmla="*/ 6 w 415"/>
                  <a:gd name="T25" fmla="*/ 5 h 350"/>
                  <a:gd name="T26" fmla="*/ 6 w 415"/>
                  <a:gd name="T27" fmla="*/ 5 h 350"/>
                  <a:gd name="T28" fmla="*/ 5 w 415"/>
                  <a:gd name="T29" fmla="*/ 5 h 350"/>
                  <a:gd name="T30" fmla="*/ 4 w 415"/>
                  <a:gd name="T31" fmla="*/ 5 h 350"/>
                  <a:gd name="T32" fmla="*/ 3 w 415"/>
                  <a:gd name="T33" fmla="*/ 4 h 350"/>
                  <a:gd name="T34" fmla="*/ 2 w 415"/>
                  <a:gd name="T35" fmla="*/ 3 h 350"/>
                  <a:gd name="T36" fmla="*/ 2 w 415"/>
                  <a:gd name="T37" fmla="*/ 3 h 350"/>
                  <a:gd name="T38" fmla="*/ 1 w 415"/>
                  <a:gd name="T39" fmla="*/ 2 h 350"/>
                  <a:gd name="T40" fmla="*/ 1 w 415"/>
                  <a:gd name="T41" fmla="*/ 1 h 350"/>
                  <a:gd name="T42" fmla="*/ 1 w 415"/>
                  <a:gd name="T43" fmla="*/ 1 h 350"/>
                  <a:gd name="T44" fmla="*/ 1 w 415"/>
                  <a:gd name="T45" fmla="*/ 1 h 350"/>
                  <a:gd name="T46" fmla="*/ 1 w 415"/>
                  <a:gd name="T47" fmla="*/ 0 h 350"/>
                  <a:gd name="T48" fmla="*/ 1 w 415"/>
                  <a:gd name="T49" fmla="*/ 1 h 350"/>
                  <a:gd name="T50" fmla="*/ 2 w 415"/>
                  <a:gd name="T51" fmla="*/ 1 h 350"/>
                  <a:gd name="T52" fmla="*/ 3 w 415"/>
                  <a:gd name="T53" fmla="*/ 1 h 350"/>
                  <a:gd name="T54" fmla="*/ 4 w 415"/>
                  <a:gd name="T55" fmla="*/ 2 h 350"/>
                  <a:gd name="T56" fmla="*/ 5 w 415"/>
                  <a:gd name="T57" fmla="*/ 2 h 350"/>
                  <a:gd name="T58" fmla="*/ 6 w 415"/>
                  <a:gd name="T59" fmla="*/ 3 h 350"/>
                  <a:gd name="T60" fmla="*/ 6 w 415"/>
                  <a:gd name="T61" fmla="*/ 4 h 350"/>
                  <a:gd name="T62" fmla="*/ 7 w 415"/>
                  <a:gd name="T63" fmla="*/ 4 h 350"/>
                  <a:gd name="T64" fmla="*/ 7 w 415"/>
                  <a:gd name="T65" fmla="*/ 5 h 350"/>
                  <a:gd name="T66" fmla="*/ 7 w 415"/>
                  <a:gd name="T67" fmla="*/ 5 h 350"/>
                  <a:gd name="T68" fmla="*/ 7 w 415"/>
                  <a:gd name="T69" fmla="*/ 5 h 350"/>
                  <a:gd name="T70" fmla="*/ 6 w 415"/>
                  <a:gd name="T71" fmla="*/ 5 h 350"/>
                  <a:gd name="T72" fmla="*/ 6 w 415"/>
                  <a:gd name="T73" fmla="*/ 5 h 350"/>
                  <a:gd name="T74" fmla="*/ 5 w 415"/>
                  <a:gd name="T75" fmla="*/ 5 h 350"/>
                  <a:gd name="T76" fmla="*/ 4 w 415"/>
                  <a:gd name="T77" fmla="*/ 4 h 350"/>
                  <a:gd name="T78" fmla="*/ 3 w 415"/>
                  <a:gd name="T79" fmla="*/ 4 h 350"/>
                  <a:gd name="T80" fmla="*/ 2 w 415"/>
                  <a:gd name="T81" fmla="*/ 3 h 350"/>
                  <a:gd name="T82" fmla="*/ 1 w 415"/>
                  <a:gd name="T83" fmla="*/ 2 h 350"/>
                  <a:gd name="T84" fmla="*/ 1 w 415"/>
                  <a:gd name="T85" fmla="*/ 2 h 350"/>
                  <a:gd name="T86" fmla="*/ 1 w 415"/>
                  <a:gd name="T87" fmla="*/ 1 h 350"/>
                  <a:gd name="T88" fmla="*/ 1 w 415"/>
                  <a:gd name="T89" fmla="*/ 1 h 35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415" h="350">
                    <a:moveTo>
                      <a:pt x="8" y="12"/>
                    </a:moveTo>
                    <a:lnTo>
                      <a:pt x="1" y="32"/>
                    </a:lnTo>
                    <a:lnTo>
                      <a:pt x="0" y="53"/>
                    </a:lnTo>
                    <a:lnTo>
                      <a:pt x="3" y="78"/>
                    </a:lnTo>
                    <a:lnTo>
                      <a:pt x="8" y="103"/>
                    </a:lnTo>
                    <a:lnTo>
                      <a:pt x="18" y="130"/>
                    </a:lnTo>
                    <a:lnTo>
                      <a:pt x="34" y="158"/>
                    </a:lnTo>
                    <a:lnTo>
                      <a:pt x="51" y="185"/>
                    </a:lnTo>
                    <a:lnTo>
                      <a:pt x="73" y="211"/>
                    </a:lnTo>
                    <a:lnTo>
                      <a:pt x="97" y="236"/>
                    </a:lnTo>
                    <a:lnTo>
                      <a:pt x="124" y="261"/>
                    </a:lnTo>
                    <a:lnTo>
                      <a:pt x="151" y="282"/>
                    </a:lnTo>
                    <a:lnTo>
                      <a:pt x="182" y="302"/>
                    </a:lnTo>
                    <a:lnTo>
                      <a:pt x="212" y="318"/>
                    </a:lnTo>
                    <a:lnTo>
                      <a:pt x="242" y="332"/>
                    </a:lnTo>
                    <a:lnTo>
                      <a:pt x="270" y="341"/>
                    </a:lnTo>
                    <a:lnTo>
                      <a:pt x="299" y="346"/>
                    </a:lnTo>
                    <a:lnTo>
                      <a:pt x="325" y="350"/>
                    </a:lnTo>
                    <a:lnTo>
                      <a:pt x="349" y="346"/>
                    </a:lnTo>
                    <a:lnTo>
                      <a:pt x="371" y="341"/>
                    </a:lnTo>
                    <a:lnTo>
                      <a:pt x="388" y="332"/>
                    </a:lnTo>
                    <a:lnTo>
                      <a:pt x="402" y="318"/>
                    </a:lnTo>
                    <a:lnTo>
                      <a:pt x="412" y="302"/>
                    </a:lnTo>
                    <a:lnTo>
                      <a:pt x="406" y="309"/>
                    </a:lnTo>
                    <a:lnTo>
                      <a:pt x="396" y="314"/>
                    </a:lnTo>
                    <a:lnTo>
                      <a:pt x="382" y="316"/>
                    </a:lnTo>
                    <a:lnTo>
                      <a:pt x="365" y="313"/>
                    </a:lnTo>
                    <a:lnTo>
                      <a:pt x="343" y="307"/>
                    </a:lnTo>
                    <a:lnTo>
                      <a:pt x="321" y="300"/>
                    </a:lnTo>
                    <a:lnTo>
                      <a:pt x="295" y="288"/>
                    </a:lnTo>
                    <a:lnTo>
                      <a:pt x="268" y="275"/>
                    </a:lnTo>
                    <a:lnTo>
                      <a:pt x="239" y="259"/>
                    </a:lnTo>
                    <a:lnTo>
                      <a:pt x="210" y="240"/>
                    </a:lnTo>
                    <a:lnTo>
                      <a:pt x="182" y="220"/>
                    </a:lnTo>
                    <a:lnTo>
                      <a:pt x="153" y="199"/>
                    </a:lnTo>
                    <a:lnTo>
                      <a:pt x="126" y="178"/>
                    </a:lnTo>
                    <a:lnTo>
                      <a:pt x="100" y="154"/>
                    </a:lnTo>
                    <a:lnTo>
                      <a:pt x="76" y="131"/>
                    </a:lnTo>
                    <a:lnTo>
                      <a:pt x="56" y="110"/>
                    </a:lnTo>
                    <a:lnTo>
                      <a:pt x="38" y="89"/>
                    </a:lnTo>
                    <a:lnTo>
                      <a:pt x="24" y="69"/>
                    </a:lnTo>
                    <a:lnTo>
                      <a:pt x="14" y="51"/>
                    </a:lnTo>
                    <a:lnTo>
                      <a:pt x="8" y="35"/>
                    </a:lnTo>
                    <a:lnTo>
                      <a:pt x="5" y="23"/>
                    </a:lnTo>
                    <a:lnTo>
                      <a:pt x="8" y="12"/>
                    </a:lnTo>
                    <a:close/>
                    <a:moveTo>
                      <a:pt x="8" y="12"/>
                    </a:moveTo>
                    <a:lnTo>
                      <a:pt x="14" y="5"/>
                    </a:lnTo>
                    <a:lnTo>
                      <a:pt x="24" y="0"/>
                    </a:lnTo>
                    <a:lnTo>
                      <a:pt x="38" y="0"/>
                    </a:lnTo>
                    <a:lnTo>
                      <a:pt x="56" y="2"/>
                    </a:lnTo>
                    <a:lnTo>
                      <a:pt x="77" y="7"/>
                    </a:lnTo>
                    <a:lnTo>
                      <a:pt x="100" y="16"/>
                    </a:lnTo>
                    <a:lnTo>
                      <a:pt x="126" y="26"/>
                    </a:lnTo>
                    <a:lnTo>
                      <a:pt x="153" y="41"/>
                    </a:lnTo>
                    <a:lnTo>
                      <a:pt x="182" y="57"/>
                    </a:lnTo>
                    <a:lnTo>
                      <a:pt x="210" y="74"/>
                    </a:lnTo>
                    <a:lnTo>
                      <a:pt x="239" y="94"/>
                    </a:lnTo>
                    <a:lnTo>
                      <a:pt x="268" y="115"/>
                    </a:lnTo>
                    <a:lnTo>
                      <a:pt x="295" y="138"/>
                    </a:lnTo>
                    <a:lnTo>
                      <a:pt x="321" y="160"/>
                    </a:lnTo>
                    <a:lnTo>
                      <a:pt x="345" y="183"/>
                    </a:lnTo>
                    <a:lnTo>
                      <a:pt x="365" y="204"/>
                    </a:lnTo>
                    <a:lnTo>
                      <a:pt x="382" y="226"/>
                    </a:lnTo>
                    <a:lnTo>
                      <a:pt x="396" y="245"/>
                    </a:lnTo>
                    <a:lnTo>
                      <a:pt x="406" y="263"/>
                    </a:lnTo>
                    <a:lnTo>
                      <a:pt x="412" y="279"/>
                    </a:lnTo>
                    <a:lnTo>
                      <a:pt x="415" y="291"/>
                    </a:lnTo>
                    <a:lnTo>
                      <a:pt x="412" y="302"/>
                    </a:lnTo>
                    <a:lnTo>
                      <a:pt x="406" y="309"/>
                    </a:lnTo>
                    <a:lnTo>
                      <a:pt x="396" y="314"/>
                    </a:lnTo>
                    <a:lnTo>
                      <a:pt x="382" y="316"/>
                    </a:lnTo>
                    <a:lnTo>
                      <a:pt x="365" y="313"/>
                    </a:lnTo>
                    <a:lnTo>
                      <a:pt x="343" y="307"/>
                    </a:lnTo>
                    <a:lnTo>
                      <a:pt x="321" y="300"/>
                    </a:lnTo>
                    <a:lnTo>
                      <a:pt x="295" y="288"/>
                    </a:lnTo>
                    <a:lnTo>
                      <a:pt x="268" y="275"/>
                    </a:lnTo>
                    <a:lnTo>
                      <a:pt x="239" y="259"/>
                    </a:lnTo>
                    <a:lnTo>
                      <a:pt x="210" y="240"/>
                    </a:lnTo>
                    <a:lnTo>
                      <a:pt x="182" y="220"/>
                    </a:lnTo>
                    <a:lnTo>
                      <a:pt x="153" y="199"/>
                    </a:lnTo>
                    <a:lnTo>
                      <a:pt x="126" y="178"/>
                    </a:lnTo>
                    <a:lnTo>
                      <a:pt x="100" y="154"/>
                    </a:lnTo>
                    <a:lnTo>
                      <a:pt x="76" y="131"/>
                    </a:lnTo>
                    <a:lnTo>
                      <a:pt x="56" y="110"/>
                    </a:lnTo>
                    <a:lnTo>
                      <a:pt x="38" y="89"/>
                    </a:lnTo>
                    <a:lnTo>
                      <a:pt x="24" y="69"/>
                    </a:lnTo>
                    <a:lnTo>
                      <a:pt x="14" y="51"/>
                    </a:lnTo>
                    <a:lnTo>
                      <a:pt x="8" y="35"/>
                    </a:lnTo>
                    <a:lnTo>
                      <a:pt x="5" y="23"/>
                    </a:lnTo>
                    <a:lnTo>
                      <a:pt x="8" y="12"/>
                    </a:lnTo>
                    <a:close/>
                  </a:path>
                </a:pathLst>
              </a:custGeom>
              <a:solidFill>
                <a:srgbClr val="3333FF"/>
              </a:solidFill>
              <a:ln w="6350">
                <a:solidFill>
                  <a:srgbClr val="000000"/>
                </a:solidFill>
                <a:prstDash val="solid"/>
                <a:round/>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77" name="Line 424">
                <a:extLst>
                  <a:ext uri="{FF2B5EF4-FFF2-40B4-BE49-F238E27FC236}">
                    <a16:creationId xmlns:a16="http://schemas.microsoft.com/office/drawing/2014/main" id="{58A32490-4AC0-3014-8A3F-8A64F5BA6222}"/>
                  </a:ext>
                </a:extLst>
              </p:cNvPr>
              <p:cNvSpPr>
                <a:spLocks noChangeShapeType="1"/>
              </p:cNvSpPr>
              <p:nvPr/>
            </p:nvSpPr>
            <p:spPr bwMode="auto">
              <a:xfrm flipH="1" flipV="1">
                <a:off x="2285" y="2824"/>
                <a:ext cx="136" cy="2"/>
              </a:xfrm>
              <a:prstGeom prst="line">
                <a:avLst/>
              </a:prstGeom>
              <a:noFill/>
              <a:ln w="1588">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78" name="Line 425">
                <a:extLst>
                  <a:ext uri="{FF2B5EF4-FFF2-40B4-BE49-F238E27FC236}">
                    <a16:creationId xmlns:a16="http://schemas.microsoft.com/office/drawing/2014/main" id="{49C9F0A3-B421-143A-EA60-AC1DB1BADF6D}"/>
                  </a:ext>
                </a:extLst>
              </p:cNvPr>
              <p:cNvSpPr>
                <a:spLocks noChangeShapeType="1"/>
              </p:cNvSpPr>
              <p:nvPr/>
            </p:nvSpPr>
            <p:spPr bwMode="auto">
              <a:xfrm flipH="1">
                <a:off x="2372" y="2826"/>
                <a:ext cx="49" cy="102"/>
              </a:xfrm>
              <a:prstGeom prst="line">
                <a:avLst/>
              </a:prstGeom>
              <a:noFill/>
              <a:ln w="1588">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79" name="Line 426">
                <a:extLst>
                  <a:ext uri="{FF2B5EF4-FFF2-40B4-BE49-F238E27FC236}">
                    <a16:creationId xmlns:a16="http://schemas.microsoft.com/office/drawing/2014/main" id="{E225E2CC-B4CF-9FCF-5009-3C7107A41005}"/>
                  </a:ext>
                </a:extLst>
              </p:cNvPr>
              <p:cNvSpPr>
                <a:spLocks noChangeShapeType="1"/>
              </p:cNvSpPr>
              <p:nvPr/>
            </p:nvSpPr>
            <p:spPr bwMode="auto">
              <a:xfrm>
                <a:off x="2421" y="2826"/>
                <a:ext cx="67" cy="144"/>
              </a:xfrm>
              <a:prstGeom prst="line">
                <a:avLst/>
              </a:prstGeom>
              <a:noFill/>
              <a:ln w="1588">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80" name="Freeform 427">
                <a:extLst>
                  <a:ext uri="{FF2B5EF4-FFF2-40B4-BE49-F238E27FC236}">
                    <a16:creationId xmlns:a16="http://schemas.microsoft.com/office/drawing/2014/main" id="{23F47F26-61B9-493D-DB6A-53B428EB2BDC}"/>
                  </a:ext>
                </a:extLst>
              </p:cNvPr>
              <p:cNvSpPr>
                <a:spLocks/>
              </p:cNvSpPr>
              <p:nvPr/>
            </p:nvSpPr>
            <p:spPr bwMode="auto">
              <a:xfrm>
                <a:off x="2349" y="2902"/>
                <a:ext cx="51" cy="40"/>
              </a:xfrm>
              <a:custGeom>
                <a:avLst/>
                <a:gdLst>
                  <a:gd name="T0" fmla="*/ 0 w 101"/>
                  <a:gd name="T1" fmla="*/ 1 h 80"/>
                  <a:gd name="T2" fmla="*/ 1 w 101"/>
                  <a:gd name="T3" fmla="*/ 0 h 80"/>
                  <a:gd name="T4" fmla="*/ 1 w 101"/>
                  <a:gd name="T5" fmla="*/ 1 h 80"/>
                  <a:gd name="T6" fmla="*/ 1 w 101"/>
                  <a:gd name="T7" fmla="*/ 1 h 80"/>
                  <a:gd name="T8" fmla="*/ 1 w 101"/>
                  <a:gd name="T9" fmla="*/ 1 h 80"/>
                  <a:gd name="T10" fmla="*/ 1 w 101"/>
                  <a:gd name="T11" fmla="*/ 1 h 80"/>
                  <a:gd name="T12" fmla="*/ 2 w 101"/>
                  <a:gd name="T13" fmla="*/ 1 h 80"/>
                  <a:gd name="T14" fmla="*/ 2 w 101"/>
                  <a:gd name="T15" fmla="*/ 1 h 80"/>
                  <a:gd name="T16" fmla="*/ 2 w 101"/>
                  <a:gd name="T17" fmla="*/ 1 h 80"/>
                  <a:gd name="T18" fmla="*/ 2 w 101"/>
                  <a:gd name="T19" fmla="*/ 1 h 80"/>
                  <a:gd name="T20" fmla="*/ 2 w 101"/>
                  <a:gd name="T21" fmla="*/ 2 h 80"/>
                  <a:gd name="T22" fmla="*/ 2 w 101"/>
                  <a:gd name="T23" fmla="*/ 2 h 80"/>
                  <a:gd name="T24" fmla="*/ 2 w 101"/>
                  <a:gd name="T25" fmla="*/ 2 h 80"/>
                  <a:gd name="T26" fmla="*/ 2 w 101"/>
                  <a:gd name="T27" fmla="*/ 2 h 80"/>
                  <a:gd name="T28" fmla="*/ 2 w 101"/>
                  <a:gd name="T29" fmla="*/ 2 h 80"/>
                  <a:gd name="T30" fmla="*/ 2 w 101"/>
                  <a:gd name="T31" fmla="*/ 2 h 80"/>
                  <a:gd name="T32" fmla="*/ 1 w 101"/>
                  <a:gd name="T33" fmla="*/ 1 h 80"/>
                  <a:gd name="T34" fmla="*/ 1 w 101"/>
                  <a:gd name="T35" fmla="*/ 1 h 80"/>
                  <a:gd name="T36" fmla="*/ 1 w 101"/>
                  <a:gd name="T37" fmla="*/ 1 h 80"/>
                  <a:gd name="T38" fmla="*/ 1 w 101"/>
                  <a:gd name="T39" fmla="*/ 1 h 80"/>
                  <a:gd name="T40" fmla="*/ 1 w 101"/>
                  <a:gd name="T41" fmla="*/ 1 h 80"/>
                  <a:gd name="T42" fmla="*/ 0 w 101"/>
                  <a:gd name="T43" fmla="*/ 1 h 80"/>
                  <a:gd name="T44" fmla="*/ 0 w 101"/>
                  <a:gd name="T45" fmla="*/ 1 h 8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01" h="80">
                    <a:moveTo>
                      <a:pt x="0" y="3"/>
                    </a:moveTo>
                    <a:lnTo>
                      <a:pt x="4" y="0"/>
                    </a:lnTo>
                    <a:lnTo>
                      <a:pt x="13" y="1"/>
                    </a:lnTo>
                    <a:lnTo>
                      <a:pt x="24" y="3"/>
                    </a:lnTo>
                    <a:lnTo>
                      <a:pt x="37" y="10"/>
                    </a:lnTo>
                    <a:lnTo>
                      <a:pt x="51" y="19"/>
                    </a:lnTo>
                    <a:lnTo>
                      <a:pt x="66" y="30"/>
                    </a:lnTo>
                    <a:lnTo>
                      <a:pt x="79" y="40"/>
                    </a:lnTo>
                    <a:lnTo>
                      <a:pt x="90" y="51"/>
                    </a:lnTo>
                    <a:lnTo>
                      <a:pt x="97" y="62"/>
                    </a:lnTo>
                    <a:lnTo>
                      <a:pt x="101" y="71"/>
                    </a:lnTo>
                    <a:lnTo>
                      <a:pt x="101" y="76"/>
                    </a:lnTo>
                    <a:lnTo>
                      <a:pt x="97" y="80"/>
                    </a:lnTo>
                    <a:lnTo>
                      <a:pt x="90" y="78"/>
                    </a:lnTo>
                    <a:lnTo>
                      <a:pt x="79" y="74"/>
                    </a:lnTo>
                    <a:lnTo>
                      <a:pt x="66" y="69"/>
                    </a:lnTo>
                    <a:lnTo>
                      <a:pt x="51" y="60"/>
                    </a:lnTo>
                    <a:lnTo>
                      <a:pt x="37" y="49"/>
                    </a:lnTo>
                    <a:lnTo>
                      <a:pt x="23" y="39"/>
                    </a:lnTo>
                    <a:lnTo>
                      <a:pt x="13" y="28"/>
                    </a:lnTo>
                    <a:lnTo>
                      <a:pt x="4" y="17"/>
                    </a:lnTo>
                    <a:lnTo>
                      <a:pt x="0" y="8"/>
                    </a:lnTo>
                    <a:lnTo>
                      <a:pt x="0" y="3"/>
                    </a:lnTo>
                    <a:close/>
                  </a:path>
                </a:pathLst>
              </a:custGeom>
              <a:solidFill>
                <a:srgbClr val="3333FF"/>
              </a:solidFill>
              <a:ln w="6350">
                <a:solidFill>
                  <a:srgbClr val="000000"/>
                </a:solidFill>
                <a:prstDash val="solid"/>
                <a:round/>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grpSp>
        <p:pic>
          <p:nvPicPr>
            <p:cNvPr id="66" name="Picture 429" descr="MMj03957750000[1]">
              <a:extLst>
                <a:ext uri="{FF2B5EF4-FFF2-40B4-BE49-F238E27FC236}">
                  <a16:creationId xmlns:a16="http://schemas.microsoft.com/office/drawing/2014/main" id="{4529C042-C4FD-FAC9-9A2D-CD7EEF2883D0}"/>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400723" y="4987878"/>
              <a:ext cx="561975" cy="4794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109" name="Group 108">
            <a:extLst>
              <a:ext uri="{FF2B5EF4-FFF2-40B4-BE49-F238E27FC236}">
                <a16:creationId xmlns:a16="http://schemas.microsoft.com/office/drawing/2014/main" id="{B26884D2-6F87-F95A-95D4-53EE855C4D35}"/>
              </a:ext>
            </a:extLst>
          </p:cNvPr>
          <p:cNvGrpSpPr/>
          <p:nvPr/>
        </p:nvGrpSpPr>
        <p:grpSpPr>
          <a:xfrm>
            <a:off x="6763209" y="1081614"/>
            <a:ext cx="2666586" cy="1631405"/>
            <a:chOff x="8862810" y="4906915"/>
            <a:chExt cx="2666586" cy="1631405"/>
          </a:xfrm>
        </p:grpSpPr>
        <p:sp>
          <p:nvSpPr>
            <p:cNvPr id="110" name="Text Box 8">
              <a:extLst>
                <a:ext uri="{FF2B5EF4-FFF2-40B4-BE49-F238E27FC236}">
                  <a16:creationId xmlns:a16="http://schemas.microsoft.com/office/drawing/2014/main" id="{A70058F1-C300-3ABE-0D08-13638898DFA6}"/>
                </a:ext>
              </a:extLst>
            </p:cNvPr>
            <p:cNvSpPr txBox="1">
              <a:spLocks noChangeArrowheads="1"/>
            </p:cNvSpPr>
            <p:nvPr/>
          </p:nvSpPr>
          <p:spPr bwMode="auto">
            <a:xfrm>
              <a:off x="8862810" y="6025551"/>
              <a:ext cx="2666586" cy="51276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ＭＳ Ｐゴシック" charset="0"/>
                  <a:cs typeface="+mn-cs"/>
                </a:rPr>
                <a:t>humans at a cocktail party </a:t>
              </a:r>
            </a:p>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ＭＳ Ｐゴシック" charset="0"/>
                  <a:cs typeface="+mn-cs"/>
                </a:rPr>
                <a:t>(shared air, acoustical)</a:t>
              </a:r>
            </a:p>
          </p:txBody>
        </p:sp>
        <p:pic>
          <p:nvPicPr>
            <p:cNvPr id="111" name="Picture 432" descr="cocktail">
              <a:extLst>
                <a:ext uri="{FF2B5EF4-FFF2-40B4-BE49-F238E27FC236}">
                  <a16:creationId xmlns:a16="http://schemas.microsoft.com/office/drawing/2014/main" id="{05126E05-96BC-D5B8-D6C0-83CA489F3B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6005" y="4906915"/>
              <a:ext cx="2030412" cy="1041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112" name="Group 111">
            <a:extLst>
              <a:ext uri="{FF2B5EF4-FFF2-40B4-BE49-F238E27FC236}">
                <a16:creationId xmlns:a16="http://schemas.microsoft.com/office/drawing/2014/main" id="{B83049CE-AC6D-480E-01AF-805B5E90B801}"/>
              </a:ext>
            </a:extLst>
          </p:cNvPr>
          <p:cNvGrpSpPr/>
          <p:nvPr/>
        </p:nvGrpSpPr>
        <p:grpSpPr>
          <a:xfrm>
            <a:off x="6121819" y="3027281"/>
            <a:ext cx="1695785" cy="1760737"/>
            <a:chOff x="5137642" y="4630344"/>
            <a:chExt cx="1695785" cy="1760737"/>
          </a:xfrm>
        </p:grpSpPr>
        <p:sp>
          <p:nvSpPr>
            <p:cNvPr id="113" name="Text Box 6">
              <a:extLst>
                <a:ext uri="{FF2B5EF4-FFF2-40B4-BE49-F238E27FC236}">
                  <a16:creationId xmlns:a16="http://schemas.microsoft.com/office/drawing/2014/main" id="{5DCDD9A8-F0AF-5D58-22EC-9A4E668F197F}"/>
                </a:ext>
              </a:extLst>
            </p:cNvPr>
            <p:cNvSpPr txBox="1">
              <a:spLocks noChangeArrowheads="1"/>
            </p:cNvSpPr>
            <p:nvPr/>
          </p:nvSpPr>
          <p:spPr bwMode="auto">
            <a:xfrm>
              <a:off x="5137642" y="6087600"/>
              <a:ext cx="1695785" cy="30348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ＭＳ Ｐゴシック" charset="0"/>
                  <a:cs typeface="+mn-cs"/>
                </a:rPr>
                <a:t>shared radio: WiFi</a:t>
              </a:r>
            </a:p>
          </p:txBody>
        </p:sp>
        <p:grpSp>
          <p:nvGrpSpPr>
            <p:cNvPr id="114" name="Group 621">
              <a:extLst>
                <a:ext uri="{FF2B5EF4-FFF2-40B4-BE49-F238E27FC236}">
                  <a16:creationId xmlns:a16="http://schemas.microsoft.com/office/drawing/2014/main" id="{A285087C-7AD9-1F43-5FF0-4B2848204754}"/>
                </a:ext>
              </a:extLst>
            </p:cNvPr>
            <p:cNvGrpSpPr>
              <a:grpSpLocks/>
            </p:cNvGrpSpPr>
            <p:nvPr/>
          </p:nvGrpSpPr>
          <p:grpSpPr bwMode="auto">
            <a:xfrm>
              <a:off x="5370862" y="4630344"/>
              <a:ext cx="635000" cy="485775"/>
              <a:chOff x="3061" y="2530"/>
              <a:chExt cx="400" cy="306"/>
            </a:xfrm>
          </p:grpSpPr>
          <p:grpSp>
            <p:nvGrpSpPr>
              <p:cNvPr id="217" name="Group 494">
                <a:extLst>
                  <a:ext uri="{FF2B5EF4-FFF2-40B4-BE49-F238E27FC236}">
                    <a16:creationId xmlns:a16="http://schemas.microsoft.com/office/drawing/2014/main" id="{AAD478D1-EC17-238E-EBE0-96E2BE20E18F}"/>
                  </a:ext>
                </a:extLst>
              </p:cNvPr>
              <p:cNvGrpSpPr>
                <a:grpSpLocks/>
              </p:cNvGrpSpPr>
              <p:nvPr/>
            </p:nvGrpSpPr>
            <p:grpSpPr bwMode="auto">
              <a:xfrm>
                <a:off x="3061" y="2530"/>
                <a:ext cx="327" cy="81"/>
                <a:chOff x="2199" y="955"/>
                <a:chExt cx="2547" cy="506"/>
              </a:xfrm>
            </p:grpSpPr>
            <p:sp>
              <p:nvSpPr>
                <p:cNvPr id="242" name="Freeform 495">
                  <a:extLst>
                    <a:ext uri="{FF2B5EF4-FFF2-40B4-BE49-F238E27FC236}">
                      <a16:creationId xmlns:a16="http://schemas.microsoft.com/office/drawing/2014/main" id="{02EA4850-20A4-D5DD-5431-1FB994850E58}"/>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243" name="Freeform 496">
                  <a:extLst>
                    <a:ext uri="{FF2B5EF4-FFF2-40B4-BE49-F238E27FC236}">
                      <a16:creationId xmlns:a16="http://schemas.microsoft.com/office/drawing/2014/main" id="{288B939F-B320-A539-FA33-E516DE52922B}"/>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244" name="Freeform 497">
                  <a:extLst>
                    <a:ext uri="{FF2B5EF4-FFF2-40B4-BE49-F238E27FC236}">
                      <a16:creationId xmlns:a16="http://schemas.microsoft.com/office/drawing/2014/main" id="{EDB382A6-1F6D-BC80-5881-881E900AB3A0}"/>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245" name="Freeform 498">
                  <a:extLst>
                    <a:ext uri="{FF2B5EF4-FFF2-40B4-BE49-F238E27FC236}">
                      <a16:creationId xmlns:a16="http://schemas.microsoft.com/office/drawing/2014/main" id="{04428351-325F-DA6A-0EC6-260AB7CFE003}"/>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246" name="Freeform 499">
                  <a:extLst>
                    <a:ext uri="{FF2B5EF4-FFF2-40B4-BE49-F238E27FC236}">
                      <a16:creationId xmlns:a16="http://schemas.microsoft.com/office/drawing/2014/main" id="{12C54D80-8905-3E95-F328-E1472623C442}"/>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247" name="Freeform 500">
                  <a:extLst>
                    <a:ext uri="{FF2B5EF4-FFF2-40B4-BE49-F238E27FC236}">
                      <a16:creationId xmlns:a16="http://schemas.microsoft.com/office/drawing/2014/main" id="{67D72617-5F62-DA06-BEDA-5D603FCAF135}"/>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pic>
            <p:nvPicPr>
              <p:cNvPr id="218" name="Picture 549" descr="laptop_keyboard">
                <a:extLst>
                  <a:ext uri="{FF2B5EF4-FFF2-40B4-BE49-F238E27FC236}">
                    <a16:creationId xmlns:a16="http://schemas.microsoft.com/office/drawing/2014/main" id="{AFD59A92-E7A6-8FEE-F36D-2394466842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09064" flipH="1">
                <a:off x="3109" y="2736"/>
                <a:ext cx="245" cy="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19" name="Freeform 550">
                <a:extLst>
                  <a:ext uri="{FF2B5EF4-FFF2-40B4-BE49-F238E27FC236}">
                    <a16:creationId xmlns:a16="http://schemas.microsoft.com/office/drawing/2014/main" id="{966F4F95-3226-30FC-5EED-44C32C1449DF}"/>
                  </a:ext>
                </a:extLst>
              </p:cNvPr>
              <p:cNvSpPr>
                <a:spLocks/>
              </p:cNvSpPr>
              <p:nvPr/>
            </p:nvSpPr>
            <p:spPr bwMode="auto">
              <a:xfrm>
                <a:off x="3190" y="2638"/>
                <a:ext cx="197" cy="131"/>
              </a:xfrm>
              <a:custGeom>
                <a:avLst/>
                <a:gdLst>
                  <a:gd name="T0" fmla="*/ 0 w 2982"/>
                  <a:gd name="T1" fmla="*/ 0 h 2442"/>
                  <a:gd name="T2" fmla="*/ 0 w 2982"/>
                  <a:gd name="T3" fmla="*/ 0 h 2442"/>
                  <a:gd name="T4" fmla="*/ 0 w 2982"/>
                  <a:gd name="T5" fmla="*/ 0 h 2442"/>
                  <a:gd name="T6" fmla="*/ 0 w 2982"/>
                  <a:gd name="T7" fmla="*/ 0 h 2442"/>
                  <a:gd name="T8" fmla="*/ 0 w 2982"/>
                  <a:gd name="T9" fmla="*/ 0 h 24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82" h="2442">
                    <a:moveTo>
                      <a:pt x="540" y="0"/>
                    </a:moveTo>
                    <a:lnTo>
                      <a:pt x="0" y="1734"/>
                    </a:lnTo>
                    <a:lnTo>
                      <a:pt x="2394" y="2442"/>
                    </a:lnTo>
                    <a:lnTo>
                      <a:pt x="2982" y="318"/>
                    </a:lnTo>
                    <a:lnTo>
                      <a:pt x="540" y="0"/>
                    </a:lnTo>
                    <a:close/>
                  </a:path>
                </a:pathLst>
              </a:custGeom>
              <a:solidFill>
                <a:srgbClr val="000000"/>
              </a:solidFill>
              <a:ln w="9525">
                <a:solidFill>
                  <a:srgbClr val="000000"/>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pic>
            <p:nvPicPr>
              <p:cNvPr id="220" name="Picture 551" descr="screen">
                <a:extLst>
                  <a:ext uri="{FF2B5EF4-FFF2-40B4-BE49-F238E27FC236}">
                    <a16:creationId xmlns:a16="http://schemas.microsoft.com/office/drawing/2014/main" id="{2FA5F90B-ABD2-F753-B73E-614630476A5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0" y="2641"/>
                <a:ext cx="179" cy="1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21" name="Freeform 552">
                <a:extLst>
                  <a:ext uri="{FF2B5EF4-FFF2-40B4-BE49-F238E27FC236}">
                    <a16:creationId xmlns:a16="http://schemas.microsoft.com/office/drawing/2014/main" id="{4A9F37A3-F58E-6518-8F73-7E61E590CC69}"/>
                  </a:ext>
                </a:extLst>
              </p:cNvPr>
              <p:cNvSpPr>
                <a:spLocks/>
              </p:cNvSpPr>
              <p:nvPr/>
            </p:nvSpPr>
            <p:spPr bwMode="auto">
              <a:xfrm>
                <a:off x="3226" y="2634"/>
                <a:ext cx="167" cy="25"/>
              </a:xfrm>
              <a:custGeom>
                <a:avLst/>
                <a:gdLst>
                  <a:gd name="T0" fmla="*/ 0 w 2528"/>
                  <a:gd name="T1" fmla="*/ 0 h 455"/>
                  <a:gd name="T2" fmla="*/ 0 w 2528"/>
                  <a:gd name="T3" fmla="*/ 0 h 455"/>
                  <a:gd name="T4" fmla="*/ 0 w 2528"/>
                  <a:gd name="T5" fmla="*/ 0 h 455"/>
                  <a:gd name="T6" fmla="*/ 0 w 2528"/>
                  <a:gd name="T7" fmla="*/ 0 h 455"/>
                  <a:gd name="T8" fmla="*/ 0 w 2528"/>
                  <a:gd name="T9" fmla="*/ 0 h 4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222" name="Freeform 553">
                <a:extLst>
                  <a:ext uri="{FF2B5EF4-FFF2-40B4-BE49-F238E27FC236}">
                    <a16:creationId xmlns:a16="http://schemas.microsoft.com/office/drawing/2014/main" id="{E8ABEB28-DC4E-1E1A-12DC-9CD608767F0B}"/>
                  </a:ext>
                </a:extLst>
              </p:cNvPr>
              <p:cNvSpPr>
                <a:spLocks/>
              </p:cNvSpPr>
              <p:nvPr/>
            </p:nvSpPr>
            <p:spPr bwMode="auto">
              <a:xfrm>
                <a:off x="3189" y="2634"/>
                <a:ext cx="46" cy="102"/>
              </a:xfrm>
              <a:custGeom>
                <a:avLst/>
                <a:gdLst>
                  <a:gd name="T0" fmla="*/ 0 w 702"/>
                  <a:gd name="T1" fmla="*/ 0 h 1893"/>
                  <a:gd name="T2" fmla="*/ 0 w 702"/>
                  <a:gd name="T3" fmla="*/ 0 h 1893"/>
                  <a:gd name="T4" fmla="*/ 0 w 702"/>
                  <a:gd name="T5" fmla="*/ 0 h 1893"/>
                  <a:gd name="T6" fmla="*/ 0 w 702"/>
                  <a:gd name="T7" fmla="*/ 0 h 1893"/>
                  <a:gd name="T8" fmla="*/ 0 w 702"/>
                  <a:gd name="T9" fmla="*/ 0 h 189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02" h="1893">
                    <a:moveTo>
                      <a:pt x="579" y="0"/>
                    </a:moveTo>
                    <a:lnTo>
                      <a:pt x="0" y="1869"/>
                    </a:lnTo>
                    <a:lnTo>
                      <a:pt x="114" y="1893"/>
                    </a:lnTo>
                    <a:lnTo>
                      <a:pt x="702" y="51"/>
                    </a:lnTo>
                    <a:lnTo>
                      <a:pt x="579"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223" name="Freeform 554">
                <a:extLst>
                  <a:ext uri="{FF2B5EF4-FFF2-40B4-BE49-F238E27FC236}">
                    <a16:creationId xmlns:a16="http://schemas.microsoft.com/office/drawing/2014/main" id="{5011625D-E012-7FE8-C037-07C5068D51CB}"/>
                  </a:ext>
                </a:extLst>
              </p:cNvPr>
              <p:cNvSpPr>
                <a:spLocks/>
              </p:cNvSpPr>
              <p:nvPr/>
            </p:nvSpPr>
            <p:spPr bwMode="auto">
              <a:xfrm>
                <a:off x="3342" y="2652"/>
                <a:ext cx="50" cy="117"/>
              </a:xfrm>
              <a:custGeom>
                <a:avLst/>
                <a:gdLst>
                  <a:gd name="T0" fmla="*/ 0 w 756"/>
                  <a:gd name="T1" fmla="*/ 0 h 2184"/>
                  <a:gd name="T2" fmla="*/ 0 w 756"/>
                  <a:gd name="T3" fmla="*/ 0 h 2184"/>
                  <a:gd name="T4" fmla="*/ 0 w 756"/>
                  <a:gd name="T5" fmla="*/ 0 h 2184"/>
                  <a:gd name="T6" fmla="*/ 0 w 756"/>
                  <a:gd name="T7" fmla="*/ 0 h 2184"/>
                  <a:gd name="T8" fmla="*/ 0 w 756"/>
                  <a:gd name="T9" fmla="*/ 0 h 21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6" h="2184">
                    <a:moveTo>
                      <a:pt x="756" y="0"/>
                    </a:moveTo>
                    <a:lnTo>
                      <a:pt x="138" y="2184"/>
                    </a:lnTo>
                    <a:lnTo>
                      <a:pt x="0" y="2148"/>
                    </a:lnTo>
                    <a:lnTo>
                      <a:pt x="606" y="78"/>
                    </a:lnTo>
                    <a:lnTo>
                      <a:pt x="756" y="0"/>
                    </a:lnTo>
                    <a:close/>
                  </a:path>
                </a:pathLst>
              </a:custGeom>
              <a:gradFill rotWithShape="1">
                <a:gsLst>
                  <a:gs pos="0">
                    <a:srgbClr val="DDDDDD"/>
                  </a:gs>
                  <a:gs pos="100000">
                    <a:srgbClr val="FFFFFF"/>
                  </a:gs>
                </a:gsLst>
                <a:lin ang="540000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224" name="Freeform 555">
                <a:extLst>
                  <a:ext uri="{FF2B5EF4-FFF2-40B4-BE49-F238E27FC236}">
                    <a16:creationId xmlns:a16="http://schemas.microsoft.com/office/drawing/2014/main" id="{A2D996D2-EE67-37B8-0EFF-9FF7D36357E7}"/>
                  </a:ext>
                </a:extLst>
              </p:cNvPr>
              <p:cNvSpPr>
                <a:spLocks/>
              </p:cNvSpPr>
              <p:nvPr/>
            </p:nvSpPr>
            <p:spPr bwMode="auto">
              <a:xfrm>
                <a:off x="3188" y="2730"/>
                <a:ext cx="183" cy="40"/>
              </a:xfrm>
              <a:custGeom>
                <a:avLst/>
                <a:gdLst>
                  <a:gd name="T0" fmla="*/ 0 w 2773"/>
                  <a:gd name="T1" fmla="*/ 0 h 738"/>
                  <a:gd name="T2" fmla="*/ 0 w 2773"/>
                  <a:gd name="T3" fmla="*/ 0 h 738"/>
                  <a:gd name="T4" fmla="*/ 0 w 2773"/>
                  <a:gd name="T5" fmla="*/ 0 h 738"/>
                  <a:gd name="T6" fmla="*/ 0 w 2773"/>
                  <a:gd name="T7" fmla="*/ 0 h 738"/>
                  <a:gd name="T8" fmla="*/ 0 w 2773"/>
                  <a:gd name="T9" fmla="*/ 0 h 7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rgbClr val="FFFF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225" name="Freeform 556">
                <a:extLst>
                  <a:ext uri="{FF2B5EF4-FFF2-40B4-BE49-F238E27FC236}">
                    <a16:creationId xmlns:a16="http://schemas.microsoft.com/office/drawing/2014/main" id="{C8B432AD-14ED-B501-CDF8-1DBEB80816E4}"/>
                  </a:ext>
                </a:extLst>
              </p:cNvPr>
              <p:cNvSpPr>
                <a:spLocks/>
              </p:cNvSpPr>
              <p:nvPr/>
            </p:nvSpPr>
            <p:spPr bwMode="auto">
              <a:xfrm>
                <a:off x="3347" y="2653"/>
                <a:ext cx="47" cy="118"/>
              </a:xfrm>
              <a:custGeom>
                <a:avLst/>
                <a:gdLst>
                  <a:gd name="T0" fmla="*/ 0 w 637"/>
                  <a:gd name="T1" fmla="*/ 0 h 1659"/>
                  <a:gd name="T2" fmla="*/ 0 w 637"/>
                  <a:gd name="T3" fmla="*/ 0 h 1659"/>
                  <a:gd name="T4" fmla="*/ 0 w 637"/>
                  <a:gd name="T5" fmla="*/ 0 h 1659"/>
                  <a:gd name="T6" fmla="*/ 0 w 637"/>
                  <a:gd name="T7" fmla="*/ 0 h 1659"/>
                  <a:gd name="T8" fmla="*/ 0 w 637"/>
                  <a:gd name="T9" fmla="*/ 0 h 165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7" h="1659">
                    <a:moveTo>
                      <a:pt x="615" y="0"/>
                    </a:moveTo>
                    <a:lnTo>
                      <a:pt x="637" y="0"/>
                    </a:lnTo>
                    <a:lnTo>
                      <a:pt x="68" y="1659"/>
                    </a:lnTo>
                    <a:lnTo>
                      <a:pt x="0" y="1647"/>
                    </a:lnTo>
                    <a:lnTo>
                      <a:pt x="615" y="0"/>
                    </a:lnTo>
                    <a:close/>
                  </a:path>
                </a:pathLst>
              </a:custGeom>
              <a:solidFill>
                <a:srgbClr val="4D4D4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226" name="Freeform 557">
                <a:extLst>
                  <a:ext uri="{FF2B5EF4-FFF2-40B4-BE49-F238E27FC236}">
                    <a16:creationId xmlns:a16="http://schemas.microsoft.com/office/drawing/2014/main" id="{CBDCB660-EE2F-60C9-6D8C-22A9382AE4AE}"/>
                  </a:ext>
                </a:extLst>
              </p:cNvPr>
              <p:cNvSpPr>
                <a:spLocks/>
              </p:cNvSpPr>
              <p:nvPr/>
            </p:nvSpPr>
            <p:spPr bwMode="auto">
              <a:xfrm>
                <a:off x="3188" y="2736"/>
                <a:ext cx="163" cy="39"/>
              </a:xfrm>
              <a:custGeom>
                <a:avLst/>
                <a:gdLst>
                  <a:gd name="T0" fmla="*/ 0 w 2216"/>
                  <a:gd name="T1" fmla="*/ 0 h 550"/>
                  <a:gd name="T2" fmla="*/ 0 w 2216"/>
                  <a:gd name="T3" fmla="*/ 0 h 550"/>
                  <a:gd name="T4" fmla="*/ 0 w 2216"/>
                  <a:gd name="T5" fmla="*/ 0 h 550"/>
                  <a:gd name="T6" fmla="*/ 0 w 2216"/>
                  <a:gd name="T7" fmla="*/ 0 h 550"/>
                  <a:gd name="T8" fmla="*/ 0 w 2216"/>
                  <a:gd name="T9" fmla="*/ 0 h 5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nvGrpSpPr>
              <p:cNvPr id="227" name="Group 558">
                <a:extLst>
                  <a:ext uri="{FF2B5EF4-FFF2-40B4-BE49-F238E27FC236}">
                    <a16:creationId xmlns:a16="http://schemas.microsoft.com/office/drawing/2014/main" id="{36E5849B-4FC3-C678-F053-9EAB787E59D0}"/>
                  </a:ext>
                </a:extLst>
              </p:cNvPr>
              <p:cNvGrpSpPr>
                <a:grpSpLocks/>
              </p:cNvGrpSpPr>
              <p:nvPr/>
            </p:nvGrpSpPr>
            <p:grpSpPr bwMode="auto">
              <a:xfrm>
                <a:off x="3186" y="2777"/>
                <a:ext cx="55" cy="24"/>
                <a:chOff x="1740" y="2642"/>
                <a:chExt cx="752" cy="327"/>
              </a:xfrm>
            </p:grpSpPr>
            <p:sp>
              <p:nvSpPr>
                <p:cNvPr id="236" name="Freeform 559">
                  <a:extLst>
                    <a:ext uri="{FF2B5EF4-FFF2-40B4-BE49-F238E27FC236}">
                      <a16:creationId xmlns:a16="http://schemas.microsoft.com/office/drawing/2014/main" id="{14521678-A399-0469-E8BB-48D3F83D516A}"/>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2" h="327">
                      <a:moveTo>
                        <a:pt x="293" y="0"/>
                      </a:moveTo>
                      <a:lnTo>
                        <a:pt x="752" y="124"/>
                      </a:lnTo>
                      <a:lnTo>
                        <a:pt x="470" y="327"/>
                      </a:lnTo>
                      <a:lnTo>
                        <a:pt x="0" y="183"/>
                      </a:lnTo>
                      <a:lnTo>
                        <a:pt x="293"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237" name="Freeform 560">
                  <a:extLst>
                    <a:ext uri="{FF2B5EF4-FFF2-40B4-BE49-F238E27FC236}">
                      <a16:creationId xmlns:a16="http://schemas.microsoft.com/office/drawing/2014/main" id="{CEA21760-6EA4-0086-E5FA-043520CCBE41}"/>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238" name="Freeform 561">
                  <a:extLst>
                    <a:ext uri="{FF2B5EF4-FFF2-40B4-BE49-F238E27FC236}">
                      <a16:creationId xmlns:a16="http://schemas.microsoft.com/office/drawing/2014/main" id="{50F007FE-D358-8812-F0CF-7C6A2F71C70C}"/>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0">
                      <a:moveTo>
                        <a:pt x="0" y="44"/>
                      </a:moveTo>
                      <a:lnTo>
                        <a:pt x="75" y="0"/>
                      </a:lnTo>
                      <a:lnTo>
                        <a:pt x="258" y="50"/>
                      </a:lnTo>
                      <a:lnTo>
                        <a:pt x="183" y="100"/>
                      </a:lnTo>
                      <a:lnTo>
                        <a:pt x="0" y="44"/>
                      </a:lnTo>
                      <a:close/>
                    </a:path>
                  </a:pathLst>
                </a:custGeom>
                <a:solidFill>
                  <a:srgbClr val="00CC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239" name="Freeform 562">
                  <a:extLst>
                    <a:ext uri="{FF2B5EF4-FFF2-40B4-BE49-F238E27FC236}">
                      <a16:creationId xmlns:a16="http://schemas.microsoft.com/office/drawing/2014/main" id="{35BA7691-8DED-2B9E-92BD-3E125FE778FA}"/>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240" name="Freeform 563">
                  <a:extLst>
                    <a:ext uri="{FF2B5EF4-FFF2-40B4-BE49-F238E27FC236}">
                      <a16:creationId xmlns:a16="http://schemas.microsoft.com/office/drawing/2014/main" id="{D130AD91-44EE-2D34-1EB6-74E99E33EF19}"/>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2">
                      <a:moveTo>
                        <a:pt x="0" y="46"/>
                      </a:moveTo>
                      <a:lnTo>
                        <a:pt x="71" y="0"/>
                      </a:lnTo>
                      <a:lnTo>
                        <a:pt x="258" y="52"/>
                      </a:lnTo>
                      <a:lnTo>
                        <a:pt x="183" y="102"/>
                      </a:lnTo>
                      <a:lnTo>
                        <a:pt x="0" y="46"/>
                      </a:lnTo>
                      <a:close/>
                    </a:path>
                  </a:pathLst>
                </a:custGeom>
                <a:solidFill>
                  <a:srgbClr val="00CC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241" name="Freeform 564">
                  <a:extLst>
                    <a:ext uri="{FF2B5EF4-FFF2-40B4-BE49-F238E27FC236}">
                      <a16:creationId xmlns:a16="http://schemas.microsoft.com/office/drawing/2014/main" id="{6768D081-B00E-25BE-3870-3A8E4AAABF39}"/>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sp>
            <p:nvSpPr>
              <p:cNvPr id="228" name="Freeform 565">
                <a:extLst>
                  <a:ext uri="{FF2B5EF4-FFF2-40B4-BE49-F238E27FC236}">
                    <a16:creationId xmlns:a16="http://schemas.microsoft.com/office/drawing/2014/main" id="{12BB91D9-4F79-AABB-9223-92048DA921AA}"/>
                  </a:ext>
                </a:extLst>
              </p:cNvPr>
              <p:cNvSpPr>
                <a:spLocks/>
              </p:cNvSpPr>
              <p:nvPr/>
            </p:nvSpPr>
            <p:spPr bwMode="auto">
              <a:xfrm>
                <a:off x="3280" y="2781"/>
                <a:ext cx="67" cy="51"/>
              </a:xfrm>
              <a:custGeom>
                <a:avLst/>
                <a:gdLst>
                  <a:gd name="T0" fmla="*/ 0 w 990"/>
                  <a:gd name="T1" fmla="*/ 0 h 792"/>
                  <a:gd name="T2" fmla="*/ 0 w 990"/>
                  <a:gd name="T3" fmla="*/ 0 h 792"/>
                  <a:gd name="T4" fmla="*/ 0 w 990"/>
                  <a:gd name="T5" fmla="*/ 0 h 792"/>
                  <a:gd name="T6" fmla="*/ 0 w 990"/>
                  <a:gd name="T7" fmla="*/ 0 h 792"/>
                  <a:gd name="T8" fmla="*/ 0 w 990"/>
                  <a:gd name="T9" fmla="*/ 0 h 7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0" h="792">
                    <a:moveTo>
                      <a:pt x="3" y="738"/>
                    </a:moveTo>
                    <a:lnTo>
                      <a:pt x="990" y="0"/>
                    </a:lnTo>
                    <a:lnTo>
                      <a:pt x="987" y="60"/>
                    </a:lnTo>
                    <a:lnTo>
                      <a:pt x="0" y="792"/>
                    </a:lnTo>
                    <a:lnTo>
                      <a:pt x="3" y="738"/>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229" name="Freeform 566">
                <a:extLst>
                  <a:ext uri="{FF2B5EF4-FFF2-40B4-BE49-F238E27FC236}">
                    <a16:creationId xmlns:a16="http://schemas.microsoft.com/office/drawing/2014/main" id="{487388FE-A068-FE21-B361-24946F9A9B74}"/>
                  </a:ext>
                </a:extLst>
              </p:cNvPr>
              <p:cNvSpPr>
                <a:spLocks/>
              </p:cNvSpPr>
              <p:nvPr/>
            </p:nvSpPr>
            <p:spPr bwMode="auto">
              <a:xfrm>
                <a:off x="3109" y="2785"/>
                <a:ext cx="171" cy="46"/>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230" name="Freeform 567">
                <a:extLst>
                  <a:ext uri="{FF2B5EF4-FFF2-40B4-BE49-F238E27FC236}">
                    <a16:creationId xmlns:a16="http://schemas.microsoft.com/office/drawing/2014/main" id="{BBFAA40E-2A44-0597-D1F7-E92CB77445DD}"/>
                  </a:ext>
                </a:extLst>
              </p:cNvPr>
              <p:cNvSpPr>
                <a:spLocks/>
              </p:cNvSpPr>
              <p:nvPr/>
            </p:nvSpPr>
            <p:spPr bwMode="auto">
              <a:xfrm>
                <a:off x="3110" y="2776"/>
                <a:ext cx="1" cy="10"/>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47">
                    <a:moveTo>
                      <a:pt x="26" y="10"/>
                    </a:moveTo>
                    <a:lnTo>
                      <a:pt x="23" y="147"/>
                    </a:lnTo>
                    <a:lnTo>
                      <a:pt x="0" y="144"/>
                    </a:lnTo>
                    <a:lnTo>
                      <a:pt x="3" y="0"/>
                    </a:lnTo>
                    <a:lnTo>
                      <a:pt x="26" y="1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231" name="Freeform 568">
                <a:extLst>
                  <a:ext uri="{FF2B5EF4-FFF2-40B4-BE49-F238E27FC236}">
                    <a16:creationId xmlns:a16="http://schemas.microsoft.com/office/drawing/2014/main" id="{40D4FE85-73BA-3236-65BE-AF0F1742EFDC}"/>
                  </a:ext>
                </a:extLst>
              </p:cNvPr>
              <p:cNvSpPr>
                <a:spLocks/>
              </p:cNvSpPr>
              <p:nvPr/>
            </p:nvSpPr>
            <p:spPr bwMode="auto">
              <a:xfrm>
                <a:off x="3110" y="2738"/>
                <a:ext cx="79" cy="39"/>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76" h="606">
                    <a:moveTo>
                      <a:pt x="1170" y="0"/>
                    </a:moveTo>
                    <a:lnTo>
                      <a:pt x="0" y="597"/>
                    </a:lnTo>
                    <a:lnTo>
                      <a:pt x="30" y="606"/>
                    </a:lnTo>
                    <a:lnTo>
                      <a:pt x="1176" y="18"/>
                    </a:lnTo>
                    <a:lnTo>
                      <a:pt x="1170"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232" name="Freeform 569">
                <a:extLst>
                  <a:ext uri="{FF2B5EF4-FFF2-40B4-BE49-F238E27FC236}">
                    <a16:creationId xmlns:a16="http://schemas.microsoft.com/office/drawing/2014/main" id="{AF651066-9834-6232-089B-8995C737DA62}"/>
                  </a:ext>
                </a:extLst>
              </p:cNvPr>
              <p:cNvSpPr>
                <a:spLocks/>
              </p:cNvSpPr>
              <p:nvPr/>
            </p:nvSpPr>
            <p:spPr bwMode="auto">
              <a:xfrm>
                <a:off x="3115" y="2778"/>
                <a:ext cx="162" cy="45"/>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233" name="Freeform 570">
                <a:extLst>
                  <a:ext uri="{FF2B5EF4-FFF2-40B4-BE49-F238E27FC236}">
                    <a16:creationId xmlns:a16="http://schemas.microsoft.com/office/drawing/2014/main" id="{D5D48C6A-35AB-8729-9284-217094768767}"/>
                  </a:ext>
                </a:extLst>
              </p:cNvPr>
              <p:cNvSpPr>
                <a:spLocks/>
              </p:cNvSpPr>
              <p:nvPr/>
            </p:nvSpPr>
            <p:spPr bwMode="auto">
              <a:xfrm flipV="1">
                <a:off x="3277" y="2775"/>
                <a:ext cx="66" cy="47"/>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234" name="Freeform 589">
                <a:extLst>
                  <a:ext uri="{FF2B5EF4-FFF2-40B4-BE49-F238E27FC236}">
                    <a16:creationId xmlns:a16="http://schemas.microsoft.com/office/drawing/2014/main" id="{FE6822B3-F08D-842B-F641-6CC84C24B7D5}"/>
                  </a:ext>
                </a:extLst>
              </p:cNvPr>
              <p:cNvSpPr>
                <a:spLocks/>
              </p:cNvSpPr>
              <p:nvPr/>
            </p:nvSpPr>
            <p:spPr bwMode="auto">
              <a:xfrm>
                <a:off x="3382" y="2736"/>
                <a:ext cx="1" cy="10"/>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47">
                    <a:moveTo>
                      <a:pt x="26" y="10"/>
                    </a:moveTo>
                    <a:lnTo>
                      <a:pt x="23" y="147"/>
                    </a:lnTo>
                    <a:lnTo>
                      <a:pt x="0" y="144"/>
                    </a:lnTo>
                    <a:lnTo>
                      <a:pt x="3" y="0"/>
                    </a:lnTo>
                    <a:lnTo>
                      <a:pt x="26" y="1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235" name="Freeform 590">
                <a:extLst>
                  <a:ext uri="{FF2B5EF4-FFF2-40B4-BE49-F238E27FC236}">
                    <a16:creationId xmlns:a16="http://schemas.microsoft.com/office/drawing/2014/main" id="{8B91CBF2-55E5-669D-B307-0471FD835987}"/>
                  </a:ext>
                </a:extLst>
              </p:cNvPr>
              <p:cNvSpPr>
                <a:spLocks/>
              </p:cNvSpPr>
              <p:nvPr/>
            </p:nvSpPr>
            <p:spPr bwMode="auto">
              <a:xfrm>
                <a:off x="3382" y="2698"/>
                <a:ext cx="79" cy="39"/>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76" h="606">
                    <a:moveTo>
                      <a:pt x="1170" y="0"/>
                    </a:moveTo>
                    <a:lnTo>
                      <a:pt x="0" y="597"/>
                    </a:lnTo>
                    <a:lnTo>
                      <a:pt x="30" y="606"/>
                    </a:lnTo>
                    <a:lnTo>
                      <a:pt x="1176" y="18"/>
                    </a:lnTo>
                    <a:lnTo>
                      <a:pt x="1170"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grpSp>
          <p:nvGrpSpPr>
            <p:cNvPr id="115" name="Group 632">
              <a:extLst>
                <a:ext uri="{FF2B5EF4-FFF2-40B4-BE49-F238E27FC236}">
                  <a16:creationId xmlns:a16="http://schemas.microsoft.com/office/drawing/2014/main" id="{D3DB393B-63C6-41EB-EEB0-38CD8F062D17}"/>
                </a:ext>
              </a:extLst>
            </p:cNvPr>
            <p:cNvGrpSpPr>
              <a:grpSpLocks/>
            </p:cNvGrpSpPr>
            <p:nvPr/>
          </p:nvGrpSpPr>
          <p:grpSpPr bwMode="auto">
            <a:xfrm>
              <a:off x="6258275" y="4798619"/>
              <a:ext cx="536575" cy="401637"/>
              <a:chOff x="3328" y="2543"/>
              <a:chExt cx="338" cy="253"/>
            </a:xfrm>
          </p:grpSpPr>
          <p:grpSp>
            <p:nvGrpSpPr>
              <p:cNvPr id="190" name="Group 487">
                <a:extLst>
                  <a:ext uri="{FF2B5EF4-FFF2-40B4-BE49-F238E27FC236}">
                    <a16:creationId xmlns:a16="http://schemas.microsoft.com/office/drawing/2014/main" id="{0F2979FA-CE06-9B86-8ED8-F9BA5150F201}"/>
                  </a:ext>
                </a:extLst>
              </p:cNvPr>
              <p:cNvGrpSpPr>
                <a:grpSpLocks/>
              </p:cNvGrpSpPr>
              <p:nvPr/>
            </p:nvGrpSpPr>
            <p:grpSpPr bwMode="auto">
              <a:xfrm>
                <a:off x="3328" y="2543"/>
                <a:ext cx="327" cy="81"/>
                <a:chOff x="2199" y="955"/>
                <a:chExt cx="2547" cy="506"/>
              </a:xfrm>
            </p:grpSpPr>
            <p:sp>
              <p:nvSpPr>
                <p:cNvPr id="211" name="Freeform 488">
                  <a:extLst>
                    <a:ext uri="{FF2B5EF4-FFF2-40B4-BE49-F238E27FC236}">
                      <a16:creationId xmlns:a16="http://schemas.microsoft.com/office/drawing/2014/main" id="{8B3F55F5-7826-F053-AFDB-62A325B69BDA}"/>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212" name="Freeform 489">
                  <a:extLst>
                    <a:ext uri="{FF2B5EF4-FFF2-40B4-BE49-F238E27FC236}">
                      <a16:creationId xmlns:a16="http://schemas.microsoft.com/office/drawing/2014/main" id="{2FA3FA06-2C59-A55C-AAC4-10460693AFF3}"/>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213" name="Freeform 490">
                  <a:extLst>
                    <a:ext uri="{FF2B5EF4-FFF2-40B4-BE49-F238E27FC236}">
                      <a16:creationId xmlns:a16="http://schemas.microsoft.com/office/drawing/2014/main" id="{37BF0321-59C2-92E1-F1EE-C584CBA28CA4}"/>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214" name="Freeform 491">
                  <a:extLst>
                    <a:ext uri="{FF2B5EF4-FFF2-40B4-BE49-F238E27FC236}">
                      <a16:creationId xmlns:a16="http://schemas.microsoft.com/office/drawing/2014/main" id="{6F0EF9AF-A268-37A0-5695-2E1634B449B7}"/>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215" name="Freeform 492">
                  <a:extLst>
                    <a:ext uri="{FF2B5EF4-FFF2-40B4-BE49-F238E27FC236}">
                      <a16:creationId xmlns:a16="http://schemas.microsoft.com/office/drawing/2014/main" id="{B7B2C66D-35D8-5A3C-31CF-3133707C2FCC}"/>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216" name="Freeform 493">
                  <a:extLst>
                    <a:ext uri="{FF2B5EF4-FFF2-40B4-BE49-F238E27FC236}">
                      <a16:creationId xmlns:a16="http://schemas.microsoft.com/office/drawing/2014/main" id="{EF150D71-8DF1-CB45-583E-D53D4F552EE8}"/>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pic>
            <p:nvPicPr>
              <p:cNvPr id="191" name="Picture 571" descr="laptop_keyboard">
                <a:extLst>
                  <a:ext uri="{FF2B5EF4-FFF2-40B4-BE49-F238E27FC236}">
                    <a16:creationId xmlns:a16="http://schemas.microsoft.com/office/drawing/2014/main" id="{C95B6E09-A412-DECA-F940-F1F88E9112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09064" flipH="1">
                <a:off x="3381" y="2696"/>
                <a:ext cx="245" cy="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92" name="Freeform 572">
                <a:extLst>
                  <a:ext uri="{FF2B5EF4-FFF2-40B4-BE49-F238E27FC236}">
                    <a16:creationId xmlns:a16="http://schemas.microsoft.com/office/drawing/2014/main" id="{E6563FE0-C2A9-93FA-C5C1-76C4AD81572E}"/>
                  </a:ext>
                </a:extLst>
              </p:cNvPr>
              <p:cNvSpPr>
                <a:spLocks/>
              </p:cNvSpPr>
              <p:nvPr/>
            </p:nvSpPr>
            <p:spPr bwMode="auto">
              <a:xfrm>
                <a:off x="3462" y="2598"/>
                <a:ext cx="197" cy="131"/>
              </a:xfrm>
              <a:custGeom>
                <a:avLst/>
                <a:gdLst>
                  <a:gd name="T0" fmla="*/ 0 w 2982"/>
                  <a:gd name="T1" fmla="*/ 0 h 2442"/>
                  <a:gd name="T2" fmla="*/ 0 w 2982"/>
                  <a:gd name="T3" fmla="*/ 0 h 2442"/>
                  <a:gd name="T4" fmla="*/ 0 w 2982"/>
                  <a:gd name="T5" fmla="*/ 0 h 2442"/>
                  <a:gd name="T6" fmla="*/ 0 w 2982"/>
                  <a:gd name="T7" fmla="*/ 0 h 2442"/>
                  <a:gd name="T8" fmla="*/ 0 w 2982"/>
                  <a:gd name="T9" fmla="*/ 0 h 24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82" h="2442">
                    <a:moveTo>
                      <a:pt x="540" y="0"/>
                    </a:moveTo>
                    <a:lnTo>
                      <a:pt x="0" y="1734"/>
                    </a:lnTo>
                    <a:lnTo>
                      <a:pt x="2394" y="2442"/>
                    </a:lnTo>
                    <a:lnTo>
                      <a:pt x="2982" y="318"/>
                    </a:lnTo>
                    <a:lnTo>
                      <a:pt x="540" y="0"/>
                    </a:lnTo>
                    <a:close/>
                  </a:path>
                </a:pathLst>
              </a:custGeom>
              <a:solidFill>
                <a:srgbClr val="000000"/>
              </a:solidFill>
              <a:ln w="9525">
                <a:solidFill>
                  <a:srgbClr val="000000"/>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pic>
            <p:nvPicPr>
              <p:cNvPr id="193" name="Picture 573" descr="screen">
                <a:extLst>
                  <a:ext uri="{FF2B5EF4-FFF2-40B4-BE49-F238E27FC236}">
                    <a16:creationId xmlns:a16="http://schemas.microsoft.com/office/drawing/2014/main" id="{4D7C10B5-6152-B25F-9978-0EE0D096E4C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72" y="2601"/>
                <a:ext cx="179" cy="1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94" name="Freeform 574">
                <a:extLst>
                  <a:ext uri="{FF2B5EF4-FFF2-40B4-BE49-F238E27FC236}">
                    <a16:creationId xmlns:a16="http://schemas.microsoft.com/office/drawing/2014/main" id="{77595978-10D0-4325-6F83-6E2B51404F44}"/>
                  </a:ext>
                </a:extLst>
              </p:cNvPr>
              <p:cNvSpPr>
                <a:spLocks/>
              </p:cNvSpPr>
              <p:nvPr/>
            </p:nvSpPr>
            <p:spPr bwMode="auto">
              <a:xfrm>
                <a:off x="3498" y="2594"/>
                <a:ext cx="167" cy="25"/>
              </a:xfrm>
              <a:custGeom>
                <a:avLst/>
                <a:gdLst>
                  <a:gd name="T0" fmla="*/ 0 w 2528"/>
                  <a:gd name="T1" fmla="*/ 0 h 455"/>
                  <a:gd name="T2" fmla="*/ 0 w 2528"/>
                  <a:gd name="T3" fmla="*/ 0 h 455"/>
                  <a:gd name="T4" fmla="*/ 0 w 2528"/>
                  <a:gd name="T5" fmla="*/ 0 h 455"/>
                  <a:gd name="T6" fmla="*/ 0 w 2528"/>
                  <a:gd name="T7" fmla="*/ 0 h 455"/>
                  <a:gd name="T8" fmla="*/ 0 w 2528"/>
                  <a:gd name="T9" fmla="*/ 0 h 4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195" name="Freeform 575">
                <a:extLst>
                  <a:ext uri="{FF2B5EF4-FFF2-40B4-BE49-F238E27FC236}">
                    <a16:creationId xmlns:a16="http://schemas.microsoft.com/office/drawing/2014/main" id="{57783D6D-1135-FB32-8E32-DB572F45C691}"/>
                  </a:ext>
                </a:extLst>
              </p:cNvPr>
              <p:cNvSpPr>
                <a:spLocks/>
              </p:cNvSpPr>
              <p:nvPr/>
            </p:nvSpPr>
            <p:spPr bwMode="auto">
              <a:xfrm>
                <a:off x="3461" y="2594"/>
                <a:ext cx="46" cy="102"/>
              </a:xfrm>
              <a:custGeom>
                <a:avLst/>
                <a:gdLst>
                  <a:gd name="T0" fmla="*/ 0 w 702"/>
                  <a:gd name="T1" fmla="*/ 0 h 1893"/>
                  <a:gd name="T2" fmla="*/ 0 w 702"/>
                  <a:gd name="T3" fmla="*/ 0 h 1893"/>
                  <a:gd name="T4" fmla="*/ 0 w 702"/>
                  <a:gd name="T5" fmla="*/ 0 h 1893"/>
                  <a:gd name="T6" fmla="*/ 0 w 702"/>
                  <a:gd name="T7" fmla="*/ 0 h 1893"/>
                  <a:gd name="T8" fmla="*/ 0 w 702"/>
                  <a:gd name="T9" fmla="*/ 0 h 189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02" h="1893">
                    <a:moveTo>
                      <a:pt x="579" y="0"/>
                    </a:moveTo>
                    <a:lnTo>
                      <a:pt x="0" y="1869"/>
                    </a:lnTo>
                    <a:lnTo>
                      <a:pt x="114" y="1893"/>
                    </a:lnTo>
                    <a:lnTo>
                      <a:pt x="702" y="51"/>
                    </a:lnTo>
                    <a:lnTo>
                      <a:pt x="579"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196" name="Freeform 576">
                <a:extLst>
                  <a:ext uri="{FF2B5EF4-FFF2-40B4-BE49-F238E27FC236}">
                    <a16:creationId xmlns:a16="http://schemas.microsoft.com/office/drawing/2014/main" id="{2D141DAF-E0EC-D1C6-FC19-4223DCA3F90D}"/>
                  </a:ext>
                </a:extLst>
              </p:cNvPr>
              <p:cNvSpPr>
                <a:spLocks/>
              </p:cNvSpPr>
              <p:nvPr/>
            </p:nvSpPr>
            <p:spPr bwMode="auto">
              <a:xfrm>
                <a:off x="3614" y="2612"/>
                <a:ext cx="50" cy="117"/>
              </a:xfrm>
              <a:custGeom>
                <a:avLst/>
                <a:gdLst>
                  <a:gd name="T0" fmla="*/ 0 w 756"/>
                  <a:gd name="T1" fmla="*/ 0 h 2184"/>
                  <a:gd name="T2" fmla="*/ 0 w 756"/>
                  <a:gd name="T3" fmla="*/ 0 h 2184"/>
                  <a:gd name="T4" fmla="*/ 0 w 756"/>
                  <a:gd name="T5" fmla="*/ 0 h 2184"/>
                  <a:gd name="T6" fmla="*/ 0 w 756"/>
                  <a:gd name="T7" fmla="*/ 0 h 2184"/>
                  <a:gd name="T8" fmla="*/ 0 w 756"/>
                  <a:gd name="T9" fmla="*/ 0 h 21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6" h="2184">
                    <a:moveTo>
                      <a:pt x="756" y="0"/>
                    </a:moveTo>
                    <a:lnTo>
                      <a:pt x="138" y="2184"/>
                    </a:lnTo>
                    <a:lnTo>
                      <a:pt x="0" y="2148"/>
                    </a:lnTo>
                    <a:lnTo>
                      <a:pt x="606" y="78"/>
                    </a:lnTo>
                    <a:lnTo>
                      <a:pt x="756" y="0"/>
                    </a:lnTo>
                    <a:close/>
                  </a:path>
                </a:pathLst>
              </a:custGeom>
              <a:gradFill rotWithShape="1">
                <a:gsLst>
                  <a:gs pos="0">
                    <a:srgbClr val="DDDDDD"/>
                  </a:gs>
                  <a:gs pos="100000">
                    <a:srgbClr val="FFFFFF"/>
                  </a:gs>
                </a:gsLst>
                <a:lin ang="540000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197" name="Freeform 577">
                <a:extLst>
                  <a:ext uri="{FF2B5EF4-FFF2-40B4-BE49-F238E27FC236}">
                    <a16:creationId xmlns:a16="http://schemas.microsoft.com/office/drawing/2014/main" id="{7117EEE6-4A91-A997-39CA-CB9B04007D65}"/>
                  </a:ext>
                </a:extLst>
              </p:cNvPr>
              <p:cNvSpPr>
                <a:spLocks/>
              </p:cNvSpPr>
              <p:nvPr/>
            </p:nvSpPr>
            <p:spPr bwMode="auto">
              <a:xfrm>
                <a:off x="3460" y="2690"/>
                <a:ext cx="183" cy="40"/>
              </a:xfrm>
              <a:custGeom>
                <a:avLst/>
                <a:gdLst>
                  <a:gd name="T0" fmla="*/ 0 w 2773"/>
                  <a:gd name="T1" fmla="*/ 0 h 738"/>
                  <a:gd name="T2" fmla="*/ 0 w 2773"/>
                  <a:gd name="T3" fmla="*/ 0 h 738"/>
                  <a:gd name="T4" fmla="*/ 0 w 2773"/>
                  <a:gd name="T5" fmla="*/ 0 h 738"/>
                  <a:gd name="T6" fmla="*/ 0 w 2773"/>
                  <a:gd name="T7" fmla="*/ 0 h 738"/>
                  <a:gd name="T8" fmla="*/ 0 w 2773"/>
                  <a:gd name="T9" fmla="*/ 0 h 7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rgbClr val="FFFF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198" name="Freeform 578">
                <a:extLst>
                  <a:ext uri="{FF2B5EF4-FFF2-40B4-BE49-F238E27FC236}">
                    <a16:creationId xmlns:a16="http://schemas.microsoft.com/office/drawing/2014/main" id="{4EEDF21A-0C7D-5E75-0D73-67EA5FDA1BA0}"/>
                  </a:ext>
                </a:extLst>
              </p:cNvPr>
              <p:cNvSpPr>
                <a:spLocks/>
              </p:cNvSpPr>
              <p:nvPr/>
            </p:nvSpPr>
            <p:spPr bwMode="auto">
              <a:xfrm>
                <a:off x="3619" y="2613"/>
                <a:ext cx="47" cy="118"/>
              </a:xfrm>
              <a:custGeom>
                <a:avLst/>
                <a:gdLst>
                  <a:gd name="T0" fmla="*/ 0 w 637"/>
                  <a:gd name="T1" fmla="*/ 0 h 1659"/>
                  <a:gd name="T2" fmla="*/ 0 w 637"/>
                  <a:gd name="T3" fmla="*/ 0 h 1659"/>
                  <a:gd name="T4" fmla="*/ 0 w 637"/>
                  <a:gd name="T5" fmla="*/ 0 h 1659"/>
                  <a:gd name="T6" fmla="*/ 0 w 637"/>
                  <a:gd name="T7" fmla="*/ 0 h 1659"/>
                  <a:gd name="T8" fmla="*/ 0 w 637"/>
                  <a:gd name="T9" fmla="*/ 0 h 165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7" h="1659">
                    <a:moveTo>
                      <a:pt x="615" y="0"/>
                    </a:moveTo>
                    <a:lnTo>
                      <a:pt x="637" y="0"/>
                    </a:lnTo>
                    <a:lnTo>
                      <a:pt x="68" y="1659"/>
                    </a:lnTo>
                    <a:lnTo>
                      <a:pt x="0" y="1647"/>
                    </a:lnTo>
                    <a:lnTo>
                      <a:pt x="615" y="0"/>
                    </a:lnTo>
                    <a:close/>
                  </a:path>
                </a:pathLst>
              </a:custGeom>
              <a:solidFill>
                <a:srgbClr val="4D4D4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199" name="Freeform 579">
                <a:extLst>
                  <a:ext uri="{FF2B5EF4-FFF2-40B4-BE49-F238E27FC236}">
                    <a16:creationId xmlns:a16="http://schemas.microsoft.com/office/drawing/2014/main" id="{C26EED5F-9B7F-A7E9-9BBA-55EDAEFB29CC}"/>
                  </a:ext>
                </a:extLst>
              </p:cNvPr>
              <p:cNvSpPr>
                <a:spLocks/>
              </p:cNvSpPr>
              <p:nvPr/>
            </p:nvSpPr>
            <p:spPr bwMode="auto">
              <a:xfrm>
                <a:off x="3460" y="2696"/>
                <a:ext cx="163" cy="39"/>
              </a:xfrm>
              <a:custGeom>
                <a:avLst/>
                <a:gdLst>
                  <a:gd name="T0" fmla="*/ 0 w 2216"/>
                  <a:gd name="T1" fmla="*/ 0 h 550"/>
                  <a:gd name="T2" fmla="*/ 0 w 2216"/>
                  <a:gd name="T3" fmla="*/ 0 h 550"/>
                  <a:gd name="T4" fmla="*/ 0 w 2216"/>
                  <a:gd name="T5" fmla="*/ 0 h 550"/>
                  <a:gd name="T6" fmla="*/ 0 w 2216"/>
                  <a:gd name="T7" fmla="*/ 0 h 550"/>
                  <a:gd name="T8" fmla="*/ 0 w 2216"/>
                  <a:gd name="T9" fmla="*/ 0 h 5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nvGrpSpPr>
              <p:cNvPr id="200" name="Group 580">
                <a:extLst>
                  <a:ext uri="{FF2B5EF4-FFF2-40B4-BE49-F238E27FC236}">
                    <a16:creationId xmlns:a16="http://schemas.microsoft.com/office/drawing/2014/main" id="{F938B1CD-FD46-F5A5-68C3-C81DE02A0FCA}"/>
                  </a:ext>
                </a:extLst>
              </p:cNvPr>
              <p:cNvGrpSpPr>
                <a:grpSpLocks/>
              </p:cNvGrpSpPr>
              <p:nvPr/>
            </p:nvGrpSpPr>
            <p:grpSpPr bwMode="auto">
              <a:xfrm>
                <a:off x="3458" y="2737"/>
                <a:ext cx="55" cy="24"/>
                <a:chOff x="1740" y="2642"/>
                <a:chExt cx="752" cy="327"/>
              </a:xfrm>
            </p:grpSpPr>
            <p:sp>
              <p:nvSpPr>
                <p:cNvPr id="205" name="Freeform 581">
                  <a:extLst>
                    <a:ext uri="{FF2B5EF4-FFF2-40B4-BE49-F238E27FC236}">
                      <a16:creationId xmlns:a16="http://schemas.microsoft.com/office/drawing/2014/main" id="{5B114550-3390-182F-8E87-B2C59E61F4DE}"/>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2" h="327">
                      <a:moveTo>
                        <a:pt x="293" y="0"/>
                      </a:moveTo>
                      <a:lnTo>
                        <a:pt x="752" y="124"/>
                      </a:lnTo>
                      <a:lnTo>
                        <a:pt x="470" y="327"/>
                      </a:lnTo>
                      <a:lnTo>
                        <a:pt x="0" y="183"/>
                      </a:lnTo>
                      <a:lnTo>
                        <a:pt x="293"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206" name="Freeform 582">
                  <a:extLst>
                    <a:ext uri="{FF2B5EF4-FFF2-40B4-BE49-F238E27FC236}">
                      <a16:creationId xmlns:a16="http://schemas.microsoft.com/office/drawing/2014/main" id="{A745F035-F23D-320D-2BCD-EB6DB20DBDEE}"/>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207" name="Freeform 583">
                  <a:extLst>
                    <a:ext uri="{FF2B5EF4-FFF2-40B4-BE49-F238E27FC236}">
                      <a16:creationId xmlns:a16="http://schemas.microsoft.com/office/drawing/2014/main" id="{2547E8DA-BF42-FC6B-827F-B2F2706A7614}"/>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0">
                      <a:moveTo>
                        <a:pt x="0" y="44"/>
                      </a:moveTo>
                      <a:lnTo>
                        <a:pt x="75" y="0"/>
                      </a:lnTo>
                      <a:lnTo>
                        <a:pt x="258" y="50"/>
                      </a:lnTo>
                      <a:lnTo>
                        <a:pt x="183" y="100"/>
                      </a:lnTo>
                      <a:lnTo>
                        <a:pt x="0" y="44"/>
                      </a:lnTo>
                      <a:close/>
                    </a:path>
                  </a:pathLst>
                </a:custGeom>
                <a:solidFill>
                  <a:srgbClr val="00CC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208" name="Freeform 584">
                  <a:extLst>
                    <a:ext uri="{FF2B5EF4-FFF2-40B4-BE49-F238E27FC236}">
                      <a16:creationId xmlns:a16="http://schemas.microsoft.com/office/drawing/2014/main" id="{0F556AB3-8543-7D32-4DEC-E4868317F69C}"/>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209" name="Freeform 585">
                  <a:extLst>
                    <a:ext uri="{FF2B5EF4-FFF2-40B4-BE49-F238E27FC236}">
                      <a16:creationId xmlns:a16="http://schemas.microsoft.com/office/drawing/2014/main" id="{E5D0CEE6-FA3D-ACB0-1CD8-5FEB07CCC6B6}"/>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2">
                      <a:moveTo>
                        <a:pt x="0" y="46"/>
                      </a:moveTo>
                      <a:lnTo>
                        <a:pt x="71" y="0"/>
                      </a:lnTo>
                      <a:lnTo>
                        <a:pt x="258" y="52"/>
                      </a:lnTo>
                      <a:lnTo>
                        <a:pt x="183" y="102"/>
                      </a:lnTo>
                      <a:lnTo>
                        <a:pt x="0" y="46"/>
                      </a:lnTo>
                      <a:close/>
                    </a:path>
                  </a:pathLst>
                </a:custGeom>
                <a:solidFill>
                  <a:srgbClr val="00CC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210" name="Freeform 586">
                  <a:extLst>
                    <a:ext uri="{FF2B5EF4-FFF2-40B4-BE49-F238E27FC236}">
                      <a16:creationId xmlns:a16="http://schemas.microsoft.com/office/drawing/2014/main" id="{B81F5B8C-1177-55FB-D39E-F089D3D42C15}"/>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sp>
            <p:nvSpPr>
              <p:cNvPr id="201" name="Freeform 587">
                <a:extLst>
                  <a:ext uri="{FF2B5EF4-FFF2-40B4-BE49-F238E27FC236}">
                    <a16:creationId xmlns:a16="http://schemas.microsoft.com/office/drawing/2014/main" id="{243E22B5-1318-70A7-E21B-CA67E616BF5F}"/>
                  </a:ext>
                </a:extLst>
              </p:cNvPr>
              <p:cNvSpPr>
                <a:spLocks/>
              </p:cNvSpPr>
              <p:nvPr/>
            </p:nvSpPr>
            <p:spPr bwMode="auto">
              <a:xfrm>
                <a:off x="3552" y="2741"/>
                <a:ext cx="67" cy="51"/>
              </a:xfrm>
              <a:custGeom>
                <a:avLst/>
                <a:gdLst>
                  <a:gd name="T0" fmla="*/ 0 w 990"/>
                  <a:gd name="T1" fmla="*/ 0 h 792"/>
                  <a:gd name="T2" fmla="*/ 0 w 990"/>
                  <a:gd name="T3" fmla="*/ 0 h 792"/>
                  <a:gd name="T4" fmla="*/ 0 w 990"/>
                  <a:gd name="T5" fmla="*/ 0 h 792"/>
                  <a:gd name="T6" fmla="*/ 0 w 990"/>
                  <a:gd name="T7" fmla="*/ 0 h 792"/>
                  <a:gd name="T8" fmla="*/ 0 w 990"/>
                  <a:gd name="T9" fmla="*/ 0 h 7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0" h="792">
                    <a:moveTo>
                      <a:pt x="3" y="738"/>
                    </a:moveTo>
                    <a:lnTo>
                      <a:pt x="990" y="0"/>
                    </a:lnTo>
                    <a:lnTo>
                      <a:pt x="987" y="60"/>
                    </a:lnTo>
                    <a:lnTo>
                      <a:pt x="0" y="792"/>
                    </a:lnTo>
                    <a:lnTo>
                      <a:pt x="3" y="738"/>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202" name="Freeform 588">
                <a:extLst>
                  <a:ext uri="{FF2B5EF4-FFF2-40B4-BE49-F238E27FC236}">
                    <a16:creationId xmlns:a16="http://schemas.microsoft.com/office/drawing/2014/main" id="{F39B2588-6B94-ECA5-C77E-4CE1B7792B8F}"/>
                  </a:ext>
                </a:extLst>
              </p:cNvPr>
              <p:cNvSpPr>
                <a:spLocks/>
              </p:cNvSpPr>
              <p:nvPr/>
            </p:nvSpPr>
            <p:spPr bwMode="auto">
              <a:xfrm>
                <a:off x="3381" y="2745"/>
                <a:ext cx="171" cy="46"/>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203" name="Freeform 591">
                <a:extLst>
                  <a:ext uri="{FF2B5EF4-FFF2-40B4-BE49-F238E27FC236}">
                    <a16:creationId xmlns:a16="http://schemas.microsoft.com/office/drawing/2014/main" id="{6467C9D0-3CEE-DFE3-1891-EC05D0213315}"/>
                  </a:ext>
                </a:extLst>
              </p:cNvPr>
              <p:cNvSpPr>
                <a:spLocks/>
              </p:cNvSpPr>
              <p:nvPr/>
            </p:nvSpPr>
            <p:spPr bwMode="auto">
              <a:xfrm>
                <a:off x="3387" y="2738"/>
                <a:ext cx="162" cy="45"/>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204" name="Freeform 592">
                <a:extLst>
                  <a:ext uri="{FF2B5EF4-FFF2-40B4-BE49-F238E27FC236}">
                    <a16:creationId xmlns:a16="http://schemas.microsoft.com/office/drawing/2014/main" id="{732197E2-876E-17B0-5746-7DCE4AB687ED}"/>
                  </a:ext>
                </a:extLst>
              </p:cNvPr>
              <p:cNvSpPr>
                <a:spLocks/>
              </p:cNvSpPr>
              <p:nvPr/>
            </p:nvSpPr>
            <p:spPr bwMode="auto">
              <a:xfrm flipV="1">
                <a:off x="3549" y="2735"/>
                <a:ext cx="66" cy="47"/>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grpSp>
          <p:nvGrpSpPr>
            <p:cNvPr id="116" name="Group 631">
              <a:extLst>
                <a:ext uri="{FF2B5EF4-FFF2-40B4-BE49-F238E27FC236}">
                  <a16:creationId xmlns:a16="http://schemas.microsoft.com/office/drawing/2014/main" id="{DD51409D-756E-28B3-5BF7-D2EA1C9DA0CF}"/>
                </a:ext>
              </a:extLst>
            </p:cNvPr>
            <p:cNvGrpSpPr>
              <a:grpSpLocks/>
            </p:cNvGrpSpPr>
            <p:nvPr/>
          </p:nvGrpSpPr>
          <p:grpSpPr bwMode="auto">
            <a:xfrm>
              <a:off x="5640737" y="5058969"/>
              <a:ext cx="585788" cy="419100"/>
              <a:chOff x="5096" y="2218"/>
              <a:chExt cx="369" cy="264"/>
            </a:xfrm>
          </p:grpSpPr>
          <p:grpSp>
            <p:nvGrpSpPr>
              <p:cNvPr id="181" name="Group 622">
                <a:extLst>
                  <a:ext uri="{FF2B5EF4-FFF2-40B4-BE49-F238E27FC236}">
                    <a16:creationId xmlns:a16="http://schemas.microsoft.com/office/drawing/2014/main" id="{5C3F4948-D73E-55AB-01C1-43926D64E674}"/>
                  </a:ext>
                </a:extLst>
              </p:cNvPr>
              <p:cNvGrpSpPr>
                <a:grpSpLocks/>
              </p:cNvGrpSpPr>
              <p:nvPr/>
            </p:nvGrpSpPr>
            <p:grpSpPr bwMode="auto">
              <a:xfrm>
                <a:off x="5096" y="2218"/>
                <a:ext cx="327" cy="81"/>
                <a:chOff x="2199" y="955"/>
                <a:chExt cx="2547" cy="506"/>
              </a:xfrm>
            </p:grpSpPr>
            <p:sp>
              <p:nvSpPr>
                <p:cNvPr id="184" name="Freeform 623">
                  <a:extLst>
                    <a:ext uri="{FF2B5EF4-FFF2-40B4-BE49-F238E27FC236}">
                      <a16:creationId xmlns:a16="http://schemas.microsoft.com/office/drawing/2014/main" id="{BC53EC33-B11C-AA35-1DFF-1EF99F84E802}"/>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185" name="Freeform 624">
                  <a:extLst>
                    <a:ext uri="{FF2B5EF4-FFF2-40B4-BE49-F238E27FC236}">
                      <a16:creationId xmlns:a16="http://schemas.microsoft.com/office/drawing/2014/main" id="{0F7AAE89-E249-E1E2-0157-33FC5213E83E}"/>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186" name="Freeform 625">
                  <a:extLst>
                    <a:ext uri="{FF2B5EF4-FFF2-40B4-BE49-F238E27FC236}">
                      <a16:creationId xmlns:a16="http://schemas.microsoft.com/office/drawing/2014/main" id="{6FE737FA-A241-6358-7245-BBB01FCC7EB7}"/>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187" name="Freeform 626">
                  <a:extLst>
                    <a:ext uri="{FF2B5EF4-FFF2-40B4-BE49-F238E27FC236}">
                      <a16:creationId xmlns:a16="http://schemas.microsoft.com/office/drawing/2014/main" id="{359DCE3A-B8E7-85AA-A566-9B21740826B1}"/>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188" name="Freeform 627">
                  <a:extLst>
                    <a:ext uri="{FF2B5EF4-FFF2-40B4-BE49-F238E27FC236}">
                      <a16:creationId xmlns:a16="http://schemas.microsoft.com/office/drawing/2014/main" id="{C266594E-CBFB-13B0-E0C6-2E16310A64A8}"/>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189" name="Freeform 628">
                  <a:extLst>
                    <a:ext uri="{FF2B5EF4-FFF2-40B4-BE49-F238E27FC236}">
                      <a16:creationId xmlns:a16="http://schemas.microsoft.com/office/drawing/2014/main" id="{7B0548FD-1463-E4A8-3C88-417D16A689B8}"/>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grpSp>
          <p:pic>
            <p:nvPicPr>
              <p:cNvPr id="182" name="Picture 629" descr="access_point_stylized_small">
                <a:extLst>
                  <a:ext uri="{FF2B5EF4-FFF2-40B4-BE49-F238E27FC236}">
                    <a16:creationId xmlns:a16="http://schemas.microsoft.com/office/drawing/2014/main" id="{11C361EC-596D-81F1-9A24-5D305331924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92" y="2250"/>
                <a:ext cx="273" cy="22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83" name="Picture 630" descr="access_point_stylized_small">
                <a:extLst>
                  <a:ext uri="{FF2B5EF4-FFF2-40B4-BE49-F238E27FC236}">
                    <a16:creationId xmlns:a16="http://schemas.microsoft.com/office/drawing/2014/main" id="{A816FE12-8475-5113-AEEB-A1222B62C33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95" y="2251"/>
                <a:ext cx="260" cy="2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117" name="Group 633">
              <a:extLst>
                <a:ext uri="{FF2B5EF4-FFF2-40B4-BE49-F238E27FC236}">
                  <a16:creationId xmlns:a16="http://schemas.microsoft.com/office/drawing/2014/main" id="{EAC18B34-E4C0-EEA1-CF26-B39D9259B42B}"/>
                </a:ext>
              </a:extLst>
            </p:cNvPr>
            <p:cNvGrpSpPr>
              <a:grpSpLocks/>
            </p:cNvGrpSpPr>
            <p:nvPr/>
          </p:nvGrpSpPr>
          <p:grpSpPr bwMode="auto">
            <a:xfrm>
              <a:off x="5342287" y="5484419"/>
              <a:ext cx="635000" cy="485775"/>
              <a:chOff x="3061" y="2530"/>
              <a:chExt cx="400" cy="306"/>
            </a:xfrm>
          </p:grpSpPr>
          <p:grpSp>
            <p:nvGrpSpPr>
              <p:cNvPr id="150" name="Group 634">
                <a:extLst>
                  <a:ext uri="{FF2B5EF4-FFF2-40B4-BE49-F238E27FC236}">
                    <a16:creationId xmlns:a16="http://schemas.microsoft.com/office/drawing/2014/main" id="{940496FE-A1D9-7F97-4713-2D1F7A501DAB}"/>
                  </a:ext>
                </a:extLst>
              </p:cNvPr>
              <p:cNvGrpSpPr>
                <a:grpSpLocks/>
              </p:cNvGrpSpPr>
              <p:nvPr/>
            </p:nvGrpSpPr>
            <p:grpSpPr bwMode="auto">
              <a:xfrm>
                <a:off x="3061" y="2530"/>
                <a:ext cx="327" cy="81"/>
                <a:chOff x="2199" y="955"/>
                <a:chExt cx="2547" cy="506"/>
              </a:xfrm>
            </p:grpSpPr>
            <p:sp>
              <p:nvSpPr>
                <p:cNvPr id="175" name="Freeform 635">
                  <a:extLst>
                    <a:ext uri="{FF2B5EF4-FFF2-40B4-BE49-F238E27FC236}">
                      <a16:creationId xmlns:a16="http://schemas.microsoft.com/office/drawing/2014/main" id="{822C6138-7F09-9316-87AE-A2AD33B9F76B}"/>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176" name="Freeform 636">
                  <a:extLst>
                    <a:ext uri="{FF2B5EF4-FFF2-40B4-BE49-F238E27FC236}">
                      <a16:creationId xmlns:a16="http://schemas.microsoft.com/office/drawing/2014/main" id="{A0B34FE8-031A-C395-01FD-0BCFA69946B6}"/>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177" name="Freeform 637">
                  <a:extLst>
                    <a:ext uri="{FF2B5EF4-FFF2-40B4-BE49-F238E27FC236}">
                      <a16:creationId xmlns:a16="http://schemas.microsoft.com/office/drawing/2014/main" id="{612AF05C-B9D6-A7AF-E765-0129EE3950B7}"/>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178" name="Freeform 638">
                  <a:extLst>
                    <a:ext uri="{FF2B5EF4-FFF2-40B4-BE49-F238E27FC236}">
                      <a16:creationId xmlns:a16="http://schemas.microsoft.com/office/drawing/2014/main" id="{3C551D9F-8D7C-93F8-AF24-81EA4016068B}"/>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179" name="Freeform 639">
                  <a:extLst>
                    <a:ext uri="{FF2B5EF4-FFF2-40B4-BE49-F238E27FC236}">
                      <a16:creationId xmlns:a16="http://schemas.microsoft.com/office/drawing/2014/main" id="{2BA9D0AD-90B1-B958-F03C-31EBEA7B650E}"/>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180" name="Freeform 640">
                  <a:extLst>
                    <a:ext uri="{FF2B5EF4-FFF2-40B4-BE49-F238E27FC236}">
                      <a16:creationId xmlns:a16="http://schemas.microsoft.com/office/drawing/2014/main" id="{F1C50D15-C7C9-D62B-7DDA-6E2FF8D5290B}"/>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pic>
            <p:nvPicPr>
              <p:cNvPr id="151" name="Picture 641" descr="laptop_keyboard">
                <a:extLst>
                  <a:ext uri="{FF2B5EF4-FFF2-40B4-BE49-F238E27FC236}">
                    <a16:creationId xmlns:a16="http://schemas.microsoft.com/office/drawing/2014/main" id="{39D70A00-EDF9-5C79-DF08-1AA2F9EDFF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09064" flipH="1">
                <a:off x="3109" y="2736"/>
                <a:ext cx="245" cy="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52" name="Freeform 642">
                <a:extLst>
                  <a:ext uri="{FF2B5EF4-FFF2-40B4-BE49-F238E27FC236}">
                    <a16:creationId xmlns:a16="http://schemas.microsoft.com/office/drawing/2014/main" id="{EC3ACC15-C7E2-F748-B9D6-7186F7C513DE}"/>
                  </a:ext>
                </a:extLst>
              </p:cNvPr>
              <p:cNvSpPr>
                <a:spLocks/>
              </p:cNvSpPr>
              <p:nvPr/>
            </p:nvSpPr>
            <p:spPr bwMode="auto">
              <a:xfrm>
                <a:off x="3190" y="2638"/>
                <a:ext cx="197" cy="131"/>
              </a:xfrm>
              <a:custGeom>
                <a:avLst/>
                <a:gdLst>
                  <a:gd name="T0" fmla="*/ 0 w 2982"/>
                  <a:gd name="T1" fmla="*/ 0 h 2442"/>
                  <a:gd name="T2" fmla="*/ 0 w 2982"/>
                  <a:gd name="T3" fmla="*/ 0 h 2442"/>
                  <a:gd name="T4" fmla="*/ 0 w 2982"/>
                  <a:gd name="T5" fmla="*/ 0 h 2442"/>
                  <a:gd name="T6" fmla="*/ 0 w 2982"/>
                  <a:gd name="T7" fmla="*/ 0 h 2442"/>
                  <a:gd name="T8" fmla="*/ 0 w 2982"/>
                  <a:gd name="T9" fmla="*/ 0 h 24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82" h="2442">
                    <a:moveTo>
                      <a:pt x="540" y="0"/>
                    </a:moveTo>
                    <a:lnTo>
                      <a:pt x="0" y="1734"/>
                    </a:lnTo>
                    <a:lnTo>
                      <a:pt x="2394" y="2442"/>
                    </a:lnTo>
                    <a:lnTo>
                      <a:pt x="2982" y="318"/>
                    </a:lnTo>
                    <a:lnTo>
                      <a:pt x="540" y="0"/>
                    </a:lnTo>
                    <a:close/>
                  </a:path>
                </a:pathLst>
              </a:custGeom>
              <a:solidFill>
                <a:srgbClr val="000000"/>
              </a:solidFill>
              <a:ln w="9525">
                <a:solidFill>
                  <a:srgbClr val="000000"/>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pic>
            <p:nvPicPr>
              <p:cNvPr id="153" name="Picture 643" descr="screen">
                <a:extLst>
                  <a:ext uri="{FF2B5EF4-FFF2-40B4-BE49-F238E27FC236}">
                    <a16:creationId xmlns:a16="http://schemas.microsoft.com/office/drawing/2014/main" id="{62ABBC7B-26E4-2784-BD96-F903D462017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0" y="2641"/>
                <a:ext cx="179" cy="1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54" name="Freeform 644">
                <a:extLst>
                  <a:ext uri="{FF2B5EF4-FFF2-40B4-BE49-F238E27FC236}">
                    <a16:creationId xmlns:a16="http://schemas.microsoft.com/office/drawing/2014/main" id="{7147DC77-8FE5-F1FC-2A9C-B02C0EAD48BB}"/>
                  </a:ext>
                </a:extLst>
              </p:cNvPr>
              <p:cNvSpPr>
                <a:spLocks/>
              </p:cNvSpPr>
              <p:nvPr/>
            </p:nvSpPr>
            <p:spPr bwMode="auto">
              <a:xfrm>
                <a:off x="3226" y="2634"/>
                <a:ext cx="167" cy="25"/>
              </a:xfrm>
              <a:custGeom>
                <a:avLst/>
                <a:gdLst>
                  <a:gd name="T0" fmla="*/ 0 w 2528"/>
                  <a:gd name="T1" fmla="*/ 0 h 455"/>
                  <a:gd name="T2" fmla="*/ 0 w 2528"/>
                  <a:gd name="T3" fmla="*/ 0 h 455"/>
                  <a:gd name="T4" fmla="*/ 0 w 2528"/>
                  <a:gd name="T5" fmla="*/ 0 h 455"/>
                  <a:gd name="T6" fmla="*/ 0 w 2528"/>
                  <a:gd name="T7" fmla="*/ 0 h 455"/>
                  <a:gd name="T8" fmla="*/ 0 w 2528"/>
                  <a:gd name="T9" fmla="*/ 0 h 4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155" name="Freeform 645">
                <a:extLst>
                  <a:ext uri="{FF2B5EF4-FFF2-40B4-BE49-F238E27FC236}">
                    <a16:creationId xmlns:a16="http://schemas.microsoft.com/office/drawing/2014/main" id="{B47E61ED-F29A-F2F2-C796-B63510FD3506}"/>
                  </a:ext>
                </a:extLst>
              </p:cNvPr>
              <p:cNvSpPr>
                <a:spLocks/>
              </p:cNvSpPr>
              <p:nvPr/>
            </p:nvSpPr>
            <p:spPr bwMode="auto">
              <a:xfrm>
                <a:off x="3189" y="2634"/>
                <a:ext cx="46" cy="102"/>
              </a:xfrm>
              <a:custGeom>
                <a:avLst/>
                <a:gdLst>
                  <a:gd name="T0" fmla="*/ 0 w 702"/>
                  <a:gd name="T1" fmla="*/ 0 h 1893"/>
                  <a:gd name="T2" fmla="*/ 0 w 702"/>
                  <a:gd name="T3" fmla="*/ 0 h 1893"/>
                  <a:gd name="T4" fmla="*/ 0 w 702"/>
                  <a:gd name="T5" fmla="*/ 0 h 1893"/>
                  <a:gd name="T6" fmla="*/ 0 w 702"/>
                  <a:gd name="T7" fmla="*/ 0 h 1893"/>
                  <a:gd name="T8" fmla="*/ 0 w 702"/>
                  <a:gd name="T9" fmla="*/ 0 h 189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02" h="1893">
                    <a:moveTo>
                      <a:pt x="579" y="0"/>
                    </a:moveTo>
                    <a:lnTo>
                      <a:pt x="0" y="1869"/>
                    </a:lnTo>
                    <a:lnTo>
                      <a:pt x="114" y="1893"/>
                    </a:lnTo>
                    <a:lnTo>
                      <a:pt x="702" y="51"/>
                    </a:lnTo>
                    <a:lnTo>
                      <a:pt x="579"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156" name="Freeform 646">
                <a:extLst>
                  <a:ext uri="{FF2B5EF4-FFF2-40B4-BE49-F238E27FC236}">
                    <a16:creationId xmlns:a16="http://schemas.microsoft.com/office/drawing/2014/main" id="{AC57AC0B-9C7F-F9B1-F8EA-3953010316F8}"/>
                  </a:ext>
                </a:extLst>
              </p:cNvPr>
              <p:cNvSpPr>
                <a:spLocks/>
              </p:cNvSpPr>
              <p:nvPr/>
            </p:nvSpPr>
            <p:spPr bwMode="auto">
              <a:xfrm>
                <a:off x="3342" y="2652"/>
                <a:ext cx="50" cy="117"/>
              </a:xfrm>
              <a:custGeom>
                <a:avLst/>
                <a:gdLst>
                  <a:gd name="T0" fmla="*/ 0 w 756"/>
                  <a:gd name="T1" fmla="*/ 0 h 2184"/>
                  <a:gd name="T2" fmla="*/ 0 w 756"/>
                  <a:gd name="T3" fmla="*/ 0 h 2184"/>
                  <a:gd name="T4" fmla="*/ 0 w 756"/>
                  <a:gd name="T5" fmla="*/ 0 h 2184"/>
                  <a:gd name="T6" fmla="*/ 0 w 756"/>
                  <a:gd name="T7" fmla="*/ 0 h 2184"/>
                  <a:gd name="T8" fmla="*/ 0 w 756"/>
                  <a:gd name="T9" fmla="*/ 0 h 21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6" h="2184">
                    <a:moveTo>
                      <a:pt x="756" y="0"/>
                    </a:moveTo>
                    <a:lnTo>
                      <a:pt x="138" y="2184"/>
                    </a:lnTo>
                    <a:lnTo>
                      <a:pt x="0" y="2148"/>
                    </a:lnTo>
                    <a:lnTo>
                      <a:pt x="606" y="78"/>
                    </a:lnTo>
                    <a:lnTo>
                      <a:pt x="756" y="0"/>
                    </a:lnTo>
                    <a:close/>
                  </a:path>
                </a:pathLst>
              </a:custGeom>
              <a:gradFill rotWithShape="1">
                <a:gsLst>
                  <a:gs pos="0">
                    <a:srgbClr val="DDDDDD"/>
                  </a:gs>
                  <a:gs pos="100000">
                    <a:srgbClr val="FFFFFF"/>
                  </a:gs>
                </a:gsLst>
                <a:lin ang="540000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157" name="Freeform 647">
                <a:extLst>
                  <a:ext uri="{FF2B5EF4-FFF2-40B4-BE49-F238E27FC236}">
                    <a16:creationId xmlns:a16="http://schemas.microsoft.com/office/drawing/2014/main" id="{B9A02953-6782-1AA5-A402-E30395255CA2}"/>
                  </a:ext>
                </a:extLst>
              </p:cNvPr>
              <p:cNvSpPr>
                <a:spLocks/>
              </p:cNvSpPr>
              <p:nvPr/>
            </p:nvSpPr>
            <p:spPr bwMode="auto">
              <a:xfrm>
                <a:off x="3188" y="2730"/>
                <a:ext cx="183" cy="40"/>
              </a:xfrm>
              <a:custGeom>
                <a:avLst/>
                <a:gdLst>
                  <a:gd name="T0" fmla="*/ 0 w 2773"/>
                  <a:gd name="T1" fmla="*/ 0 h 738"/>
                  <a:gd name="T2" fmla="*/ 0 w 2773"/>
                  <a:gd name="T3" fmla="*/ 0 h 738"/>
                  <a:gd name="T4" fmla="*/ 0 w 2773"/>
                  <a:gd name="T5" fmla="*/ 0 h 738"/>
                  <a:gd name="T6" fmla="*/ 0 w 2773"/>
                  <a:gd name="T7" fmla="*/ 0 h 738"/>
                  <a:gd name="T8" fmla="*/ 0 w 2773"/>
                  <a:gd name="T9" fmla="*/ 0 h 7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rgbClr val="FFFF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158" name="Freeform 648">
                <a:extLst>
                  <a:ext uri="{FF2B5EF4-FFF2-40B4-BE49-F238E27FC236}">
                    <a16:creationId xmlns:a16="http://schemas.microsoft.com/office/drawing/2014/main" id="{42C03F0A-E80F-1C61-9DCC-DFFC3E67ED54}"/>
                  </a:ext>
                </a:extLst>
              </p:cNvPr>
              <p:cNvSpPr>
                <a:spLocks/>
              </p:cNvSpPr>
              <p:nvPr/>
            </p:nvSpPr>
            <p:spPr bwMode="auto">
              <a:xfrm>
                <a:off x="3347" y="2653"/>
                <a:ext cx="47" cy="118"/>
              </a:xfrm>
              <a:custGeom>
                <a:avLst/>
                <a:gdLst>
                  <a:gd name="T0" fmla="*/ 0 w 637"/>
                  <a:gd name="T1" fmla="*/ 0 h 1659"/>
                  <a:gd name="T2" fmla="*/ 0 w 637"/>
                  <a:gd name="T3" fmla="*/ 0 h 1659"/>
                  <a:gd name="T4" fmla="*/ 0 w 637"/>
                  <a:gd name="T5" fmla="*/ 0 h 1659"/>
                  <a:gd name="T6" fmla="*/ 0 w 637"/>
                  <a:gd name="T7" fmla="*/ 0 h 1659"/>
                  <a:gd name="T8" fmla="*/ 0 w 637"/>
                  <a:gd name="T9" fmla="*/ 0 h 165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7" h="1659">
                    <a:moveTo>
                      <a:pt x="615" y="0"/>
                    </a:moveTo>
                    <a:lnTo>
                      <a:pt x="637" y="0"/>
                    </a:lnTo>
                    <a:lnTo>
                      <a:pt x="68" y="1659"/>
                    </a:lnTo>
                    <a:lnTo>
                      <a:pt x="0" y="1647"/>
                    </a:lnTo>
                    <a:lnTo>
                      <a:pt x="615" y="0"/>
                    </a:lnTo>
                    <a:close/>
                  </a:path>
                </a:pathLst>
              </a:custGeom>
              <a:solidFill>
                <a:srgbClr val="4D4D4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159" name="Freeform 649">
                <a:extLst>
                  <a:ext uri="{FF2B5EF4-FFF2-40B4-BE49-F238E27FC236}">
                    <a16:creationId xmlns:a16="http://schemas.microsoft.com/office/drawing/2014/main" id="{3EC8AF55-5F6D-8D0F-C29B-0FA96EF37C9C}"/>
                  </a:ext>
                </a:extLst>
              </p:cNvPr>
              <p:cNvSpPr>
                <a:spLocks/>
              </p:cNvSpPr>
              <p:nvPr/>
            </p:nvSpPr>
            <p:spPr bwMode="auto">
              <a:xfrm>
                <a:off x="3188" y="2736"/>
                <a:ext cx="163" cy="39"/>
              </a:xfrm>
              <a:custGeom>
                <a:avLst/>
                <a:gdLst>
                  <a:gd name="T0" fmla="*/ 0 w 2216"/>
                  <a:gd name="T1" fmla="*/ 0 h 550"/>
                  <a:gd name="T2" fmla="*/ 0 w 2216"/>
                  <a:gd name="T3" fmla="*/ 0 h 550"/>
                  <a:gd name="T4" fmla="*/ 0 w 2216"/>
                  <a:gd name="T5" fmla="*/ 0 h 550"/>
                  <a:gd name="T6" fmla="*/ 0 w 2216"/>
                  <a:gd name="T7" fmla="*/ 0 h 550"/>
                  <a:gd name="T8" fmla="*/ 0 w 2216"/>
                  <a:gd name="T9" fmla="*/ 0 h 5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nvGrpSpPr>
              <p:cNvPr id="160" name="Group 650">
                <a:extLst>
                  <a:ext uri="{FF2B5EF4-FFF2-40B4-BE49-F238E27FC236}">
                    <a16:creationId xmlns:a16="http://schemas.microsoft.com/office/drawing/2014/main" id="{C322DAF4-6999-A665-BB8A-E8133C4BD959}"/>
                  </a:ext>
                </a:extLst>
              </p:cNvPr>
              <p:cNvGrpSpPr>
                <a:grpSpLocks/>
              </p:cNvGrpSpPr>
              <p:nvPr/>
            </p:nvGrpSpPr>
            <p:grpSpPr bwMode="auto">
              <a:xfrm>
                <a:off x="3186" y="2777"/>
                <a:ext cx="55" cy="24"/>
                <a:chOff x="1740" y="2642"/>
                <a:chExt cx="752" cy="327"/>
              </a:xfrm>
            </p:grpSpPr>
            <p:sp>
              <p:nvSpPr>
                <p:cNvPr id="169" name="Freeform 651">
                  <a:extLst>
                    <a:ext uri="{FF2B5EF4-FFF2-40B4-BE49-F238E27FC236}">
                      <a16:creationId xmlns:a16="http://schemas.microsoft.com/office/drawing/2014/main" id="{532FB0AA-0071-39A1-3D1E-FB4207536F33}"/>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2" h="327">
                      <a:moveTo>
                        <a:pt x="293" y="0"/>
                      </a:moveTo>
                      <a:lnTo>
                        <a:pt x="752" y="124"/>
                      </a:lnTo>
                      <a:lnTo>
                        <a:pt x="470" y="327"/>
                      </a:lnTo>
                      <a:lnTo>
                        <a:pt x="0" y="183"/>
                      </a:lnTo>
                      <a:lnTo>
                        <a:pt x="293"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170" name="Freeform 652">
                  <a:extLst>
                    <a:ext uri="{FF2B5EF4-FFF2-40B4-BE49-F238E27FC236}">
                      <a16:creationId xmlns:a16="http://schemas.microsoft.com/office/drawing/2014/main" id="{0831D83C-8114-40DB-7B56-68E7B89B0775}"/>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171" name="Freeform 653">
                  <a:extLst>
                    <a:ext uri="{FF2B5EF4-FFF2-40B4-BE49-F238E27FC236}">
                      <a16:creationId xmlns:a16="http://schemas.microsoft.com/office/drawing/2014/main" id="{15BC6B19-1F7D-8829-1571-2FFD1405C859}"/>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0">
                      <a:moveTo>
                        <a:pt x="0" y="44"/>
                      </a:moveTo>
                      <a:lnTo>
                        <a:pt x="75" y="0"/>
                      </a:lnTo>
                      <a:lnTo>
                        <a:pt x="258" y="50"/>
                      </a:lnTo>
                      <a:lnTo>
                        <a:pt x="183" y="100"/>
                      </a:lnTo>
                      <a:lnTo>
                        <a:pt x="0" y="44"/>
                      </a:lnTo>
                      <a:close/>
                    </a:path>
                  </a:pathLst>
                </a:custGeom>
                <a:solidFill>
                  <a:srgbClr val="00CC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172" name="Freeform 654">
                  <a:extLst>
                    <a:ext uri="{FF2B5EF4-FFF2-40B4-BE49-F238E27FC236}">
                      <a16:creationId xmlns:a16="http://schemas.microsoft.com/office/drawing/2014/main" id="{B6171234-9AD5-14BC-6078-701E34E88F25}"/>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173" name="Freeform 655">
                  <a:extLst>
                    <a:ext uri="{FF2B5EF4-FFF2-40B4-BE49-F238E27FC236}">
                      <a16:creationId xmlns:a16="http://schemas.microsoft.com/office/drawing/2014/main" id="{EB8554F9-9556-9163-64D2-2A46230BA586}"/>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2">
                      <a:moveTo>
                        <a:pt x="0" y="46"/>
                      </a:moveTo>
                      <a:lnTo>
                        <a:pt x="71" y="0"/>
                      </a:lnTo>
                      <a:lnTo>
                        <a:pt x="258" y="52"/>
                      </a:lnTo>
                      <a:lnTo>
                        <a:pt x="183" y="102"/>
                      </a:lnTo>
                      <a:lnTo>
                        <a:pt x="0" y="46"/>
                      </a:lnTo>
                      <a:close/>
                    </a:path>
                  </a:pathLst>
                </a:custGeom>
                <a:solidFill>
                  <a:srgbClr val="00CC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174" name="Freeform 656">
                  <a:extLst>
                    <a:ext uri="{FF2B5EF4-FFF2-40B4-BE49-F238E27FC236}">
                      <a16:creationId xmlns:a16="http://schemas.microsoft.com/office/drawing/2014/main" id="{A9DA3E09-58CB-3E74-9ABC-DEEFBCDA049F}"/>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sp>
            <p:nvSpPr>
              <p:cNvPr id="161" name="Freeform 657">
                <a:extLst>
                  <a:ext uri="{FF2B5EF4-FFF2-40B4-BE49-F238E27FC236}">
                    <a16:creationId xmlns:a16="http://schemas.microsoft.com/office/drawing/2014/main" id="{43A8A9C1-7206-CA49-5FF7-C36B1E82D3FC}"/>
                  </a:ext>
                </a:extLst>
              </p:cNvPr>
              <p:cNvSpPr>
                <a:spLocks/>
              </p:cNvSpPr>
              <p:nvPr/>
            </p:nvSpPr>
            <p:spPr bwMode="auto">
              <a:xfrm>
                <a:off x="3280" y="2781"/>
                <a:ext cx="67" cy="51"/>
              </a:xfrm>
              <a:custGeom>
                <a:avLst/>
                <a:gdLst>
                  <a:gd name="T0" fmla="*/ 0 w 990"/>
                  <a:gd name="T1" fmla="*/ 0 h 792"/>
                  <a:gd name="T2" fmla="*/ 0 w 990"/>
                  <a:gd name="T3" fmla="*/ 0 h 792"/>
                  <a:gd name="T4" fmla="*/ 0 w 990"/>
                  <a:gd name="T5" fmla="*/ 0 h 792"/>
                  <a:gd name="T6" fmla="*/ 0 w 990"/>
                  <a:gd name="T7" fmla="*/ 0 h 792"/>
                  <a:gd name="T8" fmla="*/ 0 w 990"/>
                  <a:gd name="T9" fmla="*/ 0 h 7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0" h="792">
                    <a:moveTo>
                      <a:pt x="3" y="738"/>
                    </a:moveTo>
                    <a:lnTo>
                      <a:pt x="990" y="0"/>
                    </a:lnTo>
                    <a:lnTo>
                      <a:pt x="987" y="60"/>
                    </a:lnTo>
                    <a:lnTo>
                      <a:pt x="0" y="792"/>
                    </a:lnTo>
                    <a:lnTo>
                      <a:pt x="3" y="738"/>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162" name="Freeform 658">
                <a:extLst>
                  <a:ext uri="{FF2B5EF4-FFF2-40B4-BE49-F238E27FC236}">
                    <a16:creationId xmlns:a16="http://schemas.microsoft.com/office/drawing/2014/main" id="{68A39856-590F-131D-6D0B-25371CAE5023}"/>
                  </a:ext>
                </a:extLst>
              </p:cNvPr>
              <p:cNvSpPr>
                <a:spLocks/>
              </p:cNvSpPr>
              <p:nvPr/>
            </p:nvSpPr>
            <p:spPr bwMode="auto">
              <a:xfrm>
                <a:off x="3109" y="2785"/>
                <a:ext cx="171" cy="46"/>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163" name="Freeform 659">
                <a:extLst>
                  <a:ext uri="{FF2B5EF4-FFF2-40B4-BE49-F238E27FC236}">
                    <a16:creationId xmlns:a16="http://schemas.microsoft.com/office/drawing/2014/main" id="{B74BE1A8-B762-5A7F-B064-A033D56E23FC}"/>
                  </a:ext>
                </a:extLst>
              </p:cNvPr>
              <p:cNvSpPr>
                <a:spLocks/>
              </p:cNvSpPr>
              <p:nvPr/>
            </p:nvSpPr>
            <p:spPr bwMode="auto">
              <a:xfrm>
                <a:off x="3110" y="2776"/>
                <a:ext cx="1" cy="10"/>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47">
                    <a:moveTo>
                      <a:pt x="26" y="10"/>
                    </a:moveTo>
                    <a:lnTo>
                      <a:pt x="23" y="147"/>
                    </a:lnTo>
                    <a:lnTo>
                      <a:pt x="0" y="144"/>
                    </a:lnTo>
                    <a:lnTo>
                      <a:pt x="3" y="0"/>
                    </a:lnTo>
                    <a:lnTo>
                      <a:pt x="26" y="1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164" name="Freeform 660">
                <a:extLst>
                  <a:ext uri="{FF2B5EF4-FFF2-40B4-BE49-F238E27FC236}">
                    <a16:creationId xmlns:a16="http://schemas.microsoft.com/office/drawing/2014/main" id="{13BE8EC9-9542-EA47-39B8-915BDD1846BC}"/>
                  </a:ext>
                </a:extLst>
              </p:cNvPr>
              <p:cNvSpPr>
                <a:spLocks/>
              </p:cNvSpPr>
              <p:nvPr/>
            </p:nvSpPr>
            <p:spPr bwMode="auto">
              <a:xfrm>
                <a:off x="3110" y="2738"/>
                <a:ext cx="79" cy="39"/>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76" h="606">
                    <a:moveTo>
                      <a:pt x="1170" y="0"/>
                    </a:moveTo>
                    <a:lnTo>
                      <a:pt x="0" y="597"/>
                    </a:lnTo>
                    <a:lnTo>
                      <a:pt x="30" y="606"/>
                    </a:lnTo>
                    <a:lnTo>
                      <a:pt x="1176" y="18"/>
                    </a:lnTo>
                    <a:lnTo>
                      <a:pt x="1170"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165" name="Freeform 661">
                <a:extLst>
                  <a:ext uri="{FF2B5EF4-FFF2-40B4-BE49-F238E27FC236}">
                    <a16:creationId xmlns:a16="http://schemas.microsoft.com/office/drawing/2014/main" id="{68A702FF-35A5-6BE5-E981-52591829E459}"/>
                  </a:ext>
                </a:extLst>
              </p:cNvPr>
              <p:cNvSpPr>
                <a:spLocks/>
              </p:cNvSpPr>
              <p:nvPr/>
            </p:nvSpPr>
            <p:spPr bwMode="auto">
              <a:xfrm>
                <a:off x="3115" y="2778"/>
                <a:ext cx="162" cy="45"/>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166" name="Freeform 662">
                <a:extLst>
                  <a:ext uri="{FF2B5EF4-FFF2-40B4-BE49-F238E27FC236}">
                    <a16:creationId xmlns:a16="http://schemas.microsoft.com/office/drawing/2014/main" id="{AE2D5769-B0A5-8509-C780-35DD899CDC7D}"/>
                  </a:ext>
                </a:extLst>
              </p:cNvPr>
              <p:cNvSpPr>
                <a:spLocks/>
              </p:cNvSpPr>
              <p:nvPr/>
            </p:nvSpPr>
            <p:spPr bwMode="auto">
              <a:xfrm flipV="1">
                <a:off x="3277" y="2775"/>
                <a:ext cx="66" cy="47"/>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167" name="Freeform 663">
                <a:extLst>
                  <a:ext uri="{FF2B5EF4-FFF2-40B4-BE49-F238E27FC236}">
                    <a16:creationId xmlns:a16="http://schemas.microsoft.com/office/drawing/2014/main" id="{2168F408-4981-B890-78D9-7FDD4A228915}"/>
                  </a:ext>
                </a:extLst>
              </p:cNvPr>
              <p:cNvSpPr>
                <a:spLocks/>
              </p:cNvSpPr>
              <p:nvPr/>
            </p:nvSpPr>
            <p:spPr bwMode="auto">
              <a:xfrm>
                <a:off x="3382" y="2736"/>
                <a:ext cx="1" cy="10"/>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47">
                    <a:moveTo>
                      <a:pt x="26" y="10"/>
                    </a:moveTo>
                    <a:lnTo>
                      <a:pt x="23" y="147"/>
                    </a:lnTo>
                    <a:lnTo>
                      <a:pt x="0" y="144"/>
                    </a:lnTo>
                    <a:lnTo>
                      <a:pt x="3" y="0"/>
                    </a:lnTo>
                    <a:lnTo>
                      <a:pt x="26" y="1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168" name="Freeform 664">
                <a:extLst>
                  <a:ext uri="{FF2B5EF4-FFF2-40B4-BE49-F238E27FC236}">
                    <a16:creationId xmlns:a16="http://schemas.microsoft.com/office/drawing/2014/main" id="{7EFED217-1DE0-6468-BD76-248B4B208A2E}"/>
                  </a:ext>
                </a:extLst>
              </p:cNvPr>
              <p:cNvSpPr>
                <a:spLocks/>
              </p:cNvSpPr>
              <p:nvPr/>
            </p:nvSpPr>
            <p:spPr bwMode="auto">
              <a:xfrm>
                <a:off x="3382" y="2698"/>
                <a:ext cx="79" cy="39"/>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76" h="606">
                    <a:moveTo>
                      <a:pt x="1170" y="0"/>
                    </a:moveTo>
                    <a:lnTo>
                      <a:pt x="0" y="597"/>
                    </a:lnTo>
                    <a:lnTo>
                      <a:pt x="30" y="606"/>
                    </a:lnTo>
                    <a:lnTo>
                      <a:pt x="1176" y="18"/>
                    </a:lnTo>
                    <a:lnTo>
                      <a:pt x="1170"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grpSp>
          <p:nvGrpSpPr>
            <p:cNvPr id="118" name="Group 665">
              <a:extLst>
                <a:ext uri="{FF2B5EF4-FFF2-40B4-BE49-F238E27FC236}">
                  <a16:creationId xmlns:a16="http://schemas.microsoft.com/office/drawing/2014/main" id="{5C9F254E-31E9-7C6B-2571-2B52B19307A4}"/>
                </a:ext>
              </a:extLst>
            </p:cNvPr>
            <p:cNvGrpSpPr>
              <a:grpSpLocks/>
            </p:cNvGrpSpPr>
            <p:nvPr/>
          </p:nvGrpSpPr>
          <p:grpSpPr bwMode="auto">
            <a:xfrm>
              <a:off x="5824887" y="5539981"/>
              <a:ext cx="635000" cy="485775"/>
              <a:chOff x="3061" y="2530"/>
              <a:chExt cx="400" cy="306"/>
            </a:xfrm>
          </p:grpSpPr>
          <p:grpSp>
            <p:nvGrpSpPr>
              <p:cNvPr id="119" name="Group 666">
                <a:extLst>
                  <a:ext uri="{FF2B5EF4-FFF2-40B4-BE49-F238E27FC236}">
                    <a16:creationId xmlns:a16="http://schemas.microsoft.com/office/drawing/2014/main" id="{229C8CF9-B858-FC8D-3575-2EA1587F9D9E}"/>
                  </a:ext>
                </a:extLst>
              </p:cNvPr>
              <p:cNvGrpSpPr>
                <a:grpSpLocks/>
              </p:cNvGrpSpPr>
              <p:nvPr/>
            </p:nvGrpSpPr>
            <p:grpSpPr bwMode="auto">
              <a:xfrm>
                <a:off x="3061" y="2530"/>
                <a:ext cx="327" cy="81"/>
                <a:chOff x="2199" y="955"/>
                <a:chExt cx="2547" cy="506"/>
              </a:xfrm>
            </p:grpSpPr>
            <p:sp>
              <p:nvSpPr>
                <p:cNvPr id="144" name="Freeform 667">
                  <a:extLst>
                    <a:ext uri="{FF2B5EF4-FFF2-40B4-BE49-F238E27FC236}">
                      <a16:creationId xmlns:a16="http://schemas.microsoft.com/office/drawing/2014/main" id="{59F1C0D2-8A02-BACE-6722-5FB8717CF6B3}"/>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145" name="Freeform 668">
                  <a:extLst>
                    <a:ext uri="{FF2B5EF4-FFF2-40B4-BE49-F238E27FC236}">
                      <a16:creationId xmlns:a16="http://schemas.microsoft.com/office/drawing/2014/main" id="{C3290006-9D9F-9B23-D895-712BE3074DB2}"/>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146" name="Freeform 669">
                  <a:extLst>
                    <a:ext uri="{FF2B5EF4-FFF2-40B4-BE49-F238E27FC236}">
                      <a16:creationId xmlns:a16="http://schemas.microsoft.com/office/drawing/2014/main" id="{513E2897-5B68-E442-E1B7-6D64CDA4D264}"/>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147" name="Freeform 670">
                  <a:extLst>
                    <a:ext uri="{FF2B5EF4-FFF2-40B4-BE49-F238E27FC236}">
                      <a16:creationId xmlns:a16="http://schemas.microsoft.com/office/drawing/2014/main" id="{BDC2AB38-3928-0282-0189-57DF487F97A2}"/>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148" name="Freeform 671">
                  <a:extLst>
                    <a:ext uri="{FF2B5EF4-FFF2-40B4-BE49-F238E27FC236}">
                      <a16:creationId xmlns:a16="http://schemas.microsoft.com/office/drawing/2014/main" id="{6E6E7BA2-780A-9410-A86B-DC261B9B1D90}"/>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149" name="Freeform 672">
                  <a:extLst>
                    <a:ext uri="{FF2B5EF4-FFF2-40B4-BE49-F238E27FC236}">
                      <a16:creationId xmlns:a16="http://schemas.microsoft.com/office/drawing/2014/main" id="{04E8E5A3-2775-423D-7651-60B63AAC28F6}"/>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pic>
            <p:nvPicPr>
              <p:cNvPr id="120" name="Picture 673" descr="laptop_keyboard">
                <a:extLst>
                  <a:ext uri="{FF2B5EF4-FFF2-40B4-BE49-F238E27FC236}">
                    <a16:creationId xmlns:a16="http://schemas.microsoft.com/office/drawing/2014/main" id="{27391236-4271-F4B9-89B9-0933BE0E4E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09064" flipH="1">
                <a:off x="3109" y="2736"/>
                <a:ext cx="245" cy="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21" name="Freeform 674">
                <a:extLst>
                  <a:ext uri="{FF2B5EF4-FFF2-40B4-BE49-F238E27FC236}">
                    <a16:creationId xmlns:a16="http://schemas.microsoft.com/office/drawing/2014/main" id="{B0C8CBB3-FB95-F1C2-D94E-D6292E63972E}"/>
                  </a:ext>
                </a:extLst>
              </p:cNvPr>
              <p:cNvSpPr>
                <a:spLocks/>
              </p:cNvSpPr>
              <p:nvPr/>
            </p:nvSpPr>
            <p:spPr bwMode="auto">
              <a:xfrm>
                <a:off x="3190" y="2638"/>
                <a:ext cx="197" cy="131"/>
              </a:xfrm>
              <a:custGeom>
                <a:avLst/>
                <a:gdLst>
                  <a:gd name="T0" fmla="*/ 0 w 2982"/>
                  <a:gd name="T1" fmla="*/ 0 h 2442"/>
                  <a:gd name="T2" fmla="*/ 0 w 2982"/>
                  <a:gd name="T3" fmla="*/ 0 h 2442"/>
                  <a:gd name="T4" fmla="*/ 0 w 2982"/>
                  <a:gd name="T5" fmla="*/ 0 h 2442"/>
                  <a:gd name="T6" fmla="*/ 0 w 2982"/>
                  <a:gd name="T7" fmla="*/ 0 h 2442"/>
                  <a:gd name="T8" fmla="*/ 0 w 2982"/>
                  <a:gd name="T9" fmla="*/ 0 h 24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82" h="2442">
                    <a:moveTo>
                      <a:pt x="540" y="0"/>
                    </a:moveTo>
                    <a:lnTo>
                      <a:pt x="0" y="1734"/>
                    </a:lnTo>
                    <a:lnTo>
                      <a:pt x="2394" y="2442"/>
                    </a:lnTo>
                    <a:lnTo>
                      <a:pt x="2982" y="318"/>
                    </a:lnTo>
                    <a:lnTo>
                      <a:pt x="540" y="0"/>
                    </a:lnTo>
                    <a:close/>
                  </a:path>
                </a:pathLst>
              </a:custGeom>
              <a:solidFill>
                <a:srgbClr val="000000"/>
              </a:solidFill>
              <a:ln w="9525">
                <a:solidFill>
                  <a:srgbClr val="000000"/>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pic>
            <p:nvPicPr>
              <p:cNvPr id="122" name="Picture 675" descr="screen">
                <a:extLst>
                  <a:ext uri="{FF2B5EF4-FFF2-40B4-BE49-F238E27FC236}">
                    <a16:creationId xmlns:a16="http://schemas.microsoft.com/office/drawing/2014/main" id="{B4953C7D-8E74-FE04-43AD-B15274B6AC8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0" y="2641"/>
                <a:ext cx="179" cy="1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23" name="Freeform 676">
                <a:extLst>
                  <a:ext uri="{FF2B5EF4-FFF2-40B4-BE49-F238E27FC236}">
                    <a16:creationId xmlns:a16="http://schemas.microsoft.com/office/drawing/2014/main" id="{750A4E40-F5C2-84B7-B1E9-CF363DDEF5C6}"/>
                  </a:ext>
                </a:extLst>
              </p:cNvPr>
              <p:cNvSpPr>
                <a:spLocks/>
              </p:cNvSpPr>
              <p:nvPr/>
            </p:nvSpPr>
            <p:spPr bwMode="auto">
              <a:xfrm>
                <a:off x="3226" y="2634"/>
                <a:ext cx="167" cy="25"/>
              </a:xfrm>
              <a:custGeom>
                <a:avLst/>
                <a:gdLst>
                  <a:gd name="T0" fmla="*/ 0 w 2528"/>
                  <a:gd name="T1" fmla="*/ 0 h 455"/>
                  <a:gd name="T2" fmla="*/ 0 w 2528"/>
                  <a:gd name="T3" fmla="*/ 0 h 455"/>
                  <a:gd name="T4" fmla="*/ 0 w 2528"/>
                  <a:gd name="T5" fmla="*/ 0 h 455"/>
                  <a:gd name="T6" fmla="*/ 0 w 2528"/>
                  <a:gd name="T7" fmla="*/ 0 h 455"/>
                  <a:gd name="T8" fmla="*/ 0 w 2528"/>
                  <a:gd name="T9" fmla="*/ 0 h 4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124" name="Freeform 677">
                <a:extLst>
                  <a:ext uri="{FF2B5EF4-FFF2-40B4-BE49-F238E27FC236}">
                    <a16:creationId xmlns:a16="http://schemas.microsoft.com/office/drawing/2014/main" id="{A68054A8-BC29-FF00-1751-C2D1DDC4CCD1}"/>
                  </a:ext>
                </a:extLst>
              </p:cNvPr>
              <p:cNvSpPr>
                <a:spLocks/>
              </p:cNvSpPr>
              <p:nvPr/>
            </p:nvSpPr>
            <p:spPr bwMode="auto">
              <a:xfrm>
                <a:off x="3189" y="2634"/>
                <a:ext cx="46" cy="102"/>
              </a:xfrm>
              <a:custGeom>
                <a:avLst/>
                <a:gdLst>
                  <a:gd name="T0" fmla="*/ 0 w 702"/>
                  <a:gd name="T1" fmla="*/ 0 h 1893"/>
                  <a:gd name="T2" fmla="*/ 0 w 702"/>
                  <a:gd name="T3" fmla="*/ 0 h 1893"/>
                  <a:gd name="T4" fmla="*/ 0 w 702"/>
                  <a:gd name="T5" fmla="*/ 0 h 1893"/>
                  <a:gd name="T6" fmla="*/ 0 w 702"/>
                  <a:gd name="T7" fmla="*/ 0 h 1893"/>
                  <a:gd name="T8" fmla="*/ 0 w 702"/>
                  <a:gd name="T9" fmla="*/ 0 h 189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02" h="1893">
                    <a:moveTo>
                      <a:pt x="579" y="0"/>
                    </a:moveTo>
                    <a:lnTo>
                      <a:pt x="0" y="1869"/>
                    </a:lnTo>
                    <a:lnTo>
                      <a:pt x="114" y="1893"/>
                    </a:lnTo>
                    <a:lnTo>
                      <a:pt x="702" y="51"/>
                    </a:lnTo>
                    <a:lnTo>
                      <a:pt x="579"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125" name="Freeform 678">
                <a:extLst>
                  <a:ext uri="{FF2B5EF4-FFF2-40B4-BE49-F238E27FC236}">
                    <a16:creationId xmlns:a16="http://schemas.microsoft.com/office/drawing/2014/main" id="{09025E72-2C5D-8FDD-C86D-3C9F34CF4033}"/>
                  </a:ext>
                </a:extLst>
              </p:cNvPr>
              <p:cNvSpPr>
                <a:spLocks/>
              </p:cNvSpPr>
              <p:nvPr/>
            </p:nvSpPr>
            <p:spPr bwMode="auto">
              <a:xfrm>
                <a:off x="3342" y="2652"/>
                <a:ext cx="50" cy="117"/>
              </a:xfrm>
              <a:custGeom>
                <a:avLst/>
                <a:gdLst>
                  <a:gd name="T0" fmla="*/ 0 w 756"/>
                  <a:gd name="T1" fmla="*/ 0 h 2184"/>
                  <a:gd name="T2" fmla="*/ 0 w 756"/>
                  <a:gd name="T3" fmla="*/ 0 h 2184"/>
                  <a:gd name="T4" fmla="*/ 0 w 756"/>
                  <a:gd name="T5" fmla="*/ 0 h 2184"/>
                  <a:gd name="T6" fmla="*/ 0 w 756"/>
                  <a:gd name="T7" fmla="*/ 0 h 2184"/>
                  <a:gd name="T8" fmla="*/ 0 w 756"/>
                  <a:gd name="T9" fmla="*/ 0 h 21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6" h="2184">
                    <a:moveTo>
                      <a:pt x="756" y="0"/>
                    </a:moveTo>
                    <a:lnTo>
                      <a:pt x="138" y="2184"/>
                    </a:lnTo>
                    <a:lnTo>
                      <a:pt x="0" y="2148"/>
                    </a:lnTo>
                    <a:lnTo>
                      <a:pt x="606" y="78"/>
                    </a:lnTo>
                    <a:lnTo>
                      <a:pt x="756" y="0"/>
                    </a:lnTo>
                    <a:close/>
                  </a:path>
                </a:pathLst>
              </a:custGeom>
              <a:gradFill rotWithShape="1">
                <a:gsLst>
                  <a:gs pos="0">
                    <a:srgbClr val="DDDDDD"/>
                  </a:gs>
                  <a:gs pos="100000">
                    <a:srgbClr val="FFFFFF"/>
                  </a:gs>
                </a:gsLst>
                <a:lin ang="540000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126" name="Freeform 679">
                <a:extLst>
                  <a:ext uri="{FF2B5EF4-FFF2-40B4-BE49-F238E27FC236}">
                    <a16:creationId xmlns:a16="http://schemas.microsoft.com/office/drawing/2014/main" id="{B865E338-AE47-30DE-0791-F963577C6C7D}"/>
                  </a:ext>
                </a:extLst>
              </p:cNvPr>
              <p:cNvSpPr>
                <a:spLocks/>
              </p:cNvSpPr>
              <p:nvPr/>
            </p:nvSpPr>
            <p:spPr bwMode="auto">
              <a:xfrm>
                <a:off x="3188" y="2730"/>
                <a:ext cx="183" cy="40"/>
              </a:xfrm>
              <a:custGeom>
                <a:avLst/>
                <a:gdLst>
                  <a:gd name="T0" fmla="*/ 0 w 2773"/>
                  <a:gd name="T1" fmla="*/ 0 h 738"/>
                  <a:gd name="T2" fmla="*/ 0 w 2773"/>
                  <a:gd name="T3" fmla="*/ 0 h 738"/>
                  <a:gd name="T4" fmla="*/ 0 w 2773"/>
                  <a:gd name="T5" fmla="*/ 0 h 738"/>
                  <a:gd name="T6" fmla="*/ 0 w 2773"/>
                  <a:gd name="T7" fmla="*/ 0 h 738"/>
                  <a:gd name="T8" fmla="*/ 0 w 2773"/>
                  <a:gd name="T9" fmla="*/ 0 h 7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rgbClr val="FFFF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127" name="Freeform 680">
                <a:extLst>
                  <a:ext uri="{FF2B5EF4-FFF2-40B4-BE49-F238E27FC236}">
                    <a16:creationId xmlns:a16="http://schemas.microsoft.com/office/drawing/2014/main" id="{BAE6DA38-4BAA-3677-92AB-FA81A52F151A}"/>
                  </a:ext>
                </a:extLst>
              </p:cNvPr>
              <p:cNvSpPr>
                <a:spLocks/>
              </p:cNvSpPr>
              <p:nvPr/>
            </p:nvSpPr>
            <p:spPr bwMode="auto">
              <a:xfrm>
                <a:off x="3347" y="2653"/>
                <a:ext cx="47" cy="118"/>
              </a:xfrm>
              <a:custGeom>
                <a:avLst/>
                <a:gdLst>
                  <a:gd name="T0" fmla="*/ 0 w 637"/>
                  <a:gd name="T1" fmla="*/ 0 h 1659"/>
                  <a:gd name="T2" fmla="*/ 0 w 637"/>
                  <a:gd name="T3" fmla="*/ 0 h 1659"/>
                  <a:gd name="T4" fmla="*/ 0 w 637"/>
                  <a:gd name="T5" fmla="*/ 0 h 1659"/>
                  <a:gd name="T6" fmla="*/ 0 w 637"/>
                  <a:gd name="T7" fmla="*/ 0 h 1659"/>
                  <a:gd name="T8" fmla="*/ 0 w 637"/>
                  <a:gd name="T9" fmla="*/ 0 h 165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7" h="1659">
                    <a:moveTo>
                      <a:pt x="615" y="0"/>
                    </a:moveTo>
                    <a:lnTo>
                      <a:pt x="637" y="0"/>
                    </a:lnTo>
                    <a:lnTo>
                      <a:pt x="68" y="1659"/>
                    </a:lnTo>
                    <a:lnTo>
                      <a:pt x="0" y="1647"/>
                    </a:lnTo>
                    <a:lnTo>
                      <a:pt x="615" y="0"/>
                    </a:lnTo>
                    <a:close/>
                  </a:path>
                </a:pathLst>
              </a:custGeom>
              <a:solidFill>
                <a:srgbClr val="4D4D4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128" name="Freeform 681">
                <a:extLst>
                  <a:ext uri="{FF2B5EF4-FFF2-40B4-BE49-F238E27FC236}">
                    <a16:creationId xmlns:a16="http://schemas.microsoft.com/office/drawing/2014/main" id="{462316E0-993E-AFF7-DC33-79DBAD87BBA6}"/>
                  </a:ext>
                </a:extLst>
              </p:cNvPr>
              <p:cNvSpPr>
                <a:spLocks/>
              </p:cNvSpPr>
              <p:nvPr/>
            </p:nvSpPr>
            <p:spPr bwMode="auto">
              <a:xfrm>
                <a:off x="3188" y="2736"/>
                <a:ext cx="163" cy="39"/>
              </a:xfrm>
              <a:custGeom>
                <a:avLst/>
                <a:gdLst>
                  <a:gd name="T0" fmla="*/ 0 w 2216"/>
                  <a:gd name="T1" fmla="*/ 0 h 550"/>
                  <a:gd name="T2" fmla="*/ 0 w 2216"/>
                  <a:gd name="T3" fmla="*/ 0 h 550"/>
                  <a:gd name="T4" fmla="*/ 0 w 2216"/>
                  <a:gd name="T5" fmla="*/ 0 h 550"/>
                  <a:gd name="T6" fmla="*/ 0 w 2216"/>
                  <a:gd name="T7" fmla="*/ 0 h 550"/>
                  <a:gd name="T8" fmla="*/ 0 w 2216"/>
                  <a:gd name="T9" fmla="*/ 0 h 5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nvGrpSpPr>
              <p:cNvPr id="129" name="Group 682">
                <a:extLst>
                  <a:ext uri="{FF2B5EF4-FFF2-40B4-BE49-F238E27FC236}">
                    <a16:creationId xmlns:a16="http://schemas.microsoft.com/office/drawing/2014/main" id="{00D7805A-16B4-880A-A82A-18293B283D00}"/>
                  </a:ext>
                </a:extLst>
              </p:cNvPr>
              <p:cNvGrpSpPr>
                <a:grpSpLocks/>
              </p:cNvGrpSpPr>
              <p:nvPr/>
            </p:nvGrpSpPr>
            <p:grpSpPr bwMode="auto">
              <a:xfrm>
                <a:off x="3186" y="2777"/>
                <a:ext cx="55" cy="24"/>
                <a:chOff x="1740" y="2642"/>
                <a:chExt cx="752" cy="327"/>
              </a:xfrm>
            </p:grpSpPr>
            <p:sp>
              <p:nvSpPr>
                <p:cNvPr id="138" name="Freeform 683">
                  <a:extLst>
                    <a:ext uri="{FF2B5EF4-FFF2-40B4-BE49-F238E27FC236}">
                      <a16:creationId xmlns:a16="http://schemas.microsoft.com/office/drawing/2014/main" id="{C5CDF3DF-3259-624A-6623-C72F4F13C8B4}"/>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2" h="327">
                      <a:moveTo>
                        <a:pt x="293" y="0"/>
                      </a:moveTo>
                      <a:lnTo>
                        <a:pt x="752" y="124"/>
                      </a:lnTo>
                      <a:lnTo>
                        <a:pt x="470" y="327"/>
                      </a:lnTo>
                      <a:lnTo>
                        <a:pt x="0" y="183"/>
                      </a:lnTo>
                      <a:lnTo>
                        <a:pt x="293"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139" name="Freeform 684">
                  <a:extLst>
                    <a:ext uri="{FF2B5EF4-FFF2-40B4-BE49-F238E27FC236}">
                      <a16:creationId xmlns:a16="http://schemas.microsoft.com/office/drawing/2014/main" id="{96D47E31-8C99-6CB8-A8E6-FA57984F4AA0}"/>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140" name="Freeform 685">
                  <a:extLst>
                    <a:ext uri="{FF2B5EF4-FFF2-40B4-BE49-F238E27FC236}">
                      <a16:creationId xmlns:a16="http://schemas.microsoft.com/office/drawing/2014/main" id="{41295F0A-3D6D-E7B5-F85E-2A61BD1020E1}"/>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0">
                      <a:moveTo>
                        <a:pt x="0" y="44"/>
                      </a:moveTo>
                      <a:lnTo>
                        <a:pt x="75" y="0"/>
                      </a:lnTo>
                      <a:lnTo>
                        <a:pt x="258" y="50"/>
                      </a:lnTo>
                      <a:lnTo>
                        <a:pt x="183" y="100"/>
                      </a:lnTo>
                      <a:lnTo>
                        <a:pt x="0" y="44"/>
                      </a:lnTo>
                      <a:close/>
                    </a:path>
                  </a:pathLst>
                </a:custGeom>
                <a:solidFill>
                  <a:srgbClr val="00CC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141" name="Freeform 686">
                  <a:extLst>
                    <a:ext uri="{FF2B5EF4-FFF2-40B4-BE49-F238E27FC236}">
                      <a16:creationId xmlns:a16="http://schemas.microsoft.com/office/drawing/2014/main" id="{E3916F9C-49C5-FD61-A052-10A5BA51B2D2}"/>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142" name="Freeform 687">
                  <a:extLst>
                    <a:ext uri="{FF2B5EF4-FFF2-40B4-BE49-F238E27FC236}">
                      <a16:creationId xmlns:a16="http://schemas.microsoft.com/office/drawing/2014/main" id="{201A514D-4EDF-3E1F-1CE4-9FA1FA350FB2}"/>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2">
                      <a:moveTo>
                        <a:pt x="0" y="46"/>
                      </a:moveTo>
                      <a:lnTo>
                        <a:pt x="71" y="0"/>
                      </a:lnTo>
                      <a:lnTo>
                        <a:pt x="258" y="52"/>
                      </a:lnTo>
                      <a:lnTo>
                        <a:pt x="183" y="102"/>
                      </a:lnTo>
                      <a:lnTo>
                        <a:pt x="0" y="46"/>
                      </a:lnTo>
                      <a:close/>
                    </a:path>
                  </a:pathLst>
                </a:custGeom>
                <a:solidFill>
                  <a:srgbClr val="00CC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143" name="Freeform 688">
                  <a:extLst>
                    <a:ext uri="{FF2B5EF4-FFF2-40B4-BE49-F238E27FC236}">
                      <a16:creationId xmlns:a16="http://schemas.microsoft.com/office/drawing/2014/main" id="{FF28437D-3163-5689-218E-51A13B55AF6E}"/>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sp>
            <p:nvSpPr>
              <p:cNvPr id="130" name="Freeform 689">
                <a:extLst>
                  <a:ext uri="{FF2B5EF4-FFF2-40B4-BE49-F238E27FC236}">
                    <a16:creationId xmlns:a16="http://schemas.microsoft.com/office/drawing/2014/main" id="{F363FC0A-A77B-1712-B083-1610FA8C0303}"/>
                  </a:ext>
                </a:extLst>
              </p:cNvPr>
              <p:cNvSpPr>
                <a:spLocks/>
              </p:cNvSpPr>
              <p:nvPr/>
            </p:nvSpPr>
            <p:spPr bwMode="auto">
              <a:xfrm>
                <a:off x="3280" y="2781"/>
                <a:ext cx="67" cy="51"/>
              </a:xfrm>
              <a:custGeom>
                <a:avLst/>
                <a:gdLst>
                  <a:gd name="T0" fmla="*/ 0 w 990"/>
                  <a:gd name="T1" fmla="*/ 0 h 792"/>
                  <a:gd name="T2" fmla="*/ 0 w 990"/>
                  <a:gd name="T3" fmla="*/ 0 h 792"/>
                  <a:gd name="T4" fmla="*/ 0 w 990"/>
                  <a:gd name="T5" fmla="*/ 0 h 792"/>
                  <a:gd name="T6" fmla="*/ 0 w 990"/>
                  <a:gd name="T7" fmla="*/ 0 h 792"/>
                  <a:gd name="T8" fmla="*/ 0 w 990"/>
                  <a:gd name="T9" fmla="*/ 0 h 7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0" h="792">
                    <a:moveTo>
                      <a:pt x="3" y="738"/>
                    </a:moveTo>
                    <a:lnTo>
                      <a:pt x="990" y="0"/>
                    </a:lnTo>
                    <a:lnTo>
                      <a:pt x="987" y="60"/>
                    </a:lnTo>
                    <a:lnTo>
                      <a:pt x="0" y="792"/>
                    </a:lnTo>
                    <a:lnTo>
                      <a:pt x="3" y="738"/>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131" name="Freeform 690">
                <a:extLst>
                  <a:ext uri="{FF2B5EF4-FFF2-40B4-BE49-F238E27FC236}">
                    <a16:creationId xmlns:a16="http://schemas.microsoft.com/office/drawing/2014/main" id="{62E5F639-FC66-3027-DE55-F14EE173DA49}"/>
                  </a:ext>
                </a:extLst>
              </p:cNvPr>
              <p:cNvSpPr>
                <a:spLocks/>
              </p:cNvSpPr>
              <p:nvPr/>
            </p:nvSpPr>
            <p:spPr bwMode="auto">
              <a:xfrm>
                <a:off x="3109" y="2785"/>
                <a:ext cx="171" cy="46"/>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132" name="Freeform 691">
                <a:extLst>
                  <a:ext uri="{FF2B5EF4-FFF2-40B4-BE49-F238E27FC236}">
                    <a16:creationId xmlns:a16="http://schemas.microsoft.com/office/drawing/2014/main" id="{6F1895C9-5CA9-E38B-9C0D-32140CCE3C21}"/>
                  </a:ext>
                </a:extLst>
              </p:cNvPr>
              <p:cNvSpPr>
                <a:spLocks/>
              </p:cNvSpPr>
              <p:nvPr/>
            </p:nvSpPr>
            <p:spPr bwMode="auto">
              <a:xfrm>
                <a:off x="3110" y="2776"/>
                <a:ext cx="1" cy="10"/>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47">
                    <a:moveTo>
                      <a:pt x="26" y="10"/>
                    </a:moveTo>
                    <a:lnTo>
                      <a:pt x="23" y="147"/>
                    </a:lnTo>
                    <a:lnTo>
                      <a:pt x="0" y="144"/>
                    </a:lnTo>
                    <a:lnTo>
                      <a:pt x="3" y="0"/>
                    </a:lnTo>
                    <a:lnTo>
                      <a:pt x="26" y="1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133" name="Freeform 692">
                <a:extLst>
                  <a:ext uri="{FF2B5EF4-FFF2-40B4-BE49-F238E27FC236}">
                    <a16:creationId xmlns:a16="http://schemas.microsoft.com/office/drawing/2014/main" id="{368E752D-A083-B1DE-3AAB-83A5CD0BF77A}"/>
                  </a:ext>
                </a:extLst>
              </p:cNvPr>
              <p:cNvSpPr>
                <a:spLocks/>
              </p:cNvSpPr>
              <p:nvPr/>
            </p:nvSpPr>
            <p:spPr bwMode="auto">
              <a:xfrm>
                <a:off x="3110" y="2738"/>
                <a:ext cx="79" cy="39"/>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76" h="606">
                    <a:moveTo>
                      <a:pt x="1170" y="0"/>
                    </a:moveTo>
                    <a:lnTo>
                      <a:pt x="0" y="597"/>
                    </a:lnTo>
                    <a:lnTo>
                      <a:pt x="30" y="606"/>
                    </a:lnTo>
                    <a:lnTo>
                      <a:pt x="1176" y="18"/>
                    </a:lnTo>
                    <a:lnTo>
                      <a:pt x="1170"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134" name="Freeform 693">
                <a:extLst>
                  <a:ext uri="{FF2B5EF4-FFF2-40B4-BE49-F238E27FC236}">
                    <a16:creationId xmlns:a16="http://schemas.microsoft.com/office/drawing/2014/main" id="{A3DF0C24-EC2D-1359-4F7C-77B859DCAFC8}"/>
                  </a:ext>
                </a:extLst>
              </p:cNvPr>
              <p:cNvSpPr>
                <a:spLocks/>
              </p:cNvSpPr>
              <p:nvPr/>
            </p:nvSpPr>
            <p:spPr bwMode="auto">
              <a:xfrm>
                <a:off x="3115" y="2778"/>
                <a:ext cx="162" cy="45"/>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135" name="Freeform 694">
                <a:extLst>
                  <a:ext uri="{FF2B5EF4-FFF2-40B4-BE49-F238E27FC236}">
                    <a16:creationId xmlns:a16="http://schemas.microsoft.com/office/drawing/2014/main" id="{292B46C0-E9D9-00F1-E56F-52AC9E5A2A63}"/>
                  </a:ext>
                </a:extLst>
              </p:cNvPr>
              <p:cNvSpPr>
                <a:spLocks/>
              </p:cNvSpPr>
              <p:nvPr/>
            </p:nvSpPr>
            <p:spPr bwMode="auto">
              <a:xfrm flipV="1">
                <a:off x="3277" y="2775"/>
                <a:ext cx="66" cy="47"/>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136" name="Freeform 695">
                <a:extLst>
                  <a:ext uri="{FF2B5EF4-FFF2-40B4-BE49-F238E27FC236}">
                    <a16:creationId xmlns:a16="http://schemas.microsoft.com/office/drawing/2014/main" id="{A30E2C0F-1BC5-CDD1-1566-0F09B82964BF}"/>
                  </a:ext>
                </a:extLst>
              </p:cNvPr>
              <p:cNvSpPr>
                <a:spLocks/>
              </p:cNvSpPr>
              <p:nvPr/>
            </p:nvSpPr>
            <p:spPr bwMode="auto">
              <a:xfrm>
                <a:off x="3382" y="2736"/>
                <a:ext cx="1" cy="10"/>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47">
                    <a:moveTo>
                      <a:pt x="26" y="10"/>
                    </a:moveTo>
                    <a:lnTo>
                      <a:pt x="23" y="147"/>
                    </a:lnTo>
                    <a:lnTo>
                      <a:pt x="0" y="144"/>
                    </a:lnTo>
                    <a:lnTo>
                      <a:pt x="3" y="0"/>
                    </a:lnTo>
                    <a:lnTo>
                      <a:pt x="26" y="1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137" name="Freeform 696">
                <a:extLst>
                  <a:ext uri="{FF2B5EF4-FFF2-40B4-BE49-F238E27FC236}">
                    <a16:creationId xmlns:a16="http://schemas.microsoft.com/office/drawing/2014/main" id="{68EA42A5-661C-9825-04DA-46D145D7192B}"/>
                  </a:ext>
                </a:extLst>
              </p:cNvPr>
              <p:cNvSpPr>
                <a:spLocks/>
              </p:cNvSpPr>
              <p:nvPr/>
            </p:nvSpPr>
            <p:spPr bwMode="auto">
              <a:xfrm>
                <a:off x="3382" y="2698"/>
                <a:ext cx="79" cy="39"/>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76" h="606">
                    <a:moveTo>
                      <a:pt x="1170" y="0"/>
                    </a:moveTo>
                    <a:lnTo>
                      <a:pt x="0" y="597"/>
                    </a:lnTo>
                    <a:lnTo>
                      <a:pt x="30" y="606"/>
                    </a:lnTo>
                    <a:lnTo>
                      <a:pt x="1176" y="18"/>
                    </a:lnTo>
                    <a:lnTo>
                      <a:pt x="1170"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grpSp>
      <p:grpSp>
        <p:nvGrpSpPr>
          <p:cNvPr id="248" name="Group 247">
            <a:extLst>
              <a:ext uri="{FF2B5EF4-FFF2-40B4-BE49-F238E27FC236}">
                <a16:creationId xmlns:a16="http://schemas.microsoft.com/office/drawing/2014/main" id="{6F94106A-8BDF-9389-B205-884623ECC000}"/>
              </a:ext>
            </a:extLst>
          </p:cNvPr>
          <p:cNvGrpSpPr/>
          <p:nvPr/>
        </p:nvGrpSpPr>
        <p:grpSpPr>
          <a:xfrm>
            <a:off x="10312168" y="2890278"/>
            <a:ext cx="1672254" cy="1938344"/>
            <a:chOff x="1176517" y="4567121"/>
            <a:chExt cx="1672254" cy="1938344"/>
          </a:xfrm>
        </p:grpSpPr>
        <p:sp>
          <p:nvSpPr>
            <p:cNvPr id="249" name="Text Box 5">
              <a:extLst>
                <a:ext uri="{FF2B5EF4-FFF2-40B4-BE49-F238E27FC236}">
                  <a16:creationId xmlns:a16="http://schemas.microsoft.com/office/drawing/2014/main" id="{CCE0467E-172B-2CB3-4142-5CAC9719E69F}"/>
                </a:ext>
              </a:extLst>
            </p:cNvPr>
            <p:cNvSpPr txBox="1">
              <a:spLocks noChangeArrowheads="1"/>
            </p:cNvSpPr>
            <p:nvPr/>
          </p:nvSpPr>
          <p:spPr bwMode="auto">
            <a:xfrm>
              <a:off x="1176517" y="5992696"/>
              <a:ext cx="1672254" cy="51276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ＭＳ Ｐゴシック" charset="0"/>
                  <a:cs typeface="+mn-cs"/>
                </a:rPr>
                <a:t>shared wire (e.g., </a:t>
              </a:r>
            </a:p>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ＭＳ Ｐゴシック" charset="0"/>
                  <a:cs typeface="+mn-cs"/>
                </a:rPr>
                <a:t>cabled Ethernet)</a:t>
              </a:r>
            </a:p>
          </p:txBody>
        </p:sp>
        <p:sp>
          <p:nvSpPr>
            <p:cNvPr id="250" name="Line 173">
              <a:extLst>
                <a:ext uri="{FF2B5EF4-FFF2-40B4-BE49-F238E27FC236}">
                  <a16:creationId xmlns:a16="http://schemas.microsoft.com/office/drawing/2014/main" id="{4F4321D6-624E-115A-F042-389A20AA718A}"/>
                </a:ext>
              </a:extLst>
            </p:cNvPr>
            <p:cNvSpPr>
              <a:spLocks noChangeShapeType="1"/>
            </p:cNvSpPr>
            <p:nvPr/>
          </p:nvSpPr>
          <p:spPr bwMode="auto">
            <a:xfrm flipH="1">
              <a:off x="1822938" y="4821121"/>
              <a:ext cx="466725" cy="890587"/>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251" name="Line 174">
              <a:extLst>
                <a:ext uri="{FF2B5EF4-FFF2-40B4-BE49-F238E27FC236}">
                  <a16:creationId xmlns:a16="http://schemas.microsoft.com/office/drawing/2014/main" id="{D6AF2ABF-0623-5EF0-FF2F-F747DFC46065}"/>
                </a:ext>
              </a:extLst>
            </p:cNvPr>
            <p:cNvSpPr>
              <a:spLocks noChangeShapeType="1"/>
            </p:cNvSpPr>
            <p:nvPr/>
          </p:nvSpPr>
          <p:spPr bwMode="auto">
            <a:xfrm>
              <a:off x="1805475" y="5292608"/>
              <a:ext cx="242888" cy="1588"/>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252" name="Line 175">
              <a:extLst>
                <a:ext uri="{FF2B5EF4-FFF2-40B4-BE49-F238E27FC236}">
                  <a16:creationId xmlns:a16="http://schemas.microsoft.com/office/drawing/2014/main" id="{11C57FA2-130D-DD07-4DD6-0BD995B657F8}"/>
                </a:ext>
              </a:extLst>
            </p:cNvPr>
            <p:cNvSpPr>
              <a:spLocks noChangeShapeType="1"/>
            </p:cNvSpPr>
            <p:nvPr/>
          </p:nvSpPr>
          <p:spPr bwMode="auto">
            <a:xfrm>
              <a:off x="1670538" y="5629158"/>
              <a:ext cx="190500" cy="1588"/>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253" name="Line 176">
              <a:extLst>
                <a:ext uri="{FF2B5EF4-FFF2-40B4-BE49-F238E27FC236}">
                  <a16:creationId xmlns:a16="http://schemas.microsoft.com/office/drawing/2014/main" id="{BCA31094-5F29-BCDC-2A4E-D321CAC922A9}"/>
                </a:ext>
              </a:extLst>
            </p:cNvPr>
            <p:cNvSpPr>
              <a:spLocks noChangeShapeType="1"/>
            </p:cNvSpPr>
            <p:nvPr/>
          </p:nvSpPr>
          <p:spPr bwMode="auto">
            <a:xfrm flipV="1">
              <a:off x="2115038" y="5152908"/>
              <a:ext cx="177800" cy="7938"/>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254" name="Line 434">
              <a:extLst>
                <a:ext uri="{FF2B5EF4-FFF2-40B4-BE49-F238E27FC236}">
                  <a16:creationId xmlns:a16="http://schemas.microsoft.com/office/drawing/2014/main" id="{D0FAC831-DF01-CDBE-008F-370F177EC425}"/>
                </a:ext>
              </a:extLst>
            </p:cNvPr>
            <p:cNvSpPr>
              <a:spLocks noChangeShapeType="1"/>
            </p:cNvSpPr>
            <p:nvPr/>
          </p:nvSpPr>
          <p:spPr bwMode="auto">
            <a:xfrm>
              <a:off x="1986450" y="4925896"/>
              <a:ext cx="242888" cy="1587"/>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255" name="Line 435">
              <a:extLst>
                <a:ext uri="{FF2B5EF4-FFF2-40B4-BE49-F238E27FC236}">
                  <a16:creationId xmlns:a16="http://schemas.microsoft.com/office/drawing/2014/main" id="{9B29D721-DA37-37C4-E99A-FD0731808FFE}"/>
                </a:ext>
              </a:extLst>
            </p:cNvPr>
            <p:cNvSpPr>
              <a:spLocks noChangeShapeType="1"/>
            </p:cNvSpPr>
            <p:nvPr/>
          </p:nvSpPr>
          <p:spPr bwMode="auto">
            <a:xfrm>
              <a:off x="1986450" y="4925896"/>
              <a:ext cx="242888" cy="1587"/>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256" name="Line 436">
              <a:extLst>
                <a:ext uri="{FF2B5EF4-FFF2-40B4-BE49-F238E27FC236}">
                  <a16:creationId xmlns:a16="http://schemas.microsoft.com/office/drawing/2014/main" id="{056AED5B-3774-C123-21C8-0534EA28D59E}"/>
                </a:ext>
              </a:extLst>
            </p:cNvPr>
            <p:cNvSpPr>
              <a:spLocks noChangeShapeType="1"/>
            </p:cNvSpPr>
            <p:nvPr/>
          </p:nvSpPr>
          <p:spPr bwMode="auto">
            <a:xfrm>
              <a:off x="1918188" y="5562483"/>
              <a:ext cx="190500" cy="1588"/>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nvGrpSpPr>
            <p:cNvPr id="257" name="Group 506">
              <a:extLst>
                <a:ext uri="{FF2B5EF4-FFF2-40B4-BE49-F238E27FC236}">
                  <a16:creationId xmlns:a16="http://schemas.microsoft.com/office/drawing/2014/main" id="{0A6CE669-C94F-2222-B8AC-F6D7399BAC76}"/>
                </a:ext>
              </a:extLst>
            </p:cNvPr>
            <p:cNvGrpSpPr>
              <a:grpSpLocks/>
            </p:cNvGrpSpPr>
            <p:nvPr/>
          </p:nvGrpSpPr>
          <p:grpSpPr bwMode="auto">
            <a:xfrm flipH="1">
              <a:off x="1256200" y="5438658"/>
              <a:ext cx="501650" cy="512763"/>
              <a:chOff x="2839" y="3501"/>
              <a:chExt cx="755" cy="803"/>
            </a:xfrm>
          </p:grpSpPr>
          <p:pic>
            <p:nvPicPr>
              <p:cNvPr id="270" name="Picture 507" descr="desktop_computer_stylized_medium">
                <a:extLst>
                  <a:ext uri="{FF2B5EF4-FFF2-40B4-BE49-F238E27FC236}">
                    <a16:creationId xmlns:a16="http://schemas.microsoft.com/office/drawing/2014/main" id="{93EB5998-4E33-162E-BC8A-0B993492739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71" name="Freeform 508">
                <a:extLst>
                  <a:ext uri="{FF2B5EF4-FFF2-40B4-BE49-F238E27FC236}">
                    <a16:creationId xmlns:a16="http://schemas.microsoft.com/office/drawing/2014/main" id="{E6EF7E4E-CFAA-2DDA-768C-7C4A94F4A69A}"/>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grpSp>
          <p:nvGrpSpPr>
            <p:cNvPr id="258" name="Group 699">
              <a:extLst>
                <a:ext uri="{FF2B5EF4-FFF2-40B4-BE49-F238E27FC236}">
                  <a16:creationId xmlns:a16="http://schemas.microsoft.com/office/drawing/2014/main" id="{562C5D76-D5F0-9D06-CDCF-FCC5C8956D7B}"/>
                </a:ext>
              </a:extLst>
            </p:cNvPr>
            <p:cNvGrpSpPr>
              <a:grpSpLocks/>
            </p:cNvGrpSpPr>
            <p:nvPr/>
          </p:nvGrpSpPr>
          <p:grpSpPr bwMode="auto">
            <a:xfrm flipH="1">
              <a:off x="1410188" y="4994158"/>
              <a:ext cx="501650" cy="512763"/>
              <a:chOff x="2839" y="3501"/>
              <a:chExt cx="755" cy="803"/>
            </a:xfrm>
          </p:grpSpPr>
          <p:pic>
            <p:nvPicPr>
              <p:cNvPr id="268" name="Picture 700" descr="desktop_computer_stylized_medium">
                <a:extLst>
                  <a:ext uri="{FF2B5EF4-FFF2-40B4-BE49-F238E27FC236}">
                    <a16:creationId xmlns:a16="http://schemas.microsoft.com/office/drawing/2014/main" id="{1B713D90-7969-D50C-7FF4-0E7786D4523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69" name="Freeform 701">
                <a:extLst>
                  <a:ext uri="{FF2B5EF4-FFF2-40B4-BE49-F238E27FC236}">
                    <a16:creationId xmlns:a16="http://schemas.microsoft.com/office/drawing/2014/main" id="{333754EA-D3E4-A563-368A-43AF5C10B12A}"/>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grpSp>
          <p:nvGrpSpPr>
            <p:cNvPr id="259" name="Group 702">
              <a:extLst>
                <a:ext uri="{FF2B5EF4-FFF2-40B4-BE49-F238E27FC236}">
                  <a16:creationId xmlns:a16="http://schemas.microsoft.com/office/drawing/2014/main" id="{EC010671-7EEB-5D16-69DD-D085266F6555}"/>
                </a:ext>
              </a:extLst>
            </p:cNvPr>
            <p:cNvGrpSpPr>
              <a:grpSpLocks/>
            </p:cNvGrpSpPr>
            <p:nvPr/>
          </p:nvGrpSpPr>
          <p:grpSpPr bwMode="auto">
            <a:xfrm flipH="1">
              <a:off x="1561000" y="4567121"/>
              <a:ext cx="501650" cy="512762"/>
              <a:chOff x="2839" y="3501"/>
              <a:chExt cx="755" cy="803"/>
            </a:xfrm>
          </p:grpSpPr>
          <p:pic>
            <p:nvPicPr>
              <p:cNvPr id="266" name="Picture 703" descr="desktop_computer_stylized_medium">
                <a:extLst>
                  <a:ext uri="{FF2B5EF4-FFF2-40B4-BE49-F238E27FC236}">
                    <a16:creationId xmlns:a16="http://schemas.microsoft.com/office/drawing/2014/main" id="{1D78A609-DA65-1826-CED9-CAF5F0EC8AE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67" name="Freeform 704">
                <a:extLst>
                  <a:ext uri="{FF2B5EF4-FFF2-40B4-BE49-F238E27FC236}">
                    <a16:creationId xmlns:a16="http://schemas.microsoft.com/office/drawing/2014/main" id="{061E92A6-2821-7483-F61A-570F33D711E0}"/>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grpSp>
          <p:nvGrpSpPr>
            <p:cNvPr id="260" name="Group 705">
              <a:extLst>
                <a:ext uri="{FF2B5EF4-FFF2-40B4-BE49-F238E27FC236}">
                  <a16:creationId xmlns:a16="http://schemas.microsoft.com/office/drawing/2014/main" id="{81AC7535-CAC5-175C-1BCC-9405506BAF7C}"/>
                </a:ext>
              </a:extLst>
            </p:cNvPr>
            <p:cNvGrpSpPr>
              <a:grpSpLocks/>
            </p:cNvGrpSpPr>
            <p:nvPr/>
          </p:nvGrpSpPr>
          <p:grpSpPr bwMode="auto">
            <a:xfrm>
              <a:off x="2234100" y="4954471"/>
              <a:ext cx="501650" cy="512762"/>
              <a:chOff x="2839" y="3501"/>
              <a:chExt cx="755" cy="803"/>
            </a:xfrm>
          </p:grpSpPr>
          <p:pic>
            <p:nvPicPr>
              <p:cNvPr id="264" name="Picture 706" descr="desktop_computer_stylized_medium">
                <a:extLst>
                  <a:ext uri="{FF2B5EF4-FFF2-40B4-BE49-F238E27FC236}">
                    <a16:creationId xmlns:a16="http://schemas.microsoft.com/office/drawing/2014/main" id="{A8CA1A4F-3810-9BBA-D259-644E7B40631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65" name="Freeform 707">
                <a:extLst>
                  <a:ext uri="{FF2B5EF4-FFF2-40B4-BE49-F238E27FC236}">
                    <a16:creationId xmlns:a16="http://schemas.microsoft.com/office/drawing/2014/main" id="{D36363BB-C6E8-A282-3F4C-43168F36BC8D}"/>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grpSp>
          <p:nvGrpSpPr>
            <p:cNvPr id="261" name="Group 708">
              <a:extLst>
                <a:ext uri="{FF2B5EF4-FFF2-40B4-BE49-F238E27FC236}">
                  <a16:creationId xmlns:a16="http://schemas.microsoft.com/office/drawing/2014/main" id="{D5F88BE4-25E5-2026-1B62-6EB95F3FD5DF}"/>
                </a:ext>
              </a:extLst>
            </p:cNvPr>
            <p:cNvGrpSpPr>
              <a:grpSpLocks/>
            </p:cNvGrpSpPr>
            <p:nvPr/>
          </p:nvGrpSpPr>
          <p:grpSpPr bwMode="auto">
            <a:xfrm>
              <a:off x="2035663" y="5394208"/>
              <a:ext cx="501650" cy="512763"/>
              <a:chOff x="2839" y="3501"/>
              <a:chExt cx="755" cy="803"/>
            </a:xfrm>
          </p:grpSpPr>
          <p:pic>
            <p:nvPicPr>
              <p:cNvPr id="262" name="Picture 709" descr="desktop_computer_stylized_medium">
                <a:extLst>
                  <a:ext uri="{FF2B5EF4-FFF2-40B4-BE49-F238E27FC236}">
                    <a16:creationId xmlns:a16="http://schemas.microsoft.com/office/drawing/2014/main" id="{7784BB45-0BB4-32DA-E0C1-855810B0E47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63" name="Freeform 710">
                <a:extLst>
                  <a:ext uri="{FF2B5EF4-FFF2-40B4-BE49-F238E27FC236}">
                    <a16:creationId xmlns:a16="http://schemas.microsoft.com/office/drawing/2014/main" id="{EB7401CD-0C95-8403-8EA6-7AA7A1AF58E7}"/>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grpSp>
      <p:grpSp>
        <p:nvGrpSpPr>
          <p:cNvPr id="272" name="Group 271">
            <a:extLst>
              <a:ext uri="{FF2B5EF4-FFF2-40B4-BE49-F238E27FC236}">
                <a16:creationId xmlns:a16="http://schemas.microsoft.com/office/drawing/2014/main" id="{B0B71E84-69CC-D889-4558-DAD2C993C8A5}"/>
              </a:ext>
            </a:extLst>
          </p:cNvPr>
          <p:cNvGrpSpPr/>
          <p:nvPr/>
        </p:nvGrpSpPr>
        <p:grpSpPr>
          <a:xfrm>
            <a:off x="10086807" y="1006649"/>
            <a:ext cx="1951525" cy="1657756"/>
            <a:chOff x="3021501" y="4737811"/>
            <a:chExt cx="1951525" cy="1657756"/>
          </a:xfrm>
        </p:grpSpPr>
        <p:grpSp>
          <p:nvGrpSpPr>
            <p:cNvPr id="273" name="Group 272">
              <a:extLst>
                <a:ext uri="{FF2B5EF4-FFF2-40B4-BE49-F238E27FC236}">
                  <a16:creationId xmlns:a16="http://schemas.microsoft.com/office/drawing/2014/main" id="{46B6A1E0-FF40-6842-372C-4DA893D13638}"/>
                </a:ext>
              </a:extLst>
            </p:cNvPr>
            <p:cNvGrpSpPr/>
            <p:nvPr/>
          </p:nvGrpSpPr>
          <p:grpSpPr>
            <a:xfrm>
              <a:off x="3021501" y="4737811"/>
              <a:ext cx="1951525" cy="1263172"/>
              <a:chOff x="7891681" y="3099042"/>
              <a:chExt cx="2342453" cy="1569939"/>
            </a:xfrm>
          </p:grpSpPr>
          <p:sp>
            <p:nvSpPr>
              <p:cNvPr id="275" name="Oval 800">
                <a:extLst>
                  <a:ext uri="{FF2B5EF4-FFF2-40B4-BE49-F238E27FC236}">
                    <a16:creationId xmlns:a16="http://schemas.microsoft.com/office/drawing/2014/main" id="{A9CC2914-F71D-C452-CFEC-9D346189767D}"/>
                  </a:ext>
                </a:extLst>
              </p:cNvPr>
              <p:cNvSpPr>
                <a:spLocks noChangeArrowheads="1"/>
              </p:cNvSpPr>
              <p:nvPr/>
            </p:nvSpPr>
            <p:spPr bwMode="auto">
              <a:xfrm>
                <a:off x="9285510" y="3593195"/>
                <a:ext cx="69106" cy="79124"/>
              </a:xfrm>
              <a:prstGeom prst="ellipse">
                <a:avLst/>
              </a:prstGeom>
              <a:solidFill>
                <a:schemeClr val="tx2"/>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b="0" i="0" u="none" strike="noStrike" kern="1200" cap="none" spc="0" normalizeH="0" baseline="0" noProof="0" dirty="0">
                  <a:ln>
                    <a:noFill/>
                  </a:ln>
                  <a:solidFill>
                    <a:prstClr val="black"/>
                  </a:solidFill>
                  <a:effectLst/>
                  <a:uLnTx/>
                  <a:uFillTx/>
                  <a:latin typeface="+mn-lt"/>
                  <a:ea typeface="MS PGothic" panose="020B0600070205080204" pitchFamily="34" charset="-128"/>
                  <a:cs typeface="Arial" panose="020B0604020202020204" pitchFamily="34" charset="0"/>
                </a:endParaRPr>
              </a:p>
            </p:txBody>
          </p:sp>
          <p:grpSp>
            <p:nvGrpSpPr>
              <p:cNvPr id="276" name="Group 817">
                <a:extLst>
                  <a:ext uri="{FF2B5EF4-FFF2-40B4-BE49-F238E27FC236}">
                    <a16:creationId xmlns:a16="http://schemas.microsoft.com/office/drawing/2014/main" id="{78D37CBA-5C78-8BFF-6FB4-D974CD7B2995}"/>
                  </a:ext>
                </a:extLst>
              </p:cNvPr>
              <p:cNvGrpSpPr>
                <a:grpSpLocks/>
              </p:cNvGrpSpPr>
              <p:nvPr/>
            </p:nvGrpSpPr>
            <p:grpSpPr bwMode="auto">
              <a:xfrm>
                <a:off x="9022376" y="3275911"/>
                <a:ext cx="615031" cy="694531"/>
                <a:chOff x="2920" y="1424"/>
                <a:chExt cx="326" cy="320"/>
              </a:xfrm>
            </p:grpSpPr>
            <p:sp>
              <p:nvSpPr>
                <p:cNvPr id="344" name="Oval 818">
                  <a:extLst>
                    <a:ext uri="{FF2B5EF4-FFF2-40B4-BE49-F238E27FC236}">
                      <a16:creationId xmlns:a16="http://schemas.microsoft.com/office/drawing/2014/main" id="{D3AF3E68-6DAD-8C21-8D1E-7869238380F2}"/>
                    </a:ext>
                  </a:extLst>
                </p:cNvPr>
                <p:cNvSpPr>
                  <a:spLocks noChangeArrowheads="1"/>
                </p:cNvSpPr>
                <p:nvPr/>
              </p:nvSpPr>
              <p:spPr bwMode="auto">
                <a:xfrm>
                  <a:off x="2920" y="1445"/>
                  <a:ext cx="326" cy="289"/>
                </a:xfrm>
                <a:prstGeom prst="ellipse">
                  <a:avLst/>
                </a:prstGeom>
                <a:noFill/>
                <a:ln w="1905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grpSp>
              <p:nvGrpSpPr>
                <p:cNvPr id="345" name="Group 819">
                  <a:extLst>
                    <a:ext uri="{FF2B5EF4-FFF2-40B4-BE49-F238E27FC236}">
                      <a16:creationId xmlns:a16="http://schemas.microsoft.com/office/drawing/2014/main" id="{6D74433A-4A86-9AC0-CCD1-05B66985B229}"/>
                    </a:ext>
                  </a:extLst>
                </p:cNvPr>
                <p:cNvGrpSpPr>
                  <a:grpSpLocks/>
                </p:cNvGrpSpPr>
                <p:nvPr/>
              </p:nvGrpSpPr>
              <p:grpSpPr bwMode="auto">
                <a:xfrm>
                  <a:off x="2949" y="1424"/>
                  <a:ext cx="265" cy="280"/>
                  <a:chOff x="2949" y="1424"/>
                  <a:chExt cx="265" cy="280"/>
                </a:xfrm>
              </p:grpSpPr>
              <p:sp>
                <p:nvSpPr>
                  <p:cNvPr id="347" name="Oval 820">
                    <a:extLst>
                      <a:ext uri="{FF2B5EF4-FFF2-40B4-BE49-F238E27FC236}">
                        <a16:creationId xmlns:a16="http://schemas.microsoft.com/office/drawing/2014/main" id="{93B3C48E-7D9D-FE9F-4CD3-14365FD659A8}"/>
                      </a:ext>
                    </a:extLst>
                  </p:cNvPr>
                  <p:cNvSpPr>
                    <a:spLocks noChangeArrowheads="1"/>
                  </p:cNvSpPr>
                  <p:nvPr/>
                </p:nvSpPr>
                <p:spPr bwMode="auto">
                  <a:xfrm>
                    <a:off x="3030" y="1545"/>
                    <a:ext cx="107" cy="92"/>
                  </a:xfrm>
                  <a:prstGeom prst="ellipse">
                    <a:avLst/>
                  </a:prstGeom>
                  <a:noFill/>
                  <a:ln w="1905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348" name="Oval 821">
                    <a:extLst>
                      <a:ext uri="{FF2B5EF4-FFF2-40B4-BE49-F238E27FC236}">
                        <a16:creationId xmlns:a16="http://schemas.microsoft.com/office/drawing/2014/main" id="{28E45F0A-0C4C-F4D8-A837-452A3A8787B4}"/>
                      </a:ext>
                    </a:extLst>
                  </p:cNvPr>
                  <p:cNvSpPr>
                    <a:spLocks noChangeArrowheads="1"/>
                  </p:cNvSpPr>
                  <p:nvPr/>
                </p:nvSpPr>
                <p:spPr bwMode="auto">
                  <a:xfrm>
                    <a:off x="3006" y="1525"/>
                    <a:ext cx="154" cy="131"/>
                  </a:xfrm>
                  <a:prstGeom prst="ellipse">
                    <a:avLst/>
                  </a:prstGeom>
                  <a:noFill/>
                  <a:ln w="1905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349" name="Oval 822">
                    <a:extLst>
                      <a:ext uri="{FF2B5EF4-FFF2-40B4-BE49-F238E27FC236}">
                        <a16:creationId xmlns:a16="http://schemas.microsoft.com/office/drawing/2014/main" id="{2E681B11-184F-DB4F-885A-7D0547816124}"/>
                      </a:ext>
                    </a:extLst>
                  </p:cNvPr>
                  <p:cNvSpPr>
                    <a:spLocks noChangeArrowheads="1"/>
                  </p:cNvSpPr>
                  <p:nvPr/>
                </p:nvSpPr>
                <p:spPr bwMode="auto">
                  <a:xfrm>
                    <a:off x="2983" y="1501"/>
                    <a:ext cx="203" cy="179"/>
                  </a:xfrm>
                  <a:prstGeom prst="ellipse">
                    <a:avLst/>
                  </a:prstGeom>
                  <a:noFill/>
                  <a:ln w="1905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350" name="Oval 823">
                    <a:extLst>
                      <a:ext uri="{FF2B5EF4-FFF2-40B4-BE49-F238E27FC236}">
                        <a16:creationId xmlns:a16="http://schemas.microsoft.com/office/drawing/2014/main" id="{96CF1D05-81D7-62DD-5D39-A2753DDAFD10}"/>
                      </a:ext>
                    </a:extLst>
                  </p:cNvPr>
                  <p:cNvSpPr>
                    <a:spLocks noChangeArrowheads="1"/>
                  </p:cNvSpPr>
                  <p:nvPr/>
                </p:nvSpPr>
                <p:spPr bwMode="auto">
                  <a:xfrm>
                    <a:off x="2949" y="1476"/>
                    <a:ext cx="265" cy="228"/>
                  </a:xfrm>
                  <a:prstGeom prst="ellipse">
                    <a:avLst/>
                  </a:prstGeom>
                  <a:noFill/>
                  <a:ln w="1905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351" name="Freeform 824">
                    <a:extLst>
                      <a:ext uri="{FF2B5EF4-FFF2-40B4-BE49-F238E27FC236}">
                        <a16:creationId xmlns:a16="http://schemas.microsoft.com/office/drawing/2014/main" id="{DCF48E5B-DFE3-D8CC-6F85-27E4F9CC8530}"/>
                      </a:ext>
                    </a:extLst>
                  </p:cNvPr>
                  <p:cNvSpPr>
                    <a:spLocks/>
                  </p:cNvSpPr>
                  <p:nvPr/>
                </p:nvSpPr>
                <p:spPr bwMode="auto">
                  <a:xfrm flipV="1">
                    <a:off x="2987" y="1424"/>
                    <a:ext cx="205" cy="143"/>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chemeClr val="bg1"/>
                  </a:solidFill>
                  <a:ln>
                    <a:noFill/>
                  </a:ln>
                  <a:effectLst/>
                  <a:extLst>
                    <a:ext uri="{91240B29-F687-4f45-9708-019B960494DF}">
                      <a14:hiddenLine xmlns:a14="http://schemas.microsoft.com/office/drawing/2010/main" xmlns="" w="19050" cmpd="sng">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grpSp>
            <p:sp>
              <p:nvSpPr>
                <p:cNvPr id="346" name="Freeform 825">
                  <a:extLst>
                    <a:ext uri="{FF2B5EF4-FFF2-40B4-BE49-F238E27FC236}">
                      <a16:creationId xmlns:a16="http://schemas.microsoft.com/office/drawing/2014/main" id="{A021AA5F-BD6A-4CDF-7B1F-C18FD2106451}"/>
                    </a:ext>
                  </a:extLst>
                </p:cNvPr>
                <p:cNvSpPr>
                  <a:spLocks/>
                </p:cNvSpPr>
                <p:nvPr/>
              </p:nvSpPr>
              <p:spPr bwMode="auto">
                <a:xfrm>
                  <a:off x="2995" y="1615"/>
                  <a:ext cx="178" cy="129"/>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chemeClr val="bg1"/>
                </a:solidFill>
                <a:ln w="19050" cmpd="sng">
                  <a:no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grpSp>
          <p:grpSp>
            <p:nvGrpSpPr>
              <p:cNvPr id="277" name="Group 783">
                <a:extLst>
                  <a:ext uri="{FF2B5EF4-FFF2-40B4-BE49-F238E27FC236}">
                    <a16:creationId xmlns:a16="http://schemas.microsoft.com/office/drawing/2014/main" id="{5027B739-43BC-012B-F85C-5B9C60C54A33}"/>
                  </a:ext>
                </a:extLst>
              </p:cNvPr>
              <p:cNvGrpSpPr>
                <a:grpSpLocks/>
              </p:cNvGrpSpPr>
              <p:nvPr/>
            </p:nvGrpSpPr>
            <p:grpSpPr bwMode="auto">
              <a:xfrm>
                <a:off x="9122147" y="3619386"/>
                <a:ext cx="393690" cy="1049595"/>
                <a:chOff x="3130" y="3288"/>
                <a:chExt cx="410" cy="742"/>
              </a:xfrm>
            </p:grpSpPr>
            <p:sp>
              <p:nvSpPr>
                <p:cNvPr id="329" name="Line 270">
                  <a:extLst>
                    <a:ext uri="{FF2B5EF4-FFF2-40B4-BE49-F238E27FC236}">
                      <a16:creationId xmlns:a16="http://schemas.microsoft.com/office/drawing/2014/main" id="{8461E491-F4D0-A616-429C-8070E50B9577}"/>
                    </a:ext>
                  </a:extLst>
                </p:cNvPr>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330" name="Line 271">
                  <a:extLst>
                    <a:ext uri="{FF2B5EF4-FFF2-40B4-BE49-F238E27FC236}">
                      <a16:creationId xmlns:a16="http://schemas.microsoft.com/office/drawing/2014/main" id="{211FB7C5-6332-0238-876F-FF675822D88C}"/>
                    </a:ext>
                  </a:extLst>
                </p:cNvPr>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331" name="Line 272">
                  <a:extLst>
                    <a:ext uri="{FF2B5EF4-FFF2-40B4-BE49-F238E27FC236}">
                      <a16:creationId xmlns:a16="http://schemas.microsoft.com/office/drawing/2014/main" id="{6328799C-ECE5-D0D1-0FDE-1A1D0CBF2332}"/>
                    </a:ext>
                  </a:extLst>
                </p:cNvPr>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332" name="Line 273">
                  <a:extLst>
                    <a:ext uri="{FF2B5EF4-FFF2-40B4-BE49-F238E27FC236}">
                      <a16:creationId xmlns:a16="http://schemas.microsoft.com/office/drawing/2014/main" id="{71069CF5-4DC6-8B3E-47D0-8387A6ABAB05}"/>
                    </a:ext>
                  </a:extLst>
                </p:cNvPr>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333" name="Line 274">
                  <a:extLst>
                    <a:ext uri="{FF2B5EF4-FFF2-40B4-BE49-F238E27FC236}">
                      <a16:creationId xmlns:a16="http://schemas.microsoft.com/office/drawing/2014/main" id="{69F2D644-2A7D-B8A4-E277-9E1E135443B1}"/>
                    </a:ext>
                  </a:extLst>
                </p:cNvPr>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334" name="Line 275">
                  <a:extLst>
                    <a:ext uri="{FF2B5EF4-FFF2-40B4-BE49-F238E27FC236}">
                      <a16:creationId xmlns:a16="http://schemas.microsoft.com/office/drawing/2014/main" id="{6F96ECFE-6DE2-52E9-C441-0524FA9D8DE3}"/>
                    </a:ext>
                  </a:extLst>
                </p:cNvPr>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335" name="Line 276">
                  <a:extLst>
                    <a:ext uri="{FF2B5EF4-FFF2-40B4-BE49-F238E27FC236}">
                      <a16:creationId xmlns:a16="http://schemas.microsoft.com/office/drawing/2014/main" id="{FF7FF69C-348F-0006-EF77-ED7F0D4B0FA4}"/>
                    </a:ext>
                  </a:extLst>
                </p:cNvPr>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336" name="Line 277">
                  <a:extLst>
                    <a:ext uri="{FF2B5EF4-FFF2-40B4-BE49-F238E27FC236}">
                      <a16:creationId xmlns:a16="http://schemas.microsoft.com/office/drawing/2014/main" id="{F8A618A9-12A9-720B-4B5A-1E1EDB220E05}"/>
                    </a:ext>
                  </a:extLst>
                </p:cNvPr>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337" name="Line 278">
                  <a:extLst>
                    <a:ext uri="{FF2B5EF4-FFF2-40B4-BE49-F238E27FC236}">
                      <a16:creationId xmlns:a16="http://schemas.microsoft.com/office/drawing/2014/main" id="{73C2BD2C-F865-03DF-8D69-93C41E5617FB}"/>
                    </a:ext>
                  </a:extLst>
                </p:cNvPr>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338" name="Line 279">
                  <a:extLst>
                    <a:ext uri="{FF2B5EF4-FFF2-40B4-BE49-F238E27FC236}">
                      <a16:creationId xmlns:a16="http://schemas.microsoft.com/office/drawing/2014/main" id="{9EF8D1EC-49F0-B53E-B1F9-C7B387A4EF64}"/>
                    </a:ext>
                  </a:extLst>
                </p:cNvPr>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339" name="Line 280">
                  <a:extLst>
                    <a:ext uri="{FF2B5EF4-FFF2-40B4-BE49-F238E27FC236}">
                      <a16:creationId xmlns:a16="http://schemas.microsoft.com/office/drawing/2014/main" id="{D66DD6DE-7D2F-8752-D3C4-F25D9621D6FA}"/>
                    </a:ext>
                  </a:extLst>
                </p:cNvPr>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340" name="Line 281">
                  <a:extLst>
                    <a:ext uri="{FF2B5EF4-FFF2-40B4-BE49-F238E27FC236}">
                      <a16:creationId xmlns:a16="http://schemas.microsoft.com/office/drawing/2014/main" id="{22850826-9A04-E70E-ABA2-F01488428DCE}"/>
                    </a:ext>
                  </a:extLst>
                </p:cNvPr>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341" name="Line 282">
                  <a:extLst>
                    <a:ext uri="{FF2B5EF4-FFF2-40B4-BE49-F238E27FC236}">
                      <a16:creationId xmlns:a16="http://schemas.microsoft.com/office/drawing/2014/main" id="{B5E77FB9-747C-C0C6-D279-4D0847F6F247}"/>
                    </a:ext>
                  </a:extLst>
                </p:cNvPr>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342" name="Line 283">
                  <a:extLst>
                    <a:ext uri="{FF2B5EF4-FFF2-40B4-BE49-F238E27FC236}">
                      <a16:creationId xmlns:a16="http://schemas.microsoft.com/office/drawing/2014/main" id="{136FDC90-DE04-AC8D-3A5B-22346DCFB7E0}"/>
                    </a:ext>
                  </a:extLst>
                </p:cNvPr>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343" name="Line 284">
                  <a:extLst>
                    <a:ext uri="{FF2B5EF4-FFF2-40B4-BE49-F238E27FC236}">
                      <a16:creationId xmlns:a16="http://schemas.microsoft.com/office/drawing/2014/main" id="{669324A9-7187-D4E5-7014-65DAC4892384}"/>
                    </a:ext>
                  </a:extLst>
                </p:cNvPr>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grpSp>
          <p:grpSp>
            <p:nvGrpSpPr>
              <p:cNvPr id="278" name="Group 277">
                <a:extLst>
                  <a:ext uri="{FF2B5EF4-FFF2-40B4-BE49-F238E27FC236}">
                    <a16:creationId xmlns:a16="http://schemas.microsoft.com/office/drawing/2014/main" id="{4DBDBAF4-782D-11AD-B9EE-CC99B2E46F43}"/>
                  </a:ext>
                </a:extLst>
              </p:cNvPr>
              <p:cNvGrpSpPr/>
              <p:nvPr/>
            </p:nvGrpSpPr>
            <p:grpSpPr>
              <a:xfrm>
                <a:off x="8405402" y="3099042"/>
                <a:ext cx="527285" cy="593983"/>
                <a:chOff x="8328836" y="2202873"/>
                <a:chExt cx="527285" cy="593983"/>
              </a:xfrm>
            </p:grpSpPr>
            <p:pic>
              <p:nvPicPr>
                <p:cNvPr id="321" name="Picture 653" descr="iphone_stylized_small">
                  <a:extLst>
                    <a:ext uri="{FF2B5EF4-FFF2-40B4-BE49-F238E27FC236}">
                      <a16:creationId xmlns:a16="http://schemas.microsoft.com/office/drawing/2014/main" id="{0CEDBF35-09CC-2FCF-32E9-83B536175F3F}"/>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566432" y="2271663"/>
                  <a:ext cx="180509" cy="525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22" name="Group 850">
                  <a:extLst>
                    <a:ext uri="{FF2B5EF4-FFF2-40B4-BE49-F238E27FC236}">
                      <a16:creationId xmlns:a16="http://schemas.microsoft.com/office/drawing/2014/main" id="{D61BF8D7-A481-7440-C76D-9D337A0A22E3}"/>
                    </a:ext>
                  </a:extLst>
                </p:cNvPr>
                <p:cNvGrpSpPr>
                  <a:grpSpLocks/>
                </p:cNvGrpSpPr>
                <p:nvPr/>
              </p:nvGrpSpPr>
              <p:grpSpPr bwMode="auto">
                <a:xfrm>
                  <a:off x="8328836" y="2202873"/>
                  <a:ext cx="527285" cy="118466"/>
                  <a:chOff x="2199" y="955"/>
                  <a:chExt cx="2547" cy="506"/>
                </a:xfrm>
              </p:grpSpPr>
              <p:sp>
                <p:nvSpPr>
                  <p:cNvPr id="323" name="Freeform 851">
                    <a:extLst>
                      <a:ext uri="{FF2B5EF4-FFF2-40B4-BE49-F238E27FC236}">
                        <a16:creationId xmlns:a16="http://schemas.microsoft.com/office/drawing/2014/main" id="{3FDE547D-0E6E-A3B9-6D58-54DD941DBE93}"/>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324" name="Freeform 852">
                    <a:extLst>
                      <a:ext uri="{FF2B5EF4-FFF2-40B4-BE49-F238E27FC236}">
                        <a16:creationId xmlns:a16="http://schemas.microsoft.com/office/drawing/2014/main" id="{85DC8E98-828C-81C7-6E92-97285860B14F}"/>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325" name="Freeform 853">
                    <a:extLst>
                      <a:ext uri="{FF2B5EF4-FFF2-40B4-BE49-F238E27FC236}">
                        <a16:creationId xmlns:a16="http://schemas.microsoft.com/office/drawing/2014/main" id="{6681C96C-5316-AA89-7CFB-216284E1992E}"/>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326" name="Freeform 854">
                    <a:extLst>
                      <a:ext uri="{FF2B5EF4-FFF2-40B4-BE49-F238E27FC236}">
                        <a16:creationId xmlns:a16="http://schemas.microsoft.com/office/drawing/2014/main" id="{1C04CF8E-EAE6-DFC6-3C98-9987C7AA0081}"/>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327" name="Freeform 855">
                    <a:extLst>
                      <a:ext uri="{FF2B5EF4-FFF2-40B4-BE49-F238E27FC236}">
                        <a16:creationId xmlns:a16="http://schemas.microsoft.com/office/drawing/2014/main" id="{C5E50FDD-5011-310B-1201-810FF9D2F98A}"/>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328" name="Freeform 856">
                    <a:extLst>
                      <a:ext uri="{FF2B5EF4-FFF2-40B4-BE49-F238E27FC236}">
                        <a16:creationId xmlns:a16="http://schemas.microsoft.com/office/drawing/2014/main" id="{FB70EE00-72D6-52D9-58C1-8781BD370343}"/>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grpSp>
          </p:grpSp>
          <p:grpSp>
            <p:nvGrpSpPr>
              <p:cNvPr id="279" name="Group 278">
                <a:extLst>
                  <a:ext uri="{FF2B5EF4-FFF2-40B4-BE49-F238E27FC236}">
                    <a16:creationId xmlns:a16="http://schemas.microsoft.com/office/drawing/2014/main" id="{17E4F1DC-7749-731C-114D-7EF226810A77}"/>
                  </a:ext>
                </a:extLst>
              </p:cNvPr>
              <p:cNvGrpSpPr/>
              <p:nvPr/>
            </p:nvGrpSpPr>
            <p:grpSpPr>
              <a:xfrm>
                <a:off x="7891681" y="4024818"/>
                <a:ext cx="1120341" cy="347863"/>
                <a:chOff x="9561515" y="2748013"/>
                <a:chExt cx="1120341" cy="347863"/>
              </a:xfrm>
            </p:grpSpPr>
            <p:pic>
              <p:nvPicPr>
                <p:cNvPr id="312" name="Picture 603" descr="car_icon_small">
                  <a:extLst>
                    <a:ext uri="{FF2B5EF4-FFF2-40B4-BE49-F238E27FC236}">
                      <a16:creationId xmlns:a16="http://schemas.microsoft.com/office/drawing/2014/main" id="{FFFEE861-D98C-B922-74C3-5227B4810A5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561515" y="2826814"/>
                  <a:ext cx="1120341" cy="269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13" name="Group 850">
                  <a:extLst>
                    <a:ext uri="{FF2B5EF4-FFF2-40B4-BE49-F238E27FC236}">
                      <a16:creationId xmlns:a16="http://schemas.microsoft.com/office/drawing/2014/main" id="{0AF58504-7505-7C4E-2ABA-0C3BD9A34C98}"/>
                    </a:ext>
                  </a:extLst>
                </p:cNvPr>
                <p:cNvGrpSpPr>
                  <a:grpSpLocks/>
                </p:cNvGrpSpPr>
                <p:nvPr/>
              </p:nvGrpSpPr>
              <p:grpSpPr bwMode="auto">
                <a:xfrm>
                  <a:off x="9788587" y="2748013"/>
                  <a:ext cx="527285" cy="118466"/>
                  <a:chOff x="2199" y="955"/>
                  <a:chExt cx="2547" cy="506"/>
                </a:xfrm>
              </p:grpSpPr>
              <p:sp>
                <p:nvSpPr>
                  <p:cNvPr id="315" name="Freeform 851">
                    <a:extLst>
                      <a:ext uri="{FF2B5EF4-FFF2-40B4-BE49-F238E27FC236}">
                        <a16:creationId xmlns:a16="http://schemas.microsoft.com/office/drawing/2014/main" id="{F51ABC4D-6638-CBBB-B082-096E4AF200F2}"/>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316" name="Freeform 852">
                    <a:extLst>
                      <a:ext uri="{FF2B5EF4-FFF2-40B4-BE49-F238E27FC236}">
                        <a16:creationId xmlns:a16="http://schemas.microsoft.com/office/drawing/2014/main" id="{32EA887C-2D72-0126-30D4-22BBC9EE0D94}"/>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317" name="Freeform 853">
                    <a:extLst>
                      <a:ext uri="{FF2B5EF4-FFF2-40B4-BE49-F238E27FC236}">
                        <a16:creationId xmlns:a16="http://schemas.microsoft.com/office/drawing/2014/main" id="{A5EC6797-992C-AD77-BAEC-4F7F24C650A3}"/>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318" name="Freeform 854">
                    <a:extLst>
                      <a:ext uri="{FF2B5EF4-FFF2-40B4-BE49-F238E27FC236}">
                        <a16:creationId xmlns:a16="http://schemas.microsoft.com/office/drawing/2014/main" id="{C2BDEFE2-3369-996F-95F1-F980B9599FE3}"/>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319" name="Freeform 855">
                    <a:extLst>
                      <a:ext uri="{FF2B5EF4-FFF2-40B4-BE49-F238E27FC236}">
                        <a16:creationId xmlns:a16="http://schemas.microsoft.com/office/drawing/2014/main" id="{7F94A831-2055-8FEC-0142-C597C78ABDC0}"/>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320" name="Freeform 856">
                    <a:extLst>
                      <a:ext uri="{FF2B5EF4-FFF2-40B4-BE49-F238E27FC236}">
                        <a16:creationId xmlns:a16="http://schemas.microsoft.com/office/drawing/2014/main" id="{E5374F57-50DD-3FDE-C875-D34BEDEF9654}"/>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grpSp>
            <p:cxnSp>
              <p:nvCxnSpPr>
                <p:cNvPr id="314" name="Straight Connector 313">
                  <a:extLst>
                    <a:ext uri="{FF2B5EF4-FFF2-40B4-BE49-F238E27FC236}">
                      <a16:creationId xmlns:a16="http://schemas.microsoft.com/office/drawing/2014/main" id="{46EEB4B5-D461-0F68-DB4F-60ECA6E57276}"/>
                    </a:ext>
                  </a:extLst>
                </p:cNvPr>
                <p:cNvCxnSpPr/>
                <p:nvPr/>
              </p:nvCxnSpPr>
              <p:spPr>
                <a:xfrm>
                  <a:off x="10032156" y="2798664"/>
                  <a:ext cx="31623" cy="13689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80" name="Group 279">
                <a:extLst>
                  <a:ext uri="{FF2B5EF4-FFF2-40B4-BE49-F238E27FC236}">
                    <a16:creationId xmlns:a16="http://schemas.microsoft.com/office/drawing/2014/main" id="{80105DC2-3DA5-CE24-C04A-EECC97CCCA7D}"/>
                  </a:ext>
                </a:extLst>
              </p:cNvPr>
              <p:cNvGrpSpPr/>
              <p:nvPr/>
            </p:nvGrpSpPr>
            <p:grpSpPr>
              <a:xfrm>
                <a:off x="9731765" y="3463179"/>
                <a:ext cx="502369" cy="512348"/>
                <a:chOff x="7341491" y="2307905"/>
                <a:chExt cx="509280" cy="439573"/>
              </a:xfrm>
            </p:grpSpPr>
            <p:grpSp>
              <p:nvGrpSpPr>
                <p:cNvPr id="281" name="Group 280">
                  <a:extLst>
                    <a:ext uri="{FF2B5EF4-FFF2-40B4-BE49-F238E27FC236}">
                      <a16:creationId xmlns:a16="http://schemas.microsoft.com/office/drawing/2014/main" id="{1DDCEEF9-3822-3E8A-A2A4-1E358394FF4D}"/>
                    </a:ext>
                  </a:extLst>
                </p:cNvPr>
                <p:cNvGrpSpPr/>
                <p:nvPr/>
              </p:nvGrpSpPr>
              <p:grpSpPr>
                <a:xfrm>
                  <a:off x="7341491" y="2426725"/>
                  <a:ext cx="509280" cy="320753"/>
                  <a:chOff x="7458407" y="2414528"/>
                  <a:chExt cx="509280" cy="320753"/>
                </a:xfrm>
              </p:grpSpPr>
              <p:pic>
                <p:nvPicPr>
                  <p:cNvPr id="290" name="Picture 1018" descr="laptop_keyboard">
                    <a:extLst>
                      <a:ext uri="{FF2B5EF4-FFF2-40B4-BE49-F238E27FC236}">
                        <a16:creationId xmlns:a16="http://schemas.microsoft.com/office/drawing/2014/main" id="{BB85B45C-0429-3168-AC41-8A0A2B28B10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1" name="Freeform 1019">
                    <a:extLst>
                      <a:ext uri="{FF2B5EF4-FFF2-40B4-BE49-F238E27FC236}">
                        <a16:creationId xmlns:a16="http://schemas.microsoft.com/office/drawing/2014/main" id="{71A58F8A-A0B3-194D-CDD7-968E2EDD57E1}"/>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pic>
                <p:nvPicPr>
                  <p:cNvPr id="292" name="Picture 1020" descr="screen">
                    <a:extLst>
                      <a:ext uri="{FF2B5EF4-FFF2-40B4-BE49-F238E27FC236}">
                        <a16:creationId xmlns:a16="http://schemas.microsoft.com/office/drawing/2014/main" id="{765119E0-D1F2-EFEF-9537-883158033896}"/>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3" name="Freeform 1021">
                    <a:extLst>
                      <a:ext uri="{FF2B5EF4-FFF2-40B4-BE49-F238E27FC236}">
                        <a16:creationId xmlns:a16="http://schemas.microsoft.com/office/drawing/2014/main" id="{7DFA952D-985D-4237-1543-51CFEFC18C10}"/>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294" name="Freeform 1022">
                    <a:extLst>
                      <a:ext uri="{FF2B5EF4-FFF2-40B4-BE49-F238E27FC236}">
                        <a16:creationId xmlns:a16="http://schemas.microsoft.com/office/drawing/2014/main" id="{13A1B7C7-9B63-75AF-4097-4E29DF42C597}"/>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295" name="Freeform 1023">
                    <a:extLst>
                      <a:ext uri="{FF2B5EF4-FFF2-40B4-BE49-F238E27FC236}">
                        <a16:creationId xmlns:a16="http://schemas.microsoft.com/office/drawing/2014/main" id="{968FEEE1-8499-8C3F-6EF3-3EC20C2A0C69}"/>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296" name="Freeform 1024">
                    <a:extLst>
                      <a:ext uri="{FF2B5EF4-FFF2-40B4-BE49-F238E27FC236}">
                        <a16:creationId xmlns:a16="http://schemas.microsoft.com/office/drawing/2014/main" id="{2E899CA8-8ED5-3EEC-2153-46217C8AB154}"/>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297" name="Freeform 1025">
                    <a:extLst>
                      <a:ext uri="{FF2B5EF4-FFF2-40B4-BE49-F238E27FC236}">
                        <a16:creationId xmlns:a16="http://schemas.microsoft.com/office/drawing/2014/main" id="{C0841307-10F8-6045-D660-BC19426FC214}"/>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298" name="Freeform 1026">
                    <a:extLst>
                      <a:ext uri="{FF2B5EF4-FFF2-40B4-BE49-F238E27FC236}">
                        <a16:creationId xmlns:a16="http://schemas.microsoft.com/office/drawing/2014/main" id="{93429505-B6E0-4356-5BFC-426D1E1312C4}"/>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grpSp>
                <p:nvGrpSpPr>
                  <p:cNvPr id="299" name="Group 1027">
                    <a:extLst>
                      <a:ext uri="{FF2B5EF4-FFF2-40B4-BE49-F238E27FC236}">
                        <a16:creationId xmlns:a16="http://schemas.microsoft.com/office/drawing/2014/main" id="{119315A3-5BCC-7A19-0EA8-A7A40B1F71CF}"/>
                      </a:ext>
                    </a:extLst>
                  </p:cNvPr>
                  <p:cNvGrpSpPr>
                    <a:grpSpLocks/>
                  </p:cNvGrpSpPr>
                  <p:nvPr/>
                </p:nvGrpSpPr>
                <p:grpSpPr bwMode="auto">
                  <a:xfrm>
                    <a:off x="7594735" y="2642220"/>
                    <a:ext cx="98740" cy="36846"/>
                    <a:chOff x="1740" y="2642"/>
                    <a:chExt cx="752" cy="327"/>
                  </a:xfrm>
                </p:grpSpPr>
                <p:sp>
                  <p:nvSpPr>
                    <p:cNvPr id="306" name="Freeform 1028">
                      <a:extLst>
                        <a:ext uri="{FF2B5EF4-FFF2-40B4-BE49-F238E27FC236}">
                          <a16:creationId xmlns:a16="http://schemas.microsoft.com/office/drawing/2014/main" id="{A8ECC31D-4B3C-307A-1AB6-D6CCCB662D69}"/>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307" name="Freeform 1029">
                      <a:extLst>
                        <a:ext uri="{FF2B5EF4-FFF2-40B4-BE49-F238E27FC236}">
                          <a16:creationId xmlns:a16="http://schemas.microsoft.com/office/drawing/2014/main" id="{F584D951-CDE9-6F00-0001-17773C798236}"/>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308" name="Freeform 1030">
                      <a:extLst>
                        <a:ext uri="{FF2B5EF4-FFF2-40B4-BE49-F238E27FC236}">
                          <a16:creationId xmlns:a16="http://schemas.microsoft.com/office/drawing/2014/main" id="{5315E3D3-E642-C706-3F9E-60A1F7C34130}"/>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309" name="Freeform 1031">
                      <a:extLst>
                        <a:ext uri="{FF2B5EF4-FFF2-40B4-BE49-F238E27FC236}">
                          <a16:creationId xmlns:a16="http://schemas.microsoft.com/office/drawing/2014/main" id="{E5E36F42-CFC4-3C59-6E22-369A937F7A5E}"/>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310" name="Freeform 1032">
                      <a:extLst>
                        <a:ext uri="{FF2B5EF4-FFF2-40B4-BE49-F238E27FC236}">
                          <a16:creationId xmlns:a16="http://schemas.microsoft.com/office/drawing/2014/main" id="{E1A2B472-DA62-FE19-FC8F-D4857B9292BB}"/>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311" name="Freeform 1033">
                      <a:extLst>
                        <a:ext uri="{FF2B5EF4-FFF2-40B4-BE49-F238E27FC236}">
                          <a16:creationId xmlns:a16="http://schemas.microsoft.com/office/drawing/2014/main" id="{7839F121-C182-5C3F-AD24-E1F5925C69F5}"/>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grpSp>
              <p:sp>
                <p:nvSpPr>
                  <p:cNvPr id="300" name="Freeform 1034">
                    <a:extLst>
                      <a:ext uri="{FF2B5EF4-FFF2-40B4-BE49-F238E27FC236}">
                        <a16:creationId xmlns:a16="http://schemas.microsoft.com/office/drawing/2014/main" id="{12F3A71D-FE1E-5572-1686-B2438261413C}"/>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301" name="Freeform 1035">
                    <a:extLst>
                      <a:ext uri="{FF2B5EF4-FFF2-40B4-BE49-F238E27FC236}">
                        <a16:creationId xmlns:a16="http://schemas.microsoft.com/office/drawing/2014/main" id="{8AAAB51C-BB7B-7DFA-744D-50C53BD4FB1A}"/>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302" name="Freeform 1036">
                    <a:extLst>
                      <a:ext uri="{FF2B5EF4-FFF2-40B4-BE49-F238E27FC236}">
                        <a16:creationId xmlns:a16="http://schemas.microsoft.com/office/drawing/2014/main" id="{68BE4E6C-D039-E591-75BA-D62F017839CA}"/>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303" name="Freeform 1037">
                    <a:extLst>
                      <a:ext uri="{FF2B5EF4-FFF2-40B4-BE49-F238E27FC236}">
                        <a16:creationId xmlns:a16="http://schemas.microsoft.com/office/drawing/2014/main" id="{0031D03E-07DB-41D9-D6A0-46BDA64A5615}"/>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304" name="Freeform 1038">
                    <a:extLst>
                      <a:ext uri="{FF2B5EF4-FFF2-40B4-BE49-F238E27FC236}">
                        <a16:creationId xmlns:a16="http://schemas.microsoft.com/office/drawing/2014/main" id="{9496AF46-3ED3-C5C0-F91A-67D6EFB0818B}"/>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305" name="Freeform 1039">
                    <a:extLst>
                      <a:ext uri="{FF2B5EF4-FFF2-40B4-BE49-F238E27FC236}">
                        <a16:creationId xmlns:a16="http://schemas.microsoft.com/office/drawing/2014/main" id="{397F00CE-440E-520D-5044-25156031D6D9}"/>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grpSp>
            <p:grpSp>
              <p:nvGrpSpPr>
                <p:cNvPr id="282" name="Group 850">
                  <a:extLst>
                    <a:ext uri="{FF2B5EF4-FFF2-40B4-BE49-F238E27FC236}">
                      <a16:creationId xmlns:a16="http://schemas.microsoft.com/office/drawing/2014/main" id="{3C7F7B63-8A3A-2AC4-E7E0-DCDD2B32FC32}"/>
                    </a:ext>
                  </a:extLst>
                </p:cNvPr>
                <p:cNvGrpSpPr>
                  <a:grpSpLocks/>
                </p:cNvGrpSpPr>
                <p:nvPr/>
              </p:nvGrpSpPr>
              <p:grpSpPr bwMode="auto">
                <a:xfrm>
                  <a:off x="7408527" y="2307905"/>
                  <a:ext cx="399726" cy="74090"/>
                  <a:chOff x="2199" y="955"/>
                  <a:chExt cx="2547" cy="506"/>
                </a:xfrm>
              </p:grpSpPr>
              <p:sp>
                <p:nvSpPr>
                  <p:cNvPr id="284" name="Freeform 851">
                    <a:extLst>
                      <a:ext uri="{FF2B5EF4-FFF2-40B4-BE49-F238E27FC236}">
                        <a16:creationId xmlns:a16="http://schemas.microsoft.com/office/drawing/2014/main" id="{F060E0E8-0BDE-31E0-05CE-3F99AF99EA4E}"/>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285" name="Freeform 852">
                    <a:extLst>
                      <a:ext uri="{FF2B5EF4-FFF2-40B4-BE49-F238E27FC236}">
                        <a16:creationId xmlns:a16="http://schemas.microsoft.com/office/drawing/2014/main" id="{F9AE37DB-7979-6A98-A9ED-B545E9167028}"/>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286" name="Freeform 853">
                    <a:extLst>
                      <a:ext uri="{FF2B5EF4-FFF2-40B4-BE49-F238E27FC236}">
                        <a16:creationId xmlns:a16="http://schemas.microsoft.com/office/drawing/2014/main" id="{39EC25BB-2890-EC00-D1AE-E88D192C1689}"/>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287" name="Freeform 854">
                    <a:extLst>
                      <a:ext uri="{FF2B5EF4-FFF2-40B4-BE49-F238E27FC236}">
                        <a16:creationId xmlns:a16="http://schemas.microsoft.com/office/drawing/2014/main" id="{B176A865-8325-27FC-6750-8DEF11AAB504}"/>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288" name="Freeform 855">
                    <a:extLst>
                      <a:ext uri="{FF2B5EF4-FFF2-40B4-BE49-F238E27FC236}">
                        <a16:creationId xmlns:a16="http://schemas.microsoft.com/office/drawing/2014/main" id="{5B29CE4B-9818-09B4-A055-6AFF1297BD85}"/>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289" name="Freeform 856">
                    <a:extLst>
                      <a:ext uri="{FF2B5EF4-FFF2-40B4-BE49-F238E27FC236}">
                        <a16:creationId xmlns:a16="http://schemas.microsoft.com/office/drawing/2014/main" id="{ADD386F1-2636-15FA-D444-3B892B25E2B4}"/>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grpSp>
            <p:cxnSp>
              <p:nvCxnSpPr>
                <p:cNvPr id="283" name="Straight Connector 282">
                  <a:extLst>
                    <a:ext uri="{FF2B5EF4-FFF2-40B4-BE49-F238E27FC236}">
                      <a16:creationId xmlns:a16="http://schemas.microsoft.com/office/drawing/2014/main" id="{5111755B-5E31-39BE-E4CD-EB5BE305AFB3}"/>
                    </a:ext>
                  </a:extLst>
                </p:cNvPr>
                <p:cNvCxnSpPr>
                  <a:cxnSpLocks/>
                </p:cNvCxnSpPr>
                <p:nvPr/>
              </p:nvCxnSpPr>
              <p:spPr>
                <a:xfrm flipH="1">
                  <a:off x="7594314" y="2366481"/>
                  <a:ext cx="39385" cy="702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74" name="Text Box 5">
              <a:extLst>
                <a:ext uri="{FF2B5EF4-FFF2-40B4-BE49-F238E27FC236}">
                  <a16:creationId xmlns:a16="http://schemas.microsoft.com/office/drawing/2014/main" id="{A09F5091-0272-747B-1B23-E299F9410965}"/>
                </a:ext>
              </a:extLst>
            </p:cNvPr>
            <p:cNvSpPr txBox="1">
              <a:spLocks noChangeArrowheads="1"/>
            </p:cNvSpPr>
            <p:nvPr/>
          </p:nvSpPr>
          <p:spPr bwMode="auto">
            <a:xfrm>
              <a:off x="3084295" y="6092086"/>
              <a:ext cx="1872116" cy="30348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ＭＳ Ｐゴシック" charset="0"/>
                  <a:cs typeface="+mn-cs"/>
                </a:rPr>
                <a:t>shared radio: 4G/5G</a:t>
              </a:r>
            </a:p>
          </p:txBody>
        </p:sp>
      </p:grpSp>
      <p:sp>
        <p:nvSpPr>
          <p:cNvPr id="12" name="TextBox 11">
            <a:extLst>
              <a:ext uri="{FF2B5EF4-FFF2-40B4-BE49-F238E27FC236}">
                <a16:creationId xmlns:a16="http://schemas.microsoft.com/office/drawing/2014/main" id="{6CA03EDC-36AE-02F4-92A0-47C795D43BB3}"/>
              </a:ext>
            </a:extLst>
          </p:cNvPr>
          <p:cNvSpPr txBox="1"/>
          <p:nvPr/>
        </p:nvSpPr>
        <p:spPr>
          <a:xfrm>
            <a:off x="414343" y="4140987"/>
            <a:ext cx="5322423" cy="1490664"/>
          </a:xfrm>
          <a:prstGeom prst="rect">
            <a:avLst/>
          </a:prstGeom>
          <a:noFill/>
        </p:spPr>
        <p:txBody>
          <a:bodyPr wrap="square">
            <a:spAutoFit/>
          </a:bodyPr>
          <a:lstStyle/>
          <a:p>
            <a:pPr>
              <a:lnSpc>
                <a:spcPct val="115000"/>
              </a:lnSpc>
            </a:pPr>
            <a:r>
              <a:rPr lang="en-US" sz="2000" b="1" i="1" u="sng" dirty="0">
                <a:solidFill>
                  <a:srgbClr val="C00000"/>
                </a:solidFill>
                <a:ea typeface="Roboto"/>
                <a:cs typeface="Roboto"/>
                <a:sym typeface="Roboto"/>
              </a:rPr>
              <a:t>Q:</a:t>
            </a:r>
            <a:r>
              <a:rPr lang="en-US" sz="2000" b="1" i="1" dirty="0">
                <a:solidFill>
                  <a:srgbClr val="C00000"/>
                </a:solidFill>
                <a:ea typeface="Roboto"/>
                <a:cs typeface="Roboto"/>
                <a:sym typeface="Roboto"/>
              </a:rPr>
              <a:t> </a:t>
            </a:r>
            <a:r>
              <a:rPr lang="en-US" sz="2000" i="1" dirty="0">
                <a:ea typeface="Roboto"/>
                <a:cs typeface="Roboto"/>
                <a:sym typeface="Roboto"/>
              </a:rPr>
              <a:t>How can multiple nodes share one channel without collisions?</a:t>
            </a:r>
            <a:endParaRPr lang="en-US" sz="2000" dirty="0">
              <a:ea typeface="Roboto"/>
              <a:cs typeface="Roboto"/>
              <a:sym typeface="Roboto"/>
            </a:endParaRPr>
          </a:p>
          <a:p>
            <a:pPr>
              <a:lnSpc>
                <a:spcPct val="115000"/>
              </a:lnSpc>
            </a:pPr>
            <a:r>
              <a:rPr lang="en-US" sz="2000" b="1" i="1" u="sng" dirty="0">
                <a:solidFill>
                  <a:srgbClr val="C00000"/>
                </a:solidFill>
                <a:ea typeface="Roboto"/>
                <a:cs typeface="Roboto"/>
                <a:sym typeface="Roboto"/>
              </a:rPr>
              <a:t>A:</a:t>
            </a:r>
            <a:r>
              <a:rPr lang="en-US" sz="2000" b="1" i="1" dirty="0">
                <a:solidFill>
                  <a:srgbClr val="C00000"/>
                </a:solidFill>
                <a:ea typeface="Roboto"/>
                <a:cs typeface="Roboto"/>
                <a:sym typeface="Roboto"/>
              </a:rPr>
              <a:t> Multiple Access Protocol </a:t>
            </a:r>
            <a:r>
              <a:rPr lang="en-US" sz="2000" dirty="0">
                <a:solidFill>
                  <a:schemeClr val="dk1"/>
                </a:solidFill>
                <a:ea typeface="Roboto"/>
                <a:cs typeface="Roboto"/>
                <a:sym typeface="Wingdings" panose="05000000000000000000" pitchFamily="2" charset="2"/>
              </a:rPr>
              <a:t> allocates the shared media to everyone wanting to use it</a:t>
            </a:r>
            <a:endParaRPr lang="en-US" sz="2000" dirty="0">
              <a:solidFill>
                <a:schemeClr val="dk1"/>
              </a:solidFill>
              <a:ea typeface="Roboto"/>
              <a:cs typeface="Roboto"/>
              <a:sym typeface="Roboto"/>
            </a:endParaRPr>
          </a:p>
        </p:txBody>
      </p:sp>
    </p:spTree>
    <p:extLst>
      <p:ext uri="{BB962C8B-B14F-4D97-AF65-F5344CB8AC3E}">
        <p14:creationId xmlns:p14="http://schemas.microsoft.com/office/powerpoint/2010/main" val="1996930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48"/>
                                        </p:tgtEl>
                                        <p:attrNameLst>
                                          <p:attrName>style.visibility</p:attrName>
                                        </p:attrNameLst>
                                      </p:cBhvr>
                                      <p:to>
                                        <p:strVal val="visible"/>
                                      </p:to>
                                    </p:set>
                                    <p:animEffect transition="in" filter="dissolve">
                                      <p:cBhvr>
                                        <p:cTn id="7" dur="500"/>
                                        <p:tgtEl>
                                          <p:spTgt spid="24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72"/>
                                        </p:tgtEl>
                                        <p:attrNameLst>
                                          <p:attrName>style.visibility</p:attrName>
                                        </p:attrNameLst>
                                      </p:cBhvr>
                                      <p:to>
                                        <p:strVal val="visible"/>
                                      </p:to>
                                    </p:set>
                                    <p:animEffect transition="in" filter="dissolve">
                                      <p:cBhvr>
                                        <p:cTn id="12" dur="500"/>
                                        <p:tgtEl>
                                          <p:spTgt spid="27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12"/>
                                        </p:tgtEl>
                                        <p:attrNameLst>
                                          <p:attrName>style.visibility</p:attrName>
                                        </p:attrNameLst>
                                      </p:cBhvr>
                                      <p:to>
                                        <p:strVal val="visible"/>
                                      </p:to>
                                    </p:set>
                                    <p:animEffect transition="in" filter="dissolve">
                                      <p:cBhvr>
                                        <p:cTn id="17" dur="500"/>
                                        <p:tgtEl>
                                          <p:spTgt spid="11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61"/>
                                        </p:tgtEl>
                                        <p:attrNameLst>
                                          <p:attrName>style.visibility</p:attrName>
                                        </p:attrNameLst>
                                      </p:cBhvr>
                                      <p:to>
                                        <p:strVal val="visible"/>
                                      </p:to>
                                    </p:set>
                                    <p:animEffect transition="in" filter="dissolve">
                                      <p:cBhvr>
                                        <p:cTn id="22" dur="500"/>
                                        <p:tgtEl>
                                          <p:spTgt spid="61"/>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09"/>
                                        </p:tgtEl>
                                        <p:attrNameLst>
                                          <p:attrName>style.visibility</p:attrName>
                                        </p:attrNameLst>
                                      </p:cBhvr>
                                      <p:to>
                                        <p:strVal val="visible"/>
                                      </p:to>
                                    </p:set>
                                    <p:animEffect transition="in" filter="dissolve">
                                      <p:cBhvr>
                                        <p:cTn id="27" dur="5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E8740-0969-7567-6895-067952CBA395}"/>
            </a:ext>
          </a:extLst>
        </p:cNvPr>
        <p:cNvGrpSpPr/>
        <p:nvPr/>
      </p:nvGrpSpPr>
      <p:grpSpPr>
        <a:xfrm>
          <a:off x="0" y="0"/>
          <a:ext cx="0" cy="0"/>
          <a:chOff x="0" y="0"/>
          <a:chExt cx="0" cy="0"/>
        </a:xfrm>
      </p:grpSpPr>
      <p:sp>
        <p:nvSpPr>
          <p:cNvPr id="2" name="Title 5">
            <a:extLst>
              <a:ext uri="{FF2B5EF4-FFF2-40B4-BE49-F238E27FC236}">
                <a16:creationId xmlns:a16="http://schemas.microsoft.com/office/drawing/2014/main" id="{C9847D88-B732-CB60-5EDE-AE822B5CD221}"/>
              </a:ext>
            </a:extLst>
          </p:cNvPr>
          <p:cNvSpPr txBox="1">
            <a:spLocks/>
          </p:cNvSpPr>
          <p:nvPr/>
        </p:nvSpPr>
        <p:spPr>
          <a:xfrm>
            <a:off x="804793" y="190760"/>
            <a:ext cx="11179629" cy="7368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t>Multiple Access Protocols (1/3) - Multiplexing</a:t>
            </a:r>
            <a:endParaRPr lang="en-US" dirty="0"/>
          </a:p>
        </p:txBody>
      </p:sp>
      <p:sp>
        <p:nvSpPr>
          <p:cNvPr id="4" name="TextBox 3">
            <a:extLst>
              <a:ext uri="{FF2B5EF4-FFF2-40B4-BE49-F238E27FC236}">
                <a16:creationId xmlns:a16="http://schemas.microsoft.com/office/drawing/2014/main" id="{A8A2FFDF-1B1C-2577-43C4-32D9A574212A}"/>
              </a:ext>
            </a:extLst>
          </p:cNvPr>
          <p:cNvSpPr txBox="1"/>
          <p:nvPr/>
        </p:nvSpPr>
        <p:spPr>
          <a:xfrm>
            <a:off x="804792" y="1195337"/>
            <a:ext cx="9512687" cy="1169551"/>
          </a:xfrm>
          <a:prstGeom prst="rect">
            <a:avLst/>
          </a:prstGeom>
          <a:noFill/>
        </p:spPr>
        <p:txBody>
          <a:bodyPr wrap="square">
            <a:spAutoFit/>
          </a:bodyPr>
          <a:lstStyle/>
          <a:p>
            <a:pPr marL="0" lvl="0" indent="0" algn="l" rtl="0">
              <a:spcBef>
                <a:spcPts val="600"/>
              </a:spcBef>
              <a:spcAft>
                <a:spcPts val="0"/>
              </a:spcAft>
              <a:buNone/>
            </a:pPr>
            <a:r>
              <a:rPr lang="en-US" sz="2000" dirty="0"/>
              <a:t>A </a:t>
            </a:r>
            <a:r>
              <a:rPr lang="en-US" sz="2000" b="1" dirty="0"/>
              <a:t>multiple access protocol</a:t>
            </a:r>
            <a:r>
              <a:rPr lang="en-US" sz="2000" dirty="0"/>
              <a:t> allocates the shared media to everyone wanting to use it</a:t>
            </a:r>
          </a:p>
          <a:p>
            <a:pPr marL="285750" lvl="0" indent="-285750" algn="l" rtl="0">
              <a:spcBef>
                <a:spcPts val="600"/>
              </a:spcBef>
              <a:spcAft>
                <a:spcPts val="0"/>
              </a:spcAft>
              <a:buFont typeface="Arial" panose="020B0604020202020204" pitchFamily="34" charset="0"/>
              <a:buChar char="•"/>
            </a:pPr>
            <a:r>
              <a:rPr lang="en-US" sz="2000" dirty="0"/>
              <a:t>3 types of approaches</a:t>
            </a:r>
          </a:p>
          <a:p>
            <a:pPr marL="285750" lvl="0" indent="-285750" algn="l" rtl="0">
              <a:spcBef>
                <a:spcPts val="600"/>
              </a:spcBef>
              <a:spcAft>
                <a:spcPts val="0"/>
              </a:spcAft>
              <a:buFont typeface="Arial" panose="020B0604020202020204" pitchFamily="34" charset="0"/>
              <a:buChar char="•"/>
            </a:pPr>
            <a:r>
              <a:rPr lang="en-US" sz="2000" dirty="0"/>
              <a:t>Several protocols of each type</a:t>
            </a:r>
          </a:p>
        </p:txBody>
      </p:sp>
      <p:grpSp>
        <p:nvGrpSpPr>
          <p:cNvPr id="26" name="Group 25">
            <a:extLst>
              <a:ext uri="{FF2B5EF4-FFF2-40B4-BE49-F238E27FC236}">
                <a16:creationId xmlns:a16="http://schemas.microsoft.com/office/drawing/2014/main" id="{8D402AAA-794C-821B-862C-B9285812D27E}"/>
              </a:ext>
            </a:extLst>
          </p:cNvPr>
          <p:cNvGrpSpPr/>
          <p:nvPr/>
        </p:nvGrpSpPr>
        <p:grpSpPr>
          <a:xfrm>
            <a:off x="1938818" y="4642013"/>
            <a:ext cx="8314363" cy="2102561"/>
            <a:chOff x="1816924" y="3641475"/>
            <a:chExt cx="5489951" cy="1350300"/>
          </a:xfrm>
        </p:grpSpPr>
        <p:sp>
          <p:nvSpPr>
            <p:cNvPr id="5" name="Google Shape;315;p31">
              <a:extLst>
                <a:ext uri="{FF2B5EF4-FFF2-40B4-BE49-F238E27FC236}">
                  <a16:creationId xmlns:a16="http://schemas.microsoft.com/office/drawing/2014/main" id="{AB9EF7D5-E9CC-1482-8947-A5D167E88FC1}"/>
                </a:ext>
              </a:extLst>
            </p:cNvPr>
            <p:cNvSpPr/>
            <p:nvPr/>
          </p:nvSpPr>
          <p:spPr>
            <a:xfrm>
              <a:off x="6393375" y="4728075"/>
              <a:ext cx="913500" cy="2637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CSMA/CD</a:t>
              </a:r>
              <a:endParaRPr>
                <a:latin typeface="Roboto"/>
                <a:ea typeface="Roboto"/>
                <a:cs typeface="Roboto"/>
                <a:sym typeface="Roboto"/>
              </a:endParaRPr>
            </a:p>
          </p:txBody>
        </p:sp>
        <p:sp>
          <p:nvSpPr>
            <p:cNvPr id="6" name="Google Shape;316;p31">
              <a:extLst>
                <a:ext uri="{FF2B5EF4-FFF2-40B4-BE49-F238E27FC236}">
                  <a16:creationId xmlns:a16="http://schemas.microsoft.com/office/drawing/2014/main" id="{9EAA7BE2-F3DE-F8AA-0BCF-13D9DA39D69D}"/>
                </a:ext>
              </a:extLst>
            </p:cNvPr>
            <p:cNvSpPr/>
            <p:nvPr/>
          </p:nvSpPr>
          <p:spPr>
            <a:xfrm>
              <a:off x="5712975" y="4728075"/>
              <a:ext cx="588600" cy="2637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CSMA</a:t>
              </a:r>
              <a:endParaRPr>
                <a:latin typeface="Roboto"/>
                <a:ea typeface="Roboto"/>
                <a:cs typeface="Roboto"/>
                <a:sym typeface="Roboto"/>
              </a:endParaRPr>
            </a:p>
          </p:txBody>
        </p:sp>
        <p:sp>
          <p:nvSpPr>
            <p:cNvPr id="7" name="Google Shape;317;p31">
              <a:extLst>
                <a:ext uri="{FF2B5EF4-FFF2-40B4-BE49-F238E27FC236}">
                  <a16:creationId xmlns:a16="http://schemas.microsoft.com/office/drawing/2014/main" id="{5FB424E8-32DD-E40F-1561-C552950DB5E7}"/>
                </a:ext>
              </a:extLst>
            </p:cNvPr>
            <p:cNvSpPr/>
            <p:nvPr/>
          </p:nvSpPr>
          <p:spPr>
            <a:xfrm>
              <a:off x="4917400" y="4728075"/>
              <a:ext cx="685500" cy="2637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ALOHA</a:t>
              </a:r>
              <a:endParaRPr>
                <a:latin typeface="Roboto"/>
                <a:ea typeface="Roboto"/>
                <a:cs typeface="Roboto"/>
                <a:sym typeface="Roboto"/>
              </a:endParaRPr>
            </a:p>
          </p:txBody>
        </p:sp>
        <p:sp>
          <p:nvSpPr>
            <p:cNvPr id="8" name="Google Shape;318;p31">
              <a:extLst>
                <a:ext uri="{FF2B5EF4-FFF2-40B4-BE49-F238E27FC236}">
                  <a16:creationId xmlns:a16="http://schemas.microsoft.com/office/drawing/2014/main" id="{14386864-E621-3C7F-843B-8950174F70FC}"/>
                </a:ext>
              </a:extLst>
            </p:cNvPr>
            <p:cNvSpPr/>
            <p:nvPr/>
          </p:nvSpPr>
          <p:spPr>
            <a:xfrm>
              <a:off x="4153500" y="4728075"/>
              <a:ext cx="659700" cy="2637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Tokens</a:t>
              </a:r>
              <a:endParaRPr>
                <a:latin typeface="Roboto"/>
                <a:ea typeface="Roboto"/>
                <a:cs typeface="Roboto"/>
                <a:sym typeface="Roboto"/>
              </a:endParaRPr>
            </a:p>
          </p:txBody>
        </p:sp>
        <p:sp>
          <p:nvSpPr>
            <p:cNvPr id="9" name="Google Shape;319;p31">
              <a:extLst>
                <a:ext uri="{FF2B5EF4-FFF2-40B4-BE49-F238E27FC236}">
                  <a16:creationId xmlns:a16="http://schemas.microsoft.com/office/drawing/2014/main" id="{00D6D340-EDF0-5467-2C87-5C3BB7D8983B}"/>
                </a:ext>
              </a:extLst>
            </p:cNvPr>
            <p:cNvSpPr/>
            <p:nvPr/>
          </p:nvSpPr>
          <p:spPr>
            <a:xfrm>
              <a:off x="3391500" y="4728075"/>
              <a:ext cx="659700" cy="2637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Polling</a:t>
              </a:r>
              <a:endParaRPr>
                <a:latin typeface="Roboto"/>
                <a:ea typeface="Roboto"/>
                <a:cs typeface="Roboto"/>
                <a:sym typeface="Roboto"/>
              </a:endParaRPr>
            </a:p>
          </p:txBody>
        </p:sp>
        <p:cxnSp>
          <p:nvCxnSpPr>
            <p:cNvPr id="10" name="Google Shape;322;p31">
              <a:extLst>
                <a:ext uri="{FF2B5EF4-FFF2-40B4-BE49-F238E27FC236}">
                  <a16:creationId xmlns:a16="http://schemas.microsoft.com/office/drawing/2014/main" id="{0DB3B6FF-EFF5-A3B7-3EFF-319D9A2C8C6B}"/>
                </a:ext>
              </a:extLst>
            </p:cNvPr>
            <p:cNvCxnSpPr>
              <a:stCxn id="19" idx="2"/>
            </p:cNvCxnSpPr>
            <p:nvPr/>
          </p:nvCxnSpPr>
          <p:spPr>
            <a:xfrm>
              <a:off x="4102425" y="3905175"/>
              <a:ext cx="0" cy="277800"/>
            </a:xfrm>
            <a:prstGeom prst="straightConnector1">
              <a:avLst/>
            </a:prstGeom>
            <a:noFill/>
            <a:ln w="9525" cap="flat" cmpd="sng">
              <a:solidFill>
                <a:srgbClr val="666666"/>
              </a:solidFill>
              <a:prstDash val="solid"/>
              <a:round/>
              <a:headEnd type="none" w="med" len="med"/>
              <a:tailEnd type="none" w="med" len="med"/>
            </a:ln>
          </p:spPr>
        </p:cxnSp>
        <p:cxnSp>
          <p:nvCxnSpPr>
            <p:cNvPr id="11" name="Google Shape;325;p31">
              <a:extLst>
                <a:ext uri="{FF2B5EF4-FFF2-40B4-BE49-F238E27FC236}">
                  <a16:creationId xmlns:a16="http://schemas.microsoft.com/office/drawing/2014/main" id="{D4A831C8-A3CC-D79D-F96D-6799AC16F7A9}"/>
                </a:ext>
              </a:extLst>
            </p:cNvPr>
            <p:cNvCxnSpPr>
              <a:stCxn id="19" idx="2"/>
            </p:cNvCxnSpPr>
            <p:nvPr/>
          </p:nvCxnSpPr>
          <p:spPr>
            <a:xfrm flipH="1">
              <a:off x="2654625" y="3905175"/>
              <a:ext cx="1447800" cy="277800"/>
            </a:xfrm>
            <a:prstGeom prst="straightConnector1">
              <a:avLst/>
            </a:prstGeom>
            <a:noFill/>
            <a:ln w="9525" cap="flat" cmpd="sng">
              <a:solidFill>
                <a:srgbClr val="666666"/>
              </a:solidFill>
              <a:prstDash val="solid"/>
              <a:round/>
              <a:headEnd type="none" w="med" len="med"/>
              <a:tailEnd type="none" w="med" len="med"/>
            </a:ln>
          </p:spPr>
        </p:cxnSp>
        <p:cxnSp>
          <p:nvCxnSpPr>
            <p:cNvPr id="12" name="Google Shape;327;p31">
              <a:extLst>
                <a:ext uri="{FF2B5EF4-FFF2-40B4-BE49-F238E27FC236}">
                  <a16:creationId xmlns:a16="http://schemas.microsoft.com/office/drawing/2014/main" id="{5F3AC4A8-730B-AA2D-AEE6-B831B2F1BCE2}"/>
                </a:ext>
              </a:extLst>
            </p:cNvPr>
            <p:cNvCxnSpPr>
              <a:stCxn id="19" idx="2"/>
            </p:cNvCxnSpPr>
            <p:nvPr/>
          </p:nvCxnSpPr>
          <p:spPr>
            <a:xfrm>
              <a:off x="4102425" y="3905175"/>
              <a:ext cx="1905000" cy="277800"/>
            </a:xfrm>
            <a:prstGeom prst="straightConnector1">
              <a:avLst/>
            </a:prstGeom>
            <a:noFill/>
            <a:ln w="9525" cap="flat" cmpd="sng">
              <a:solidFill>
                <a:srgbClr val="666666"/>
              </a:solidFill>
              <a:prstDash val="solid"/>
              <a:round/>
              <a:headEnd type="none" w="med" len="med"/>
              <a:tailEnd type="none" w="med" len="med"/>
            </a:ln>
          </p:spPr>
        </p:cxnSp>
        <p:cxnSp>
          <p:nvCxnSpPr>
            <p:cNvPr id="13" name="Google Shape;329;p31">
              <a:extLst>
                <a:ext uri="{FF2B5EF4-FFF2-40B4-BE49-F238E27FC236}">
                  <a16:creationId xmlns:a16="http://schemas.microsoft.com/office/drawing/2014/main" id="{E212F468-9BB4-C193-AA42-D039D2CF9D91}"/>
                </a:ext>
              </a:extLst>
            </p:cNvPr>
            <p:cNvCxnSpPr>
              <a:stCxn id="17" idx="2"/>
            </p:cNvCxnSpPr>
            <p:nvPr/>
          </p:nvCxnSpPr>
          <p:spPr>
            <a:xfrm flipH="1">
              <a:off x="5260125" y="4450275"/>
              <a:ext cx="747300" cy="277800"/>
            </a:xfrm>
            <a:prstGeom prst="straightConnector1">
              <a:avLst/>
            </a:prstGeom>
            <a:noFill/>
            <a:ln w="9525" cap="flat" cmpd="sng">
              <a:solidFill>
                <a:srgbClr val="666666"/>
              </a:solidFill>
              <a:prstDash val="solid"/>
              <a:round/>
              <a:headEnd type="none" w="med" len="med"/>
              <a:tailEnd type="none" w="med" len="med"/>
            </a:ln>
          </p:spPr>
        </p:cxnSp>
        <p:cxnSp>
          <p:nvCxnSpPr>
            <p:cNvPr id="14" name="Google Shape;332;p31">
              <a:extLst>
                <a:ext uri="{FF2B5EF4-FFF2-40B4-BE49-F238E27FC236}">
                  <a16:creationId xmlns:a16="http://schemas.microsoft.com/office/drawing/2014/main" id="{CCFC138E-2DB2-039F-25B2-840020155D96}"/>
                </a:ext>
              </a:extLst>
            </p:cNvPr>
            <p:cNvCxnSpPr>
              <a:stCxn id="17" idx="2"/>
            </p:cNvCxnSpPr>
            <p:nvPr/>
          </p:nvCxnSpPr>
          <p:spPr>
            <a:xfrm>
              <a:off x="6007425" y="4450275"/>
              <a:ext cx="838200" cy="277800"/>
            </a:xfrm>
            <a:prstGeom prst="straightConnector1">
              <a:avLst/>
            </a:prstGeom>
            <a:noFill/>
            <a:ln w="9525" cap="flat" cmpd="sng">
              <a:solidFill>
                <a:srgbClr val="666666"/>
              </a:solidFill>
              <a:prstDash val="solid"/>
              <a:round/>
              <a:headEnd type="none" w="med" len="med"/>
              <a:tailEnd type="none" w="med" len="med"/>
            </a:ln>
          </p:spPr>
        </p:cxnSp>
        <p:sp>
          <p:nvSpPr>
            <p:cNvPr id="15" name="Google Shape;334;p31">
              <a:extLst>
                <a:ext uri="{FF2B5EF4-FFF2-40B4-BE49-F238E27FC236}">
                  <a16:creationId xmlns:a16="http://schemas.microsoft.com/office/drawing/2014/main" id="{D4580DFD-5E7A-2AC5-D358-F6CC2820405C}"/>
                </a:ext>
              </a:extLst>
            </p:cNvPr>
            <p:cNvSpPr/>
            <p:nvPr/>
          </p:nvSpPr>
          <p:spPr>
            <a:xfrm>
              <a:off x="2129025" y="4186575"/>
              <a:ext cx="1051200" cy="263700"/>
            </a:xfrm>
            <a:prstGeom prst="roundRect">
              <a:avLst>
                <a:gd name="adj" fmla="val 16667"/>
              </a:avLst>
            </a:prstGeom>
            <a:solidFill>
              <a:schemeClr val="accent2">
                <a:lumMod val="40000"/>
                <a:lumOff val="60000"/>
              </a:schemeClr>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dirty="0">
                  <a:latin typeface="Roboto"/>
                  <a:ea typeface="Roboto"/>
                  <a:cs typeface="Roboto"/>
                  <a:sym typeface="Roboto"/>
                </a:rPr>
                <a:t>Multiplexing</a:t>
              </a:r>
              <a:endParaRPr dirty="0">
                <a:latin typeface="Roboto"/>
                <a:ea typeface="Roboto"/>
                <a:cs typeface="Roboto"/>
                <a:sym typeface="Roboto"/>
              </a:endParaRPr>
            </a:p>
          </p:txBody>
        </p:sp>
        <p:sp>
          <p:nvSpPr>
            <p:cNvPr id="16" name="Google Shape;335;p31">
              <a:extLst>
                <a:ext uri="{FF2B5EF4-FFF2-40B4-BE49-F238E27FC236}">
                  <a16:creationId xmlns:a16="http://schemas.microsoft.com/office/drawing/2014/main" id="{E25CFC75-4DEA-4925-46E6-912557F6874D}"/>
                </a:ext>
              </a:extLst>
            </p:cNvPr>
            <p:cNvSpPr/>
            <p:nvPr/>
          </p:nvSpPr>
          <p:spPr>
            <a:xfrm>
              <a:off x="3549225" y="4186575"/>
              <a:ext cx="1106400" cy="2637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Taking Turns</a:t>
              </a:r>
              <a:endParaRPr>
                <a:latin typeface="Roboto"/>
                <a:ea typeface="Roboto"/>
                <a:cs typeface="Roboto"/>
                <a:sym typeface="Roboto"/>
              </a:endParaRPr>
            </a:p>
          </p:txBody>
        </p:sp>
        <p:sp>
          <p:nvSpPr>
            <p:cNvPr id="17" name="Google Shape;330;p31">
              <a:extLst>
                <a:ext uri="{FF2B5EF4-FFF2-40B4-BE49-F238E27FC236}">
                  <a16:creationId xmlns:a16="http://schemas.microsoft.com/office/drawing/2014/main" id="{6884F9B8-9F56-F7C2-BFDF-48AFBA7949CB}"/>
                </a:ext>
              </a:extLst>
            </p:cNvPr>
            <p:cNvSpPr/>
            <p:nvPr/>
          </p:nvSpPr>
          <p:spPr>
            <a:xfrm>
              <a:off x="5316675" y="4186575"/>
              <a:ext cx="1381500" cy="2637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Random Access</a:t>
              </a:r>
              <a:endParaRPr>
                <a:latin typeface="Roboto"/>
                <a:ea typeface="Roboto"/>
                <a:cs typeface="Roboto"/>
                <a:sym typeface="Roboto"/>
              </a:endParaRPr>
            </a:p>
          </p:txBody>
        </p:sp>
        <p:cxnSp>
          <p:nvCxnSpPr>
            <p:cNvPr id="18" name="Google Shape;336;p31">
              <a:extLst>
                <a:ext uri="{FF2B5EF4-FFF2-40B4-BE49-F238E27FC236}">
                  <a16:creationId xmlns:a16="http://schemas.microsoft.com/office/drawing/2014/main" id="{2BF9359C-7CB3-C1C0-DA2C-87D0AE3AB6EE}"/>
                </a:ext>
              </a:extLst>
            </p:cNvPr>
            <p:cNvCxnSpPr>
              <a:stCxn id="17" idx="2"/>
            </p:cNvCxnSpPr>
            <p:nvPr/>
          </p:nvCxnSpPr>
          <p:spPr>
            <a:xfrm>
              <a:off x="6007425" y="4450275"/>
              <a:ext cx="0" cy="277800"/>
            </a:xfrm>
            <a:prstGeom prst="straightConnector1">
              <a:avLst/>
            </a:prstGeom>
            <a:noFill/>
            <a:ln w="9525" cap="flat" cmpd="sng">
              <a:solidFill>
                <a:srgbClr val="666666"/>
              </a:solidFill>
              <a:prstDash val="solid"/>
              <a:round/>
              <a:headEnd type="none" w="med" len="med"/>
              <a:tailEnd type="none" w="med" len="med"/>
            </a:ln>
          </p:spPr>
        </p:cxnSp>
        <p:sp>
          <p:nvSpPr>
            <p:cNvPr id="19" name="Google Shape;323;p31">
              <a:extLst>
                <a:ext uri="{FF2B5EF4-FFF2-40B4-BE49-F238E27FC236}">
                  <a16:creationId xmlns:a16="http://schemas.microsoft.com/office/drawing/2014/main" id="{163C5899-EA5F-D7DF-34C8-DBFFED0CBEBA}"/>
                </a:ext>
              </a:extLst>
            </p:cNvPr>
            <p:cNvSpPr/>
            <p:nvPr/>
          </p:nvSpPr>
          <p:spPr>
            <a:xfrm>
              <a:off x="3035025" y="3641475"/>
              <a:ext cx="2134800" cy="2637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Multiple Access Protocols</a:t>
              </a:r>
              <a:endParaRPr>
                <a:latin typeface="Roboto"/>
                <a:ea typeface="Roboto"/>
                <a:cs typeface="Roboto"/>
                <a:sym typeface="Roboto"/>
              </a:endParaRPr>
            </a:p>
          </p:txBody>
        </p:sp>
        <p:cxnSp>
          <p:nvCxnSpPr>
            <p:cNvPr id="20" name="Google Shape;338;p31">
              <a:extLst>
                <a:ext uri="{FF2B5EF4-FFF2-40B4-BE49-F238E27FC236}">
                  <a16:creationId xmlns:a16="http://schemas.microsoft.com/office/drawing/2014/main" id="{81BDFFCE-9CB9-58F7-32FC-ADDB8335E710}"/>
                </a:ext>
              </a:extLst>
            </p:cNvPr>
            <p:cNvCxnSpPr>
              <a:stCxn id="16" idx="2"/>
            </p:cNvCxnSpPr>
            <p:nvPr/>
          </p:nvCxnSpPr>
          <p:spPr>
            <a:xfrm>
              <a:off x="4102425" y="4450275"/>
              <a:ext cx="381000" cy="277800"/>
            </a:xfrm>
            <a:prstGeom prst="straightConnector1">
              <a:avLst/>
            </a:prstGeom>
            <a:noFill/>
            <a:ln w="9525" cap="flat" cmpd="sng">
              <a:solidFill>
                <a:srgbClr val="666666"/>
              </a:solidFill>
              <a:prstDash val="solid"/>
              <a:round/>
              <a:headEnd type="none" w="med" len="med"/>
              <a:tailEnd type="none" w="med" len="med"/>
            </a:ln>
          </p:spPr>
        </p:cxnSp>
        <p:cxnSp>
          <p:nvCxnSpPr>
            <p:cNvPr id="21" name="Google Shape;340;p31">
              <a:extLst>
                <a:ext uri="{FF2B5EF4-FFF2-40B4-BE49-F238E27FC236}">
                  <a16:creationId xmlns:a16="http://schemas.microsoft.com/office/drawing/2014/main" id="{6AB0E7F5-EFDC-01D5-A78F-01F4404FA1AA}"/>
                </a:ext>
              </a:extLst>
            </p:cNvPr>
            <p:cNvCxnSpPr>
              <a:stCxn id="16" idx="2"/>
            </p:cNvCxnSpPr>
            <p:nvPr/>
          </p:nvCxnSpPr>
          <p:spPr>
            <a:xfrm flipH="1">
              <a:off x="3721425" y="4450275"/>
              <a:ext cx="381000" cy="277800"/>
            </a:xfrm>
            <a:prstGeom prst="straightConnector1">
              <a:avLst/>
            </a:prstGeom>
            <a:noFill/>
            <a:ln w="9525" cap="flat" cmpd="sng">
              <a:solidFill>
                <a:srgbClr val="666666"/>
              </a:solidFill>
              <a:prstDash val="solid"/>
              <a:round/>
              <a:headEnd type="none" w="med" len="med"/>
              <a:tailEnd type="none" w="med" len="med"/>
            </a:ln>
          </p:spPr>
        </p:cxnSp>
        <p:sp>
          <p:nvSpPr>
            <p:cNvPr id="22" name="Google Shape;342;p31">
              <a:extLst>
                <a:ext uri="{FF2B5EF4-FFF2-40B4-BE49-F238E27FC236}">
                  <a16:creationId xmlns:a16="http://schemas.microsoft.com/office/drawing/2014/main" id="{7F77B6DB-5D17-989E-5F1C-9A1F26A8236B}"/>
                </a:ext>
              </a:extLst>
            </p:cNvPr>
            <p:cNvSpPr/>
            <p:nvPr/>
          </p:nvSpPr>
          <p:spPr>
            <a:xfrm>
              <a:off x="1816924" y="4728075"/>
              <a:ext cx="588988" cy="263700"/>
            </a:xfrm>
            <a:prstGeom prst="roundRect">
              <a:avLst>
                <a:gd name="adj" fmla="val 16667"/>
              </a:avLst>
            </a:prstGeom>
            <a:solidFill>
              <a:schemeClr val="accent2">
                <a:lumMod val="40000"/>
                <a:lumOff val="60000"/>
              </a:schemeClr>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US" dirty="0">
                  <a:latin typeface="Roboto"/>
                  <a:ea typeface="Roboto"/>
                  <a:cs typeface="Roboto"/>
                  <a:sym typeface="Roboto"/>
                </a:rPr>
                <a:t>Time</a:t>
              </a:r>
              <a:endParaRPr dirty="0">
                <a:latin typeface="Roboto"/>
                <a:ea typeface="Roboto"/>
                <a:cs typeface="Roboto"/>
                <a:sym typeface="Roboto"/>
              </a:endParaRPr>
            </a:p>
          </p:txBody>
        </p:sp>
        <p:cxnSp>
          <p:nvCxnSpPr>
            <p:cNvPr id="23" name="Google Shape;343;p31">
              <a:extLst>
                <a:ext uri="{FF2B5EF4-FFF2-40B4-BE49-F238E27FC236}">
                  <a16:creationId xmlns:a16="http://schemas.microsoft.com/office/drawing/2014/main" id="{148416FA-9B9C-26CE-42DE-29FF72A9008E}"/>
                </a:ext>
              </a:extLst>
            </p:cNvPr>
            <p:cNvCxnSpPr>
              <a:stCxn id="15" idx="2"/>
            </p:cNvCxnSpPr>
            <p:nvPr/>
          </p:nvCxnSpPr>
          <p:spPr>
            <a:xfrm>
              <a:off x="2654625" y="4450275"/>
              <a:ext cx="381000" cy="274200"/>
            </a:xfrm>
            <a:prstGeom prst="straightConnector1">
              <a:avLst/>
            </a:prstGeom>
            <a:noFill/>
            <a:ln w="9525" cap="flat" cmpd="sng">
              <a:solidFill>
                <a:srgbClr val="666666"/>
              </a:solidFill>
              <a:prstDash val="solid"/>
              <a:round/>
              <a:headEnd type="none" w="med" len="med"/>
              <a:tailEnd type="none" w="med" len="med"/>
            </a:ln>
          </p:spPr>
        </p:cxnSp>
        <p:cxnSp>
          <p:nvCxnSpPr>
            <p:cNvPr id="24" name="Google Shape;345;p31">
              <a:extLst>
                <a:ext uri="{FF2B5EF4-FFF2-40B4-BE49-F238E27FC236}">
                  <a16:creationId xmlns:a16="http://schemas.microsoft.com/office/drawing/2014/main" id="{CF895252-AD79-40B3-AD4D-A639DAA05EF0}"/>
                </a:ext>
              </a:extLst>
            </p:cNvPr>
            <p:cNvCxnSpPr>
              <a:stCxn id="15" idx="2"/>
            </p:cNvCxnSpPr>
            <p:nvPr/>
          </p:nvCxnSpPr>
          <p:spPr>
            <a:xfrm flipH="1">
              <a:off x="2273625" y="4450275"/>
              <a:ext cx="381000" cy="277800"/>
            </a:xfrm>
            <a:prstGeom prst="straightConnector1">
              <a:avLst/>
            </a:prstGeom>
            <a:noFill/>
            <a:ln w="9525" cap="flat" cmpd="sng">
              <a:solidFill>
                <a:srgbClr val="666666"/>
              </a:solidFill>
              <a:prstDash val="solid"/>
              <a:round/>
              <a:headEnd type="none" w="med" len="med"/>
              <a:tailEnd type="none" w="med" len="med"/>
            </a:ln>
          </p:spPr>
        </p:cxnSp>
        <p:sp>
          <p:nvSpPr>
            <p:cNvPr id="25" name="Google Shape;347;p31">
              <a:extLst>
                <a:ext uri="{FF2B5EF4-FFF2-40B4-BE49-F238E27FC236}">
                  <a16:creationId xmlns:a16="http://schemas.microsoft.com/office/drawing/2014/main" id="{EAEEDF1C-B464-72E8-9274-E7E33F1A8A7A}"/>
                </a:ext>
              </a:extLst>
            </p:cNvPr>
            <p:cNvSpPr/>
            <p:nvPr/>
          </p:nvSpPr>
          <p:spPr>
            <a:xfrm>
              <a:off x="2550512" y="4724475"/>
              <a:ext cx="733826" cy="263700"/>
            </a:xfrm>
            <a:prstGeom prst="roundRect">
              <a:avLst>
                <a:gd name="adj" fmla="val 16667"/>
              </a:avLst>
            </a:prstGeom>
            <a:solidFill>
              <a:schemeClr val="accent2">
                <a:lumMod val="40000"/>
                <a:lumOff val="60000"/>
              </a:schemeClr>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lvl="0" algn="ctr"/>
              <a:r>
                <a:rPr lang="en" dirty="0">
                  <a:latin typeface="Roboto"/>
                  <a:ea typeface="Roboto"/>
                  <a:cs typeface="Roboto"/>
                  <a:sym typeface="Roboto"/>
                </a:rPr>
                <a:t>Frequency</a:t>
              </a:r>
              <a:endParaRPr dirty="0">
                <a:latin typeface="Roboto"/>
                <a:ea typeface="Roboto"/>
                <a:cs typeface="Roboto"/>
                <a:sym typeface="Roboto"/>
              </a:endParaRPr>
            </a:p>
          </p:txBody>
        </p:sp>
      </p:grpSp>
      <p:sp>
        <p:nvSpPr>
          <p:cNvPr id="28" name="TextBox 27">
            <a:extLst>
              <a:ext uri="{FF2B5EF4-FFF2-40B4-BE49-F238E27FC236}">
                <a16:creationId xmlns:a16="http://schemas.microsoft.com/office/drawing/2014/main" id="{B5350971-EFB4-CCCC-6B25-0652C7C2D5F1}"/>
              </a:ext>
            </a:extLst>
          </p:cNvPr>
          <p:cNvSpPr txBox="1"/>
          <p:nvPr/>
        </p:nvSpPr>
        <p:spPr>
          <a:xfrm>
            <a:off x="804792" y="2539203"/>
            <a:ext cx="9093587" cy="1938992"/>
          </a:xfrm>
          <a:prstGeom prst="rect">
            <a:avLst/>
          </a:prstGeom>
          <a:noFill/>
        </p:spPr>
        <p:txBody>
          <a:bodyPr wrap="square">
            <a:spAutoFit/>
          </a:bodyPr>
          <a:lstStyle/>
          <a:p>
            <a:pPr marL="0" lvl="0" indent="0" algn="l" rtl="0">
              <a:spcBef>
                <a:spcPts val="600"/>
              </a:spcBef>
              <a:spcAft>
                <a:spcPts val="0"/>
              </a:spcAft>
              <a:buNone/>
            </a:pPr>
            <a:r>
              <a:rPr lang="en-US" sz="2000" dirty="0"/>
              <a:t>Multiplexing( aka Channel partitioning): </a:t>
            </a:r>
          </a:p>
          <a:p>
            <a:pPr marL="342900" lvl="0" indent="-342900" algn="l" rtl="0">
              <a:spcBef>
                <a:spcPts val="600"/>
              </a:spcBef>
              <a:spcAft>
                <a:spcPts val="0"/>
              </a:spcAft>
              <a:buFont typeface="Arial" panose="020B0604020202020204" pitchFamily="34" charset="0"/>
              <a:buChar char="•"/>
            </a:pPr>
            <a:r>
              <a:rPr lang="en-US" sz="2000" dirty="0">
                <a:solidFill>
                  <a:prstClr val="black"/>
                </a:solidFill>
              </a:rPr>
              <a:t>Divide channel into smaller </a:t>
            </a:r>
            <a:r>
              <a:rPr lang="en-US" altLang="ja-JP" sz="2000" dirty="0">
                <a:solidFill>
                  <a:prstClr val="black"/>
                </a:solidFill>
              </a:rPr>
              <a:t>“</a:t>
            </a:r>
            <a:r>
              <a:rPr lang="en-US" sz="2000" dirty="0">
                <a:solidFill>
                  <a:prstClr val="black"/>
                </a:solidFill>
              </a:rPr>
              <a:t>pieces</a:t>
            </a:r>
            <a:r>
              <a:rPr lang="en-US" altLang="ja-JP" sz="2000" dirty="0">
                <a:solidFill>
                  <a:prstClr val="black"/>
                </a:solidFill>
              </a:rPr>
              <a:t>”</a:t>
            </a:r>
            <a:r>
              <a:rPr lang="en-US" sz="2000" dirty="0">
                <a:solidFill>
                  <a:prstClr val="black"/>
                </a:solidFill>
              </a:rPr>
              <a:t> (time slots, frequency, code)</a:t>
            </a:r>
          </a:p>
          <a:p>
            <a:pPr marL="342900" indent="-342900">
              <a:spcBef>
                <a:spcPts val="600"/>
              </a:spcBef>
              <a:buFont typeface="Arial" panose="020B0604020202020204" pitchFamily="34" charset="0"/>
              <a:buChar char="•"/>
            </a:pPr>
            <a:r>
              <a:rPr lang="en-US" sz="2000" dirty="0">
                <a:solidFill>
                  <a:prstClr val="black"/>
                </a:solidFill>
              </a:rPr>
              <a:t>Allocate piece to node </a:t>
            </a:r>
            <a:r>
              <a:rPr lang="en-US" sz="2000" dirty="0"/>
              <a:t>to each node </a:t>
            </a:r>
            <a:r>
              <a:rPr lang="en-US" sz="2000" dirty="0">
                <a:solidFill>
                  <a:prstClr val="black"/>
                </a:solidFill>
              </a:rPr>
              <a:t>for exclusive use</a:t>
            </a:r>
          </a:p>
          <a:p>
            <a:pPr marL="342900" indent="-342900">
              <a:spcBef>
                <a:spcPts val="600"/>
              </a:spcBef>
              <a:buFont typeface="Arial" panose="020B0604020202020204" pitchFamily="34" charset="0"/>
              <a:buChar char="•"/>
            </a:pPr>
            <a:r>
              <a:rPr lang="en-US" sz="2000" b="1" dirty="0">
                <a:solidFill>
                  <a:prstClr val="black"/>
                </a:solidFill>
              </a:rPr>
              <a:t>Time-based multiplexing</a:t>
            </a:r>
            <a:r>
              <a:rPr lang="en-US" sz="2000" dirty="0">
                <a:solidFill>
                  <a:prstClr val="black"/>
                </a:solidFill>
              </a:rPr>
              <a:t>: Give each node some fixed time slots</a:t>
            </a:r>
          </a:p>
          <a:p>
            <a:pPr marL="342900" indent="-342900">
              <a:spcBef>
                <a:spcPts val="600"/>
              </a:spcBef>
              <a:buFont typeface="Arial" panose="020B0604020202020204" pitchFamily="34" charset="0"/>
              <a:buChar char="•"/>
            </a:pPr>
            <a:r>
              <a:rPr lang="en-US" sz="2000" b="1" dirty="0">
                <a:solidFill>
                  <a:prstClr val="black"/>
                </a:solidFill>
              </a:rPr>
              <a:t>Frequency-based multiplexing</a:t>
            </a:r>
            <a:r>
              <a:rPr lang="en-US" sz="2000" dirty="0">
                <a:solidFill>
                  <a:prstClr val="black"/>
                </a:solidFill>
              </a:rPr>
              <a:t>: Divide medium into frequency channels</a:t>
            </a:r>
          </a:p>
        </p:txBody>
      </p:sp>
    </p:spTree>
    <p:extLst>
      <p:ext uri="{BB962C8B-B14F-4D97-AF65-F5344CB8AC3E}">
        <p14:creationId xmlns:p14="http://schemas.microsoft.com/office/powerpoint/2010/main" val="32385388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F517396-00C1-180D-E0CB-276B02931A1B}"/>
              </a:ext>
            </a:extLst>
          </p:cNvPr>
          <p:cNvSpPr txBox="1">
            <a:spLocks noChangeArrowheads="1"/>
          </p:cNvSpPr>
          <p:nvPr/>
        </p:nvSpPr>
        <p:spPr bwMode="auto">
          <a:xfrm>
            <a:off x="578658" y="1658721"/>
            <a:ext cx="11034682" cy="29305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342900" marR="0" lvl="0" indent="-342900" algn="l" defTabSz="914400" rtl="0" eaLnBrk="0" fontAlgn="base" latinLnBrk="0" hangingPunct="0">
              <a:lnSpc>
                <a:spcPct val="75000"/>
              </a:lnSpc>
              <a:spcBef>
                <a:spcPct val="20000"/>
              </a:spcBef>
              <a:spcAft>
                <a:spcPct val="0"/>
              </a:spcAft>
              <a:buClr>
                <a:srgbClr val="000099"/>
              </a:buClr>
              <a:buSzPct val="100000"/>
              <a:buFont typeface="Wingdings" charset="0"/>
              <a:buNone/>
              <a:tabLst/>
              <a:defRPr/>
            </a:pPr>
            <a:r>
              <a:rPr kumimoji="0" lang="en-US" sz="3200" b="0" i="0" u="none" strike="noStrike" kern="0" cap="none" spc="0" normalizeH="0" baseline="0" noProof="0" dirty="0">
                <a:ln>
                  <a:noFill/>
                </a:ln>
                <a:solidFill>
                  <a:srgbClr val="C00000"/>
                </a:solidFill>
                <a:effectLst/>
                <a:uLnTx/>
                <a:uFillTx/>
                <a:ea typeface="ＭＳ Ｐゴシック" charset="0"/>
                <a:cs typeface="+mn-cs"/>
              </a:rPr>
              <a:t>TDMA: time division multiple access </a:t>
            </a:r>
          </a:p>
          <a:p>
            <a:pPr marL="522287" marR="0" lvl="0" indent="-457200" algn="l" defTabSz="914400" rtl="0" eaLnBrk="0" fontAlgn="base" latinLnBrk="0" hangingPunct="0">
              <a:lnSpc>
                <a:spcPct val="100000"/>
              </a:lnSpc>
              <a:spcBef>
                <a:spcPts val="600"/>
              </a:spcBef>
              <a:spcAft>
                <a:spcPct val="0"/>
              </a:spcAft>
              <a:buClrTx/>
              <a:buSzPct val="100000"/>
              <a:buFont typeface="Arial" panose="020B0604020202020204" pitchFamily="34" charset="0"/>
              <a:buChar char="•"/>
              <a:tabLst/>
              <a:defRPr/>
            </a:pPr>
            <a:r>
              <a:rPr kumimoji="0" lang="en-US" sz="2800" b="0" i="0" u="none" strike="noStrike" kern="0" cap="none" spc="0" normalizeH="0" baseline="0" noProof="0" dirty="0">
                <a:ln>
                  <a:noFill/>
                </a:ln>
                <a:solidFill>
                  <a:prstClr val="black"/>
                </a:solidFill>
                <a:effectLst/>
                <a:uLnTx/>
                <a:uFillTx/>
                <a:ea typeface="ＭＳ Ｐゴシック" charset="0"/>
                <a:cs typeface="+mn-cs"/>
              </a:rPr>
              <a:t>Access to channel in “rounds” </a:t>
            </a:r>
          </a:p>
          <a:p>
            <a:pPr marL="522287" marR="0" lvl="0" indent="-457200" algn="l" defTabSz="914400" rtl="0" eaLnBrk="0" fontAlgn="base" latinLnBrk="0" hangingPunct="0">
              <a:lnSpc>
                <a:spcPct val="100000"/>
              </a:lnSpc>
              <a:spcBef>
                <a:spcPts val="600"/>
              </a:spcBef>
              <a:spcAft>
                <a:spcPct val="0"/>
              </a:spcAft>
              <a:buClrTx/>
              <a:buSzPct val="100000"/>
              <a:buFont typeface="Arial" panose="020B0604020202020204" pitchFamily="34" charset="0"/>
              <a:buChar char="•"/>
              <a:tabLst/>
              <a:defRPr/>
            </a:pPr>
            <a:r>
              <a:rPr kumimoji="0" lang="en-US" sz="2800" b="0" i="0" u="none" strike="noStrike" kern="0" cap="none" spc="0" normalizeH="0" baseline="0" noProof="0" dirty="0">
                <a:ln>
                  <a:noFill/>
                </a:ln>
                <a:solidFill>
                  <a:prstClr val="black"/>
                </a:solidFill>
                <a:effectLst/>
                <a:uLnTx/>
                <a:uFillTx/>
                <a:ea typeface="ＭＳ Ｐゴシック" charset="0"/>
                <a:cs typeface="+mn-cs"/>
              </a:rPr>
              <a:t>Each node gets fixed length slot (length = packet transmission time) in each round </a:t>
            </a:r>
          </a:p>
          <a:p>
            <a:pPr marL="522287" marR="0" lvl="0" indent="-457200" algn="l" defTabSz="914400" rtl="0" eaLnBrk="0" fontAlgn="base" latinLnBrk="0" hangingPunct="0">
              <a:lnSpc>
                <a:spcPct val="100000"/>
              </a:lnSpc>
              <a:spcBef>
                <a:spcPts val="600"/>
              </a:spcBef>
              <a:spcAft>
                <a:spcPct val="0"/>
              </a:spcAft>
              <a:buClrTx/>
              <a:buSzPct val="100000"/>
              <a:buFont typeface="Arial" panose="020B0604020202020204" pitchFamily="34" charset="0"/>
              <a:buChar char="•"/>
              <a:tabLst/>
              <a:defRPr/>
            </a:pPr>
            <a:r>
              <a:rPr kumimoji="0" lang="en-US" sz="2800" b="0" i="0" u="none" strike="noStrike" kern="0" cap="none" spc="0" normalizeH="0" baseline="0" noProof="0" dirty="0">
                <a:ln>
                  <a:noFill/>
                </a:ln>
                <a:solidFill>
                  <a:prstClr val="black"/>
                </a:solidFill>
                <a:effectLst/>
                <a:uLnTx/>
                <a:uFillTx/>
                <a:ea typeface="ＭＳ Ｐゴシック" charset="0"/>
                <a:cs typeface="+mn-cs"/>
              </a:rPr>
              <a:t>Unused slots go idle </a:t>
            </a:r>
          </a:p>
          <a:p>
            <a:pPr marL="522287" marR="0" lvl="0" indent="-457200" algn="l" defTabSz="914400" rtl="0" eaLnBrk="0" fontAlgn="base" latinLnBrk="0" hangingPunct="0">
              <a:lnSpc>
                <a:spcPct val="100000"/>
              </a:lnSpc>
              <a:spcBef>
                <a:spcPts val="600"/>
              </a:spcBef>
              <a:spcAft>
                <a:spcPct val="0"/>
              </a:spcAft>
              <a:buClrTx/>
              <a:buSzPct val="100000"/>
              <a:buFont typeface="Arial" panose="020B0604020202020204" pitchFamily="34" charset="0"/>
              <a:buChar char="•"/>
              <a:tabLst/>
              <a:defRPr/>
            </a:pPr>
            <a:r>
              <a:rPr kumimoji="0" lang="en-US" sz="2800" b="0" i="0" u="none" strike="noStrike" kern="0" cap="none" spc="0" normalizeH="0" baseline="0" noProof="0" dirty="0">
                <a:ln>
                  <a:noFill/>
                </a:ln>
                <a:solidFill>
                  <a:prstClr val="black"/>
                </a:solidFill>
                <a:effectLst/>
                <a:uLnTx/>
                <a:uFillTx/>
                <a:ea typeface="ＭＳ Ｐゴシック" charset="0"/>
                <a:cs typeface="+mn-cs"/>
              </a:rPr>
              <a:t>Example: 6-node LAN, 1,3,4 have packets to send, slots 2,5,6 idle </a:t>
            </a:r>
            <a:endParaRPr kumimoji="0" lang="en-US" sz="3200" b="0" i="0" u="none" strike="noStrike" kern="0" cap="none" spc="0" normalizeH="0" baseline="0" noProof="0" dirty="0">
              <a:ln>
                <a:noFill/>
              </a:ln>
              <a:solidFill>
                <a:prstClr val="black"/>
              </a:solidFill>
              <a:effectLst/>
              <a:uLnTx/>
              <a:uFillTx/>
              <a:ea typeface="ＭＳ Ｐゴシック" charset="0"/>
              <a:cs typeface="+mn-cs"/>
            </a:endParaRPr>
          </a:p>
        </p:txBody>
      </p:sp>
      <p:grpSp>
        <p:nvGrpSpPr>
          <p:cNvPr id="5" name="Group 4">
            <a:extLst>
              <a:ext uri="{FF2B5EF4-FFF2-40B4-BE49-F238E27FC236}">
                <a16:creationId xmlns:a16="http://schemas.microsoft.com/office/drawing/2014/main" id="{73333865-A804-D750-C01E-43FCB92693C7}"/>
              </a:ext>
            </a:extLst>
          </p:cNvPr>
          <p:cNvGrpSpPr/>
          <p:nvPr/>
        </p:nvGrpSpPr>
        <p:grpSpPr>
          <a:xfrm>
            <a:off x="3053556" y="5330452"/>
            <a:ext cx="6084887" cy="962025"/>
            <a:chOff x="2497001" y="4766572"/>
            <a:chExt cx="6084887" cy="962025"/>
          </a:xfrm>
        </p:grpSpPr>
        <p:sp>
          <p:nvSpPr>
            <p:cNvPr id="6" name="Line 7">
              <a:extLst>
                <a:ext uri="{FF2B5EF4-FFF2-40B4-BE49-F238E27FC236}">
                  <a16:creationId xmlns:a16="http://schemas.microsoft.com/office/drawing/2014/main" id="{C2013C9D-51E5-307A-5D3B-62B071B81106}"/>
                </a:ext>
              </a:extLst>
            </p:cNvPr>
            <p:cNvSpPr>
              <a:spLocks noChangeShapeType="1"/>
            </p:cNvSpPr>
            <p:nvPr/>
          </p:nvSpPr>
          <p:spPr bwMode="auto">
            <a:xfrm>
              <a:off x="2497001" y="5652397"/>
              <a:ext cx="6084887"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7" name="Rectangle 8">
              <a:extLst>
                <a:ext uri="{FF2B5EF4-FFF2-40B4-BE49-F238E27FC236}">
                  <a16:creationId xmlns:a16="http://schemas.microsoft.com/office/drawing/2014/main" id="{E0AC4781-4AA4-83AF-FA90-C319B5D1FC10}"/>
                </a:ext>
              </a:extLst>
            </p:cNvPr>
            <p:cNvSpPr>
              <a:spLocks noChangeArrowheads="1"/>
            </p:cNvSpPr>
            <p:nvPr/>
          </p:nvSpPr>
          <p:spPr bwMode="auto">
            <a:xfrm>
              <a:off x="2719251" y="5425384"/>
              <a:ext cx="479425" cy="230188"/>
            </a:xfrm>
            <a:prstGeom prst="rect">
              <a:avLst/>
            </a:prstGeom>
            <a:solidFill>
              <a:srgbClr val="3333CC"/>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8" name="Rectangle 10">
              <a:extLst>
                <a:ext uri="{FF2B5EF4-FFF2-40B4-BE49-F238E27FC236}">
                  <a16:creationId xmlns:a16="http://schemas.microsoft.com/office/drawing/2014/main" id="{612561B0-F9D3-D287-A566-6BF151BBAA54}"/>
                </a:ext>
              </a:extLst>
            </p:cNvPr>
            <p:cNvSpPr>
              <a:spLocks noChangeArrowheads="1"/>
            </p:cNvSpPr>
            <p:nvPr/>
          </p:nvSpPr>
          <p:spPr bwMode="auto">
            <a:xfrm>
              <a:off x="3678101" y="5425384"/>
              <a:ext cx="479425" cy="230188"/>
            </a:xfrm>
            <a:prstGeom prst="rect">
              <a:avLst/>
            </a:prstGeom>
            <a:solidFill>
              <a:srgbClr val="FF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9" name="Rectangle 11">
              <a:extLst>
                <a:ext uri="{FF2B5EF4-FFF2-40B4-BE49-F238E27FC236}">
                  <a16:creationId xmlns:a16="http://schemas.microsoft.com/office/drawing/2014/main" id="{37974264-2A3A-BBCD-A10D-D067BE76DF39}"/>
                </a:ext>
              </a:extLst>
            </p:cNvPr>
            <p:cNvSpPr>
              <a:spLocks noChangeArrowheads="1"/>
            </p:cNvSpPr>
            <p:nvPr/>
          </p:nvSpPr>
          <p:spPr bwMode="auto">
            <a:xfrm>
              <a:off x="4152763" y="5425384"/>
              <a:ext cx="479425" cy="230188"/>
            </a:xfrm>
            <a:prstGeom prst="rect">
              <a:avLst/>
            </a:prstGeom>
            <a:solidFill>
              <a:srgbClr val="00CC9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0" name="Line 13">
              <a:extLst>
                <a:ext uri="{FF2B5EF4-FFF2-40B4-BE49-F238E27FC236}">
                  <a16:creationId xmlns:a16="http://schemas.microsoft.com/office/drawing/2014/main" id="{4DDB8B40-EB7D-EDF2-A580-372BAA89F26B}"/>
                </a:ext>
              </a:extLst>
            </p:cNvPr>
            <p:cNvSpPr>
              <a:spLocks noChangeShapeType="1"/>
            </p:cNvSpPr>
            <p:nvPr/>
          </p:nvSpPr>
          <p:spPr bwMode="auto">
            <a:xfrm>
              <a:off x="2720838" y="5312672"/>
              <a:ext cx="0" cy="338137"/>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1" name="Line 16">
              <a:extLst>
                <a:ext uri="{FF2B5EF4-FFF2-40B4-BE49-F238E27FC236}">
                  <a16:creationId xmlns:a16="http://schemas.microsoft.com/office/drawing/2014/main" id="{68B2D2A6-9C29-B129-D7F0-0265761D4C1F}"/>
                </a:ext>
              </a:extLst>
            </p:cNvPr>
            <p:cNvSpPr>
              <a:spLocks noChangeShapeType="1"/>
            </p:cNvSpPr>
            <p:nvPr/>
          </p:nvSpPr>
          <p:spPr bwMode="auto">
            <a:xfrm>
              <a:off x="5586276" y="5315847"/>
              <a:ext cx="0" cy="338137"/>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2" name="Text Box 23">
              <a:extLst>
                <a:ext uri="{FF2B5EF4-FFF2-40B4-BE49-F238E27FC236}">
                  <a16:creationId xmlns:a16="http://schemas.microsoft.com/office/drawing/2014/main" id="{4C2CB589-1D0F-7A3B-2C46-CD8CE00E6CC8}"/>
                </a:ext>
              </a:extLst>
            </p:cNvPr>
            <p:cNvSpPr txBox="1">
              <a:spLocks noChangeArrowheads="1"/>
            </p:cNvSpPr>
            <p:nvPr/>
          </p:nvSpPr>
          <p:spPr bwMode="auto">
            <a:xfrm>
              <a:off x="2819263" y="5392047"/>
              <a:ext cx="296863"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charset="0"/>
                  <a:ea typeface="ＭＳ Ｐゴシック" charset="0"/>
                  <a:cs typeface="+mn-cs"/>
                </a:rPr>
                <a:t>1</a:t>
              </a:r>
            </a:p>
          </p:txBody>
        </p:sp>
        <p:sp>
          <p:nvSpPr>
            <p:cNvPr id="13" name="Text Box 24">
              <a:extLst>
                <a:ext uri="{FF2B5EF4-FFF2-40B4-BE49-F238E27FC236}">
                  <a16:creationId xmlns:a16="http://schemas.microsoft.com/office/drawing/2014/main" id="{A795E7AA-2D35-3CC2-EEBB-C74F60F1A423}"/>
                </a:ext>
              </a:extLst>
            </p:cNvPr>
            <p:cNvSpPr txBox="1">
              <a:spLocks noChangeArrowheads="1"/>
            </p:cNvSpPr>
            <p:nvPr/>
          </p:nvSpPr>
          <p:spPr bwMode="auto">
            <a:xfrm>
              <a:off x="3765413" y="5377759"/>
              <a:ext cx="296863"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charset="0"/>
                  <a:ea typeface="ＭＳ Ｐゴシック" charset="0"/>
                  <a:cs typeface="+mn-cs"/>
                </a:rPr>
                <a:t>3</a:t>
              </a:r>
            </a:p>
          </p:txBody>
        </p:sp>
        <p:sp>
          <p:nvSpPr>
            <p:cNvPr id="14" name="Text Box 25">
              <a:extLst>
                <a:ext uri="{FF2B5EF4-FFF2-40B4-BE49-F238E27FC236}">
                  <a16:creationId xmlns:a16="http://schemas.microsoft.com/office/drawing/2014/main" id="{EA753A48-FB5F-A381-95CD-16059CEB44F0}"/>
                </a:ext>
              </a:extLst>
            </p:cNvPr>
            <p:cNvSpPr txBox="1">
              <a:spLocks noChangeArrowheads="1"/>
            </p:cNvSpPr>
            <p:nvPr/>
          </p:nvSpPr>
          <p:spPr bwMode="auto">
            <a:xfrm>
              <a:off x="4230551" y="5384109"/>
              <a:ext cx="296862"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charset="0"/>
                  <a:ea typeface="ＭＳ Ｐゴシック" charset="0"/>
                  <a:cs typeface="+mn-cs"/>
                </a:rPr>
                <a:t>4</a:t>
              </a:r>
            </a:p>
          </p:txBody>
        </p:sp>
        <p:sp>
          <p:nvSpPr>
            <p:cNvPr id="15" name="Rectangle 26">
              <a:extLst>
                <a:ext uri="{FF2B5EF4-FFF2-40B4-BE49-F238E27FC236}">
                  <a16:creationId xmlns:a16="http://schemas.microsoft.com/office/drawing/2014/main" id="{9539C742-FA09-37FB-CC7C-9AB716B9EC0C}"/>
                </a:ext>
              </a:extLst>
            </p:cNvPr>
            <p:cNvSpPr>
              <a:spLocks noChangeArrowheads="1"/>
            </p:cNvSpPr>
            <p:nvPr/>
          </p:nvSpPr>
          <p:spPr bwMode="auto">
            <a:xfrm>
              <a:off x="5576751" y="5420622"/>
              <a:ext cx="479425" cy="230187"/>
            </a:xfrm>
            <a:prstGeom prst="rect">
              <a:avLst/>
            </a:prstGeom>
            <a:solidFill>
              <a:srgbClr val="3333CC"/>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6" name="Rectangle 27">
              <a:extLst>
                <a:ext uri="{FF2B5EF4-FFF2-40B4-BE49-F238E27FC236}">
                  <a16:creationId xmlns:a16="http://schemas.microsoft.com/office/drawing/2014/main" id="{E579C4E9-0362-5DFF-7B6A-877DE4567AD4}"/>
                </a:ext>
              </a:extLst>
            </p:cNvPr>
            <p:cNvSpPr>
              <a:spLocks noChangeArrowheads="1"/>
            </p:cNvSpPr>
            <p:nvPr/>
          </p:nvSpPr>
          <p:spPr bwMode="auto">
            <a:xfrm>
              <a:off x="6535601" y="5420622"/>
              <a:ext cx="479425" cy="230187"/>
            </a:xfrm>
            <a:prstGeom prst="rect">
              <a:avLst/>
            </a:prstGeom>
            <a:solidFill>
              <a:srgbClr val="FF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7" name="Rectangle 28">
              <a:extLst>
                <a:ext uri="{FF2B5EF4-FFF2-40B4-BE49-F238E27FC236}">
                  <a16:creationId xmlns:a16="http://schemas.microsoft.com/office/drawing/2014/main" id="{0E0488EA-5E3C-FF74-E05D-94FA03CB735B}"/>
                </a:ext>
              </a:extLst>
            </p:cNvPr>
            <p:cNvSpPr>
              <a:spLocks noChangeArrowheads="1"/>
            </p:cNvSpPr>
            <p:nvPr/>
          </p:nvSpPr>
          <p:spPr bwMode="auto">
            <a:xfrm>
              <a:off x="7010263" y="5420622"/>
              <a:ext cx="479425" cy="230187"/>
            </a:xfrm>
            <a:prstGeom prst="rect">
              <a:avLst/>
            </a:prstGeom>
            <a:solidFill>
              <a:srgbClr val="00CC9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8" name="Line 29">
              <a:extLst>
                <a:ext uri="{FF2B5EF4-FFF2-40B4-BE49-F238E27FC236}">
                  <a16:creationId xmlns:a16="http://schemas.microsoft.com/office/drawing/2014/main" id="{7DA44FC2-20AA-BCEB-F990-B2F6F7BE87F1}"/>
                </a:ext>
              </a:extLst>
            </p:cNvPr>
            <p:cNvSpPr>
              <a:spLocks noChangeShapeType="1"/>
            </p:cNvSpPr>
            <p:nvPr/>
          </p:nvSpPr>
          <p:spPr bwMode="auto">
            <a:xfrm>
              <a:off x="5578338" y="5307909"/>
              <a:ext cx="0" cy="338138"/>
            </a:xfrm>
            <a:prstGeom prst="line">
              <a:avLst/>
            </a:prstGeom>
            <a:noFill/>
            <a:ln w="3810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9" name="Text Box 30">
              <a:extLst>
                <a:ext uri="{FF2B5EF4-FFF2-40B4-BE49-F238E27FC236}">
                  <a16:creationId xmlns:a16="http://schemas.microsoft.com/office/drawing/2014/main" id="{5E2ED3F8-7811-97AE-902E-AE4D31797290}"/>
                </a:ext>
              </a:extLst>
            </p:cNvPr>
            <p:cNvSpPr txBox="1">
              <a:spLocks noChangeArrowheads="1"/>
            </p:cNvSpPr>
            <p:nvPr/>
          </p:nvSpPr>
          <p:spPr bwMode="auto">
            <a:xfrm>
              <a:off x="5676763" y="5387284"/>
              <a:ext cx="296863"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charset="0"/>
                  <a:ea typeface="ＭＳ Ｐゴシック" charset="0"/>
                  <a:cs typeface="+mn-cs"/>
                </a:rPr>
                <a:t>1</a:t>
              </a:r>
            </a:p>
          </p:txBody>
        </p:sp>
        <p:sp>
          <p:nvSpPr>
            <p:cNvPr id="20" name="Text Box 31">
              <a:extLst>
                <a:ext uri="{FF2B5EF4-FFF2-40B4-BE49-F238E27FC236}">
                  <a16:creationId xmlns:a16="http://schemas.microsoft.com/office/drawing/2014/main" id="{B54C6781-0CAD-84BE-A116-4080762A0A41}"/>
                </a:ext>
              </a:extLst>
            </p:cNvPr>
            <p:cNvSpPr txBox="1">
              <a:spLocks noChangeArrowheads="1"/>
            </p:cNvSpPr>
            <p:nvPr/>
          </p:nvSpPr>
          <p:spPr bwMode="auto">
            <a:xfrm>
              <a:off x="6622913" y="5372997"/>
              <a:ext cx="296863"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charset="0"/>
                  <a:ea typeface="ＭＳ Ｐゴシック" charset="0"/>
                  <a:cs typeface="+mn-cs"/>
                </a:rPr>
                <a:t>3</a:t>
              </a:r>
            </a:p>
          </p:txBody>
        </p:sp>
        <p:sp>
          <p:nvSpPr>
            <p:cNvPr id="21" name="Text Box 32">
              <a:extLst>
                <a:ext uri="{FF2B5EF4-FFF2-40B4-BE49-F238E27FC236}">
                  <a16:creationId xmlns:a16="http://schemas.microsoft.com/office/drawing/2014/main" id="{C3AB04C8-D1AC-9125-DA69-D1AA5AD31E35}"/>
                </a:ext>
              </a:extLst>
            </p:cNvPr>
            <p:cNvSpPr txBox="1">
              <a:spLocks noChangeArrowheads="1"/>
            </p:cNvSpPr>
            <p:nvPr/>
          </p:nvSpPr>
          <p:spPr bwMode="auto">
            <a:xfrm>
              <a:off x="7088051" y="5379347"/>
              <a:ext cx="296862"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charset="0"/>
                  <a:ea typeface="ＭＳ Ｐゴシック" charset="0"/>
                  <a:cs typeface="+mn-cs"/>
                </a:rPr>
                <a:t>4</a:t>
              </a:r>
            </a:p>
          </p:txBody>
        </p:sp>
        <p:sp>
          <p:nvSpPr>
            <p:cNvPr id="22" name="Line 34">
              <a:extLst>
                <a:ext uri="{FF2B5EF4-FFF2-40B4-BE49-F238E27FC236}">
                  <a16:creationId xmlns:a16="http://schemas.microsoft.com/office/drawing/2014/main" id="{495F3094-7DAF-1C79-B0C4-2FB5C391AACF}"/>
                </a:ext>
              </a:extLst>
            </p:cNvPr>
            <p:cNvSpPr>
              <a:spLocks noChangeShapeType="1"/>
            </p:cNvSpPr>
            <p:nvPr/>
          </p:nvSpPr>
          <p:spPr bwMode="auto">
            <a:xfrm>
              <a:off x="3201851" y="5417447"/>
              <a:ext cx="0" cy="238125"/>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3" name="Line 35">
              <a:extLst>
                <a:ext uri="{FF2B5EF4-FFF2-40B4-BE49-F238E27FC236}">
                  <a16:creationId xmlns:a16="http://schemas.microsoft.com/office/drawing/2014/main" id="{FBE0EE62-221E-095F-A271-BD6F49868C32}"/>
                </a:ext>
              </a:extLst>
            </p:cNvPr>
            <p:cNvSpPr>
              <a:spLocks noChangeShapeType="1"/>
            </p:cNvSpPr>
            <p:nvPr/>
          </p:nvSpPr>
          <p:spPr bwMode="auto">
            <a:xfrm>
              <a:off x="3678101" y="5422209"/>
              <a:ext cx="0" cy="238125"/>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4" name="Line 36">
              <a:extLst>
                <a:ext uri="{FF2B5EF4-FFF2-40B4-BE49-F238E27FC236}">
                  <a16:creationId xmlns:a16="http://schemas.microsoft.com/office/drawing/2014/main" id="{7C825A6F-CEAB-6EAB-9C19-5A902C332403}"/>
                </a:ext>
              </a:extLst>
            </p:cNvPr>
            <p:cNvSpPr>
              <a:spLocks noChangeShapeType="1"/>
            </p:cNvSpPr>
            <p:nvPr/>
          </p:nvSpPr>
          <p:spPr bwMode="auto">
            <a:xfrm>
              <a:off x="4154351" y="5422209"/>
              <a:ext cx="0" cy="238125"/>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5" name="Line 37">
              <a:extLst>
                <a:ext uri="{FF2B5EF4-FFF2-40B4-BE49-F238E27FC236}">
                  <a16:creationId xmlns:a16="http://schemas.microsoft.com/office/drawing/2014/main" id="{BE610299-0E8D-3B1E-E2AB-6D6FE07631F5}"/>
                </a:ext>
              </a:extLst>
            </p:cNvPr>
            <p:cNvSpPr>
              <a:spLocks noChangeShapeType="1"/>
            </p:cNvSpPr>
            <p:nvPr/>
          </p:nvSpPr>
          <p:spPr bwMode="auto">
            <a:xfrm>
              <a:off x="4630601" y="5422209"/>
              <a:ext cx="0" cy="238125"/>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6" name="Line 38">
              <a:extLst>
                <a:ext uri="{FF2B5EF4-FFF2-40B4-BE49-F238E27FC236}">
                  <a16:creationId xmlns:a16="http://schemas.microsoft.com/office/drawing/2014/main" id="{5C0F1BC6-1D96-4D0A-6C0A-A5E8B22054D4}"/>
                </a:ext>
              </a:extLst>
            </p:cNvPr>
            <p:cNvSpPr>
              <a:spLocks noChangeShapeType="1"/>
            </p:cNvSpPr>
            <p:nvPr/>
          </p:nvSpPr>
          <p:spPr bwMode="auto">
            <a:xfrm>
              <a:off x="5111613" y="5412684"/>
              <a:ext cx="0" cy="238125"/>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7" name="Line 39">
              <a:extLst>
                <a:ext uri="{FF2B5EF4-FFF2-40B4-BE49-F238E27FC236}">
                  <a16:creationId xmlns:a16="http://schemas.microsoft.com/office/drawing/2014/main" id="{91F276BF-0CE2-D2B7-09AC-F3754FA7486D}"/>
                </a:ext>
              </a:extLst>
            </p:cNvPr>
            <p:cNvSpPr>
              <a:spLocks noChangeShapeType="1"/>
            </p:cNvSpPr>
            <p:nvPr/>
          </p:nvSpPr>
          <p:spPr bwMode="auto">
            <a:xfrm>
              <a:off x="6059351" y="5417447"/>
              <a:ext cx="0" cy="238125"/>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8" name="Line 40">
              <a:extLst>
                <a:ext uri="{FF2B5EF4-FFF2-40B4-BE49-F238E27FC236}">
                  <a16:creationId xmlns:a16="http://schemas.microsoft.com/office/drawing/2014/main" id="{0B67C938-51D1-3B9F-82AA-DF8FBFCF2D58}"/>
                </a:ext>
              </a:extLst>
            </p:cNvPr>
            <p:cNvSpPr>
              <a:spLocks noChangeShapeType="1"/>
            </p:cNvSpPr>
            <p:nvPr/>
          </p:nvSpPr>
          <p:spPr bwMode="auto">
            <a:xfrm>
              <a:off x="7007088" y="5412684"/>
              <a:ext cx="0" cy="238125"/>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9" name="Line 41">
              <a:extLst>
                <a:ext uri="{FF2B5EF4-FFF2-40B4-BE49-F238E27FC236}">
                  <a16:creationId xmlns:a16="http://schemas.microsoft.com/office/drawing/2014/main" id="{D63A4348-059C-6D93-0BFF-4866C8599A59}"/>
                </a:ext>
              </a:extLst>
            </p:cNvPr>
            <p:cNvSpPr>
              <a:spLocks noChangeShapeType="1"/>
            </p:cNvSpPr>
            <p:nvPr/>
          </p:nvSpPr>
          <p:spPr bwMode="auto">
            <a:xfrm>
              <a:off x="7954826" y="5407922"/>
              <a:ext cx="0" cy="238125"/>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0" name="Line 42">
              <a:extLst>
                <a:ext uri="{FF2B5EF4-FFF2-40B4-BE49-F238E27FC236}">
                  <a16:creationId xmlns:a16="http://schemas.microsoft.com/office/drawing/2014/main" id="{D2737515-DE28-80A0-B270-2271533A336D}"/>
                </a:ext>
              </a:extLst>
            </p:cNvPr>
            <p:cNvSpPr>
              <a:spLocks noChangeShapeType="1"/>
            </p:cNvSpPr>
            <p:nvPr/>
          </p:nvSpPr>
          <p:spPr bwMode="auto">
            <a:xfrm>
              <a:off x="7488101" y="5417447"/>
              <a:ext cx="0" cy="238125"/>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1" name="Line 43">
              <a:extLst>
                <a:ext uri="{FF2B5EF4-FFF2-40B4-BE49-F238E27FC236}">
                  <a16:creationId xmlns:a16="http://schemas.microsoft.com/office/drawing/2014/main" id="{ED1F2998-3967-3319-35F4-0059851312F4}"/>
                </a:ext>
              </a:extLst>
            </p:cNvPr>
            <p:cNvSpPr>
              <a:spLocks noChangeShapeType="1"/>
            </p:cNvSpPr>
            <p:nvPr/>
          </p:nvSpPr>
          <p:spPr bwMode="auto">
            <a:xfrm>
              <a:off x="8435838" y="5322197"/>
              <a:ext cx="0" cy="338137"/>
            </a:xfrm>
            <a:prstGeom prst="line">
              <a:avLst/>
            </a:prstGeom>
            <a:noFill/>
            <a:ln w="3810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2" name="Line 44">
              <a:extLst>
                <a:ext uri="{FF2B5EF4-FFF2-40B4-BE49-F238E27FC236}">
                  <a16:creationId xmlns:a16="http://schemas.microsoft.com/office/drawing/2014/main" id="{74B1C298-CD56-C626-B86A-0FE3744EC345}"/>
                </a:ext>
              </a:extLst>
            </p:cNvPr>
            <p:cNvSpPr>
              <a:spLocks noChangeShapeType="1"/>
            </p:cNvSpPr>
            <p:nvPr/>
          </p:nvSpPr>
          <p:spPr bwMode="auto">
            <a:xfrm>
              <a:off x="6535601" y="5417447"/>
              <a:ext cx="0" cy="238125"/>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3" name="Text Box 45">
              <a:extLst>
                <a:ext uri="{FF2B5EF4-FFF2-40B4-BE49-F238E27FC236}">
                  <a16:creationId xmlns:a16="http://schemas.microsoft.com/office/drawing/2014/main" id="{8B776E2B-39C5-F31D-35C5-E2E54459722F}"/>
                </a:ext>
              </a:extLst>
            </p:cNvPr>
            <p:cNvSpPr txBox="1">
              <a:spLocks noChangeArrowheads="1"/>
            </p:cNvSpPr>
            <p:nvPr/>
          </p:nvSpPr>
          <p:spPr bwMode="auto">
            <a:xfrm>
              <a:off x="3765413" y="4793559"/>
              <a:ext cx="704850" cy="5810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charset="0"/>
                  <a:ea typeface="ＭＳ Ｐゴシック" charset="0"/>
                  <a:cs typeface="+mn-cs"/>
                </a:rPr>
                <a:t>6-slot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charset="0"/>
                  <a:ea typeface="ＭＳ Ｐゴシック" charset="0"/>
                  <a:cs typeface="+mn-cs"/>
                </a:rPr>
                <a:t>frame</a:t>
              </a:r>
            </a:p>
          </p:txBody>
        </p:sp>
        <p:sp>
          <p:nvSpPr>
            <p:cNvPr id="34" name="Line 46">
              <a:extLst>
                <a:ext uri="{FF2B5EF4-FFF2-40B4-BE49-F238E27FC236}">
                  <a16:creationId xmlns:a16="http://schemas.microsoft.com/office/drawing/2014/main" id="{A3BA6DAB-2DF0-FD7C-BE4E-1AD0C3B789A8}"/>
                </a:ext>
              </a:extLst>
            </p:cNvPr>
            <p:cNvSpPr>
              <a:spLocks noChangeShapeType="1"/>
            </p:cNvSpPr>
            <p:nvPr/>
          </p:nvSpPr>
          <p:spPr bwMode="auto">
            <a:xfrm>
              <a:off x="4576626" y="5130109"/>
              <a:ext cx="989012" cy="0"/>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5" name="Line 47">
              <a:extLst>
                <a:ext uri="{FF2B5EF4-FFF2-40B4-BE49-F238E27FC236}">
                  <a16:creationId xmlns:a16="http://schemas.microsoft.com/office/drawing/2014/main" id="{C1E3DA81-7D6F-DC14-AA63-EBF9DB8AB7B1}"/>
                </a:ext>
              </a:extLst>
            </p:cNvPr>
            <p:cNvSpPr>
              <a:spLocks noChangeShapeType="1"/>
            </p:cNvSpPr>
            <p:nvPr/>
          </p:nvSpPr>
          <p:spPr bwMode="auto">
            <a:xfrm flipH="1">
              <a:off x="2731951" y="5125347"/>
              <a:ext cx="989012" cy="0"/>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6" name="Line 48">
              <a:extLst>
                <a:ext uri="{FF2B5EF4-FFF2-40B4-BE49-F238E27FC236}">
                  <a16:creationId xmlns:a16="http://schemas.microsoft.com/office/drawing/2014/main" id="{BB808AE9-C0A6-7B7F-292B-7346B1B7A541}"/>
                </a:ext>
              </a:extLst>
            </p:cNvPr>
            <p:cNvSpPr>
              <a:spLocks noChangeShapeType="1"/>
            </p:cNvSpPr>
            <p:nvPr/>
          </p:nvSpPr>
          <p:spPr bwMode="auto">
            <a:xfrm>
              <a:off x="2711313" y="5038034"/>
              <a:ext cx="0" cy="304800"/>
            </a:xfrm>
            <a:prstGeom prst="line">
              <a:avLst/>
            </a:prstGeom>
            <a:noFill/>
            <a:ln w="9525">
              <a:solidFill>
                <a:srgbClr val="00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7" name="Line 49">
              <a:extLst>
                <a:ext uri="{FF2B5EF4-FFF2-40B4-BE49-F238E27FC236}">
                  <a16:creationId xmlns:a16="http://schemas.microsoft.com/office/drawing/2014/main" id="{0926118B-1BB6-1FBD-270D-C13A948E83E8}"/>
                </a:ext>
              </a:extLst>
            </p:cNvPr>
            <p:cNvSpPr>
              <a:spLocks noChangeShapeType="1"/>
            </p:cNvSpPr>
            <p:nvPr/>
          </p:nvSpPr>
          <p:spPr bwMode="auto">
            <a:xfrm>
              <a:off x="5570401" y="5028509"/>
              <a:ext cx="0" cy="304800"/>
            </a:xfrm>
            <a:prstGeom prst="line">
              <a:avLst/>
            </a:prstGeom>
            <a:noFill/>
            <a:ln w="9525">
              <a:solidFill>
                <a:srgbClr val="00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8" name="Text Box 51">
              <a:extLst>
                <a:ext uri="{FF2B5EF4-FFF2-40B4-BE49-F238E27FC236}">
                  <a16:creationId xmlns:a16="http://schemas.microsoft.com/office/drawing/2014/main" id="{C14CB888-572B-656B-2C56-87AC1378107D}"/>
                </a:ext>
              </a:extLst>
            </p:cNvPr>
            <p:cNvSpPr txBox="1">
              <a:spLocks noChangeArrowheads="1"/>
            </p:cNvSpPr>
            <p:nvPr/>
          </p:nvSpPr>
          <p:spPr bwMode="auto">
            <a:xfrm>
              <a:off x="6629263" y="4766572"/>
              <a:ext cx="704850" cy="5810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charset="0"/>
                  <a:ea typeface="ＭＳ Ｐゴシック" charset="0"/>
                  <a:cs typeface="+mn-cs"/>
                </a:rPr>
                <a:t>6-slot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charset="0"/>
                  <a:ea typeface="ＭＳ Ｐゴシック" charset="0"/>
                  <a:cs typeface="+mn-cs"/>
                </a:rPr>
                <a:t>frame</a:t>
              </a:r>
            </a:p>
          </p:txBody>
        </p:sp>
        <p:sp>
          <p:nvSpPr>
            <p:cNvPr id="39" name="Line 52">
              <a:extLst>
                <a:ext uri="{FF2B5EF4-FFF2-40B4-BE49-F238E27FC236}">
                  <a16:creationId xmlns:a16="http://schemas.microsoft.com/office/drawing/2014/main" id="{A67B55EB-27A3-3ADE-328A-07597C049527}"/>
                </a:ext>
              </a:extLst>
            </p:cNvPr>
            <p:cNvSpPr>
              <a:spLocks noChangeShapeType="1"/>
            </p:cNvSpPr>
            <p:nvPr/>
          </p:nvSpPr>
          <p:spPr bwMode="auto">
            <a:xfrm>
              <a:off x="7440476" y="5136459"/>
              <a:ext cx="989012" cy="0"/>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40" name="Line 53">
              <a:extLst>
                <a:ext uri="{FF2B5EF4-FFF2-40B4-BE49-F238E27FC236}">
                  <a16:creationId xmlns:a16="http://schemas.microsoft.com/office/drawing/2014/main" id="{15E7EBC8-455E-051F-1EF9-981CAF640003}"/>
                </a:ext>
              </a:extLst>
            </p:cNvPr>
            <p:cNvSpPr>
              <a:spLocks noChangeShapeType="1"/>
            </p:cNvSpPr>
            <p:nvPr/>
          </p:nvSpPr>
          <p:spPr bwMode="auto">
            <a:xfrm flipH="1">
              <a:off x="5595801" y="5131697"/>
              <a:ext cx="989012" cy="0"/>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41" name="Line 55">
              <a:extLst>
                <a:ext uri="{FF2B5EF4-FFF2-40B4-BE49-F238E27FC236}">
                  <a16:creationId xmlns:a16="http://schemas.microsoft.com/office/drawing/2014/main" id="{09DF918D-3FAF-9856-FE11-F96D1FD76C63}"/>
                </a:ext>
              </a:extLst>
            </p:cNvPr>
            <p:cNvSpPr>
              <a:spLocks noChangeShapeType="1"/>
            </p:cNvSpPr>
            <p:nvPr/>
          </p:nvSpPr>
          <p:spPr bwMode="auto">
            <a:xfrm>
              <a:off x="8434251" y="5001522"/>
              <a:ext cx="0" cy="304800"/>
            </a:xfrm>
            <a:prstGeom prst="line">
              <a:avLst/>
            </a:prstGeom>
            <a:noFill/>
            <a:ln w="9525">
              <a:solidFill>
                <a:srgbClr val="00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sp>
        <p:nvSpPr>
          <p:cNvPr id="42" name="Title 5">
            <a:extLst>
              <a:ext uri="{FF2B5EF4-FFF2-40B4-BE49-F238E27FC236}">
                <a16:creationId xmlns:a16="http://schemas.microsoft.com/office/drawing/2014/main" id="{06FE7AD6-6F6B-A108-D3E2-AA66A1E1712C}"/>
              </a:ext>
            </a:extLst>
          </p:cNvPr>
          <p:cNvSpPr txBox="1">
            <a:spLocks/>
          </p:cNvSpPr>
          <p:nvPr/>
        </p:nvSpPr>
        <p:spPr>
          <a:xfrm>
            <a:off x="804793" y="190760"/>
            <a:ext cx="11179629" cy="7368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t>Multiple Access Protocols (1/3) - Multiplexing</a:t>
            </a:r>
            <a:endParaRPr lang="en-US" dirty="0"/>
          </a:p>
        </p:txBody>
      </p:sp>
    </p:spTree>
    <p:extLst>
      <p:ext uri="{BB962C8B-B14F-4D97-AF65-F5344CB8AC3E}">
        <p14:creationId xmlns:p14="http://schemas.microsoft.com/office/powerpoint/2010/main" val="17183568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53E78-B737-5590-7A1E-8E1691D533D9}"/>
            </a:ext>
          </a:extLst>
        </p:cNvPr>
        <p:cNvGrpSpPr/>
        <p:nvPr/>
      </p:nvGrpSpPr>
      <p:grpSpPr>
        <a:xfrm>
          <a:off x="0" y="0"/>
          <a:ext cx="0" cy="0"/>
          <a:chOff x="0" y="0"/>
          <a:chExt cx="0" cy="0"/>
        </a:xfrm>
      </p:grpSpPr>
      <p:sp>
        <p:nvSpPr>
          <p:cNvPr id="2" name="Rectangle 3">
            <a:extLst>
              <a:ext uri="{FF2B5EF4-FFF2-40B4-BE49-F238E27FC236}">
                <a16:creationId xmlns:a16="http://schemas.microsoft.com/office/drawing/2014/main" id="{1D207254-2523-B307-9630-2042763717B1}"/>
              </a:ext>
            </a:extLst>
          </p:cNvPr>
          <p:cNvSpPr txBox="1">
            <a:spLocks noChangeArrowheads="1"/>
          </p:cNvSpPr>
          <p:nvPr/>
        </p:nvSpPr>
        <p:spPr bwMode="auto">
          <a:xfrm>
            <a:off x="639265" y="1488243"/>
            <a:ext cx="10913469" cy="25927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342900" marR="0" lvl="0" indent="-342900" algn="l" defTabSz="914400" rtl="0" eaLnBrk="0" fontAlgn="base" latinLnBrk="0" hangingPunct="0">
              <a:lnSpc>
                <a:spcPct val="85000"/>
              </a:lnSpc>
              <a:spcBef>
                <a:spcPct val="20000"/>
              </a:spcBef>
              <a:spcAft>
                <a:spcPts val="600"/>
              </a:spcAft>
              <a:buClr>
                <a:srgbClr val="000099"/>
              </a:buClr>
              <a:buSzPct val="100000"/>
              <a:buFont typeface="Wingdings" charset="0"/>
              <a:buNone/>
              <a:tabLst/>
              <a:defRPr/>
            </a:pPr>
            <a:r>
              <a:rPr kumimoji="0" lang="en-US" sz="3200" b="0" i="0" u="none" strike="noStrike" kern="0" cap="none" spc="0" normalizeH="0" baseline="0" noProof="0" dirty="0">
                <a:ln>
                  <a:noFill/>
                </a:ln>
                <a:solidFill>
                  <a:srgbClr val="C00000"/>
                </a:solidFill>
                <a:effectLst/>
                <a:uLnTx/>
                <a:uFillTx/>
                <a:ea typeface="ＭＳ Ｐゴシック" charset="0"/>
                <a:cs typeface="+mn-cs"/>
              </a:rPr>
              <a:t>FDMA: frequency division multiple access </a:t>
            </a:r>
          </a:p>
          <a:p>
            <a:pPr marL="407987" marR="0" lvl="0" algn="l" defTabSz="914400" rtl="0" eaLnBrk="0" fontAlgn="base" latinLnBrk="0" hangingPunct="0">
              <a:lnSpc>
                <a:spcPct val="100000"/>
              </a:lnSpc>
              <a:spcBef>
                <a:spcPts val="600"/>
              </a:spcBef>
              <a:spcAft>
                <a:spcPts val="600"/>
              </a:spcAft>
              <a:buClrTx/>
              <a:buSzPct val="100000"/>
              <a:buFont typeface="Arial" panose="020B0604020202020204" pitchFamily="34" charset="0"/>
              <a:buChar char="•"/>
              <a:tabLst/>
              <a:defRPr/>
            </a:pPr>
            <a:r>
              <a:rPr kumimoji="0" lang="en-US" sz="2400" b="0" i="0" u="none" strike="noStrike" kern="0" cap="none" spc="0" normalizeH="0" baseline="0" noProof="0" dirty="0">
                <a:ln>
                  <a:noFill/>
                </a:ln>
                <a:solidFill>
                  <a:prstClr val="black"/>
                </a:solidFill>
                <a:effectLst/>
                <a:uLnTx/>
                <a:uFillTx/>
                <a:ea typeface="ＭＳ Ｐゴシック" charset="0"/>
                <a:cs typeface="+mn-cs"/>
              </a:rPr>
              <a:t>Channel spectrum divided into frequency bands</a:t>
            </a:r>
          </a:p>
          <a:p>
            <a:pPr marL="407987" marR="0" lvl="0" algn="l" defTabSz="914400" rtl="0" eaLnBrk="0" fontAlgn="base" latinLnBrk="0" hangingPunct="0">
              <a:lnSpc>
                <a:spcPct val="100000"/>
              </a:lnSpc>
              <a:spcBef>
                <a:spcPts val="600"/>
              </a:spcBef>
              <a:spcAft>
                <a:spcPts val="600"/>
              </a:spcAft>
              <a:buClrTx/>
              <a:buSzPct val="100000"/>
              <a:buFont typeface="Arial" panose="020B0604020202020204" pitchFamily="34" charset="0"/>
              <a:buChar char="•"/>
              <a:tabLst/>
              <a:defRPr/>
            </a:pPr>
            <a:r>
              <a:rPr kumimoji="0" lang="en-US" sz="2400" b="0" i="0" u="none" strike="noStrike" kern="0" cap="none" spc="0" normalizeH="0" baseline="0" noProof="0" dirty="0">
                <a:ln>
                  <a:noFill/>
                </a:ln>
                <a:solidFill>
                  <a:prstClr val="black"/>
                </a:solidFill>
                <a:effectLst/>
                <a:uLnTx/>
                <a:uFillTx/>
                <a:ea typeface="ＭＳ Ｐゴシック" charset="0"/>
                <a:cs typeface="+mn-cs"/>
              </a:rPr>
              <a:t>Each node assigned fixed frequency band</a:t>
            </a:r>
          </a:p>
          <a:p>
            <a:pPr marL="407987" marR="0" lvl="0" algn="l" defTabSz="914400" rtl="0" eaLnBrk="0" fontAlgn="base" latinLnBrk="0" hangingPunct="0">
              <a:lnSpc>
                <a:spcPct val="100000"/>
              </a:lnSpc>
              <a:spcBef>
                <a:spcPts val="600"/>
              </a:spcBef>
              <a:spcAft>
                <a:spcPts val="600"/>
              </a:spcAft>
              <a:buClrTx/>
              <a:buSzPct val="100000"/>
              <a:buFont typeface="Arial" panose="020B0604020202020204" pitchFamily="34" charset="0"/>
              <a:buChar char="•"/>
              <a:tabLst/>
              <a:defRPr/>
            </a:pPr>
            <a:r>
              <a:rPr kumimoji="0" lang="en-US" sz="2400" b="0" i="0" u="none" strike="noStrike" kern="0" cap="none" spc="0" normalizeH="0" baseline="0" noProof="0" dirty="0">
                <a:ln>
                  <a:noFill/>
                </a:ln>
                <a:solidFill>
                  <a:prstClr val="black"/>
                </a:solidFill>
                <a:effectLst/>
                <a:uLnTx/>
                <a:uFillTx/>
                <a:ea typeface="ＭＳ Ｐゴシック" charset="0"/>
                <a:cs typeface="+mn-cs"/>
              </a:rPr>
              <a:t>Unused transmission time in frequency bands go idle </a:t>
            </a:r>
          </a:p>
          <a:p>
            <a:pPr marL="407987" marR="0" lvl="0" algn="l" defTabSz="914400" rtl="0" eaLnBrk="0" fontAlgn="base" latinLnBrk="0" hangingPunct="0">
              <a:lnSpc>
                <a:spcPct val="100000"/>
              </a:lnSpc>
              <a:spcBef>
                <a:spcPts val="600"/>
              </a:spcBef>
              <a:spcAft>
                <a:spcPts val="600"/>
              </a:spcAft>
              <a:buClrTx/>
              <a:buSzPct val="100000"/>
              <a:buFont typeface="Arial" panose="020B0604020202020204" pitchFamily="34" charset="0"/>
              <a:buChar char="•"/>
              <a:tabLst/>
              <a:defRPr/>
            </a:pPr>
            <a:r>
              <a:rPr kumimoji="0" lang="en-US" sz="2400" b="0" i="0" u="none" strike="noStrike" kern="0" cap="none" spc="0" normalizeH="0" baseline="0" noProof="0" dirty="0">
                <a:ln>
                  <a:noFill/>
                </a:ln>
                <a:solidFill>
                  <a:prstClr val="black"/>
                </a:solidFill>
                <a:effectLst/>
                <a:uLnTx/>
                <a:uFillTx/>
                <a:ea typeface="ＭＳ Ｐゴシック" charset="0"/>
                <a:cs typeface="+mn-cs"/>
              </a:rPr>
              <a:t>Example: 6-node LAN, 1,3,4 have packet to send, frequency bands 2,5,6 idle </a:t>
            </a:r>
            <a:endParaRPr kumimoji="0" lang="en-US" sz="2800" b="0" i="0" u="none" strike="noStrike" kern="0" cap="none" spc="0" normalizeH="0" baseline="0" noProof="0" dirty="0">
              <a:ln>
                <a:noFill/>
              </a:ln>
              <a:solidFill>
                <a:prstClr val="black"/>
              </a:solidFill>
              <a:effectLst/>
              <a:uLnTx/>
              <a:uFillTx/>
              <a:ea typeface="ＭＳ Ｐゴシック" charset="0"/>
              <a:cs typeface="+mn-cs"/>
            </a:endParaRPr>
          </a:p>
        </p:txBody>
      </p:sp>
      <p:grpSp>
        <p:nvGrpSpPr>
          <p:cNvPr id="4" name="Group 3">
            <a:extLst>
              <a:ext uri="{FF2B5EF4-FFF2-40B4-BE49-F238E27FC236}">
                <a16:creationId xmlns:a16="http://schemas.microsoft.com/office/drawing/2014/main" id="{4329B809-B765-4130-FDA9-EC6BEE28031C}"/>
              </a:ext>
            </a:extLst>
          </p:cNvPr>
          <p:cNvGrpSpPr/>
          <p:nvPr/>
        </p:nvGrpSpPr>
        <p:grpSpPr>
          <a:xfrm>
            <a:off x="2268537" y="4150889"/>
            <a:ext cx="7654925" cy="2428875"/>
            <a:chOff x="2440541" y="3841543"/>
            <a:chExt cx="7654925" cy="2428875"/>
          </a:xfrm>
        </p:grpSpPr>
        <p:sp>
          <p:nvSpPr>
            <p:cNvPr id="5" name="Rectangle 4">
              <a:extLst>
                <a:ext uri="{FF2B5EF4-FFF2-40B4-BE49-F238E27FC236}">
                  <a16:creationId xmlns:a16="http://schemas.microsoft.com/office/drawing/2014/main" id="{E5C366C3-D60C-B0D0-B001-8236EF81B614}"/>
                </a:ext>
              </a:extLst>
            </p:cNvPr>
            <p:cNvSpPr>
              <a:spLocks noChangeArrowheads="1"/>
            </p:cNvSpPr>
            <p:nvPr/>
          </p:nvSpPr>
          <p:spPr bwMode="auto">
            <a:xfrm>
              <a:off x="6774416" y="4019343"/>
              <a:ext cx="627062" cy="2251075"/>
            </a:xfrm>
            <a:prstGeom prst="rect">
              <a:avLst/>
            </a:prstGeom>
            <a:solidFill>
              <a:srgbClr val="FFFFFF"/>
            </a:solidFill>
            <a:ln w="19050">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6" name="Line 5">
              <a:extLst>
                <a:ext uri="{FF2B5EF4-FFF2-40B4-BE49-F238E27FC236}">
                  <a16:creationId xmlns:a16="http://schemas.microsoft.com/office/drawing/2014/main" id="{D52D4350-AA5A-00B3-BAF4-21BB396AF9FC}"/>
                </a:ext>
              </a:extLst>
            </p:cNvPr>
            <p:cNvSpPr>
              <a:spLocks noChangeShapeType="1"/>
            </p:cNvSpPr>
            <p:nvPr/>
          </p:nvSpPr>
          <p:spPr bwMode="auto">
            <a:xfrm flipV="1">
              <a:off x="6772828" y="5124243"/>
              <a:ext cx="622300" cy="1587"/>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7" name="Line 6">
              <a:extLst>
                <a:ext uri="{FF2B5EF4-FFF2-40B4-BE49-F238E27FC236}">
                  <a16:creationId xmlns:a16="http://schemas.microsoft.com/office/drawing/2014/main" id="{027084AB-635E-067A-1CD1-4207A78170EF}"/>
                </a:ext>
              </a:extLst>
            </p:cNvPr>
            <p:cNvSpPr>
              <a:spLocks noChangeShapeType="1"/>
            </p:cNvSpPr>
            <p:nvPr/>
          </p:nvSpPr>
          <p:spPr bwMode="auto">
            <a:xfrm flipV="1">
              <a:off x="6768066" y="5516355"/>
              <a:ext cx="631825" cy="635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8" name="Line 7">
              <a:extLst>
                <a:ext uri="{FF2B5EF4-FFF2-40B4-BE49-F238E27FC236}">
                  <a16:creationId xmlns:a16="http://schemas.microsoft.com/office/drawing/2014/main" id="{724BA647-5FAE-360D-43F8-41E7879CAAAC}"/>
                </a:ext>
              </a:extLst>
            </p:cNvPr>
            <p:cNvSpPr>
              <a:spLocks noChangeShapeType="1"/>
            </p:cNvSpPr>
            <p:nvPr/>
          </p:nvSpPr>
          <p:spPr bwMode="auto">
            <a:xfrm flipV="1">
              <a:off x="6772828" y="5902118"/>
              <a:ext cx="627063" cy="1587"/>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9" name="Line 8">
              <a:extLst>
                <a:ext uri="{FF2B5EF4-FFF2-40B4-BE49-F238E27FC236}">
                  <a16:creationId xmlns:a16="http://schemas.microsoft.com/office/drawing/2014/main" id="{33ECF262-F7C4-38AE-69DB-45FB0DDD3479}"/>
                </a:ext>
              </a:extLst>
            </p:cNvPr>
            <p:cNvSpPr>
              <a:spLocks noChangeShapeType="1"/>
            </p:cNvSpPr>
            <p:nvPr/>
          </p:nvSpPr>
          <p:spPr bwMode="auto">
            <a:xfrm flipV="1">
              <a:off x="6768066" y="4738480"/>
              <a:ext cx="631825" cy="635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0" name="Line 9">
              <a:extLst>
                <a:ext uri="{FF2B5EF4-FFF2-40B4-BE49-F238E27FC236}">
                  <a16:creationId xmlns:a16="http://schemas.microsoft.com/office/drawing/2014/main" id="{F567EFA2-1D96-4A1B-68F7-76D2995FD4F9}"/>
                </a:ext>
              </a:extLst>
            </p:cNvPr>
            <p:cNvSpPr>
              <a:spLocks noChangeShapeType="1"/>
            </p:cNvSpPr>
            <p:nvPr/>
          </p:nvSpPr>
          <p:spPr bwMode="auto">
            <a:xfrm flipV="1">
              <a:off x="6772828" y="4352718"/>
              <a:ext cx="631825" cy="635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1" name="Line 11">
              <a:extLst>
                <a:ext uri="{FF2B5EF4-FFF2-40B4-BE49-F238E27FC236}">
                  <a16:creationId xmlns:a16="http://schemas.microsoft.com/office/drawing/2014/main" id="{3000A28C-1266-9F7F-E647-8325582FBC3A}"/>
                </a:ext>
              </a:extLst>
            </p:cNvPr>
            <p:cNvSpPr>
              <a:spLocks noChangeShapeType="1"/>
            </p:cNvSpPr>
            <p:nvPr/>
          </p:nvSpPr>
          <p:spPr bwMode="auto">
            <a:xfrm>
              <a:off x="7493553" y="4292393"/>
              <a:ext cx="2228850" cy="0"/>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2" name="Freeform 12">
              <a:extLst>
                <a:ext uri="{FF2B5EF4-FFF2-40B4-BE49-F238E27FC236}">
                  <a16:creationId xmlns:a16="http://schemas.microsoft.com/office/drawing/2014/main" id="{A9BB4E7A-B2BA-113C-DA34-7372671BF4A7}"/>
                </a:ext>
              </a:extLst>
            </p:cNvPr>
            <p:cNvSpPr>
              <a:spLocks/>
            </p:cNvSpPr>
            <p:nvPr/>
          </p:nvSpPr>
          <p:spPr bwMode="auto">
            <a:xfrm>
              <a:off x="7641191" y="4173330"/>
              <a:ext cx="1728787" cy="114300"/>
            </a:xfrm>
            <a:custGeom>
              <a:avLst/>
              <a:gdLst>
                <a:gd name="T0" fmla="*/ 0 w 1089"/>
                <a:gd name="T1" fmla="*/ 2147483647 h 72"/>
                <a:gd name="T2" fmla="*/ 0 w 1089"/>
                <a:gd name="T3" fmla="*/ 2147483647 h 72"/>
                <a:gd name="T4" fmla="*/ 2147483647 w 1089"/>
                <a:gd name="T5" fmla="*/ 0 h 72"/>
                <a:gd name="T6" fmla="*/ 2147483647 w 1089"/>
                <a:gd name="T7" fmla="*/ 2147483647 h 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89" h="72">
                  <a:moveTo>
                    <a:pt x="0" y="72"/>
                  </a:moveTo>
                  <a:lnTo>
                    <a:pt x="0" y="3"/>
                  </a:lnTo>
                  <a:lnTo>
                    <a:pt x="1089" y="0"/>
                  </a:lnTo>
                  <a:lnTo>
                    <a:pt x="1089" y="72"/>
                  </a:lnTo>
                </a:path>
              </a:pathLst>
            </a:custGeom>
            <a:solidFill>
              <a:srgbClr val="3333CC"/>
            </a:solidFill>
            <a:ln w="19050" cap="flat" cmpd="sng">
              <a:noFill/>
              <a:prstDash val="solid"/>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3" name="Line 13">
              <a:extLst>
                <a:ext uri="{FF2B5EF4-FFF2-40B4-BE49-F238E27FC236}">
                  <a16:creationId xmlns:a16="http://schemas.microsoft.com/office/drawing/2014/main" id="{BB4EE190-7A81-A6C7-C716-26ACBE39DFBF}"/>
                </a:ext>
              </a:extLst>
            </p:cNvPr>
            <p:cNvSpPr>
              <a:spLocks noChangeShapeType="1"/>
            </p:cNvSpPr>
            <p:nvPr/>
          </p:nvSpPr>
          <p:spPr bwMode="auto">
            <a:xfrm>
              <a:off x="7541178" y="4695618"/>
              <a:ext cx="2228850" cy="0"/>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4" name="Line 15">
              <a:extLst>
                <a:ext uri="{FF2B5EF4-FFF2-40B4-BE49-F238E27FC236}">
                  <a16:creationId xmlns:a16="http://schemas.microsoft.com/office/drawing/2014/main" id="{732C32FE-D110-28BE-099E-A87C2248E6C6}"/>
                </a:ext>
              </a:extLst>
            </p:cNvPr>
            <p:cNvSpPr>
              <a:spLocks noChangeShapeType="1"/>
            </p:cNvSpPr>
            <p:nvPr/>
          </p:nvSpPr>
          <p:spPr bwMode="auto">
            <a:xfrm>
              <a:off x="7541178" y="5094080"/>
              <a:ext cx="2228850" cy="0"/>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5" name="Freeform 16">
              <a:extLst>
                <a:ext uri="{FF2B5EF4-FFF2-40B4-BE49-F238E27FC236}">
                  <a16:creationId xmlns:a16="http://schemas.microsoft.com/office/drawing/2014/main" id="{AE7B1E81-41E4-0BF5-3E4C-B877795C20C6}"/>
                </a:ext>
              </a:extLst>
            </p:cNvPr>
            <p:cNvSpPr>
              <a:spLocks/>
            </p:cNvSpPr>
            <p:nvPr/>
          </p:nvSpPr>
          <p:spPr bwMode="auto">
            <a:xfrm>
              <a:off x="7688816" y="4975018"/>
              <a:ext cx="1728787" cy="114300"/>
            </a:xfrm>
            <a:custGeom>
              <a:avLst/>
              <a:gdLst>
                <a:gd name="T0" fmla="*/ 0 w 1089"/>
                <a:gd name="T1" fmla="*/ 2147483647 h 72"/>
                <a:gd name="T2" fmla="*/ 0 w 1089"/>
                <a:gd name="T3" fmla="*/ 2147483647 h 72"/>
                <a:gd name="T4" fmla="*/ 2147483647 w 1089"/>
                <a:gd name="T5" fmla="*/ 0 h 72"/>
                <a:gd name="T6" fmla="*/ 2147483647 w 1089"/>
                <a:gd name="T7" fmla="*/ 2147483647 h 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89" h="72">
                  <a:moveTo>
                    <a:pt x="0" y="72"/>
                  </a:moveTo>
                  <a:lnTo>
                    <a:pt x="0" y="3"/>
                  </a:lnTo>
                  <a:lnTo>
                    <a:pt x="1089" y="0"/>
                  </a:lnTo>
                  <a:lnTo>
                    <a:pt x="1089" y="72"/>
                  </a:lnTo>
                </a:path>
              </a:pathLst>
            </a:custGeom>
            <a:solidFill>
              <a:srgbClr val="FF0000"/>
            </a:solidFill>
            <a:ln w="19050" cap="flat" cmpd="sng">
              <a:noFill/>
              <a:prstDash val="solid"/>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nvGrpSpPr>
            <p:cNvPr id="16" name="Group 17">
              <a:extLst>
                <a:ext uri="{FF2B5EF4-FFF2-40B4-BE49-F238E27FC236}">
                  <a16:creationId xmlns:a16="http://schemas.microsoft.com/office/drawing/2014/main" id="{CD20209F-5E04-BABE-A50A-B01F4B0F4F4A}"/>
                </a:ext>
              </a:extLst>
            </p:cNvPr>
            <p:cNvGrpSpPr>
              <a:grpSpLocks/>
            </p:cNvGrpSpPr>
            <p:nvPr/>
          </p:nvGrpSpPr>
          <p:grpSpPr bwMode="auto">
            <a:xfrm>
              <a:off x="7558641" y="5379830"/>
              <a:ext cx="2228850" cy="119063"/>
              <a:chOff x="1884" y="2826"/>
              <a:chExt cx="1404" cy="75"/>
            </a:xfrm>
          </p:grpSpPr>
          <p:sp>
            <p:nvSpPr>
              <p:cNvPr id="34" name="Line 18">
                <a:extLst>
                  <a:ext uri="{FF2B5EF4-FFF2-40B4-BE49-F238E27FC236}">
                    <a16:creationId xmlns:a16="http://schemas.microsoft.com/office/drawing/2014/main" id="{33C888AC-2A8A-9638-D4CD-600CAADEF8A8}"/>
                  </a:ext>
                </a:extLst>
              </p:cNvPr>
              <p:cNvSpPr>
                <a:spLocks noChangeShapeType="1"/>
              </p:cNvSpPr>
              <p:nvPr/>
            </p:nvSpPr>
            <p:spPr bwMode="auto">
              <a:xfrm>
                <a:off x="1884" y="2901"/>
                <a:ext cx="1404" cy="0"/>
              </a:xfrm>
              <a:prstGeom prst="line">
                <a:avLst/>
              </a:prstGeom>
              <a:noFill/>
              <a:ln w="19050">
                <a:no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5" name="Freeform 19">
                <a:extLst>
                  <a:ext uri="{FF2B5EF4-FFF2-40B4-BE49-F238E27FC236}">
                    <a16:creationId xmlns:a16="http://schemas.microsoft.com/office/drawing/2014/main" id="{E2369F9D-68C7-0532-535F-0ACDF172EAE7}"/>
                  </a:ext>
                </a:extLst>
              </p:cNvPr>
              <p:cNvSpPr>
                <a:spLocks/>
              </p:cNvSpPr>
              <p:nvPr/>
            </p:nvSpPr>
            <p:spPr bwMode="auto">
              <a:xfrm>
                <a:off x="1977" y="2826"/>
                <a:ext cx="1089" cy="72"/>
              </a:xfrm>
              <a:custGeom>
                <a:avLst/>
                <a:gdLst>
                  <a:gd name="T0" fmla="*/ 0 w 1089"/>
                  <a:gd name="T1" fmla="*/ 72 h 72"/>
                  <a:gd name="T2" fmla="*/ 0 w 1089"/>
                  <a:gd name="T3" fmla="*/ 3 h 72"/>
                  <a:gd name="T4" fmla="*/ 1089 w 1089"/>
                  <a:gd name="T5" fmla="*/ 0 h 72"/>
                  <a:gd name="T6" fmla="*/ 1089 w 1089"/>
                  <a:gd name="T7" fmla="*/ 72 h 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89" h="72">
                    <a:moveTo>
                      <a:pt x="0" y="72"/>
                    </a:moveTo>
                    <a:lnTo>
                      <a:pt x="0" y="3"/>
                    </a:lnTo>
                    <a:lnTo>
                      <a:pt x="1089" y="0"/>
                    </a:lnTo>
                    <a:lnTo>
                      <a:pt x="1089" y="72"/>
                    </a:lnTo>
                  </a:path>
                </a:pathLst>
              </a:custGeom>
              <a:solidFill>
                <a:srgbClr val="00CC66"/>
              </a:solidFill>
              <a:ln w="19050" cap="flat" cmpd="sng">
                <a:noFill/>
                <a:prstDash val="solid"/>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sp>
          <p:nvSpPr>
            <p:cNvPr id="17" name="Line 20">
              <a:extLst>
                <a:ext uri="{FF2B5EF4-FFF2-40B4-BE49-F238E27FC236}">
                  <a16:creationId xmlns:a16="http://schemas.microsoft.com/office/drawing/2014/main" id="{11D64699-5FAB-B831-F716-D7817450C5AD}"/>
                </a:ext>
              </a:extLst>
            </p:cNvPr>
            <p:cNvSpPr>
              <a:spLocks noChangeShapeType="1"/>
            </p:cNvSpPr>
            <p:nvPr/>
          </p:nvSpPr>
          <p:spPr bwMode="auto">
            <a:xfrm>
              <a:off x="7588803" y="5905293"/>
              <a:ext cx="2228850" cy="0"/>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8" name="Text Box 22">
              <a:extLst>
                <a:ext uri="{FF2B5EF4-FFF2-40B4-BE49-F238E27FC236}">
                  <a16:creationId xmlns:a16="http://schemas.microsoft.com/office/drawing/2014/main" id="{87143827-47C6-1533-0EC1-40FBFE67436E}"/>
                </a:ext>
              </a:extLst>
            </p:cNvPr>
            <p:cNvSpPr txBox="1">
              <a:spLocks noChangeArrowheads="1"/>
            </p:cNvSpPr>
            <p:nvPr/>
          </p:nvSpPr>
          <p:spPr bwMode="auto">
            <a:xfrm rot="-5400000">
              <a:off x="5570297" y="4899612"/>
              <a:ext cx="1873250" cy="36671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rPr>
                <a:t>frequency bands</a:t>
              </a:r>
            </a:p>
          </p:txBody>
        </p:sp>
        <p:sp>
          <p:nvSpPr>
            <p:cNvPr id="19" name="Text Box 23">
              <a:extLst>
                <a:ext uri="{FF2B5EF4-FFF2-40B4-BE49-F238E27FC236}">
                  <a16:creationId xmlns:a16="http://schemas.microsoft.com/office/drawing/2014/main" id="{57A52A4D-4A33-7B9B-3DB4-39843ECFEF3C}"/>
                </a:ext>
              </a:extLst>
            </p:cNvPr>
            <p:cNvSpPr txBox="1">
              <a:spLocks noChangeArrowheads="1"/>
            </p:cNvSpPr>
            <p:nvPr/>
          </p:nvSpPr>
          <p:spPr bwMode="auto">
            <a:xfrm rot="67766">
              <a:off x="9479516" y="3841543"/>
              <a:ext cx="615950" cy="36671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rPr>
                <a:t>time</a:t>
              </a:r>
            </a:p>
          </p:txBody>
        </p:sp>
        <p:sp>
          <p:nvSpPr>
            <p:cNvPr id="20" name="Freeform 54">
              <a:extLst>
                <a:ext uri="{FF2B5EF4-FFF2-40B4-BE49-F238E27FC236}">
                  <a16:creationId xmlns:a16="http://schemas.microsoft.com/office/drawing/2014/main" id="{F3E402DD-8A0A-77E5-BC3A-B673B2883E2C}"/>
                </a:ext>
              </a:extLst>
            </p:cNvPr>
            <p:cNvSpPr>
              <a:spLocks/>
            </p:cNvSpPr>
            <p:nvPr/>
          </p:nvSpPr>
          <p:spPr bwMode="auto">
            <a:xfrm>
              <a:off x="4178853" y="4228893"/>
              <a:ext cx="595313" cy="1538287"/>
            </a:xfrm>
            <a:custGeom>
              <a:avLst/>
              <a:gdLst>
                <a:gd name="T0" fmla="*/ 2147483647 w 375"/>
                <a:gd name="T1" fmla="*/ 0 h 969"/>
                <a:gd name="T2" fmla="*/ 0 w 375"/>
                <a:gd name="T3" fmla="*/ 2147483647 h 969"/>
                <a:gd name="T4" fmla="*/ 2147483647 w 375"/>
                <a:gd name="T5" fmla="*/ 2147483647 h 969"/>
                <a:gd name="T6" fmla="*/ 2147483647 w 375"/>
                <a:gd name="T7" fmla="*/ 0 h 96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5" h="969">
                  <a:moveTo>
                    <a:pt x="375" y="0"/>
                  </a:moveTo>
                  <a:lnTo>
                    <a:pt x="0" y="485"/>
                  </a:lnTo>
                  <a:lnTo>
                    <a:pt x="375" y="969"/>
                  </a:lnTo>
                  <a:lnTo>
                    <a:pt x="375" y="0"/>
                  </a:lnTo>
                  <a:close/>
                </a:path>
              </a:pathLst>
            </a:custGeom>
            <a:gradFill rotWithShape="1">
              <a:gsLst>
                <a:gs pos="0">
                  <a:srgbClr val="000000"/>
                </a:gs>
                <a:gs pos="100000">
                  <a:srgbClr val="FFFFFF"/>
                </a:gs>
              </a:gsLst>
              <a:lin ang="0" scaled="1"/>
            </a:gradFill>
            <a:ln>
              <a:noFill/>
            </a:ln>
            <a:effectLst/>
            <a:extLst>
              <a:ext uri="{91240B29-F687-4f45-9708-019B960494DF}">
                <a14:hiddenLine xmlns="" xmlns:a14="http://schemas.microsoft.com/office/drawing/2010/main" w="3175" cmpd="sng">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nvGrpSpPr>
            <p:cNvPr id="21" name="Group 56">
              <a:extLst>
                <a:ext uri="{FF2B5EF4-FFF2-40B4-BE49-F238E27FC236}">
                  <a16:creationId xmlns:a16="http://schemas.microsoft.com/office/drawing/2014/main" id="{9FE45B5A-BD24-0DC5-6DFC-4AB8E8855C77}"/>
                </a:ext>
              </a:extLst>
            </p:cNvPr>
            <p:cNvGrpSpPr>
              <a:grpSpLocks/>
            </p:cNvGrpSpPr>
            <p:nvPr/>
          </p:nvGrpSpPr>
          <p:grpSpPr bwMode="auto">
            <a:xfrm>
              <a:off x="2440541" y="4867068"/>
              <a:ext cx="1666875" cy="314325"/>
              <a:chOff x="1614" y="1494"/>
              <a:chExt cx="1050" cy="198"/>
            </a:xfrm>
          </p:grpSpPr>
          <p:sp>
            <p:nvSpPr>
              <p:cNvPr id="30" name="Rectangle 57">
                <a:extLst>
                  <a:ext uri="{FF2B5EF4-FFF2-40B4-BE49-F238E27FC236}">
                    <a16:creationId xmlns:a16="http://schemas.microsoft.com/office/drawing/2014/main" id="{5A10AA5E-AD23-15D1-53F7-550DCC5A8C1F}"/>
                  </a:ext>
                </a:extLst>
              </p:cNvPr>
              <p:cNvSpPr>
                <a:spLocks noChangeArrowheads="1"/>
              </p:cNvSpPr>
              <p:nvPr/>
            </p:nvSpPr>
            <p:spPr bwMode="auto">
              <a:xfrm>
                <a:off x="2358" y="1500"/>
                <a:ext cx="168" cy="174"/>
              </a:xfrm>
              <a:prstGeom prst="rect">
                <a:avLst/>
              </a:prstGeom>
              <a:solidFill>
                <a:srgbClr val="FFFFF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1" name="Freeform 58">
                <a:extLst>
                  <a:ext uri="{FF2B5EF4-FFF2-40B4-BE49-F238E27FC236}">
                    <a16:creationId xmlns:a16="http://schemas.microsoft.com/office/drawing/2014/main" id="{DB16C675-17B7-F37B-BA8C-D9805F5BDCD3}"/>
                  </a:ext>
                </a:extLst>
              </p:cNvPr>
              <p:cNvSpPr>
                <a:spLocks/>
              </p:cNvSpPr>
              <p:nvPr/>
            </p:nvSpPr>
            <p:spPr bwMode="auto">
              <a:xfrm>
                <a:off x="1614" y="1494"/>
                <a:ext cx="896" cy="198"/>
              </a:xfrm>
              <a:custGeom>
                <a:avLst/>
                <a:gdLst>
                  <a:gd name="T0" fmla="*/ 18 w 896"/>
                  <a:gd name="T1" fmla="*/ 0 h 198"/>
                  <a:gd name="T2" fmla="*/ 0 w 896"/>
                  <a:gd name="T3" fmla="*/ 96 h 198"/>
                  <a:gd name="T4" fmla="*/ 18 w 896"/>
                  <a:gd name="T5" fmla="*/ 198 h 198"/>
                  <a:gd name="T6" fmla="*/ 774 w 896"/>
                  <a:gd name="T7" fmla="*/ 198 h 198"/>
                  <a:gd name="T8" fmla="*/ 750 w 896"/>
                  <a:gd name="T9" fmla="*/ 90 h 198"/>
                  <a:gd name="T10" fmla="*/ 774 w 896"/>
                  <a:gd name="T11" fmla="*/ 0 h 198"/>
                  <a:gd name="T12" fmla="*/ 18 w 896"/>
                  <a:gd name="T13" fmla="*/ 0 h 19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96" h="198">
                    <a:moveTo>
                      <a:pt x="18" y="0"/>
                    </a:moveTo>
                    <a:lnTo>
                      <a:pt x="0" y="96"/>
                    </a:lnTo>
                    <a:lnTo>
                      <a:pt x="18" y="198"/>
                    </a:lnTo>
                    <a:lnTo>
                      <a:pt x="774" y="198"/>
                    </a:lnTo>
                    <a:cubicBezTo>
                      <a:pt x="896" y="180"/>
                      <a:pt x="750" y="123"/>
                      <a:pt x="750" y="90"/>
                    </a:cubicBezTo>
                    <a:cubicBezTo>
                      <a:pt x="750" y="57"/>
                      <a:pt x="896" y="15"/>
                      <a:pt x="774" y="0"/>
                    </a:cubicBezTo>
                    <a:lnTo>
                      <a:pt x="18" y="0"/>
                    </a:lnTo>
                    <a:close/>
                  </a:path>
                </a:pathLst>
              </a:custGeom>
              <a:gradFill rotWithShape="1">
                <a:gsLst>
                  <a:gs pos="0">
                    <a:srgbClr val="000000"/>
                  </a:gs>
                  <a:gs pos="50000">
                    <a:srgbClr val="FFFFFF"/>
                  </a:gs>
                  <a:gs pos="100000">
                    <a:srgbClr val="000000"/>
                  </a:gs>
                </a:gsLst>
                <a:lin ang="5400000" scaled="1"/>
              </a:gradFill>
              <a:ln w="9525">
                <a:solidFill>
                  <a:srgbClr val="000000"/>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2" name="Oval 59">
                <a:extLst>
                  <a:ext uri="{FF2B5EF4-FFF2-40B4-BE49-F238E27FC236}">
                    <a16:creationId xmlns:a16="http://schemas.microsoft.com/office/drawing/2014/main" id="{FD2331DC-5E74-1054-95CC-E369690ABB21}"/>
                  </a:ext>
                </a:extLst>
              </p:cNvPr>
              <p:cNvSpPr>
                <a:spLocks noChangeArrowheads="1"/>
              </p:cNvSpPr>
              <p:nvPr/>
            </p:nvSpPr>
            <p:spPr bwMode="auto">
              <a:xfrm>
                <a:off x="2502" y="1506"/>
                <a:ext cx="62" cy="168"/>
              </a:xfrm>
              <a:prstGeom prst="ellipse">
                <a:avLst/>
              </a:prstGeom>
              <a:solidFill>
                <a:srgbClr val="FF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3" name="Line 60">
                <a:extLst>
                  <a:ext uri="{FF2B5EF4-FFF2-40B4-BE49-F238E27FC236}">
                    <a16:creationId xmlns:a16="http://schemas.microsoft.com/office/drawing/2014/main" id="{5A6E0CD6-9FB5-C3AB-5E2A-F73C0BCF913F}"/>
                  </a:ext>
                </a:extLst>
              </p:cNvPr>
              <p:cNvSpPr>
                <a:spLocks noChangeShapeType="1"/>
              </p:cNvSpPr>
              <p:nvPr/>
            </p:nvSpPr>
            <p:spPr bwMode="auto">
              <a:xfrm>
                <a:off x="2526" y="1584"/>
                <a:ext cx="138" cy="0"/>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sp>
          <p:nvSpPr>
            <p:cNvPr id="22" name="Text Box 69">
              <a:extLst>
                <a:ext uri="{FF2B5EF4-FFF2-40B4-BE49-F238E27FC236}">
                  <a16:creationId xmlns:a16="http://schemas.microsoft.com/office/drawing/2014/main" id="{5519C50B-A670-8769-5195-783B9C2AB0E3}"/>
                </a:ext>
              </a:extLst>
            </p:cNvPr>
            <p:cNvSpPr txBox="1">
              <a:spLocks noChangeArrowheads="1"/>
            </p:cNvSpPr>
            <p:nvPr/>
          </p:nvSpPr>
          <p:spPr bwMode="auto">
            <a:xfrm>
              <a:off x="2589766" y="5579855"/>
              <a:ext cx="1289050"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rPr>
                <a:t>FDM cable</a:t>
              </a:r>
            </a:p>
          </p:txBody>
        </p:sp>
        <p:sp>
          <p:nvSpPr>
            <p:cNvPr id="23" name="Freeform 4">
              <a:extLst>
                <a:ext uri="{FF2B5EF4-FFF2-40B4-BE49-F238E27FC236}">
                  <a16:creationId xmlns:a16="http://schemas.microsoft.com/office/drawing/2014/main" id="{63F0DF42-6A84-684A-0DAA-E40E5B51ACD4}"/>
                </a:ext>
              </a:extLst>
            </p:cNvPr>
            <p:cNvSpPr/>
            <p:nvPr/>
          </p:nvSpPr>
          <p:spPr>
            <a:xfrm>
              <a:off x="5002905" y="5527821"/>
              <a:ext cx="1003515" cy="275129"/>
            </a:xfrm>
            <a:custGeom>
              <a:avLst/>
              <a:gdLst>
                <a:gd name="connsiteX0" fmla="*/ 0 w 1937289"/>
                <a:gd name="connsiteY0" fmla="*/ 228600 h 437827"/>
                <a:gd name="connsiteX1" fmla="*/ 100739 w 1937289"/>
                <a:gd name="connsiteY1" fmla="*/ 0 h 437827"/>
                <a:gd name="connsiteX2" fmla="*/ 286719 w 1937289"/>
                <a:gd name="connsiteY2" fmla="*/ 430078 h 437827"/>
                <a:gd name="connsiteX3" fmla="*/ 480448 w 1937289"/>
                <a:gd name="connsiteY3" fmla="*/ 7749 h 437827"/>
                <a:gd name="connsiteX4" fmla="*/ 681926 w 1937289"/>
                <a:gd name="connsiteY4" fmla="*/ 433953 h 437827"/>
                <a:gd name="connsiteX5" fmla="*/ 867905 w 1937289"/>
                <a:gd name="connsiteY5" fmla="*/ 7749 h 437827"/>
                <a:gd name="connsiteX6" fmla="*/ 1061634 w 1937289"/>
                <a:gd name="connsiteY6" fmla="*/ 430078 h 437827"/>
                <a:gd name="connsiteX7" fmla="*/ 1255363 w 1937289"/>
                <a:gd name="connsiteY7" fmla="*/ 3875 h 437827"/>
                <a:gd name="connsiteX8" fmla="*/ 1452966 w 1937289"/>
                <a:gd name="connsiteY8" fmla="*/ 430078 h 437827"/>
                <a:gd name="connsiteX9" fmla="*/ 1638946 w 1937289"/>
                <a:gd name="connsiteY9" fmla="*/ 3875 h 437827"/>
                <a:gd name="connsiteX10" fmla="*/ 1836550 w 1937289"/>
                <a:gd name="connsiteY10" fmla="*/ 437827 h 437827"/>
                <a:gd name="connsiteX11" fmla="*/ 1937289 w 1937289"/>
                <a:gd name="connsiteY11" fmla="*/ 224726 h 437827"/>
                <a:gd name="connsiteX0" fmla="*/ 0 w 1937289"/>
                <a:gd name="connsiteY0" fmla="*/ 228600 h 437827"/>
                <a:gd name="connsiteX1" fmla="*/ 100739 w 1937289"/>
                <a:gd name="connsiteY1" fmla="*/ 0 h 437827"/>
                <a:gd name="connsiteX2" fmla="*/ 286719 w 1937289"/>
                <a:gd name="connsiteY2" fmla="*/ 430078 h 437827"/>
                <a:gd name="connsiteX3" fmla="*/ 480448 w 1937289"/>
                <a:gd name="connsiteY3" fmla="*/ 7749 h 437827"/>
                <a:gd name="connsiteX4" fmla="*/ 681926 w 1937289"/>
                <a:gd name="connsiteY4" fmla="*/ 433953 h 437827"/>
                <a:gd name="connsiteX5" fmla="*/ 867905 w 1937289"/>
                <a:gd name="connsiteY5" fmla="*/ 7749 h 437827"/>
                <a:gd name="connsiteX6" fmla="*/ 1061634 w 1937289"/>
                <a:gd name="connsiteY6" fmla="*/ 430078 h 437827"/>
                <a:gd name="connsiteX7" fmla="*/ 1255363 w 1937289"/>
                <a:gd name="connsiteY7" fmla="*/ 3875 h 437827"/>
                <a:gd name="connsiteX8" fmla="*/ 1452966 w 1937289"/>
                <a:gd name="connsiteY8" fmla="*/ 430078 h 437827"/>
                <a:gd name="connsiteX9" fmla="*/ 1638946 w 1937289"/>
                <a:gd name="connsiteY9" fmla="*/ 3875 h 437827"/>
                <a:gd name="connsiteX10" fmla="*/ 1836550 w 1937289"/>
                <a:gd name="connsiteY10" fmla="*/ 437827 h 437827"/>
                <a:gd name="connsiteX11" fmla="*/ 1937289 w 1937289"/>
                <a:gd name="connsiteY11" fmla="*/ 224726 h 437827"/>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32613 h 448703"/>
                <a:gd name="connsiteX1" fmla="*/ 100739 w 1937289"/>
                <a:gd name="connsiteY1" fmla="*/ 4013 h 448703"/>
                <a:gd name="connsiteX2" fmla="*/ 286719 w 1937289"/>
                <a:gd name="connsiteY2" fmla="*/ 434091 h 448703"/>
                <a:gd name="connsiteX3" fmla="*/ 480448 w 1937289"/>
                <a:gd name="connsiteY3" fmla="*/ 11762 h 448703"/>
                <a:gd name="connsiteX4" fmla="*/ 681926 w 1937289"/>
                <a:gd name="connsiteY4" fmla="*/ 437966 h 448703"/>
                <a:gd name="connsiteX5" fmla="*/ 867905 w 1937289"/>
                <a:gd name="connsiteY5" fmla="*/ 11762 h 448703"/>
                <a:gd name="connsiteX6" fmla="*/ 1061634 w 1937289"/>
                <a:gd name="connsiteY6" fmla="*/ 434091 h 448703"/>
                <a:gd name="connsiteX7" fmla="*/ 1255363 w 1937289"/>
                <a:gd name="connsiteY7" fmla="*/ 7888 h 448703"/>
                <a:gd name="connsiteX8" fmla="*/ 1452966 w 1937289"/>
                <a:gd name="connsiteY8" fmla="*/ 434091 h 448703"/>
                <a:gd name="connsiteX9" fmla="*/ 1638946 w 1937289"/>
                <a:gd name="connsiteY9" fmla="*/ 7888 h 448703"/>
                <a:gd name="connsiteX10" fmla="*/ 1836550 w 1937289"/>
                <a:gd name="connsiteY10" fmla="*/ 441840 h 448703"/>
                <a:gd name="connsiteX11" fmla="*/ 1937289 w 1937289"/>
                <a:gd name="connsiteY11" fmla="*/ 228739 h 448703"/>
                <a:gd name="connsiteX0" fmla="*/ 0 w 1937289"/>
                <a:gd name="connsiteY0" fmla="*/ 228603 h 444693"/>
                <a:gd name="connsiteX1" fmla="*/ 100739 w 1937289"/>
                <a:gd name="connsiteY1" fmla="*/ 3 h 444693"/>
                <a:gd name="connsiteX2" fmla="*/ 286719 w 1937289"/>
                <a:gd name="connsiteY2" fmla="*/ 430081 h 444693"/>
                <a:gd name="connsiteX3" fmla="*/ 480448 w 1937289"/>
                <a:gd name="connsiteY3" fmla="*/ 7752 h 444693"/>
                <a:gd name="connsiteX4" fmla="*/ 681926 w 1937289"/>
                <a:gd name="connsiteY4" fmla="*/ 433956 h 444693"/>
                <a:gd name="connsiteX5" fmla="*/ 867905 w 1937289"/>
                <a:gd name="connsiteY5" fmla="*/ 7752 h 444693"/>
                <a:gd name="connsiteX6" fmla="*/ 1061634 w 1937289"/>
                <a:gd name="connsiteY6" fmla="*/ 430081 h 444693"/>
                <a:gd name="connsiteX7" fmla="*/ 1255363 w 1937289"/>
                <a:gd name="connsiteY7" fmla="*/ 3878 h 444693"/>
                <a:gd name="connsiteX8" fmla="*/ 1452966 w 1937289"/>
                <a:gd name="connsiteY8" fmla="*/ 430081 h 444693"/>
                <a:gd name="connsiteX9" fmla="*/ 1638946 w 1937289"/>
                <a:gd name="connsiteY9" fmla="*/ 3878 h 444693"/>
                <a:gd name="connsiteX10" fmla="*/ 1836550 w 1937289"/>
                <a:gd name="connsiteY10" fmla="*/ 437830 h 444693"/>
                <a:gd name="connsiteX11" fmla="*/ 1937289 w 1937289"/>
                <a:gd name="connsiteY11" fmla="*/ 224729 h 444693"/>
                <a:gd name="connsiteX0" fmla="*/ 0 w 1937289"/>
                <a:gd name="connsiteY0" fmla="*/ 228603 h 437864"/>
                <a:gd name="connsiteX1" fmla="*/ 100739 w 1937289"/>
                <a:gd name="connsiteY1" fmla="*/ 3 h 437864"/>
                <a:gd name="connsiteX2" fmla="*/ 286719 w 1937289"/>
                <a:gd name="connsiteY2" fmla="*/ 430081 h 437864"/>
                <a:gd name="connsiteX3" fmla="*/ 480448 w 1937289"/>
                <a:gd name="connsiteY3" fmla="*/ 7752 h 437864"/>
                <a:gd name="connsiteX4" fmla="*/ 681926 w 1937289"/>
                <a:gd name="connsiteY4" fmla="*/ 433956 h 437864"/>
                <a:gd name="connsiteX5" fmla="*/ 867905 w 1937289"/>
                <a:gd name="connsiteY5" fmla="*/ 7752 h 437864"/>
                <a:gd name="connsiteX6" fmla="*/ 1061634 w 1937289"/>
                <a:gd name="connsiteY6" fmla="*/ 430081 h 437864"/>
                <a:gd name="connsiteX7" fmla="*/ 1255363 w 1937289"/>
                <a:gd name="connsiteY7" fmla="*/ 3878 h 437864"/>
                <a:gd name="connsiteX8" fmla="*/ 1452966 w 1937289"/>
                <a:gd name="connsiteY8" fmla="*/ 430081 h 437864"/>
                <a:gd name="connsiteX9" fmla="*/ 1638946 w 1937289"/>
                <a:gd name="connsiteY9" fmla="*/ 3878 h 437864"/>
                <a:gd name="connsiteX10" fmla="*/ 1836550 w 1937289"/>
                <a:gd name="connsiteY10" fmla="*/ 437830 h 437864"/>
                <a:gd name="connsiteX11" fmla="*/ 1937289 w 1937289"/>
                <a:gd name="connsiteY11" fmla="*/ 224729 h 437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37289" h="437864">
                  <a:moveTo>
                    <a:pt x="0" y="228603"/>
                  </a:moveTo>
                  <a:cubicBezTo>
                    <a:pt x="33580" y="152403"/>
                    <a:pt x="49079" y="1294"/>
                    <a:pt x="100739" y="3"/>
                  </a:cubicBezTo>
                  <a:cubicBezTo>
                    <a:pt x="152399" y="-1288"/>
                    <a:pt x="223434" y="428790"/>
                    <a:pt x="286719" y="430081"/>
                  </a:cubicBezTo>
                  <a:cubicBezTo>
                    <a:pt x="350004" y="431372"/>
                    <a:pt x="414580" y="7106"/>
                    <a:pt x="480448" y="7752"/>
                  </a:cubicBezTo>
                  <a:cubicBezTo>
                    <a:pt x="546316" y="8398"/>
                    <a:pt x="617350" y="433956"/>
                    <a:pt x="681926" y="433956"/>
                  </a:cubicBezTo>
                  <a:cubicBezTo>
                    <a:pt x="746502" y="433956"/>
                    <a:pt x="804620" y="8398"/>
                    <a:pt x="867905" y="7752"/>
                  </a:cubicBezTo>
                  <a:cubicBezTo>
                    <a:pt x="931190" y="7106"/>
                    <a:pt x="997058" y="430727"/>
                    <a:pt x="1061634" y="430081"/>
                  </a:cubicBezTo>
                  <a:cubicBezTo>
                    <a:pt x="1126210" y="429435"/>
                    <a:pt x="1190141" y="3878"/>
                    <a:pt x="1255363" y="3878"/>
                  </a:cubicBezTo>
                  <a:cubicBezTo>
                    <a:pt x="1320585" y="3878"/>
                    <a:pt x="1389036" y="430081"/>
                    <a:pt x="1452966" y="430081"/>
                  </a:cubicBezTo>
                  <a:cubicBezTo>
                    <a:pt x="1516896" y="430081"/>
                    <a:pt x="1575015" y="2587"/>
                    <a:pt x="1638946" y="3878"/>
                  </a:cubicBezTo>
                  <a:cubicBezTo>
                    <a:pt x="1702877" y="5170"/>
                    <a:pt x="1764224" y="435247"/>
                    <a:pt x="1836550" y="437830"/>
                  </a:cubicBezTo>
                  <a:cubicBezTo>
                    <a:pt x="1908876" y="440413"/>
                    <a:pt x="1903709" y="295763"/>
                    <a:pt x="1937289" y="22472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24" name="Group 23">
              <a:extLst>
                <a:ext uri="{FF2B5EF4-FFF2-40B4-BE49-F238E27FC236}">
                  <a16:creationId xmlns:a16="http://schemas.microsoft.com/office/drawing/2014/main" id="{420B4EFD-9346-120E-ECDA-891E9613B1F4}"/>
                </a:ext>
              </a:extLst>
            </p:cNvPr>
            <p:cNvGrpSpPr/>
            <p:nvPr/>
          </p:nvGrpSpPr>
          <p:grpSpPr>
            <a:xfrm>
              <a:off x="5000976" y="4204816"/>
              <a:ext cx="907351" cy="280296"/>
              <a:chOff x="4298196" y="6444710"/>
              <a:chExt cx="907351" cy="280296"/>
            </a:xfrm>
          </p:grpSpPr>
          <p:sp>
            <p:nvSpPr>
              <p:cNvPr id="28" name="Freeform 133">
                <a:extLst>
                  <a:ext uri="{FF2B5EF4-FFF2-40B4-BE49-F238E27FC236}">
                    <a16:creationId xmlns:a16="http://schemas.microsoft.com/office/drawing/2014/main" id="{1C9A9E8E-1F5D-1E9A-256E-CAE50CE85851}"/>
                  </a:ext>
                </a:extLst>
              </p:cNvPr>
              <p:cNvSpPr/>
              <p:nvPr/>
            </p:nvSpPr>
            <p:spPr>
              <a:xfrm>
                <a:off x="4298196" y="6444710"/>
                <a:ext cx="455909" cy="275129"/>
              </a:xfrm>
              <a:custGeom>
                <a:avLst/>
                <a:gdLst>
                  <a:gd name="connsiteX0" fmla="*/ 0 w 1937289"/>
                  <a:gd name="connsiteY0" fmla="*/ 228600 h 437827"/>
                  <a:gd name="connsiteX1" fmla="*/ 100739 w 1937289"/>
                  <a:gd name="connsiteY1" fmla="*/ 0 h 437827"/>
                  <a:gd name="connsiteX2" fmla="*/ 286719 w 1937289"/>
                  <a:gd name="connsiteY2" fmla="*/ 430078 h 437827"/>
                  <a:gd name="connsiteX3" fmla="*/ 480448 w 1937289"/>
                  <a:gd name="connsiteY3" fmla="*/ 7749 h 437827"/>
                  <a:gd name="connsiteX4" fmla="*/ 681926 w 1937289"/>
                  <a:gd name="connsiteY4" fmla="*/ 433953 h 437827"/>
                  <a:gd name="connsiteX5" fmla="*/ 867905 w 1937289"/>
                  <a:gd name="connsiteY5" fmla="*/ 7749 h 437827"/>
                  <a:gd name="connsiteX6" fmla="*/ 1061634 w 1937289"/>
                  <a:gd name="connsiteY6" fmla="*/ 430078 h 437827"/>
                  <a:gd name="connsiteX7" fmla="*/ 1255363 w 1937289"/>
                  <a:gd name="connsiteY7" fmla="*/ 3875 h 437827"/>
                  <a:gd name="connsiteX8" fmla="*/ 1452966 w 1937289"/>
                  <a:gd name="connsiteY8" fmla="*/ 430078 h 437827"/>
                  <a:gd name="connsiteX9" fmla="*/ 1638946 w 1937289"/>
                  <a:gd name="connsiteY9" fmla="*/ 3875 h 437827"/>
                  <a:gd name="connsiteX10" fmla="*/ 1836550 w 1937289"/>
                  <a:gd name="connsiteY10" fmla="*/ 437827 h 437827"/>
                  <a:gd name="connsiteX11" fmla="*/ 1937289 w 1937289"/>
                  <a:gd name="connsiteY11" fmla="*/ 224726 h 437827"/>
                  <a:gd name="connsiteX0" fmla="*/ 0 w 1937289"/>
                  <a:gd name="connsiteY0" fmla="*/ 228600 h 437827"/>
                  <a:gd name="connsiteX1" fmla="*/ 100739 w 1937289"/>
                  <a:gd name="connsiteY1" fmla="*/ 0 h 437827"/>
                  <a:gd name="connsiteX2" fmla="*/ 286719 w 1937289"/>
                  <a:gd name="connsiteY2" fmla="*/ 430078 h 437827"/>
                  <a:gd name="connsiteX3" fmla="*/ 480448 w 1937289"/>
                  <a:gd name="connsiteY3" fmla="*/ 7749 h 437827"/>
                  <a:gd name="connsiteX4" fmla="*/ 681926 w 1937289"/>
                  <a:gd name="connsiteY4" fmla="*/ 433953 h 437827"/>
                  <a:gd name="connsiteX5" fmla="*/ 867905 w 1937289"/>
                  <a:gd name="connsiteY5" fmla="*/ 7749 h 437827"/>
                  <a:gd name="connsiteX6" fmla="*/ 1061634 w 1937289"/>
                  <a:gd name="connsiteY6" fmla="*/ 430078 h 437827"/>
                  <a:gd name="connsiteX7" fmla="*/ 1255363 w 1937289"/>
                  <a:gd name="connsiteY7" fmla="*/ 3875 h 437827"/>
                  <a:gd name="connsiteX8" fmla="*/ 1452966 w 1937289"/>
                  <a:gd name="connsiteY8" fmla="*/ 430078 h 437827"/>
                  <a:gd name="connsiteX9" fmla="*/ 1638946 w 1937289"/>
                  <a:gd name="connsiteY9" fmla="*/ 3875 h 437827"/>
                  <a:gd name="connsiteX10" fmla="*/ 1836550 w 1937289"/>
                  <a:gd name="connsiteY10" fmla="*/ 437827 h 437827"/>
                  <a:gd name="connsiteX11" fmla="*/ 1937289 w 1937289"/>
                  <a:gd name="connsiteY11" fmla="*/ 224726 h 437827"/>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32613 h 448703"/>
                  <a:gd name="connsiteX1" fmla="*/ 100739 w 1937289"/>
                  <a:gd name="connsiteY1" fmla="*/ 4013 h 448703"/>
                  <a:gd name="connsiteX2" fmla="*/ 286719 w 1937289"/>
                  <a:gd name="connsiteY2" fmla="*/ 434091 h 448703"/>
                  <a:gd name="connsiteX3" fmla="*/ 480448 w 1937289"/>
                  <a:gd name="connsiteY3" fmla="*/ 11762 h 448703"/>
                  <a:gd name="connsiteX4" fmla="*/ 681926 w 1937289"/>
                  <a:gd name="connsiteY4" fmla="*/ 437966 h 448703"/>
                  <a:gd name="connsiteX5" fmla="*/ 867905 w 1937289"/>
                  <a:gd name="connsiteY5" fmla="*/ 11762 h 448703"/>
                  <a:gd name="connsiteX6" fmla="*/ 1061634 w 1937289"/>
                  <a:gd name="connsiteY6" fmla="*/ 434091 h 448703"/>
                  <a:gd name="connsiteX7" fmla="*/ 1255363 w 1937289"/>
                  <a:gd name="connsiteY7" fmla="*/ 7888 h 448703"/>
                  <a:gd name="connsiteX8" fmla="*/ 1452966 w 1937289"/>
                  <a:gd name="connsiteY8" fmla="*/ 434091 h 448703"/>
                  <a:gd name="connsiteX9" fmla="*/ 1638946 w 1937289"/>
                  <a:gd name="connsiteY9" fmla="*/ 7888 h 448703"/>
                  <a:gd name="connsiteX10" fmla="*/ 1836550 w 1937289"/>
                  <a:gd name="connsiteY10" fmla="*/ 441840 h 448703"/>
                  <a:gd name="connsiteX11" fmla="*/ 1937289 w 1937289"/>
                  <a:gd name="connsiteY11" fmla="*/ 228739 h 448703"/>
                  <a:gd name="connsiteX0" fmla="*/ 0 w 1937289"/>
                  <a:gd name="connsiteY0" fmla="*/ 228603 h 444693"/>
                  <a:gd name="connsiteX1" fmla="*/ 100739 w 1937289"/>
                  <a:gd name="connsiteY1" fmla="*/ 3 h 444693"/>
                  <a:gd name="connsiteX2" fmla="*/ 286719 w 1937289"/>
                  <a:gd name="connsiteY2" fmla="*/ 430081 h 444693"/>
                  <a:gd name="connsiteX3" fmla="*/ 480448 w 1937289"/>
                  <a:gd name="connsiteY3" fmla="*/ 7752 h 444693"/>
                  <a:gd name="connsiteX4" fmla="*/ 681926 w 1937289"/>
                  <a:gd name="connsiteY4" fmla="*/ 433956 h 444693"/>
                  <a:gd name="connsiteX5" fmla="*/ 867905 w 1937289"/>
                  <a:gd name="connsiteY5" fmla="*/ 7752 h 444693"/>
                  <a:gd name="connsiteX6" fmla="*/ 1061634 w 1937289"/>
                  <a:gd name="connsiteY6" fmla="*/ 430081 h 444693"/>
                  <a:gd name="connsiteX7" fmla="*/ 1255363 w 1937289"/>
                  <a:gd name="connsiteY7" fmla="*/ 3878 h 444693"/>
                  <a:gd name="connsiteX8" fmla="*/ 1452966 w 1937289"/>
                  <a:gd name="connsiteY8" fmla="*/ 430081 h 444693"/>
                  <a:gd name="connsiteX9" fmla="*/ 1638946 w 1937289"/>
                  <a:gd name="connsiteY9" fmla="*/ 3878 h 444693"/>
                  <a:gd name="connsiteX10" fmla="*/ 1836550 w 1937289"/>
                  <a:gd name="connsiteY10" fmla="*/ 437830 h 444693"/>
                  <a:gd name="connsiteX11" fmla="*/ 1937289 w 1937289"/>
                  <a:gd name="connsiteY11" fmla="*/ 224729 h 444693"/>
                  <a:gd name="connsiteX0" fmla="*/ 0 w 1937289"/>
                  <a:gd name="connsiteY0" fmla="*/ 228603 h 437864"/>
                  <a:gd name="connsiteX1" fmla="*/ 100739 w 1937289"/>
                  <a:gd name="connsiteY1" fmla="*/ 3 h 437864"/>
                  <a:gd name="connsiteX2" fmla="*/ 286719 w 1937289"/>
                  <a:gd name="connsiteY2" fmla="*/ 430081 h 437864"/>
                  <a:gd name="connsiteX3" fmla="*/ 480448 w 1937289"/>
                  <a:gd name="connsiteY3" fmla="*/ 7752 h 437864"/>
                  <a:gd name="connsiteX4" fmla="*/ 681926 w 1937289"/>
                  <a:gd name="connsiteY4" fmla="*/ 433956 h 437864"/>
                  <a:gd name="connsiteX5" fmla="*/ 867905 w 1937289"/>
                  <a:gd name="connsiteY5" fmla="*/ 7752 h 437864"/>
                  <a:gd name="connsiteX6" fmla="*/ 1061634 w 1937289"/>
                  <a:gd name="connsiteY6" fmla="*/ 430081 h 437864"/>
                  <a:gd name="connsiteX7" fmla="*/ 1255363 w 1937289"/>
                  <a:gd name="connsiteY7" fmla="*/ 3878 h 437864"/>
                  <a:gd name="connsiteX8" fmla="*/ 1452966 w 1937289"/>
                  <a:gd name="connsiteY8" fmla="*/ 430081 h 437864"/>
                  <a:gd name="connsiteX9" fmla="*/ 1638946 w 1937289"/>
                  <a:gd name="connsiteY9" fmla="*/ 3878 h 437864"/>
                  <a:gd name="connsiteX10" fmla="*/ 1836550 w 1937289"/>
                  <a:gd name="connsiteY10" fmla="*/ 437830 h 437864"/>
                  <a:gd name="connsiteX11" fmla="*/ 1937289 w 1937289"/>
                  <a:gd name="connsiteY11" fmla="*/ 224729 h 437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37289" h="437864">
                    <a:moveTo>
                      <a:pt x="0" y="228603"/>
                    </a:moveTo>
                    <a:cubicBezTo>
                      <a:pt x="33580" y="152403"/>
                      <a:pt x="49079" y="1294"/>
                      <a:pt x="100739" y="3"/>
                    </a:cubicBezTo>
                    <a:cubicBezTo>
                      <a:pt x="152399" y="-1288"/>
                      <a:pt x="223434" y="428790"/>
                      <a:pt x="286719" y="430081"/>
                    </a:cubicBezTo>
                    <a:cubicBezTo>
                      <a:pt x="350004" y="431372"/>
                      <a:pt x="414580" y="7106"/>
                      <a:pt x="480448" y="7752"/>
                    </a:cubicBezTo>
                    <a:cubicBezTo>
                      <a:pt x="546316" y="8398"/>
                      <a:pt x="617350" y="433956"/>
                      <a:pt x="681926" y="433956"/>
                    </a:cubicBezTo>
                    <a:cubicBezTo>
                      <a:pt x="746502" y="433956"/>
                      <a:pt x="804620" y="8398"/>
                      <a:pt x="867905" y="7752"/>
                    </a:cubicBezTo>
                    <a:cubicBezTo>
                      <a:pt x="931190" y="7106"/>
                      <a:pt x="997058" y="430727"/>
                      <a:pt x="1061634" y="430081"/>
                    </a:cubicBezTo>
                    <a:cubicBezTo>
                      <a:pt x="1126210" y="429435"/>
                      <a:pt x="1190141" y="3878"/>
                      <a:pt x="1255363" y="3878"/>
                    </a:cubicBezTo>
                    <a:cubicBezTo>
                      <a:pt x="1320585" y="3878"/>
                      <a:pt x="1389036" y="430081"/>
                      <a:pt x="1452966" y="430081"/>
                    </a:cubicBezTo>
                    <a:cubicBezTo>
                      <a:pt x="1516896" y="430081"/>
                      <a:pt x="1575015" y="2587"/>
                      <a:pt x="1638946" y="3878"/>
                    </a:cubicBezTo>
                    <a:cubicBezTo>
                      <a:pt x="1702877" y="5170"/>
                      <a:pt x="1764224" y="435247"/>
                      <a:pt x="1836550" y="437830"/>
                    </a:cubicBezTo>
                    <a:cubicBezTo>
                      <a:pt x="1908876" y="440413"/>
                      <a:pt x="1903709" y="295763"/>
                      <a:pt x="1937289" y="22472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9" name="Freeform 134">
                <a:extLst>
                  <a:ext uri="{FF2B5EF4-FFF2-40B4-BE49-F238E27FC236}">
                    <a16:creationId xmlns:a16="http://schemas.microsoft.com/office/drawing/2014/main" id="{9BAE9688-955F-50FB-9A86-110F5C0DFEEA}"/>
                  </a:ext>
                </a:extLst>
              </p:cNvPr>
              <p:cNvSpPr/>
              <p:nvPr/>
            </p:nvSpPr>
            <p:spPr>
              <a:xfrm>
                <a:off x="4749638" y="6449877"/>
                <a:ext cx="455909" cy="275129"/>
              </a:xfrm>
              <a:custGeom>
                <a:avLst/>
                <a:gdLst>
                  <a:gd name="connsiteX0" fmla="*/ 0 w 1937289"/>
                  <a:gd name="connsiteY0" fmla="*/ 228600 h 437827"/>
                  <a:gd name="connsiteX1" fmla="*/ 100739 w 1937289"/>
                  <a:gd name="connsiteY1" fmla="*/ 0 h 437827"/>
                  <a:gd name="connsiteX2" fmla="*/ 286719 w 1937289"/>
                  <a:gd name="connsiteY2" fmla="*/ 430078 h 437827"/>
                  <a:gd name="connsiteX3" fmla="*/ 480448 w 1937289"/>
                  <a:gd name="connsiteY3" fmla="*/ 7749 h 437827"/>
                  <a:gd name="connsiteX4" fmla="*/ 681926 w 1937289"/>
                  <a:gd name="connsiteY4" fmla="*/ 433953 h 437827"/>
                  <a:gd name="connsiteX5" fmla="*/ 867905 w 1937289"/>
                  <a:gd name="connsiteY5" fmla="*/ 7749 h 437827"/>
                  <a:gd name="connsiteX6" fmla="*/ 1061634 w 1937289"/>
                  <a:gd name="connsiteY6" fmla="*/ 430078 h 437827"/>
                  <a:gd name="connsiteX7" fmla="*/ 1255363 w 1937289"/>
                  <a:gd name="connsiteY7" fmla="*/ 3875 h 437827"/>
                  <a:gd name="connsiteX8" fmla="*/ 1452966 w 1937289"/>
                  <a:gd name="connsiteY8" fmla="*/ 430078 h 437827"/>
                  <a:gd name="connsiteX9" fmla="*/ 1638946 w 1937289"/>
                  <a:gd name="connsiteY9" fmla="*/ 3875 h 437827"/>
                  <a:gd name="connsiteX10" fmla="*/ 1836550 w 1937289"/>
                  <a:gd name="connsiteY10" fmla="*/ 437827 h 437827"/>
                  <a:gd name="connsiteX11" fmla="*/ 1937289 w 1937289"/>
                  <a:gd name="connsiteY11" fmla="*/ 224726 h 437827"/>
                  <a:gd name="connsiteX0" fmla="*/ 0 w 1937289"/>
                  <a:gd name="connsiteY0" fmla="*/ 228600 h 437827"/>
                  <a:gd name="connsiteX1" fmla="*/ 100739 w 1937289"/>
                  <a:gd name="connsiteY1" fmla="*/ 0 h 437827"/>
                  <a:gd name="connsiteX2" fmla="*/ 286719 w 1937289"/>
                  <a:gd name="connsiteY2" fmla="*/ 430078 h 437827"/>
                  <a:gd name="connsiteX3" fmla="*/ 480448 w 1937289"/>
                  <a:gd name="connsiteY3" fmla="*/ 7749 h 437827"/>
                  <a:gd name="connsiteX4" fmla="*/ 681926 w 1937289"/>
                  <a:gd name="connsiteY4" fmla="*/ 433953 h 437827"/>
                  <a:gd name="connsiteX5" fmla="*/ 867905 w 1937289"/>
                  <a:gd name="connsiteY5" fmla="*/ 7749 h 437827"/>
                  <a:gd name="connsiteX6" fmla="*/ 1061634 w 1937289"/>
                  <a:gd name="connsiteY6" fmla="*/ 430078 h 437827"/>
                  <a:gd name="connsiteX7" fmla="*/ 1255363 w 1937289"/>
                  <a:gd name="connsiteY7" fmla="*/ 3875 h 437827"/>
                  <a:gd name="connsiteX8" fmla="*/ 1452966 w 1937289"/>
                  <a:gd name="connsiteY8" fmla="*/ 430078 h 437827"/>
                  <a:gd name="connsiteX9" fmla="*/ 1638946 w 1937289"/>
                  <a:gd name="connsiteY9" fmla="*/ 3875 h 437827"/>
                  <a:gd name="connsiteX10" fmla="*/ 1836550 w 1937289"/>
                  <a:gd name="connsiteY10" fmla="*/ 437827 h 437827"/>
                  <a:gd name="connsiteX11" fmla="*/ 1937289 w 1937289"/>
                  <a:gd name="connsiteY11" fmla="*/ 224726 h 437827"/>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32613 h 448703"/>
                  <a:gd name="connsiteX1" fmla="*/ 100739 w 1937289"/>
                  <a:gd name="connsiteY1" fmla="*/ 4013 h 448703"/>
                  <a:gd name="connsiteX2" fmla="*/ 286719 w 1937289"/>
                  <a:gd name="connsiteY2" fmla="*/ 434091 h 448703"/>
                  <a:gd name="connsiteX3" fmla="*/ 480448 w 1937289"/>
                  <a:gd name="connsiteY3" fmla="*/ 11762 h 448703"/>
                  <a:gd name="connsiteX4" fmla="*/ 681926 w 1937289"/>
                  <a:gd name="connsiteY4" fmla="*/ 437966 h 448703"/>
                  <a:gd name="connsiteX5" fmla="*/ 867905 w 1937289"/>
                  <a:gd name="connsiteY5" fmla="*/ 11762 h 448703"/>
                  <a:gd name="connsiteX6" fmla="*/ 1061634 w 1937289"/>
                  <a:gd name="connsiteY6" fmla="*/ 434091 h 448703"/>
                  <a:gd name="connsiteX7" fmla="*/ 1255363 w 1937289"/>
                  <a:gd name="connsiteY7" fmla="*/ 7888 h 448703"/>
                  <a:gd name="connsiteX8" fmla="*/ 1452966 w 1937289"/>
                  <a:gd name="connsiteY8" fmla="*/ 434091 h 448703"/>
                  <a:gd name="connsiteX9" fmla="*/ 1638946 w 1937289"/>
                  <a:gd name="connsiteY9" fmla="*/ 7888 h 448703"/>
                  <a:gd name="connsiteX10" fmla="*/ 1836550 w 1937289"/>
                  <a:gd name="connsiteY10" fmla="*/ 441840 h 448703"/>
                  <a:gd name="connsiteX11" fmla="*/ 1937289 w 1937289"/>
                  <a:gd name="connsiteY11" fmla="*/ 228739 h 448703"/>
                  <a:gd name="connsiteX0" fmla="*/ 0 w 1937289"/>
                  <a:gd name="connsiteY0" fmla="*/ 228603 h 444693"/>
                  <a:gd name="connsiteX1" fmla="*/ 100739 w 1937289"/>
                  <a:gd name="connsiteY1" fmla="*/ 3 h 444693"/>
                  <a:gd name="connsiteX2" fmla="*/ 286719 w 1937289"/>
                  <a:gd name="connsiteY2" fmla="*/ 430081 h 444693"/>
                  <a:gd name="connsiteX3" fmla="*/ 480448 w 1937289"/>
                  <a:gd name="connsiteY3" fmla="*/ 7752 h 444693"/>
                  <a:gd name="connsiteX4" fmla="*/ 681926 w 1937289"/>
                  <a:gd name="connsiteY4" fmla="*/ 433956 h 444693"/>
                  <a:gd name="connsiteX5" fmla="*/ 867905 w 1937289"/>
                  <a:gd name="connsiteY5" fmla="*/ 7752 h 444693"/>
                  <a:gd name="connsiteX6" fmla="*/ 1061634 w 1937289"/>
                  <a:gd name="connsiteY6" fmla="*/ 430081 h 444693"/>
                  <a:gd name="connsiteX7" fmla="*/ 1255363 w 1937289"/>
                  <a:gd name="connsiteY7" fmla="*/ 3878 h 444693"/>
                  <a:gd name="connsiteX8" fmla="*/ 1452966 w 1937289"/>
                  <a:gd name="connsiteY8" fmla="*/ 430081 h 444693"/>
                  <a:gd name="connsiteX9" fmla="*/ 1638946 w 1937289"/>
                  <a:gd name="connsiteY9" fmla="*/ 3878 h 444693"/>
                  <a:gd name="connsiteX10" fmla="*/ 1836550 w 1937289"/>
                  <a:gd name="connsiteY10" fmla="*/ 437830 h 444693"/>
                  <a:gd name="connsiteX11" fmla="*/ 1937289 w 1937289"/>
                  <a:gd name="connsiteY11" fmla="*/ 224729 h 444693"/>
                  <a:gd name="connsiteX0" fmla="*/ 0 w 1937289"/>
                  <a:gd name="connsiteY0" fmla="*/ 228603 h 437864"/>
                  <a:gd name="connsiteX1" fmla="*/ 100739 w 1937289"/>
                  <a:gd name="connsiteY1" fmla="*/ 3 h 437864"/>
                  <a:gd name="connsiteX2" fmla="*/ 286719 w 1937289"/>
                  <a:gd name="connsiteY2" fmla="*/ 430081 h 437864"/>
                  <a:gd name="connsiteX3" fmla="*/ 480448 w 1937289"/>
                  <a:gd name="connsiteY3" fmla="*/ 7752 h 437864"/>
                  <a:gd name="connsiteX4" fmla="*/ 681926 w 1937289"/>
                  <a:gd name="connsiteY4" fmla="*/ 433956 h 437864"/>
                  <a:gd name="connsiteX5" fmla="*/ 867905 w 1937289"/>
                  <a:gd name="connsiteY5" fmla="*/ 7752 h 437864"/>
                  <a:gd name="connsiteX6" fmla="*/ 1061634 w 1937289"/>
                  <a:gd name="connsiteY6" fmla="*/ 430081 h 437864"/>
                  <a:gd name="connsiteX7" fmla="*/ 1255363 w 1937289"/>
                  <a:gd name="connsiteY7" fmla="*/ 3878 h 437864"/>
                  <a:gd name="connsiteX8" fmla="*/ 1452966 w 1937289"/>
                  <a:gd name="connsiteY8" fmla="*/ 430081 h 437864"/>
                  <a:gd name="connsiteX9" fmla="*/ 1638946 w 1937289"/>
                  <a:gd name="connsiteY9" fmla="*/ 3878 h 437864"/>
                  <a:gd name="connsiteX10" fmla="*/ 1836550 w 1937289"/>
                  <a:gd name="connsiteY10" fmla="*/ 437830 h 437864"/>
                  <a:gd name="connsiteX11" fmla="*/ 1937289 w 1937289"/>
                  <a:gd name="connsiteY11" fmla="*/ 224729 h 437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37289" h="437864">
                    <a:moveTo>
                      <a:pt x="0" y="228603"/>
                    </a:moveTo>
                    <a:cubicBezTo>
                      <a:pt x="33580" y="152403"/>
                      <a:pt x="49079" y="1294"/>
                      <a:pt x="100739" y="3"/>
                    </a:cubicBezTo>
                    <a:cubicBezTo>
                      <a:pt x="152399" y="-1288"/>
                      <a:pt x="223434" y="428790"/>
                      <a:pt x="286719" y="430081"/>
                    </a:cubicBezTo>
                    <a:cubicBezTo>
                      <a:pt x="350004" y="431372"/>
                      <a:pt x="414580" y="7106"/>
                      <a:pt x="480448" y="7752"/>
                    </a:cubicBezTo>
                    <a:cubicBezTo>
                      <a:pt x="546316" y="8398"/>
                      <a:pt x="617350" y="433956"/>
                      <a:pt x="681926" y="433956"/>
                    </a:cubicBezTo>
                    <a:cubicBezTo>
                      <a:pt x="746502" y="433956"/>
                      <a:pt x="804620" y="8398"/>
                      <a:pt x="867905" y="7752"/>
                    </a:cubicBezTo>
                    <a:cubicBezTo>
                      <a:pt x="931190" y="7106"/>
                      <a:pt x="997058" y="430727"/>
                      <a:pt x="1061634" y="430081"/>
                    </a:cubicBezTo>
                    <a:cubicBezTo>
                      <a:pt x="1126210" y="429435"/>
                      <a:pt x="1190141" y="3878"/>
                      <a:pt x="1255363" y="3878"/>
                    </a:cubicBezTo>
                    <a:cubicBezTo>
                      <a:pt x="1320585" y="3878"/>
                      <a:pt x="1389036" y="430081"/>
                      <a:pt x="1452966" y="430081"/>
                    </a:cubicBezTo>
                    <a:cubicBezTo>
                      <a:pt x="1516896" y="430081"/>
                      <a:pt x="1575015" y="2587"/>
                      <a:pt x="1638946" y="3878"/>
                    </a:cubicBezTo>
                    <a:cubicBezTo>
                      <a:pt x="1702877" y="5170"/>
                      <a:pt x="1764224" y="435247"/>
                      <a:pt x="1836550" y="437830"/>
                    </a:cubicBezTo>
                    <a:cubicBezTo>
                      <a:pt x="1908876" y="440413"/>
                      <a:pt x="1903709" y="295763"/>
                      <a:pt x="1937289" y="22472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25" name="Group 24">
              <a:extLst>
                <a:ext uri="{FF2B5EF4-FFF2-40B4-BE49-F238E27FC236}">
                  <a16:creationId xmlns:a16="http://schemas.microsoft.com/office/drawing/2014/main" id="{8EDD1C41-16A1-45A2-9E2E-4852344243D0}"/>
                </a:ext>
              </a:extLst>
            </p:cNvPr>
            <p:cNvGrpSpPr/>
            <p:nvPr/>
          </p:nvGrpSpPr>
          <p:grpSpPr>
            <a:xfrm>
              <a:off x="4979505" y="4883429"/>
              <a:ext cx="993354" cy="277839"/>
              <a:chOff x="4343400" y="5348498"/>
              <a:chExt cx="993354" cy="277839"/>
            </a:xfrm>
          </p:grpSpPr>
          <p:sp>
            <p:nvSpPr>
              <p:cNvPr id="26" name="Freeform 137">
                <a:extLst>
                  <a:ext uri="{FF2B5EF4-FFF2-40B4-BE49-F238E27FC236}">
                    <a16:creationId xmlns:a16="http://schemas.microsoft.com/office/drawing/2014/main" id="{E898408D-41B3-C645-2891-7CBEAC768796}"/>
                  </a:ext>
                </a:extLst>
              </p:cNvPr>
              <p:cNvSpPr/>
              <p:nvPr/>
            </p:nvSpPr>
            <p:spPr>
              <a:xfrm>
                <a:off x="4343400" y="5348498"/>
                <a:ext cx="614122" cy="275129"/>
              </a:xfrm>
              <a:custGeom>
                <a:avLst/>
                <a:gdLst>
                  <a:gd name="connsiteX0" fmla="*/ 0 w 1937289"/>
                  <a:gd name="connsiteY0" fmla="*/ 228600 h 437827"/>
                  <a:gd name="connsiteX1" fmla="*/ 100739 w 1937289"/>
                  <a:gd name="connsiteY1" fmla="*/ 0 h 437827"/>
                  <a:gd name="connsiteX2" fmla="*/ 286719 w 1937289"/>
                  <a:gd name="connsiteY2" fmla="*/ 430078 h 437827"/>
                  <a:gd name="connsiteX3" fmla="*/ 480448 w 1937289"/>
                  <a:gd name="connsiteY3" fmla="*/ 7749 h 437827"/>
                  <a:gd name="connsiteX4" fmla="*/ 681926 w 1937289"/>
                  <a:gd name="connsiteY4" fmla="*/ 433953 h 437827"/>
                  <a:gd name="connsiteX5" fmla="*/ 867905 w 1937289"/>
                  <a:gd name="connsiteY5" fmla="*/ 7749 h 437827"/>
                  <a:gd name="connsiteX6" fmla="*/ 1061634 w 1937289"/>
                  <a:gd name="connsiteY6" fmla="*/ 430078 h 437827"/>
                  <a:gd name="connsiteX7" fmla="*/ 1255363 w 1937289"/>
                  <a:gd name="connsiteY7" fmla="*/ 3875 h 437827"/>
                  <a:gd name="connsiteX8" fmla="*/ 1452966 w 1937289"/>
                  <a:gd name="connsiteY8" fmla="*/ 430078 h 437827"/>
                  <a:gd name="connsiteX9" fmla="*/ 1638946 w 1937289"/>
                  <a:gd name="connsiteY9" fmla="*/ 3875 h 437827"/>
                  <a:gd name="connsiteX10" fmla="*/ 1836550 w 1937289"/>
                  <a:gd name="connsiteY10" fmla="*/ 437827 h 437827"/>
                  <a:gd name="connsiteX11" fmla="*/ 1937289 w 1937289"/>
                  <a:gd name="connsiteY11" fmla="*/ 224726 h 437827"/>
                  <a:gd name="connsiteX0" fmla="*/ 0 w 1937289"/>
                  <a:gd name="connsiteY0" fmla="*/ 228600 h 437827"/>
                  <a:gd name="connsiteX1" fmla="*/ 100739 w 1937289"/>
                  <a:gd name="connsiteY1" fmla="*/ 0 h 437827"/>
                  <a:gd name="connsiteX2" fmla="*/ 286719 w 1937289"/>
                  <a:gd name="connsiteY2" fmla="*/ 430078 h 437827"/>
                  <a:gd name="connsiteX3" fmla="*/ 480448 w 1937289"/>
                  <a:gd name="connsiteY3" fmla="*/ 7749 h 437827"/>
                  <a:gd name="connsiteX4" fmla="*/ 681926 w 1937289"/>
                  <a:gd name="connsiteY4" fmla="*/ 433953 h 437827"/>
                  <a:gd name="connsiteX5" fmla="*/ 867905 w 1937289"/>
                  <a:gd name="connsiteY5" fmla="*/ 7749 h 437827"/>
                  <a:gd name="connsiteX6" fmla="*/ 1061634 w 1937289"/>
                  <a:gd name="connsiteY6" fmla="*/ 430078 h 437827"/>
                  <a:gd name="connsiteX7" fmla="*/ 1255363 w 1937289"/>
                  <a:gd name="connsiteY7" fmla="*/ 3875 h 437827"/>
                  <a:gd name="connsiteX8" fmla="*/ 1452966 w 1937289"/>
                  <a:gd name="connsiteY8" fmla="*/ 430078 h 437827"/>
                  <a:gd name="connsiteX9" fmla="*/ 1638946 w 1937289"/>
                  <a:gd name="connsiteY9" fmla="*/ 3875 h 437827"/>
                  <a:gd name="connsiteX10" fmla="*/ 1836550 w 1937289"/>
                  <a:gd name="connsiteY10" fmla="*/ 437827 h 437827"/>
                  <a:gd name="connsiteX11" fmla="*/ 1937289 w 1937289"/>
                  <a:gd name="connsiteY11" fmla="*/ 224726 h 437827"/>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32613 h 448703"/>
                  <a:gd name="connsiteX1" fmla="*/ 100739 w 1937289"/>
                  <a:gd name="connsiteY1" fmla="*/ 4013 h 448703"/>
                  <a:gd name="connsiteX2" fmla="*/ 286719 w 1937289"/>
                  <a:gd name="connsiteY2" fmla="*/ 434091 h 448703"/>
                  <a:gd name="connsiteX3" fmla="*/ 480448 w 1937289"/>
                  <a:gd name="connsiteY3" fmla="*/ 11762 h 448703"/>
                  <a:gd name="connsiteX4" fmla="*/ 681926 w 1937289"/>
                  <a:gd name="connsiteY4" fmla="*/ 437966 h 448703"/>
                  <a:gd name="connsiteX5" fmla="*/ 867905 w 1937289"/>
                  <a:gd name="connsiteY5" fmla="*/ 11762 h 448703"/>
                  <a:gd name="connsiteX6" fmla="*/ 1061634 w 1937289"/>
                  <a:gd name="connsiteY6" fmla="*/ 434091 h 448703"/>
                  <a:gd name="connsiteX7" fmla="*/ 1255363 w 1937289"/>
                  <a:gd name="connsiteY7" fmla="*/ 7888 h 448703"/>
                  <a:gd name="connsiteX8" fmla="*/ 1452966 w 1937289"/>
                  <a:gd name="connsiteY8" fmla="*/ 434091 h 448703"/>
                  <a:gd name="connsiteX9" fmla="*/ 1638946 w 1937289"/>
                  <a:gd name="connsiteY9" fmla="*/ 7888 h 448703"/>
                  <a:gd name="connsiteX10" fmla="*/ 1836550 w 1937289"/>
                  <a:gd name="connsiteY10" fmla="*/ 441840 h 448703"/>
                  <a:gd name="connsiteX11" fmla="*/ 1937289 w 1937289"/>
                  <a:gd name="connsiteY11" fmla="*/ 228739 h 448703"/>
                  <a:gd name="connsiteX0" fmla="*/ 0 w 1937289"/>
                  <a:gd name="connsiteY0" fmla="*/ 228603 h 444693"/>
                  <a:gd name="connsiteX1" fmla="*/ 100739 w 1937289"/>
                  <a:gd name="connsiteY1" fmla="*/ 3 h 444693"/>
                  <a:gd name="connsiteX2" fmla="*/ 286719 w 1937289"/>
                  <a:gd name="connsiteY2" fmla="*/ 430081 h 444693"/>
                  <a:gd name="connsiteX3" fmla="*/ 480448 w 1937289"/>
                  <a:gd name="connsiteY3" fmla="*/ 7752 h 444693"/>
                  <a:gd name="connsiteX4" fmla="*/ 681926 w 1937289"/>
                  <a:gd name="connsiteY4" fmla="*/ 433956 h 444693"/>
                  <a:gd name="connsiteX5" fmla="*/ 867905 w 1937289"/>
                  <a:gd name="connsiteY5" fmla="*/ 7752 h 444693"/>
                  <a:gd name="connsiteX6" fmla="*/ 1061634 w 1937289"/>
                  <a:gd name="connsiteY6" fmla="*/ 430081 h 444693"/>
                  <a:gd name="connsiteX7" fmla="*/ 1255363 w 1937289"/>
                  <a:gd name="connsiteY7" fmla="*/ 3878 h 444693"/>
                  <a:gd name="connsiteX8" fmla="*/ 1452966 w 1937289"/>
                  <a:gd name="connsiteY8" fmla="*/ 430081 h 444693"/>
                  <a:gd name="connsiteX9" fmla="*/ 1638946 w 1937289"/>
                  <a:gd name="connsiteY9" fmla="*/ 3878 h 444693"/>
                  <a:gd name="connsiteX10" fmla="*/ 1836550 w 1937289"/>
                  <a:gd name="connsiteY10" fmla="*/ 437830 h 444693"/>
                  <a:gd name="connsiteX11" fmla="*/ 1937289 w 1937289"/>
                  <a:gd name="connsiteY11" fmla="*/ 224729 h 444693"/>
                  <a:gd name="connsiteX0" fmla="*/ 0 w 1937289"/>
                  <a:gd name="connsiteY0" fmla="*/ 228603 h 437864"/>
                  <a:gd name="connsiteX1" fmla="*/ 100739 w 1937289"/>
                  <a:gd name="connsiteY1" fmla="*/ 3 h 437864"/>
                  <a:gd name="connsiteX2" fmla="*/ 286719 w 1937289"/>
                  <a:gd name="connsiteY2" fmla="*/ 430081 h 437864"/>
                  <a:gd name="connsiteX3" fmla="*/ 480448 w 1937289"/>
                  <a:gd name="connsiteY3" fmla="*/ 7752 h 437864"/>
                  <a:gd name="connsiteX4" fmla="*/ 681926 w 1937289"/>
                  <a:gd name="connsiteY4" fmla="*/ 433956 h 437864"/>
                  <a:gd name="connsiteX5" fmla="*/ 867905 w 1937289"/>
                  <a:gd name="connsiteY5" fmla="*/ 7752 h 437864"/>
                  <a:gd name="connsiteX6" fmla="*/ 1061634 w 1937289"/>
                  <a:gd name="connsiteY6" fmla="*/ 430081 h 437864"/>
                  <a:gd name="connsiteX7" fmla="*/ 1255363 w 1937289"/>
                  <a:gd name="connsiteY7" fmla="*/ 3878 h 437864"/>
                  <a:gd name="connsiteX8" fmla="*/ 1452966 w 1937289"/>
                  <a:gd name="connsiteY8" fmla="*/ 430081 h 437864"/>
                  <a:gd name="connsiteX9" fmla="*/ 1638946 w 1937289"/>
                  <a:gd name="connsiteY9" fmla="*/ 3878 h 437864"/>
                  <a:gd name="connsiteX10" fmla="*/ 1836550 w 1937289"/>
                  <a:gd name="connsiteY10" fmla="*/ 437830 h 437864"/>
                  <a:gd name="connsiteX11" fmla="*/ 1937289 w 1937289"/>
                  <a:gd name="connsiteY11" fmla="*/ 224729 h 437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37289" h="437864">
                    <a:moveTo>
                      <a:pt x="0" y="228603"/>
                    </a:moveTo>
                    <a:cubicBezTo>
                      <a:pt x="33580" y="152403"/>
                      <a:pt x="49079" y="1294"/>
                      <a:pt x="100739" y="3"/>
                    </a:cubicBezTo>
                    <a:cubicBezTo>
                      <a:pt x="152399" y="-1288"/>
                      <a:pt x="223434" y="428790"/>
                      <a:pt x="286719" y="430081"/>
                    </a:cubicBezTo>
                    <a:cubicBezTo>
                      <a:pt x="350004" y="431372"/>
                      <a:pt x="414580" y="7106"/>
                      <a:pt x="480448" y="7752"/>
                    </a:cubicBezTo>
                    <a:cubicBezTo>
                      <a:pt x="546316" y="8398"/>
                      <a:pt x="617350" y="433956"/>
                      <a:pt x="681926" y="433956"/>
                    </a:cubicBezTo>
                    <a:cubicBezTo>
                      <a:pt x="746502" y="433956"/>
                      <a:pt x="804620" y="8398"/>
                      <a:pt x="867905" y="7752"/>
                    </a:cubicBezTo>
                    <a:cubicBezTo>
                      <a:pt x="931190" y="7106"/>
                      <a:pt x="997058" y="430727"/>
                      <a:pt x="1061634" y="430081"/>
                    </a:cubicBezTo>
                    <a:cubicBezTo>
                      <a:pt x="1126210" y="429435"/>
                      <a:pt x="1190141" y="3878"/>
                      <a:pt x="1255363" y="3878"/>
                    </a:cubicBezTo>
                    <a:cubicBezTo>
                      <a:pt x="1320585" y="3878"/>
                      <a:pt x="1389036" y="430081"/>
                      <a:pt x="1452966" y="430081"/>
                    </a:cubicBezTo>
                    <a:cubicBezTo>
                      <a:pt x="1516896" y="430081"/>
                      <a:pt x="1575015" y="2587"/>
                      <a:pt x="1638946" y="3878"/>
                    </a:cubicBezTo>
                    <a:cubicBezTo>
                      <a:pt x="1702877" y="5170"/>
                      <a:pt x="1764224" y="435247"/>
                      <a:pt x="1836550" y="437830"/>
                    </a:cubicBezTo>
                    <a:cubicBezTo>
                      <a:pt x="1908876" y="440413"/>
                      <a:pt x="1903709" y="295763"/>
                      <a:pt x="1937289" y="22472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7" name="Freeform 138">
                <a:extLst>
                  <a:ext uri="{FF2B5EF4-FFF2-40B4-BE49-F238E27FC236}">
                    <a16:creationId xmlns:a16="http://schemas.microsoft.com/office/drawing/2014/main" id="{B3E9DB85-2502-5B7F-35D4-A12F8595195B}"/>
                  </a:ext>
                </a:extLst>
              </p:cNvPr>
              <p:cNvSpPr/>
              <p:nvPr/>
            </p:nvSpPr>
            <p:spPr>
              <a:xfrm>
                <a:off x="4951503" y="5353664"/>
                <a:ext cx="385251" cy="272673"/>
              </a:xfrm>
              <a:custGeom>
                <a:avLst/>
                <a:gdLst>
                  <a:gd name="connsiteX0" fmla="*/ 0 w 1937289"/>
                  <a:gd name="connsiteY0" fmla="*/ 228600 h 437827"/>
                  <a:gd name="connsiteX1" fmla="*/ 100739 w 1937289"/>
                  <a:gd name="connsiteY1" fmla="*/ 0 h 437827"/>
                  <a:gd name="connsiteX2" fmla="*/ 286719 w 1937289"/>
                  <a:gd name="connsiteY2" fmla="*/ 430078 h 437827"/>
                  <a:gd name="connsiteX3" fmla="*/ 480448 w 1937289"/>
                  <a:gd name="connsiteY3" fmla="*/ 7749 h 437827"/>
                  <a:gd name="connsiteX4" fmla="*/ 681926 w 1937289"/>
                  <a:gd name="connsiteY4" fmla="*/ 433953 h 437827"/>
                  <a:gd name="connsiteX5" fmla="*/ 867905 w 1937289"/>
                  <a:gd name="connsiteY5" fmla="*/ 7749 h 437827"/>
                  <a:gd name="connsiteX6" fmla="*/ 1061634 w 1937289"/>
                  <a:gd name="connsiteY6" fmla="*/ 430078 h 437827"/>
                  <a:gd name="connsiteX7" fmla="*/ 1255363 w 1937289"/>
                  <a:gd name="connsiteY7" fmla="*/ 3875 h 437827"/>
                  <a:gd name="connsiteX8" fmla="*/ 1452966 w 1937289"/>
                  <a:gd name="connsiteY8" fmla="*/ 430078 h 437827"/>
                  <a:gd name="connsiteX9" fmla="*/ 1638946 w 1937289"/>
                  <a:gd name="connsiteY9" fmla="*/ 3875 h 437827"/>
                  <a:gd name="connsiteX10" fmla="*/ 1836550 w 1937289"/>
                  <a:gd name="connsiteY10" fmla="*/ 437827 h 437827"/>
                  <a:gd name="connsiteX11" fmla="*/ 1937289 w 1937289"/>
                  <a:gd name="connsiteY11" fmla="*/ 224726 h 437827"/>
                  <a:gd name="connsiteX0" fmla="*/ 0 w 1937289"/>
                  <a:gd name="connsiteY0" fmla="*/ 228600 h 437827"/>
                  <a:gd name="connsiteX1" fmla="*/ 100739 w 1937289"/>
                  <a:gd name="connsiteY1" fmla="*/ 0 h 437827"/>
                  <a:gd name="connsiteX2" fmla="*/ 286719 w 1937289"/>
                  <a:gd name="connsiteY2" fmla="*/ 430078 h 437827"/>
                  <a:gd name="connsiteX3" fmla="*/ 480448 w 1937289"/>
                  <a:gd name="connsiteY3" fmla="*/ 7749 h 437827"/>
                  <a:gd name="connsiteX4" fmla="*/ 681926 w 1937289"/>
                  <a:gd name="connsiteY4" fmla="*/ 433953 h 437827"/>
                  <a:gd name="connsiteX5" fmla="*/ 867905 w 1937289"/>
                  <a:gd name="connsiteY5" fmla="*/ 7749 h 437827"/>
                  <a:gd name="connsiteX6" fmla="*/ 1061634 w 1937289"/>
                  <a:gd name="connsiteY6" fmla="*/ 430078 h 437827"/>
                  <a:gd name="connsiteX7" fmla="*/ 1255363 w 1937289"/>
                  <a:gd name="connsiteY7" fmla="*/ 3875 h 437827"/>
                  <a:gd name="connsiteX8" fmla="*/ 1452966 w 1937289"/>
                  <a:gd name="connsiteY8" fmla="*/ 430078 h 437827"/>
                  <a:gd name="connsiteX9" fmla="*/ 1638946 w 1937289"/>
                  <a:gd name="connsiteY9" fmla="*/ 3875 h 437827"/>
                  <a:gd name="connsiteX10" fmla="*/ 1836550 w 1937289"/>
                  <a:gd name="connsiteY10" fmla="*/ 437827 h 437827"/>
                  <a:gd name="connsiteX11" fmla="*/ 1937289 w 1937289"/>
                  <a:gd name="connsiteY11" fmla="*/ 224726 h 437827"/>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32613 h 448703"/>
                  <a:gd name="connsiteX1" fmla="*/ 100739 w 1937289"/>
                  <a:gd name="connsiteY1" fmla="*/ 4013 h 448703"/>
                  <a:gd name="connsiteX2" fmla="*/ 286719 w 1937289"/>
                  <a:gd name="connsiteY2" fmla="*/ 434091 h 448703"/>
                  <a:gd name="connsiteX3" fmla="*/ 480448 w 1937289"/>
                  <a:gd name="connsiteY3" fmla="*/ 11762 h 448703"/>
                  <a:gd name="connsiteX4" fmla="*/ 681926 w 1937289"/>
                  <a:gd name="connsiteY4" fmla="*/ 437966 h 448703"/>
                  <a:gd name="connsiteX5" fmla="*/ 867905 w 1937289"/>
                  <a:gd name="connsiteY5" fmla="*/ 11762 h 448703"/>
                  <a:gd name="connsiteX6" fmla="*/ 1061634 w 1937289"/>
                  <a:gd name="connsiteY6" fmla="*/ 434091 h 448703"/>
                  <a:gd name="connsiteX7" fmla="*/ 1255363 w 1937289"/>
                  <a:gd name="connsiteY7" fmla="*/ 7888 h 448703"/>
                  <a:gd name="connsiteX8" fmla="*/ 1452966 w 1937289"/>
                  <a:gd name="connsiteY8" fmla="*/ 434091 h 448703"/>
                  <a:gd name="connsiteX9" fmla="*/ 1638946 w 1937289"/>
                  <a:gd name="connsiteY9" fmla="*/ 7888 h 448703"/>
                  <a:gd name="connsiteX10" fmla="*/ 1836550 w 1937289"/>
                  <a:gd name="connsiteY10" fmla="*/ 441840 h 448703"/>
                  <a:gd name="connsiteX11" fmla="*/ 1937289 w 1937289"/>
                  <a:gd name="connsiteY11" fmla="*/ 228739 h 448703"/>
                  <a:gd name="connsiteX0" fmla="*/ 0 w 1937289"/>
                  <a:gd name="connsiteY0" fmla="*/ 228603 h 444693"/>
                  <a:gd name="connsiteX1" fmla="*/ 100739 w 1937289"/>
                  <a:gd name="connsiteY1" fmla="*/ 3 h 444693"/>
                  <a:gd name="connsiteX2" fmla="*/ 286719 w 1937289"/>
                  <a:gd name="connsiteY2" fmla="*/ 430081 h 444693"/>
                  <a:gd name="connsiteX3" fmla="*/ 480448 w 1937289"/>
                  <a:gd name="connsiteY3" fmla="*/ 7752 h 444693"/>
                  <a:gd name="connsiteX4" fmla="*/ 681926 w 1937289"/>
                  <a:gd name="connsiteY4" fmla="*/ 433956 h 444693"/>
                  <a:gd name="connsiteX5" fmla="*/ 867905 w 1937289"/>
                  <a:gd name="connsiteY5" fmla="*/ 7752 h 444693"/>
                  <a:gd name="connsiteX6" fmla="*/ 1061634 w 1937289"/>
                  <a:gd name="connsiteY6" fmla="*/ 430081 h 444693"/>
                  <a:gd name="connsiteX7" fmla="*/ 1255363 w 1937289"/>
                  <a:gd name="connsiteY7" fmla="*/ 3878 h 444693"/>
                  <a:gd name="connsiteX8" fmla="*/ 1452966 w 1937289"/>
                  <a:gd name="connsiteY8" fmla="*/ 430081 h 444693"/>
                  <a:gd name="connsiteX9" fmla="*/ 1638946 w 1937289"/>
                  <a:gd name="connsiteY9" fmla="*/ 3878 h 444693"/>
                  <a:gd name="connsiteX10" fmla="*/ 1836550 w 1937289"/>
                  <a:gd name="connsiteY10" fmla="*/ 437830 h 444693"/>
                  <a:gd name="connsiteX11" fmla="*/ 1937289 w 1937289"/>
                  <a:gd name="connsiteY11" fmla="*/ 224729 h 444693"/>
                  <a:gd name="connsiteX0" fmla="*/ 0 w 1937289"/>
                  <a:gd name="connsiteY0" fmla="*/ 228603 h 437864"/>
                  <a:gd name="connsiteX1" fmla="*/ 100739 w 1937289"/>
                  <a:gd name="connsiteY1" fmla="*/ 3 h 437864"/>
                  <a:gd name="connsiteX2" fmla="*/ 286719 w 1937289"/>
                  <a:gd name="connsiteY2" fmla="*/ 430081 h 437864"/>
                  <a:gd name="connsiteX3" fmla="*/ 480448 w 1937289"/>
                  <a:gd name="connsiteY3" fmla="*/ 7752 h 437864"/>
                  <a:gd name="connsiteX4" fmla="*/ 681926 w 1937289"/>
                  <a:gd name="connsiteY4" fmla="*/ 433956 h 437864"/>
                  <a:gd name="connsiteX5" fmla="*/ 867905 w 1937289"/>
                  <a:gd name="connsiteY5" fmla="*/ 7752 h 437864"/>
                  <a:gd name="connsiteX6" fmla="*/ 1061634 w 1937289"/>
                  <a:gd name="connsiteY6" fmla="*/ 430081 h 437864"/>
                  <a:gd name="connsiteX7" fmla="*/ 1255363 w 1937289"/>
                  <a:gd name="connsiteY7" fmla="*/ 3878 h 437864"/>
                  <a:gd name="connsiteX8" fmla="*/ 1452966 w 1937289"/>
                  <a:gd name="connsiteY8" fmla="*/ 430081 h 437864"/>
                  <a:gd name="connsiteX9" fmla="*/ 1638946 w 1937289"/>
                  <a:gd name="connsiteY9" fmla="*/ 3878 h 437864"/>
                  <a:gd name="connsiteX10" fmla="*/ 1836550 w 1937289"/>
                  <a:gd name="connsiteY10" fmla="*/ 437830 h 437864"/>
                  <a:gd name="connsiteX11" fmla="*/ 1937289 w 1937289"/>
                  <a:gd name="connsiteY11" fmla="*/ 224729 h 437864"/>
                  <a:gd name="connsiteX0" fmla="*/ 0 w 1836551"/>
                  <a:gd name="connsiteY0" fmla="*/ 228603 h 437831"/>
                  <a:gd name="connsiteX1" fmla="*/ 100739 w 1836551"/>
                  <a:gd name="connsiteY1" fmla="*/ 3 h 437831"/>
                  <a:gd name="connsiteX2" fmla="*/ 286719 w 1836551"/>
                  <a:gd name="connsiteY2" fmla="*/ 430081 h 437831"/>
                  <a:gd name="connsiteX3" fmla="*/ 480448 w 1836551"/>
                  <a:gd name="connsiteY3" fmla="*/ 7752 h 437831"/>
                  <a:gd name="connsiteX4" fmla="*/ 681926 w 1836551"/>
                  <a:gd name="connsiteY4" fmla="*/ 433956 h 437831"/>
                  <a:gd name="connsiteX5" fmla="*/ 867905 w 1836551"/>
                  <a:gd name="connsiteY5" fmla="*/ 7752 h 437831"/>
                  <a:gd name="connsiteX6" fmla="*/ 1061634 w 1836551"/>
                  <a:gd name="connsiteY6" fmla="*/ 430081 h 437831"/>
                  <a:gd name="connsiteX7" fmla="*/ 1255363 w 1836551"/>
                  <a:gd name="connsiteY7" fmla="*/ 3878 h 437831"/>
                  <a:gd name="connsiteX8" fmla="*/ 1452966 w 1836551"/>
                  <a:gd name="connsiteY8" fmla="*/ 430081 h 437831"/>
                  <a:gd name="connsiteX9" fmla="*/ 1638946 w 1836551"/>
                  <a:gd name="connsiteY9" fmla="*/ 3878 h 437831"/>
                  <a:gd name="connsiteX10" fmla="*/ 1836550 w 1836551"/>
                  <a:gd name="connsiteY10" fmla="*/ 437830 h 437831"/>
                  <a:gd name="connsiteX0" fmla="*/ 0 w 1638946"/>
                  <a:gd name="connsiteY0" fmla="*/ 228603 h 433956"/>
                  <a:gd name="connsiteX1" fmla="*/ 100739 w 1638946"/>
                  <a:gd name="connsiteY1" fmla="*/ 3 h 433956"/>
                  <a:gd name="connsiteX2" fmla="*/ 286719 w 1638946"/>
                  <a:gd name="connsiteY2" fmla="*/ 430081 h 433956"/>
                  <a:gd name="connsiteX3" fmla="*/ 480448 w 1638946"/>
                  <a:gd name="connsiteY3" fmla="*/ 7752 h 433956"/>
                  <a:gd name="connsiteX4" fmla="*/ 681926 w 1638946"/>
                  <a:gd name="connsiteY4" fmla="*/ 433956 h 433956"/>
                  <a:gd name="connsiteX5" fmla="*/ 867905 w 1638946"/>
                  <a:gd name="connsiteY5" fmla="*/ 7752 h 433956"/>
                  <a:gd name="connsiteX6" fmla="*/ 1061634 w 1638946"/>
                  <a:gd name="connsiteY6" fmla="*/ 430081 h 433956"/>
                  <a:gd name="connsiteX7" fmla="*/ 1255363 w 1638946"/>
                  <a:gd name="connsiteY7" fmla="*/ 3878 h 433956"/>
                  <a:gd name="connsiteX8" fmla="*/ 1452966 w 1638946"/>
                  <a:gd name="connsiteY8" fmla="*/ 430081 h 433956"/>
                  <a:gd name="connsiteX9" fmla="*/ 1638946 w 1638946"/>
                  <a:gd name="connsiteY9" fmla="*/ 3878 h 433956"/>
                  <a:gd name="connsiteX0" fmla="*/ 0 w 1452965"/>
                  <a:gd name="connsiteY0" fmla="*/ 228603 h 433956"/>
                  <a:gd name="connsiteX1" fmla="*/ 100739 w 1452965"/>
                  <a:gd name="connsiteY1" fmla="*/ 3 h 433956"/>
                  <a:gd name="connsiteX2" fmla="*/ 286719 w 1452965"/>
                  <a:gd name="connsiteY2" fmla="*/ 430081 h 433956"/>
                  <a:gd name="connsiteX3" fmla="*/ 480448 w 1452965"/>
                  <a:gd name="connsiteY3" fmla="*/ 7752 h 433956"/>
                  <a:gd name="connsiteX4" fmla="*/ 681926 w 1452965"/>
                  <a:gd name="connsiteY4" fmla="*/ 433956 h 433956"/>
                  <a:gd name="connsiteX5" fmla="*/ 867905 w 1452965"/>
                  <a:gd name="connsiteY5" fmla="*/ 7752 h 433956"/>
                  <a:gd name="connsiteX6" fmla="*/ 1061634 w 1452965"/>
                  <a:gd name="connsiteY6" fmla="*/ 430081 h 433956"/>
                  <a:gd name="connsiteX7" fmla="*/ 1255363 w 1452965"/>
                  <a:gd name="connsiteY7" fmla="*/ 3878 h 433956"/>
                  <a:gd name="connsiteX8" fmla="*/ 1452966 w 1452965"/>
                  <a:gd name="connsiteY8" fmla="*/ 430081 h 433956"/>
                  <a:gd name="connsiteX0" fmla="*/ 0 w 1255363"/>
                  <a:gd name="connsiteY0" fmla="*/ 228603 h 433956"/>
                  <a:gd name="connsiteX1" fmla="*/ 100739 w 1255363"/>
                  <a:gd name="connsiteY1" fmla="*/ 3 h 433956"/>
                  <a:gd name="connsiteX2" fmla="*/ 286719 w 1255363"/>
                  <a:gd name="connsiteY2" fmla="*/ 430081 h 433956"/>
                  <a:gd name="connsiteX3" fmla="*/ 480448 w 1255363"/>
                  <a:gd name="connsiteY3" fmla="*/ 7752 h 433956"/>
                  <a:gd name="connsiteX4" fmla="*/ 681926 w 1255363"/>
                  <a:gd name="connsiteY4" fmla="*/ 433956 h 433956"/>
                  <a:gd name="connsiteX5" fmla="*/ 867905 w 1255363"/>
                  <a:gd name="connsiteY5" fmla="*/ 7752 h 433956"/>
                  <a:gd name="connsiteX6" fmla="*/ 1061634 w 1255363"/>
                  <a:gd name="connsiteY6" fmla="*/ 430081 h 433956"/>
                  <a:gd name="connsiteX7" fmla="*/ 1255363 w 1255363"/>
                  <a:gd name="connsiteY7" fmla="*/ 3878 h 433956"/>
                  <a:gd name="connsiteX0" fmla="*/ 0 w 1255363"/>
                  <a:gd name="connsiteY0" fmla="*/ 228603 h 433956"/>
                  <a:gd name="connsiteX1" fmla="*/ 100739 w 1255363"/>
                  <a:gd name="connsiteY1" fmla="*/ 3 h 433956"/>
                  <a:gd name="connsiteX2" fmla="*/ 286719 w 1255363"/>
                  <a:gd name="connsiteY2" fmla="*/ 430081 h 433956"/>
                  <a:gd name="connsiteX3" fmla="*/ 480448 w 1255363"/>
                  <a:gd name="connsiteY3" fmla="*/ 7752 h 433956"/>
                  <a:gd name="connsiteX4" fmla="*/ 681926 w 1255363"/>
                  <a:gd name="connsiteY4" fmla="*/ 433956 h 433956"/>
                  <a:gd name="connsiteX5" fmla="*/ 867905 w 1255363"/>
                  <a:gd name="connsiteY5" fmla="*/ 7752 h 433956"/>
                  <a:gd name="connsiteX6" fmla="*/ 1061634 w 1255363"/>
                  <a:gd name="connsiteY6" fmla="*/ 430081 h 433956"/>
                  <a:gd name="connsiteX7" fmla="*/ 1255363 w 1255363"/>
                  <a:gd name="connsiteY7" fmla="*/ 3878 h 433956"/>
                  <a:gd name="connsiteX0" fmla="*/ 0 w 1215300"/>
                  <a:gd name="connsiteY0" fmla="*/ 228603 h 433956"/>
                  <a:gd name="connsiteX1" fmla="*/ 100739 w 1215300"/>
                  <a:gd name="connsiteY1" fmla="*/ 3 h 433956"/>
                  <a:gd name="connsiteX2" fmla="*/ 286719 w 1215300"/>
                  <a:gd name="connsiteY2" fmla="*/ 430081 h 433956"/>
                  <a:gd name="connsiteX3" fmla="*/ 480448 w 1215300"/>
                  <a:gd name="connsiteY3" fmla="*/ 7752 h 433956"/>
                  <a:gd name="connsiteX4" fmla="*/ 681926 w 1215300"/>
                  <a:gd name="connsiteY4" fmla="*/ 433956 h 433956"/>
                  <a:gd name="connsiteX5" fmla="*/ 867905 w 1215300"/>
                  <a:gd name="connsiteY5" fmla="*/ 7752 h 433956"/>
                  <a:gd name="connsiteX6" fmla="*/ 1061634 w 1215300"/>
                  <a:gd name="connsiteY6" fmla="*/ 430081 h 433956"/>
                  <a:gd name="connsiteX7" fmla="*/ 1215300 w 1215300"/>
                  <a:gd name="connsiteY7" fmla="*/ 200945 h 433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5300" h="433956">
                    <a:moveTo>
                      <a:pt x="0" y="228603"/>
                    </a:moveTo>
                    <a:cubicBezTo>
                      <a:pt x="33580" y="152403"/>
                      <a:pt x="49079" y="1294"/>
                      <a:pt x="100739" y="3"/>
                    </a:cubicBezTo>
                    <a:cubicBezTo>
                      <a:pt x="152399" y="-1288"/>
                      <a:pt x="223434" y="428790"/>
                      <a:pt x="286719" y="430081"/>
                    </a:cubicBezTo>
                    <a:cubicBezTo>
                      <a:pt x="350004" y="431372"/>
                      <a:pt x="414580" y="7106"/>
                      <a:pt x="480448" y="7752"/>
                    </a:cubicBezTo>
                    <a:cubicBezTo>
                      <a:pt x="546316" y="8398"/>
                      <a:pt x="617350" y="433956"/>
                      <a:pt x="681926" y="433956"/>
                    </a:cubicBezTo>
                    <a:cubicBezTo>
                      <a:pt x="746502" y="433956"/>
                      <a:pt x="804620" y="8398"/>
                      <a:pt x="867905" y="7752"/>
                    </a:cubicBezTo>
                    <a:cubicBezTo>
                      <a:pt x="931190" y="7106"/>
                      <a:pt x="1003735" y="397882"/>
                      <a:pt x="1061634" y="430081"/>
                    </a:cubicBezTo>
                    <a:cubicBezTo>
                      <a:pt x="1119533" y="462280"/>
                      <a:pt x="1190142" y="281793"/>
                      <a:pt x="1215300" y="20094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36" name="Title 5">
            <a:extLst>
              <a:ext uri="{FF2B5EF4-FFF2-40B4-BE49-F238E27FC236}">
                <a16:creationId xmlns:a16="http://schemas.microsoft.com/office/drawing/2014/main" id="{C6DD5809-0E81-E2AA-B1D1-1D0B6CF7C6DC}"/>
              </a:ext>
            </a:extLst>
          </p:cNvPr>
          <p:cNvSpPr txBox="1">
            <a:spLocks/>
          </p:cNvSpPr>
          <p:nvPr/>
        </p:nvSpPr>
        <p:spPr>
          <a:xfrm>
            <a:off x="804793" y="190760"/>
            <a:ext cx="11179629" cy="7368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t>Multiple Access Protocols (1/3) - Multiplexing</a:t>
            </a:r>
            <a:endParaRPr lang="en-US" dirty="0"/>
          </a:p>
        </p:txBody>
      </p:sp>
    </p:spTree>
    <p:extLst>
      <p:ext uri="{BB962C8B-B14F-4D97-AF65-F5344CB8AC3E}">
        <p14:creationId xmlns:p14="http://schemas.microsoft.com/office/powerpoint/2010/main" val="19251051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1922B-1022-51CE-3124-629D5D85474B}"/>
            </a:ext>
          </a:extLst>
        </p:cNvPr>
        <p:cNvGrpSpPr/>
        <p:nvPr/>
      </p:nvGrpSpPr>
      <p:grpSpPr>
        <a:xfrm>
          <a:off x="0" y="0"/>
          <a:ext cx="0" cy="0"/>
          <a:chOff x="0" y="0"/>
          <a:chExt cx="0" cy="0"/>
        </a:xfrm>
      </p:grpSpPr>
      <p:sp>
        <p:nvSpPr>
          <p:cNvPr id="2" name="Title 5">
            <a:extLst>
              <a:ext uri="{FF2B5EF4-FFF2-40B4-BE49-F238E27FC236}">
                <a16:creationId xmlns:a16="http://schemas.microsoft.com/office/drawing/2014/main" id="{EB98D726-9506-8567-96B6-5925A95C2936}"/>
              </a:ext>
            </a:extLst>
          </p:cNvPr>
          <p:cNvSpPr txBox="1">
            <a:spLocks/>
          </p:cNvSpPr>
          <p:nvPr/>
        </p:nvSpPr>
        <p:spPr>
          <a:xfrm>
            <a:off x="804793" y="190760"/>
            <a:ext cx="11179629" cy="7368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t>Multiple Access Protocols (1/3) - Multiplexing</a:t>
            </a:r>
            <a:endParaRPr lang="en-US" dirty="0"/>
          </a:p>
        </p:txBody>
      </p:sp>
      <p:grpSp>
        <p:nvGrpSpPr>
          <p:cNvPr id="26" name="Group 25">
            <a:extLst>
              <a:ext uri="{FF2B5EF4-FFF2-40B4-BE49-F238E27FC236}">
                <a16:creationId xmlns:a16="http://schemas.microsoft.com/office/drawing/2014/main" id="{9B29CB5F-2523-235C-3824-9B25744D5B46}"/>
              </a:ext>
            </a:extLst>
          </p:cNvPr>
          <p:cNvGrpSpPr/>
          <p:nvPr/>
        </p:nvGrpSpPr>
        <p:grpSpPr>
          <a:xfrm>
            <a:off x="1938818" y="4642013"/>
            <a:ext cx="8314363" cy="2102561"/>
            <a:chOff x="1816924" y="3641475"/>
            <a:chExt cx="5489951" cy="1350300"/>
          </a:xfrm>
        </p:grpSpPr>
        <p:sp>
          <p:nvSpPr>
            <p:cNvPr id="5" name="Google Shape;315;p31">
              <a:extLst>
                <a:ext uri="{FF2B5EF4-FFF2-40B4-BE49-F238E27FC236}">
                  <a16:creationId xmlns:a16="http://schemas.microsoft.com/office/drawing/2014/main" id="{D2C92AEE-5399-194E-5BDE-288165504492}"/>
                </a:ext>
              </a:extLst>
            </p:cNvPr>
            <p:cNvSpPr/>
            <p:nvPr/>
          </p:nvSpPr>
          <p:spPr>
            <a:xfrm>
              <a:off x="6393375" y="4728075"/>
              <a:ext cx="913500" cy="2637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CSMA/CD</a:t>
              </a:r>
              <a:endParaRPr>
                <a:latin typeface="Roboto"/>
                <a:ea typeface="Roboto"/>
                <a:cs typeface="Roboto"/>
                <a:sym typeface="Roboto"/>
              </a:endParaRPr>
            </a:p>
          </p:txBody>
        </p:sp>
        <p:sp>
          <p:nvSpPr>
            <p:cNvPr id="6" name="Google Shape;316;p31">
              <a:extLst>
                <a:ext uri="{FF2B5EF4-FFF2-40B4-BE49-F238E27FC236}">
                  <a16:creationId xmlns:a16="http://schemas.microsoft.com/office/drawing/2014/main" id="{99A99606-A65C-816E-4B53-D6611DACBF02}"/>
                </a:ext>
              </a:extLst>
            </p:cNvPr>
            <p:cNvSpPr/>
            <p:nvPr/>
          </p:nvSpPr>
          <p:spPr>
            <a:xfrm>
              <a:off x="5712975" y="4728075"/>
              <a:ext cx="588600" cy="2637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CSMA</a:t>
              </a:r>
              <a:endParaRPr>
                <a:latin typeface="Roboto"/>
                <a:ea typeface="Roboto"/>
                <a:cs typeface="Roboto"/>
                <a:sym typeface="Roboto"/>
              </a:endParaRPr>
            </a:p>
          </p:txBody>
        </p:sp>
        <p:sp>
          <p:nvSpPr>
            <p:cNvPr id="7" name="Google Shape;317;p31">
              <a:extLst>
                <a:ext uri="{FF2B5EF4-FFF2-40B4-BE49-F238E27FC236}">
                  <a16:creationId xmlns:a16="http://schemas.microsoft.com/office/drawing/2014/main" id="{506BB7C5-61A9-5690-13D3-0B4D7A19C936}"/>
                </a:ext>
              </a:extLst>
            </p:cNvPr>
            <p:cNvSpPr/>
            <p:nvPr/>
          </p:nvSpPr>
          <p:spPr>
            <a:xfrm>
              <a:off x="4917400" y="4728075"/>
              <a:ext cx="685500" cy="2637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ALOHA</a:t>
              </a:r>
              <a:endParaRPr>
                <a:latin typeface="Roboto"/>
                <a:ea typeface="Roboto"/>
                <a:cs typeface="Roboto"/>
                <a:sym typeface="Roboto"/>
              </a:endParaRPr>
            </a:p>
          </p:txBody>
        </p:sp>
        <p:sp>
          <p:nvSpPr>
            <p:cNvPr id="8" name="Google Shape;318;p31">
              <a:extLst>
                <a:ext uri="{FF2B5EF4-FFF2-40B4-BE49-F238E27FC236}">
                  <a16:creationId xmlns:a16="http://schemas.microsoft.com/office/drawing/2014/main" id="{C32EAE6A-E470-BAEE-C1B0-B7C80189B090}"/>
                </a:ext>
              </a:extLst>
            </p:cNvPr>
            <p:cNvSpPr/>
            <p:nvPr/>
          </p:nvSpPr>
          <p:spPr>
            <a:xfrm>
              <a:off x="4153500" y="4728075"/>
              <a:ext cx="659700" cy="2637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Tokens</a:t>
              </a:r>
              <a:endParaRPr>
                <a:latin typeface="Roboto"/>
                <a:ea typeface="Roboto"/>
                <a:cs typeface="Roboto"/>
                <a:sym typeface="Roboto"/>
              </a:endParaRPr>
            </a:p>
          </p:txBody>
        </p:sp>
        <p:sp>
          <p:nvSpPr>
            <p:cNvPr id="9" name="Google Shape;319;p31">
              <a:extLst>
                <a:ext uri="{FF2B5EF4-FFF2-40B4-BE49-F238E27FC236}">
                  <a16:creationId xmlns:a16="http://schemas.microsoft.com/office/drawing/2014/main" id="{E52F6855-7EC1-C079-4CDB-634A9E35655A}"/>
                </a:ext>
              </a:extLst>
            </p:cNvPr>
            <p:cNvSpPr/>
            <p:nvPr/>
          </p:nvSpPr>
          <p:spPr>
            <a:xfrm>
              <a:off x="3391500" y="4728075"/>
              <a:ext cx="659700" cy="2637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Polling</a:t>
              </a:r>
              <a:endParaRPr>
                <a:latin typeface="Roboto"/>
                <a:ea typeface="Roboto"/>
                <a:cs typeface="Roboto"/>
                <a:sym typeface="Roboto"/>
              </a:endParaRPr>
            </a:p>
          </p:txBody>
        </p:sp>
        <p:cxnSp>
          <p:nvCxnSpPr>
            <p:cNvPr id="10" name="Google Shape;322;p31">
              <a:extLst>
                <a:ext uri="{FF2B5EF4-FFF2-40B4-BE49-F238E27FC236}">
                  <a16:creationId xmlns:a16="http://schemas.microsoft.com/office/drawing/2014/main" id="{0FA80886-49C0-33A8-8173-B37724DF9A87}"/>
                </a:ext>
              </a:extLst>
            </p:cNvPr>
            <p:cNvCxnSpPr>
              <a:stCxn id="19" idx="2"/>
            </p:cNvCxnSpPr>
            <p:nvPr/>
          </p:nvCxnSpPr>
          <p:spPr>
            <a:xfrm>
              <a:off x="4102425" y="3905175"/>
              <a:ext cx="0" cy="277800"/>
            </a:xfrm>
            <a:prstGeom prst="straightConnector1">
              <a:avLst/>
            </a:prstGeom>
            <a:noFill/>
            <a:ln w="9525" cap="flat" cmpd="sng">
              <a:solidFill>
                <a:srgbClr val="666666"/>
              </a:solidFill>
              <a:prstDash val="solid"/>
              <a:round/>
              <a:headEnd type="none" w="med" len="med"/>
              <a:tailEnd type="none" w="med" len="med"/>
            </a:ln>
          </p:spPr>
        </p:cxnSp>
        <p:cxnSp>
          <p:nvCxnSpPr>
            <p:cNvPr id="11" name="Google Shape;325;p31">
              <a:extLst>
                <a:ext uri="{FF2B5EF4-FFF2-40B4-BE49-F238E27FC236}">
                  <a16:creationId xmlns:a16="http://schemas.microsoft.com/office/drawing/2014/main" id="{633D5A33-C593-37A5-C3C8-6462E76B8E1B}"/>
                </a:ext>
              </a:extLst>
            </p:cNvPr>
            <p:cNvCxnSpPr>
              <a:stCxn id="19" idx="2"/>
            </p:cNvCxnSpPr>
            <p:nvPr/>
          </p:nvCxnSpPr>
          <p:spPr>
            <a:xfrm flipH="1">
              <a:off x="2654625" y="3905175"/>
              <a:ext cx="1447800" cy="277800"/>
            </a:xfrm>
            <a:prstGeom prst="straightConnector1">
              <a:avLst/>
            </a:prstGeom>
            <a:noFill/>
            <a:ln w="9525" cap="flat" cmpd="sng">
              <a:solidFill>
                <a:srgbClr val="666666"/>
              </a:solidFill>
              <a:prstDash val="solid"/>
              <a:round/>
              <a:headEnd type="none" w="med" len="med"/>
              <a:tailEnd type="none" w="med" len="med"/>
            </a:ln>
          </p:spPr>
        </p:cxnSp>
        <p:cxnSp>
          <p:nvCxnSpPr>
            <p:cNvPr id="12" name="Google Shape;327;p31">
              <a:extLst>
                <a:ext uri="{FF2B5EF4-FFF2-40B4-BE49-F238E27FC236}">
                  <a16:creationId xmlns:a16="http://schemas.microsoft.com/office/drawing/2014/main" id="{E1EDB4F5-C2ED-94B5-04FF-FA52737F6F4B}"/>
                </a:ext>
              </a:extLst>
            </p:cNvPr>
            <p:cNvCxnSpPr>
              <a:stCxn id="19" idx="2"/>
            </p:cNvCxnSpPr>
            <p:nvPr/>
          </p:nvCxnSpPr>
          <p:spPr>
            <a:xfrm>
              <a:off x="4102425" y="3905175"/>
              <a:ext cx="1905000" cy="277800"/>
            </a:xfrm>
            <a:prstGeom prst="straightConnector1">
              <a:avLst/>
            </a:prstGeom>
            <a:noFill/>
            <a:ln w="9525" cap="flat" cmpd="sng">
              <a:solidFill>
                <a:srgbClr val="666666"/>
              </a:solidFill>
              <a:prstDash val="solid"/>
              <a:round/>
              <a:headEnd type="none" w="med" len="med"/>
              <a:tailEnd type="none" w="med" len="med"/>
            </a:ln>
          </p:spPr>
        </p:cxnSp>
        <p:cxnSp>
          <p:nvCxnSpPr>
            <p:cNvPr id="13" name="Google Shape;329;p31">
              <a:extLst>
                <a:ext uri="{FF2B5EF4-FFF2-40B4-BE49-F238E27FC236}">
                  <a16:creationId xmlns:a16="http://schemas.microsoft.com/office/drawing/2014/main" id="{42E7E1D2-B28A-7B0E-2939-A663D5889BE8}"/>
                </a:ext>
              </a:extLst>
            </p:cNvPr>
            <p:cNvCxnSpPr>
              <a:stCxn id="17" idx="2"/>
            </p:cNvCxnSpPr>
            <p:nvPr/>
          </p:nvCxnSpPr>
          <p:spPr>
            <a:xfrm flipH="1">
              <a:off x="5260125" y="4450275"/>
              <a:ext cx="747300" cy="277800"/>
            </a:xfrm>
            <a:prstGeom prst="straightConnector1">
              <a:avLst/>
            </a:prstGeom>
            <a:noFill/>
            <a:ln w="9525" cap="flat" cmpd="sng">
              <a:solidFill>
                <a:srgbClr val="666666"/>
              </a:solidFill>
              <a:prstDash val="solid"/>
              <a:round/>
              <a:headEnd type="none" w="med" len="med"/>
              <a:tailEnd type="none" w="med" len="med"/>
            </a:ln>
          </p:spPr>
        </p:cxnSp>
        <p:cxnSp>
          <p:nvCxnSpPr>
            <p:cNvPr id="14" name="Google Shape;332;p31">
              <a:extLst>
                <a:ext uri="{FF2B5EF4-FFF2-40B4-BE49-F238E27FC236}">
                  <a16:creationId xmlns:a16="http://schemas.microsoft.com/office/drawing/2014/main" id="{F5FEEC55-EA4A-5FB5-A161-3C7ED87FA82A}"/>
                </a:ext>
              </a:extLst>
            </p:cNvPr>
            <p:cNvCxnSpPr>
              <a:stCxn id="17" idx="2"/>
            </p:cNvCxnSpPr>
            <p:nvPr/>
          </p:nvCxnSpPr>
          <p:spPr>
            <a:xfrm>
              <a:off x="6007425" y="4450275"/>
              <a:ext cx="838200" cy="277800"/>
            </a:xfrm>
            <a:prstGeom prst="straightConnector1">
              <a:avLst/>
            </a:prstGeom>
            <a:noFill/>
            <a:ln w="9525" cap="flat" cmpd="sng">
              <a:solidFill>
                <a:srgbClr val="666666"/>
              </a:solidFill>
              <a:prstDash val="solid"/>
              <a:round/>
              <a:headEnd type="none" w="med" len="med"/>
              <a:tailEnd type="none" w="med" len="med"/>
            </a:ln>
          </p:spPr>
        </p:cxnSp>
        <p:sp>
          <p:nvSpPr>
            <p:cNvPr id="15" name="Google Shape;334;p31">
              <a:extLst>
                <a:ext uri="{FF2B5EF4-FFF2-40B4-BE49-F238E27FC236}">
                  <a16:creationId xmlns:a16="http://schemas.microsoft.com/office/drawing/2014/main" id="{D6EF82BA-96ED-8BD7-8D9F-C9F6983EDDE1}"/>
                </a:ext>
              </a:extLst>
            </p:cNvPr>
            <p:cNvSpPr/>
            <p:nvPr/>
          </p:nvSpPr>
          <p:spPr>
            <a:xfrm>
              <a:off x="2129025" y="4186575"/>
              <a:ext cx="1051200" cy="263700"/>
            </a:xfrm>
            <a:prstGeom prst="roundRect">
              <a:avLst>
                <a:gd name="adj" fmla="val 16667"/>
              </a:avLst>
            </a:prstGeom>
            <a:solidFill>
              <a:schemeClr val="accent2">
                <a:lumMod val="40000"/>
                <a:lumOff val="60000"/>
              </a:schemeClr>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dirty="0">
                  <a:latin typeface="Roboto"/>
                  <a:ea typeface="Roboto"/>
                  <a:cs typeface="Roboto"/>
                  <a:sym typeface="Roboto"/>
                </a:rPr>
                <a:t>Multiplexing</a:t>
              </a:r>
              <a:endParaRPr dirty="0">
                <a:latin typeface="Roboto"/>
                <a:ea typeface="Roboto"/>
                <a:cs typeface="Roboto"/>
                <a:sym typeface="Roboto"/>
              </a:endParaRPr>
            </a:p>
          </p:txBody>
        </p:sp>
        <p:sp>
          <p:nvSpPr>
            <p:cNvPr id="16" name="Google Shape;335;p31">
              <a:extLst>
                <a:ext uri="{FF2B5EF4-FFF2-40B4-BE49-F238E27FC236}">
                  <a16:creationId xmlns:a16="http://schemas.microsoft.com/office/drawing/2014/main" id="{7D5B4B95-A644-0EA3-FEBE-E8BC9D201887}"/>
                </a:ext>
              </a:extLst>
            </p:cNvPr>
            <p:cNvSpPr/>
            <p:nvPr/>
          </p:nvSpPr>
          <p:spPr>
            <a:xfrm>
              <a:off x="3549225" y="4186575"/>
              <a:ext cx="1106400" cy="2637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Taking Turns</a:t>
              </a:r>
              <a:endParaRPr>
                <a:latin typeface="Roboto"/>
                <a:ea typeface="Roboto"/>
                <a:cs typeface="Roboto"/>
                <a:sym typeface="Roboto"/>
              </a:endParaRPr>
            </a:p>
          </p:txBody>
        </p:sp>
        <p:sp>
          <p:nvSpPr>
            <p:cNvPr id="17" name="Google Shape;330;p31">
              <a:extLst>
                <a:ext uri="{FF2B5EF4-FFF2-40B4-BE49-F238E27FC236}">
                  <a16:creationId xmlns:a16="http://schemas.microsoft.com/office/drawing/2014/main" id="{4D83F945-2FAF-A46F-48C3-FA7ADF8CDC14}"/>
                </a:ext>
              </a:extLst>
            </p:cNvPr>
            <p:cNvSpPr/>
            <p:nvPr/>
          </p:nvSpPr>
          <p:spPr>
            <a:xfrm>
              <a:off x="5316675" y="4186575"/>
              <a:ext cx="1381500" cy="2637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Random Access</a:t>
              </a:r>
              <a:endParaRPr>
                <a:latin typeface="Roboto"/>
                <a:ea typeface="Roboto"/>
                <a:cs typeface="Roboto"/>
                <a:sym typeface="Roboto"/>
              </a:endParaRPr>
            </a:p>
          </p:txBody>
        </p:sp>
        <p:cxnSp>
          <p:nvCxnSpPr>
            <p:cNvPr id="18" name="Google Shape;336;p31">
              <a:extLst>
                <a:ext uri="{FF2B5EF4-FFF2-40B4-BE49-F238E27FC236}">
                  <a16:creationId xmlns:a16="http://schemas.microsoft.com/office/drawing/2014/main" id="{E464E713-FC5F-7A96-CE11-2333FD143F66}"/>
                </a:ext>
              </a:extLst>
            </p:cNvPr>
            <p:cNvCxnSpPr>
              <a:stCxn id="17" idx="2"/>
            </p:cNvCxnSpPr>
            <p:nvPr/>
          </p:nvCxnSpPr>
          <p:spPr>
            <a:xfrm>
              <a:off x="6007425" y="4450275"/>
              <a:ext cx="0" cy="277800"/>
            </a:xfrm>
            <a:prstGeom prst="straightConnector1">
              <a:avLst/>
            </a:prstGeom>
            <a:noFill/>
            <a:ln w="9525" cap="flat" cmpd="sng">
              <a:solidFill>
                <a:srgbClr val="666666"/>
              </a:solidFill>
              <a:prstDash val="solid"/>
              <a:round/>
              <a:headEnd type="none" w="med" len="med"/>
              <a:tailEnd type="none" w="med" len="med"/>
            </a:ln>
          </p:spPr>
        </p:cxnSp>
        <p:sp>
          <p:nvSpPr>
            <p:cNvPr id="19" name="Google Shape;323;p31">
              <a:extLst>
                <a:ext uri="{FF2B5EF4-FFF2-40B4-BE49-F238E27FC236}">
                  <a16:creationId xmlns:a16="http://schemas.microsoft.com/office/drawing/2014/main" id="{754973D8-563D-11AC-4C46-39D3B2193CD9}"/>
                </a:ext>
              </a:extLst>
            </p:cNvPr>
            <p:cNvSpPr/>
            <p:nvPr/>
          </p:nvSpPr>
          <p:spPr>
            <a:xfrm>
              <a:off x="3035025" y="3641475"/>
              <a:ext cx="2134800" cy="2637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Multiple Access Protocols</a:t>
              </a:r>
              <a:endParaRPr>
                <a:latin typeface="Roboto"/>
                <a:ea typeface="Roboto"/>
                <a:cs typeface="Roboto"/>
                <a:sym typeface="Roboto"/>
              </a:endParaRPr>
            </a:p>
          </p:txBody>
        </p:sp>
        <p:cxnSp>
          <p:nvCxnSpPr>
            <p:cNvPr id="20" name="Google Shape;338;p31">
              <a:extLst>
                <a:ext uri="{FF2B5EF4-FFF2-40B4-BE49-F238E27FC236}">
                  <a16:creationId xmlns:a16="http://schemas.microsoft.com/office/drawing/2014/main" id="{6458C3DA-EDD4-851A-9C2E-BC9BE26EE1D9}"/>
                </a:ext>
              </a:extLst>
            </p:cNvPr>
            <p:cNvCxnSpPr>
              <a:stCxn id="16" idx="2"/>
            </p:cNvCxnSpPr>
            <p:nvPr/>
          </p:nvCxnSpPr>
          <p:spPr>
            <a:xfrm>
              <a:off x="4102425" y="4450275"/>
              <a:ext cx="381000" cy="277800"/>
            </a:xfrm>
            <a:prstGeom prst="straightConnector1">
              <a:avLst/>
            </a:prstGeom>
            <a:noFill/>
            <a:ln w="9525" cap="flat" cmpd="sng">
              <a:solidFill>
                <a:srgbClr val="666666"/>
              </a:solidFill>
              <a:prstDash val="solid"/>
              <a:round/>
              <a:headEnd type="none" w="med" len="med"/>
              <a:tailEnd type="none" w="med" len="med"/>
            </a:ln>
          </p:spPr>
        </p:cxnSp>
        <p:cxnSp>
          <p:nvCxnSpPr>
            <p:cNvPr id="21" name="Google Shape;340;p31">
              <a:extLst>
                <a:ext uri="{FF2B5EF4-FFF2-40B4-BE49-F238E27FC236}">
                  <a16:creationId xmlns:a16="http://schemas.microsoft.com/office/drawing/2014/main" id="{69A4A1BD-A336-997B-FA91-154D01C5E108}"/>
                </a:ext>
              </a:extLst>
            </p:cNvPr>
            <p:cNvCxnSpPr>
              <a:stCxn id="16" idx="2"/>
            </p:cNvCxnSpPr>
            <p:nvPr/>
          </p:nvCxnSpPr>
          <p:spPr>
            <a:xfrm flipH="1">
              <a:off x="3721425" y="4450275"/>
              <a:ext cx="381000" cy="277800"/>
            </a:xfrm>
            <a:prstGeom prst="straightConnector1">
              <a:avLst/>
            </a:prstGeom>
            <a:noFill/>
            <a:ln w="9525" cap="flat" cmpd="sng">
              <a:solidFill>
                <a:srgbClr val="666666"/>
              </a:solidFill>
              <a:prstDash val="solid"/>
              <a:round/>
              <a:headEnd type="none" w="med" len="med"/>
              <a:tailEnd type="none" w="med" len="med"/>
            </a:ln>
          </p:spPr>
        </p:cxnSp>
        <p:sp>
          <p:nvSpPr>
            <p:cNvPr id="22" name="Google Shape;342;p31">
              <a:extLst>
                <a:ext uri="{FF2B5EF4-FFF2-40B4-BE49-F238E27FC236}">
                  <a16:creationId xmlns:a16="http://schemas.microsoft.com/office/drawing/2014/main" id="{FA352B2D-8050-C383-4D0F-FB2FA7CF2C30}"/>
                </a:ext>
              </a:extLst>
            </p:cNvPr>
            <p:cNvSpPr/>
            <p:nvPr/>
          </p:nvSpPr>
          <p:spPr>
            <a:xfrm>
              <a:off x="1816924" y="4728075"/>
              <a:ext cx="588988" cy="263700"/>
            </a:xfrm>
            <a:prstGeom prst="roundRect">
              <a:avLst>
                <a:gd name="adj" fmla="val 16667"/>
              </a:avLst>
            </a:prstGeom>
            <a:solidFill>
              <a:schemeClr val="accent2">
                <a:lumMod val="40000"/>
                <a:lumOff val="60000"/>
              </a:schemeClr>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US" dirty="0">
                  <a:latin typeface="Roboto"/>
                  <a:ea typeface="Roboto"/>
                  <a:cs typeface="Roboto"/>
                  <a:sym typeface="Roboto"/>
                </a:rPr>
                <a:t>Time</a:t>
              </a:r>
              <a:endParaRPr dirty="0">
                <a:latin typeface="Roboto"/>
                <a:ea typeface="Roboto"/>
                <a:cs typeface="Roboto"/>
                <a:sym typeface="Roboto"/>
              </a:endParaRPr>
            </a:p>
          </p:txBody>
        </p:sp>
        <p:cxnSp>
          <p:nvCxnSpPr>
            <p:cNvPr id="23" name="Google Shape;343;p31">
              <a:extLst>
                <a:ext uri="{FF2B5EF4-FFF2-40B4-BE49-F238E27FC236}">
                  <a16:creationId xmlns:a16="http://schemas.microsoft.com/office/drawing/2014/main" id="{23FB67D8-191B-1DEF-438E-63EB4CEFC9B9}"/>
                </a:ext>
              </a:extLst>
            </p:cNvPr>
            <p:cNvCxnSpPr>
              <a:stCxn id="15" idx="2"/>
            </p:cNvCxnSpPr>
            <p:nvPr/>
          </p:nvCxnSpPr>
          <p:spPr>
            <a:xfrm>
              <a:off x="2654625" y="4450275"/>
              <a:ext cx="381000" cy="274200"/>
            </a:xfrm>
            <a:prstGeom prst="straightConnector1">
              <a:avLst/>
            </a:prstGeom>
            <a:noFill/>
            <a:ln w="9525" cap="flat" cmpd="sng">
              <a:solidFill>
                <a:srgbClr val="666666"/>
              </a:solidFill>
              <a:prstDash val="solid"/>
              <a:round/>
              <a:headEnd type="none" w="med" len="med"/>
              <a:tailEnd type="none" w="med" len="med"/>
            </a:ln>
          </p:spPr>
        </p:cxnSp>
        <p:cxnSp>
          <p:nvCxnSpPr>
            <p:cNvPr id="24" name="Google Shape;345;p31">
              <a:extLst>
                <a:ext uri="{FF2B5EF4-FFF2-40B4-BE49-F238E27FC236}">
                  <a16:creationId xmlns:a16="http://schemas.microsoft.com/office/drawing/2014/main" id="{FABA9712-02C2-348F-0FA7-5E6F6CDE9375}"/>
                </a:ext>
              </a:extLst>
            </p:cNvPr>
            <p:cNvCxnSpPr>
              <a:stCxn id="15" idx="2"/>
            </p:cNvCxnSpPr>
            <p:nvPr/>
          </p:nvCxnSpPr>
          <p:spPr>
            <a:xfrm flipH="1">
              <a:off x="2273625" y="4450275"/>
              <a:ext cx="381000" cy="277800"/>
            </a:xfrm>
            <a:prstGeom prst="straightConnector1">
              <a:avLst/>
            </a:prstGeom>
            <a:noFill/>
            <a:ln w="9525" cap="flat" cmpd="sng">
              <a:solidFill>
                <a:srgbClr val="666666"/>
              </a:solidFill>
              <a:prstDash val="solid"/>
              <a:round/>
              <a:headEnd type="none" w="med" len="med"/>
              <a:tailEnd type="none" w="med" len="med"/>
            </a:ln>
          </p:spPr>
        </p:cxnSp>
        <p:sp>
          <p:nvSpPr>
            <p:cNvPr id="25" name="Google Shape;347;p31">
              <a:extLst>
                <a:ext uri="{FF2B5EF4-FFF2-40B4-BE49-F238E27FC236}">
                  <a16:creationId xmlns:a16="http://schemas.microsoft.com/office/drawing/2014/main" id="{95C4C288-E2D5-FB9F-F3A3-E5B56235AA17}"/>
                </a:ext>
              </a:extLst>
            </p:cNvPr>
            <p:cNvSpPr/>
            <p:nvPr/>
          </p:nvSpPr>
          <p:spPr>
            <a:xfrm>
              <a:off x="2550512" y="4724475"/>
              <a:ext cx="733826" cy="263700"/>
            </a:xfrm>
            <a:prstGeom prst="roundRect">
              <a:avLst>
                <a:gd name="adj" fmla="val 16667"/>
              </a:avLst>
            </a:prstGeom>
            <a:solidFill>
              <a:schemeClr val="accent2">
                <a:lumMod val="40000"/>
                <a:lumOff val="60000"/>
              </a:schemeClr>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lvl="0" algn="ctr"/>
              <a:r>
                <a:rPr lang="en" dirty="0">
                  <a:latin typeface="Roboto"/>
                  <a:ea typeface="Roboto"/>
                  <a:cs typeface="Roboto"/>
                  <a:sym typeface="Roboto"/>
                </a:rPr>
                <a:t>Frequency</a:t>
              </a:r>
              <a:endParaRPr dirty="0">
                <a:latin typeface="Roboto"/>
                <a:ea typeface="Roboto"/>
                <a:cs typeface="Roboto"/>
                <a:sym typeface="Roboto"/>
              </a:endParaRPr>
            </a:p>
          </p:txBody>
        </p:sp>
      </p:grpSp>
      <p:sp>
        <p:nvSpPr>
          <p:cNvPr id="28" name="TextBox 27">
            <a:extLst>
              <a:ext uri="{FF2B5EF4-FFF2-40B4-BE49-F238E27FC236}">
                <a16:creationId xmlns:a16="http://schemas.microsoft.com/office/drawing/2014/main" id="{3BFEBB0F-6527-E3C3-0324-656E7878D254}"/>
              </a:ext>
            </a:extLst>
          </p:cNvPr>
          <p:cNvSpPr txBox="1"/>
          <p:nvPr/>
        </p:nvSpPr>
        <p:spPr>
          <a:xfrm>
            <a:off x="804793" y="1570363"/>
            <a:ext cx="9093587" cy="2246769"/>
          </a:xfrm>
          <a:prstGeom prst="rect">
            <a:avLst/>
          </a:prstGeom>
          <a:noFill/>
        </p:spPr>
        <p:txBody>
          <a:bodyPr wrap="square">
            <a:spAutoFit/>
          </a:bodyPr>
          <a:lstStyle/>
          <a:p>
            <a:pPr lvl="0">
              <a:spcBef>
                <a:spcPts val="600"/>
              </a:spcBef>
            </a:pPr>
            <a:r>
              <a:rPr lang="en-US" sz="2400" dirty="0"/>
              <a:t>Idea: Allocate a fixed slice of resources to each node</a:t>
            </a:r>
          </a:p>
          <a:p>
            <a:pPr lvl="0">
              <a:spcBef>
                <a:spcPts val="600"/>
              </a:spcBef>
            </a:pPr>
            <a:endParaRPr lang="en-US" sz="2400" dirty="0"/>
          </a:p>
          <a:p>
            <a:pPr lvl="0">
              <a:spcBef>
                <a:spcPts val="600"/>
              </a:spcBef>
            </a:pPr>
            <a:r>
              <a:rPr lang="en-US" sz="2400" dirty="0"/>
              <a:t>Problem: Can be wasteful.</a:t>
            </a:r>
          </a:p>
          <a:p>
            <a:pPr marL="342900" lvl="0" indent="-342900">
              <a:spcBef>
                <a:spcPts val="600"/>
              </a:spcBef>
              <a:buFont typeface="Arial" panose="020B0604020202020204" pitchFamily="34" charset="0"/>
              <a:buChar char="•"/>
            </a:pPr>
            <a:r>
              <a:rPr lang="en-US" sz="2400" dirty="0"/>
              <a:t>There's only so much frequency/time available to allocate</a:t>
            </a:r>
          </a:p>
          <a:p>
            <a:pPr marL="342900" lvl="0" indent="-342900">
              <a:spcBef>
                <a:spcPts val="600"/>
              </a:spcBef>
              <a:buFont typeface="Arial" panose="020B0604020202020204" pitchFamily="34" charset="0"/>
              <a:buChar char="•"/>
            </a:pPr>
            <a:r>
              <a:rPr lang="en-US" sz="2400" dirty="0"/>
              <a:t>If a node has nothing to say, some frequency/time goes unused</a:t>
            </a:r>
          </a:p>
        </p:txBody>
      </p:sp>
    </p:spTree>
    <p:extLst>
      <p:ext uri="{BB962C8B-B14F-4D97-AF65-F5344CB8AC3E}">
        <p14:creationId xmlns:p14="http://schemas.microsoft.com/office/powerpoint/2010/main" val="25910548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80CDA-14DD-AECE-5902-09CEFD14605D}"/>
            </a:ext>
          </a:extLst>
        </p:cNvPr>
        <p:cNvGrpSpPr/>
        <p:nvPr/>
      </p:nvGrpSpPr>
      <p:grpSpPr>
        <a:xfrm>
          <a:off x="0" y="0"/>
          <a:ext cx="0" cy="0"/>
          <a:chOff x="0" y="0"/>
          <a:chExt cx="0" cy="0"/>
        </a:xfrm>
      </p:grpSpPr>
      <p:sp>
        <p:nvSpPr>
          <p:cNvPr id="2" name="Title 5">
            <a:extLst>
              <a:ext uri="{FF2B5EF4-FFF2-40B4-BE49-F238E27FC236}">
                <a16:creationId xmlns:a16="http://schemas.microsoft.com/office/drawing/2014/main" id="{A03DD722-77C0-6147-F575-196EB27BA6F0}"/>
              </a:ext>
            </a:extLst>
          </p:cNvPr>
          <p:cNvSpPr txBox="1">
            <a:spLocks/>
          </p:cNvSpPr>
          <p:nvPr/>
        </p:nvSpPr>
        <p:spPr>
          <a:xfrm>
            <a:off x="804793" y="190760"/>
            <a:ext cx="11179629" cy="7368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t>Multiple Access Protocols (2/3) – Taking Turns</a:t>
            </a:r>
            <a:endParaRPr lang="en-US" dirty="0"/>
          </a:p>
        </p:txBody>
      </p:sp>
      <p:grpSp>
        <p:nvGrpSpPr>
          <p:cNvPr id="26" name="Group 25">
            <a:extLst>
              <a:ext uri="{FF2B5EF4-FFF2-40B4-BE49-F238E27FC236}">
                <a16:creationId xmlns:a16="http://schemas.microsoft.com/office/drawing/2014/main" id="{F1528075-8C61-4033-FBB6-B410CC3779CE}"/>
              </a:ext>
            </a:extLst>
          </p:cNvPr>
          <p:cNvGrpSpPr/>
          <p:nvPr/>
        </p:nvGrpSpPr>
        <p:grpSpPr>
          <a:xfrm>
            <a:off x="1938818" y="4642013"/>
            <a:ext cx="8314363" cy="2102561"/>
            <a:chOff x="1816924" y="3641475"/>
            <a:chExt cx="5489951" cy="1350300"/>
          </a:xfrm>
        </p:grpSpPr>
        <p:sp>
          <p:nvSpPr>
            <p:cNvPr id="5" name="Google Shape;315;p31">
              <a:extLst>
                <a:ext uri="{FF2B5EF4-FFF2-40B4-BE49-F238E27FC236}">
                  <a16:creationId xmlns:a16="http://schemas.microsoft.com/office/drawing/2014/main" id="{C69F559C-21F9-71CC-60E5-32686448C648}"/>
                </a:ext>
              </a:extLst>
            </p:cNvPr>
            <p:cNvSpPr/>
            <p:nvPr/>
          </p:nvSpPr>
          <p:spPr>
            <a:xfrm>
              <a:off x="6393375" y="4728075"/>
              <a:ext cx="913500" cy="2637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CSMA/CD</a:t>
              </a:r>
              <a:endParaRPr>
                <a:latin typeface="Roboto"/>
                <a:ea typeface="Roboto"/>
                <a:cs typeface="Roboto"/>
                <a:sym typeface="Roboto"/>
              </a:endParaRPr>
            </a:p>
          </p:txBody>
        </p:sp>
        <p:sp>
          <p:nvSpPr>
            <p:cNvPr id="6" name="Google Shape;316;p31">
              <a:extLst>
                <a:ext uri="{FF2B5EF4-FFF2-40B4-BE49-F238E27FC236}">
                  <a16:creationId xmlns:a16="http://schemas.microsoft.com/office/drawing/2014/main" id="{6D88F169-377C-5536-25BD-355F378D62B4}"/>
                </a:ext>
              </a:extLst>
            </p:cNvPr>
            <p:cNvSpPr/>
            <p:nvPr/>
          </p:nvSpPr>
          <p:spPr>
            <a:xfrm>
              <a:off x="5712975" y="4728075"/>
              <a:ext cx="588600" cy="2637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CSMA</a:t>
              </a:r>
              <a:endParaRPr>
                <a:latin typeface="Roboto"/>
                <a:ea typeface="Roboto"/>
                <a:cs typeface="Roboto"/>
                <a:sym typeface="Roboto"/>
              </a:endParaRPr>
            </a:p>
          </p:txBody>
        </p:sp>
        <p:sp>
          <p:nvSpPr>
            <p:cNvPr id="7" name="Google Shape;317;p31">
              <a:extLst>
                <a:ext uri="{FF2B5EF4-FFF2-40B4-BE49-F238E27FC236}">
                  <a16:creationId xmlns:a16="http://schemas.microsoft.com/office/drawing/2014/main" id="{EA351A72-00B9-8270-1820-5AC18439530F}"/>
                </a:ext>
              </a:extLst>
            </p:cNvPr>
            <p:cNvSpPr/>
            <p:nvPr/>
          </p:nvSpPr>
          <p:spPr>
            <a:xfrm>
              <a:off x="4917400" y="4728075"/>
              <a:ext cx="685500" cy="2637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ALOHA</a:t>
              </a:r>
              <a:endParaRPr>
                <a:latin typeface="Roboto"/>
                <a:ea typeface="Roboto"/>
                <a:cs typeface="Roboto"/>
                <a:sym typeface="Roboto"/>
              </a:endParaRPr>
            </a:p>
          </p:txBody>
        </p:sp>
        <p:sp>
          <p:nvSpPr>
            <p:cNvPr id="8" name="Google Shape;318;p31">
              <a:extLst>
                <a:ext uri="{FF2B5EF4-FFF2-40B4-BE49-F238E27FC236}">
                  <a16:creationId xmlns:a16="http://schemas.microsoft.com/office/drawing/2014/main" id="{F30E3678-66F0-B1DB-DF90-C54D73817E6F}"/>
                </a:ext>
              </a:extLst>
            </p:cNvPr>
            <p:cNvSpPr/>
            <p:nvPr/>
          </p:nvSpPr>
          <p:spPr>
            <a:xfrm>
              <a:off x="4153500" y="4728075"/>
              <a:ext cx="659700" cy="263700"/>
            </a:xfrm>
            <a:prstGeom prst="roundRect">
              <a:avLst>
                <a:gd name="adj" fmla="val 16667"/>
              </a:avLst>
            </a:prstGeom>
            <a:solidFill>
              <a:schemeClr val="accent2">
                <a:lumMod val="40000"/>
                <a:lumOff val="60000"/>
              </a:schemeClr>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Tokens</a:t>
              </a:r>
              <a:endParaRPr>
                <a:latin typeface="Roboto"/>
                <a:ea typeface="Roboto"/>
                <a:cs typeface="Roboto"/>
                <a:sym typeface="Roboto"/>
              </a:endParaRPr>
            </a:p>
          </p:txBody>
        </p:sp>
        <p:sp>
          <p:nvSpPr>
            <p:cNvPr id="9" name="Google Shape;319;p31">
              <a:extLst>
                <a:ext uri="{FF2B5EF4-FFF2-40B4-BE49-F238E27FC236}">
                  <a16:creationId xmlns:a16="http://schemas.microsoft.com/office/drawing/2014/main" id="{E4BA043D-16D3-BAC5-575E-0A4D6EE851CD}"/>
                </a:ext>
              </a:extLst>
            </p:cNvPr>
            <p:cNvSpPr/>
            <p:nvPr/>
          </p:nvSpPr>
          <p:spPr>
            <a:xfrm>
              <a:off x="3391500" y="4728075"/>
              <a:ext cx="659700" cy="263700"/>
            </a:xfrm>
            <a:prstGeom prst="roundRect">
              <a:avLst>
                <a:gd name="adj" fmla="val 16667"/>
              </a:avLst>
            </a:prstGeom>
            <a:solidFill>
              <a:schemeClr val="accent2">
                <a:lumMod val="40000"/>
                <a:lumOff val="60000"/>
              </a:schemeClr>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Polling</a:t>
              </a:r>
              <a:endParaRPr>
                <a:latin typeface="Roboto"/>
                <a:ea typeface="Roboto"/>
                <a:cs typeface="Roboto"/>
                <a:sym typeface="Roboto"/>
              </a:endParaRPr>
            </a:p>
          </p:txBody>
        </p:sp>
        <p:cxnSp>
          <p:nvCxnSpPr>
            <p:cNvPr id="10" name="Google Shape;322;p31">
              <a:extLst>
                <a:ext uri="{FF2B5EF4-FFF2-40B4-BE49-F238E27FC236}">
                  <a16:creationId xmlns:a16="http://schemas.microsoft.com/office/drawing/2014/main" id="{6E3EAD9D-74DE-FE9D-04E8-604289D8A72D}"/>
                </a:ext>
              </a:extLst>
            </p:cNvPr>
            <p:cNvCxnSpPr>
              <a:stCxn id="19" idx="2"/>
            </p:cNvCxnSpPr>
            <p:nvPr/>
          </p:nvCxnSpPr>
          <p:spPr>
            <a:xfrm>
              <a:off x="4102425" y="3905175"/>
              <a:ext cx="0" cy="277800"/>
            </a:xfrm>
            <a:prstGeom prst="straightConnector1">
              <a:avLst/>
            </a:prstGeom>
            <a:noFill/>
            <a:ln w="9525" cap="flat" cmpd="sng">
              <a:solidFill>
                <a:srgbClr val="666666"/>
              </a:solidFill>
              <a:prstDash val="solid"/>
              <a:round/>
              <a:headEnd type="none" w="med" len="med"/>
              <a:tailEnd type="none" w="med" len="med"/>
            </a:ln>
          </p:spPr>
        </p:cxnSp>
        <p:cxnSp>
          <p:nvCxnSpPr>
            <p:cNvPr id="11" name="Google Shape;325;p31">
              <a:extLst>
                <a:ext uri="{FF2B5EF4-FFF2-40B4-BE49-F238E27FC236}">
                  <a16:creationId xmlns:a16="http://schemas.microsoft.com/office/drawing/2014/main" id="{386133B6-BE0B-A4D8-6222-851F99CADBAA}"/>
                </a:ext>
              </a:extLst>
            </p:cNvPr>
            <p:cNvCxnSpPr>
              <a:stCxn id="19" idx="2"/>
            </p:cNvCxnSpPr>
            <p:nvPr/>
          </p:nvCxnSpPr>
          <p:spPr>
            <a:xfrm flipH="1">
              <a:off x="2654625" y="3905175"/>
              <a:ext cx="1447800" cy="277800"/>
            </a:xfrm>
            <a:prstGeom prst="straightConnector1">
              <a:avLst/>
            </a:prstGeom>
            <a:noFill/>
            <a:ln w="9525" cap="flat" cmpd="sng">
              <a:solidFill>
                <a:srgbClr val="666666"/>
              </a:solidFill>
              <a:prstDash val="solid"/>
              <a:round/>
              <a:headEnd type="none" w="med" len="med"/>
              <a:tailEnd type="none" w="med" len="med"/>
            </a:ln>
          </p:spPr>
        </p:cxnSp>
        <p:cxnSp>
          <p:nvCxnSpPr>
            <p:cNvPr id="12" name="Google Shape;327;p31">
              <a:extLst>
                <a:ext uri="{FF2B5EF4-FFF2-40B4-BE49-F238E27FC236}">
                  <a16:creationId xmlns:a16="http://schemas.microsoft.com/office/drawing/2014/main" id="{B5184786-23C2-754D-2A28-B9D9AB85EC0C}"/>
                </a:ext>
              </a:extLst>
            </p:cNvPr>
            <p:cNvCxnSpPr>
              <a:stCxn id="19" idx="2"/>
            </p:cNvCxnSpPr>
            <p:nvPr/>
          </p:nvCxnSpPr>
          <p:spPr>
            <a:xfrm>
              <a:off x="4102425" y="3905175"/>
              <a:ext cx="1905000" cy="277800"/>
            </a:xfrm>
            <a:prstGeom prst="straightConnector1">
              <a:avLst/>
            </a:prstGeom>
            <a:noFill/>
            <a:ln w="9525" cap="flat" cmpd="sng">
              <a:solidFill>
                <a:srgbClr val="666666"/>
              </a:solidFill>
              <a:prstDash val="solid"/>
              <a:round/>
              <a:headEnd type="none" w="med" len="med"/>
              <a:tailEnd type="none" w="med" len="med"/>
            </a:ln>
          </p:spPr>
        </p:cxnSp>
        <p:cxnSp>
          <p:nvCxnSpPr>
            <p:cNvPr id="13" name="Google Shape;329;p31">
              <a:extLst>
                <a:ext uri="{FF2B5EF4-FFF2-40B4-BE49-F238E27FC236}">
                  <a16:creationId xmlns:a16="http://schemas.microsoft.com/office/drawing/2014/main" id="{88016A54-0613-CA81-466D-D5538873EDE5}"/>
                </a:ext>
              </a:extLst>
            </p:cNvPr>
            <p:cNvCxnSpPr>
              <a:stCxn id="17" idx="2"/>
            </p:cNvCxnSpPr>
            <p:nvPr/>
          </p:nvCxnSpPr>
          <p:spPr>
            <a:xfrm flipH="1">
              <a:off x="5260125" y="4450275"/>
              <a:ext cx="747300" cy="277800"/>
            </a:xfrm>
            <a:prstGeom prst="straightConnector1">
              <a:avLst/>
            </a:prstGeom>
            <a:noFill/>
            <a:ln w="9525" cap="flat" cmpd="sng">
              <a:solidFill>
                <a:srgbClr val="666666"/>
              </a:solidFill>
              <a:prstDash val="solid"/>
              <a:round/>
              <a:headEnd type="none" w="med" len="med"/>
              <a:tailEnd type="none" w="med" len="med"/>
            </a:ln>
          </p:spPr>
        </p:cxnSp>
        <p:cxnSp>
          <p:nvCxnSpPr>
            <p:cNvPr id="14" name="Google Shape;332;p31">
              <a:extLst>
                <a:ext uri="{FF2B5EF4-FFF2-40B4-BE49-F238E27FC236}">
                  <a16:creationId xmlns:a16="http://schemas.microsoft.com/office/drawing/2014/main" id="{1DEFFE8F-09D2-448F-4A74-894AC21551B5}"/>
                </a:ext>
              </a:extLst>
            </p:cNvPr>
            <p:cNvCxnSpPr>
              <a:stCxn id="17" idx="2"/>
            </p:cNvCxnSpPr>
            <p:nvPr/>
          </p:nvCxnSpPr>
          <p:spPr>
            <a:xfrm>
              <a:off x="6007425" y="4450275"/>
              <a:ext cx="838200" cy="277800"/>
            </a:xfrm>
            <a:prstGeom prst="straightConnector1">
              <a:avLst/>
            </a:prstGeom>
            <a:noFill/>
            <a:ln w="9525" cap="flat" cmpd="sng">
              <a:solidFill>
                <a:srgbClr val="666666"/>
              </a:solidFill>
              <a:prstDash val="solid"/>
              <a:round/>
              <a:headEnd type="none" w="med" len="med"/>
              <a:tailEnd type="none" w="med" len="med"/>
            </a:ln>
          </p:spPr>
        </p:cxnSp>
        <p:sp>
          <p:nvSpPr>
            <p:cNvPr id="15" name="Google Shape;334;p31">
              <a:extLst>
                <a:ext uri="{FF2B5EF4-FFF2-40B4-BE49-F238E27FC236}">
                  <a16:creationId xmlns:a16="http://schemas.microsoft.com/office/drawing/2014/main" id="{311C0A7A-4D13-3A15-03C1-A7914894EDBB}"/>
                </a:ext>
              </a:extLst>
            </p:cNvPr>
            <p:cNvSpPr/>
            <p:nvPr/>
          </p:nvSpPr>
          <p:spPr>
            <a:xfrm>
              <a:off x="2129025" y="4186575"/>
              <a:ext cx="1051200" cy="2637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dirty="0">
                  <a:latin typeface="Roboto"/>
                  <a:ea typeface="Roboto"/>
                  <a:cs typeface="Roboto"/>
                  <a:sym typeface="Roboto"/>
                </a:rPr>
                <a:t>Multiplexing</a:t>
              </a:r>
              <a:endParaRPr dirty="0">
                <a:latin typeface="Roboto"/>
                <a:ea typeface="Roboto"/>
                <a:cs typeface="Roboto"/>
                <a:sym typeface="Roboto"/>
              </a:endParaRPr>
            </a:p>
          </p:txBody>
        </p:sp>
        <p:sp>
          <p:nvSpPr>
            <p:cNvPr id="16" name="Google Shape;335;p31">
              <a:extLst>
                <a:ext uri="{FF2B5EF4-FFF2-40B4-BE49-F238E27FC236}">
                  <a16:creationId xmlns:a16="http://schemas.microsoft.com/office/drawing/2014/main" id="{A66BE1BD-72F2-14BB-C332-3EA3E9F0B63A}"/>
                </a:ext>
              </a:extLst>
            </p:cNvPr>
            <p:cNvSpPr/>
            <p:nvPr/>
          </p:nvSpPr>
          <p:spPr>
            <a:xfrm>
              <a:off x="3549225" y="4186575"/>
              <a:ext cx="1106400" cy="263700"/>
            </a:xfrm>
            <a:prstGeom prst="roundRect">
              <a:avLst>
                <a:gd name="adj" fmla="val 16667"/>
              </a:avLst>
            </a:prstGeom>
            <a:solidFill>
              <a:schemeClr val="accent2">
                <a:lumMod val="40000"/>
                <a:lumOff val="60000"/>
              </a:schemeClr>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dirty="0">
                  <a:latin typeface="Roboto"/>
                  <a:ea typeface="Roboto"/>
                  <a:cs typeface="Roboto"/>
                  <a:sym typeface="Roboto"/>
                </a:rPr>
                <a:t>Taking Turns</a:t>
              </a:r>
              <a:endParaRPr dirty="0">
                <a:latin typeface="Roboto"/>
                <a:ea typeface="Roboto"/>
                <a:cs typeface="Roboto"/>
                <a:sym typeface="Roboto"/>
              </a:endParaRPr>
            </a:p>
          </p:txBody>
        </p:sp>
        <p:sp>
          <p:nvSpPr>
            <p:cNvPr id="17" name="Google Shape;330;p31">
              <a:extLst>
                <a:ext uri="{FF2B5EF4-FFF2-40B4-BE49-F238E27FC236}">
                  <a16:creationId xmlns:a16="http://schemas.microsoft.com/office/drawing/2014/main" id="{484F9787-552E-44BA-D154-46FCCD062E3F}"/>
                </a:ext>
              </a:extLst>
            </p:cNvPr>
            <p:cNvSpPr/>
            <p:nvPr/>
          </p:nvSpPr>
          <p:spPr>
            <a:xfrm>
              <a:off x="5316675" y="4186575"/>
              <a:ext cx="1381500" cy="2637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Random Access</a:t>
              </a:r>
              <a:endParaRPr>
                <a:latin typeface="Roboto"/>
                <a:ea typeface="Roboto"/>
                <a:cs typeface="Roboto"/>
                <a:sym typeface="Roboto"/>
              </a:endParaRPr>
            </a:p>
          </p:txBody>
        </p:sp>
        <p:cxnSp>
          <p:nvCxnSpPr>
            <p:cNvPr id="18" name="Google Shape;336;p31">
              <a:extLst>
                <a:ext uri="{FF2B5EF4-FFF2-40B4-BE49-F238E27FC236}">
                  <a16:creationId xmlns:a16="http://schemas.microsoft.com/office/drawing/2014/main" id="{EE7E6188-7875-61BE-CBD0-20732ADC3F0D}"/>
                </a:ext>
              </a:extLst>
            </p:cNvPr>
            <p:cNvCxnSpPr>
              <a:stCxn id="17" idx="2"/>
            </p:cNvCxnSpPr>
            <p:nvPr/>
          </p:nvCxnSpPr>
          <p:spPr>
            <a:xfrm>
              <a:off x="6007425" y="4450275"/>
              <a:ext cx="0" cy="277800"/>
            </a:xfrm>
            <a:prstGeom prst="straightConnector1">
              <a:avLst/>
            </a:prstGeom>
            <a:noFill/>
            <a:ln w="9525" cap="flat" cmpd="sng">
              <a:solidFill>
                <a:srgbClr val="666666"/>
              </a:solidFill>
              <a:prstDash val="solid"/>
              <a:round/>
              <a:headEnd type="none" w="med" len="med"/>
              <a:tailEnd type="none" w="med" len="med"/>
            </a:ln>
          </p:spPr>
        </p:cxnSp>
        <p:sp>
          <p:nvSpPr>
            <p:cNvPr id="19" name="Google Shape;323;p31">
              <a:extLst>
                <a:ext uri="{FF2B5EF4-FFF2-40B4-BE49-F238E27FC236}">
                  <a16:creationId xmlns:a16="http://schemas.microsoft.com/office/drawing/2014/main" id="{C13BFB6F-0B93-C97E-3D3A-4DD0F07132D2}"/>
                </a:ext>
              </a:extLst>
            </p:cNvPr>
            <p:cNvSpPr/>
            <p:nvPr/>
          </p:nvSpPr>
          <p:spPr>
            <a:xfrm>
              <a:off x="3035025" y="3641475"/>
              <a:ext cx="2134800" cy="2637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Multiple Access Protocols</a:t>
              </a:r>
              <a:endParaRPr>
                <a:latin typeface="Roboto"/>
                <a:ea typeface="Roboto"/>
                <a:cs typeface="Roboto"/>
                <a:sym typeface="Roboto"/>
              </a:endParaRPr>
            </a:p>
          </p:txBody>
        </p:sp>
        <p:cxnSp>
          <p:nvCxnSpPr>
            <p:cNvPr id="20" name="Google Shape;338;p31">
              <a:extLst>
                <a:ext uri="{FF2B5EF4-FFF2-40B4-BE49-F238E27FC236}">
                  <a16:creationId xmlns:a16="http://schemas.microsoft.com/office/drawing/2014/main" id="{676BF541-4751-C64E-E173-31E107637415}"/>
                </a:ext>
              </a:extLst>
            </p:cNvPr>
            <p:cNvCxnSpPr>
              <a:stCxn id="16" idx="2"/>
            </p:cNvCxnSpPr>
            <p:nvPr/>
          </p:nvCxnSpPr>
          <p:spPr>
            <a:xfrm>
              <a:off x="4102425" y="4450275"/>
              <a:ext cx="381000" cy="277800"/>
            </a:xfrm>
            <a:prstGeom prst="straightConnector1">
              <a:avLst/>
            </a:prstGeom>
            <a:noFill/>
            <a:ln w="9525" cap="flat" cmpd="sng">
              <a:solidFill>
                <a:srgbClr val="666666"/>
              </a:solidFill>
              <a:prstDash val="solid"/>
              <a:round/>
              <a:headEnd type="none" w="med" len="med"/>
              <a:tailEnd type="none" w="med" len="med"/>
            </a:ln>
          </p:spPr>
        </p:cxnSp>
        <p:cxnSp>
          <p:nvCxnSpPr>
            <p:cNvPr id="21" name="Google Shape;340;p31">
              <a:extLst>
                <a:ext uri="{FF2B5EF4-FFF2-40B4-BE49-F238E27FC236}">
                  <a16:creationId xmlns:a16="http://schemas.microsoft.com/office/drawing/2014/main" id="{6EBAF1AF-BD7F-33E2-8B28-65B28A9675B3}"/>
                </a:ext>
              </a:extLst>
            </p:cNvPr>
            <p:cNvCxnSpPr>
              <a:stCxn id="16" idx="2"/>
            </p:cNvCxnSpPr>
            <p:nvPr/>
          </p:nvCxnSpPr>
          <p:spPr>
            <a:xfrm flipH="1">
              <a:off x="3721425" y="4450275"/>
              <a:ext cx="381000" cy="277800"/>
            </a:xfrm>
            <a:prstGeom prst="straightConnector1">
              <a:avLst/>
            </a:prstGeom>
            <a:noFill/>
            <a:ln w="9525" cap="flat" cmpd="sng">
              <a:solidFill>
                <a:srgbClr val="666666"/>
              </a:solidFill>
              <a:prstDash val="solid"/>
              <a:round/>
              <a:headEnd type="none" w="med" len="med"/>
              <a:tailEnd type="none" w="med" len="med"/>
            </a:ln>
          </p:spPr>
        </p:cxnSp>
        <p:sp>
          <p:nvSpPr>
            <p:cNvPr id="22" name="Google Shape;342;p31">
              <a:extLst>
                <a:ext uri="{FF2B5EF4-FFF2-40B4-BE49-F238E27FC236}">
                  <a16:creationId xmlns:a16="http://schemas.microsoft.com/office/drawing/2014/main" id="{A1B192CF-C08B-FBEC-9212-CA63533CA2B2}"/>
                </a:ext>
              </a:extLst>
            </p:cNvPr>
            <p:cNvSpPr/>
            <p:nvPr/>
          </p:nvSpPr>
          <p:spPr>
            <a:xfrm>
              <a:off x="1816924" y="4728075"/>
              <a:ext cx="588988" cy="2637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US" dirty="0">
                  <a:latin typeface="Roboto"/>
                  <a:ea typeface="Roboto"/>
                  <a:cs typeface="Roboto"/>
                  <a:sym typeface="Roboto"/>
                </a:rPr>
                <a:t>Time</a:t>
              </a:r>
              <a:endParaRPr dirty="0">
                <a:latin typeface="Roboto"/>
                <a:ea typeface="Roboto"/>
                <a:cs typeface="Roboto"/>
                <a:sym typeface="Roboto"/>
              </a:endParaRPr>
            </a:p>
          </p:txBody>
        </p:sp>
        <p:cxnSp>
          <p:nvCxnSpPr>
            <p:cNvPr id="23" name="Google Shape;343;p31">
              <a:extLst>
                <a:ext uri="{FF2B5EF4-FFF2-40B4-BE49-F238E27FC236}">
                  <a16:creationId xmlns:a16="http://schemas.microsoft.com/office/drawing/2014/main" id="{5A5C4C81-9CFC-FA5D-208C-4CF33259A765}"/>
                </a:ext>
              </a:extLst>
            </p:cNvPr>
            <p:cNvCxnSpPr>
              <a:stCxn id="15" idx="2"/>
            </p:cNvCxnSpPr>
            <p:nvPr/>
          </p:nvCxnSpPr>
          <p:spPr>
            <a:xfrm>
              <a:off x="2654625" y="4450275"/>
              <a:ext cx="381000" cy="274200"/>
            </a:xfrm>
            <a:prstGeom prst="straightConnector1">
              <a:avLst/>
            </a:prstGeom>
            <a:noFill/>
            <a:ln w="9525" cap="flat" cmpd="sng">
              <a:solidFill>
                <a:srgbClr val="666666"/>
              </a:solidFill>
              <a:prstDash val="solid"/>
              <a:round/>
              <a:headEnd type="none" w="med" len="med"/>
              <a:tailEnd type="none" w="med" len="med"/>
            </a:ln>
          </p:spPr>
        </p:cxnSp>
        <p:cxnSp>
          <p:nvCxnSpPr>
            <p:cNvPr id="24" name="Google Shape;345;p31">
              <a:extLst>
                <a:ext uri="{FF2B5EF4-FFF2-40B4-BE49-F238E27FC236}">
                  <a16:creationId xmlns:a16="http://schemas.microsoft.com/office/drawing/2014/main" id="{FEA42687-4A68-C8BE-F484-2DDD15B2F4DB}"/>
                </a:ext>
              </a:extLst>
            </p:cNvPr>
            <p:cNvCxnSpPr>
              <a:stCxn id="15" idx="2"/>
            </p:cNvCxnSpPr>
            <p:nvPr/>
          </p:nvCxnSpPr>
          <p:spPr>
            <a:xfrm flipH="1">
              <a:off x="2273625" y="4450275"/>
              <a:ext cx="381000" cy="277800"/>
            </a:xfrm>
            <a:prstGeom prst="straightConnector1">
              <a:avLst/>
            </a:prstGeom>
            <a:noFill/>
            <a:ln w="9525" cap="flat" cmpd="sng">
              <a:solidFill>
                <a:srgbClr val="666666"/>
              </a:solidFill>
              <a:prstDash val="solid"/>
              <a:round/>
              <a:headEnd type="none" w="med" len="med"/>
              <a:tailEnd type="none" w="med" len="med"/>
            </a:ln>
          </p:spPr>
        </p:cxnSp>
        <p:sp>
          <p:nvSpPr>
            <p:cNvPr id="25" name="Google Shape;347;p31">
              <a:extLst>
                <a:ext uri="{FF2B5EF4-FFF2-40B4-BE49-F238E27FC236}">
                  <a16:creationId xmlns:a16="http://schemas.microsoft.com/office/drawing/2014/main" id="{6F9D4EB3-4E2D-976F-0FC4-EA230FC117A9}"/>
                </a:ext>
              </a:extLst>
            </p:cNvPr>
            <p:cNvSpPr/>
            <p:nvPr/>
          </p:nvSpPr>
          <p:spPr>
            <a:xfrm>
              <a:off x="2550512" y="4724475"/>
              <a:ext cx="733826" cy="2637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lvl="0" algn="ctr"/>
              <a:r>
                <a:rPr lang="en" dirty="0">
                  <a:latin typeface="Roboto"/>
                  <a:ea typeface="Roboto"/>
                  <a:cs typeface="Roboto"/>
                  <a:sym typeface="Roboto"/>
                </a:rPr>
                <a:t>Frequency</a:t>
              </a:r>
              <a:endParaRPr dirty="0">
                <a:latin typeface="Roboto"/>
                <a:ea typeface="Roboto"/>
                <a:cs typeface="Roboto"/>
                <a:sym typeface="Roboto"/>
              </a:endParaRPr>
            </a:p>
          </p:txBody>
        </p:sp>
      </p:grpSp>
      <p:sp>
        <p:nvSpPr>
          <p:cNvPr id="28" name="TextBox 27">
            <a:extLst>
              <a:ext uri="{FF2B5EF4-FFF2-40B4-BE49-F238E27FC236}">
                <a16:creationId xmlns:a16="http://schemas.microsoft.com/office/drawing/2014/main" id="{2AE8C763-F02A-B3B4-0FCD-00DF2FE1E70C}"/>
              </a:ext>
            </a:extLst>
          </p:cNvPr>
          <p:cNvSpPr txBox="1"/>
          <p:nvPr/>
        </p:nvSpPr>
        <p:spPr>
          <a:xfrm>
            <a:off x="804793" y="1338261"/>
            <a:ext cx="10032879" cy="2323713"/>
          </a:xfrm>
          <a:prstGeom prst="rect">
            <a:avLst/>
          </a:prstGeom>
          <a:noFill/>
        </p:spPr>
        <p:txBody>
          <a:bodyPr wrap="square">
            <a:spAutoFit/>
          </a:bodyPr>
          <a:lstStyle/>
          <a:p>
            <a:pPr marL="0" lvl="0" indent="0" algn="l" rtl="0">
              <a:spcBef>
                <a:spcPts val="600"/>
              </a:spcBef>
              <a:spcAft>
                <a:spcPts val="0"/>
              </a:spcAft>
              <a:buNone/>
            </a:pPr>
            <a:r>
              <a:rPr lang="en-US" sz="2000" dirty="0"/>
              <a:t>Taking turns:</a:t>
            </a:r>
          </a:p>
          <a:p>
            <a:pPr marL="342900" lvl="0" indent="-342900" algn="l" rtl="0">
              <a:spcBef>
                <a:spcPts val="600"/>
              </a:spcBef>
              <a:spcAft>
                <a:spcPts val="0"/>
              </a:spcAft>
              <a:buFont typeface="Arial" panose="020B0604020202020204" pitchFamily="34" charset="0"/>
              <a:buChar char="•"/>
            </a:pPr>
            <a:r>
              <a:rPr lang="en-US" sz="2000" dirty="0">
                <a:solidFill>
                  <a:prstClr val="black"/>
                </a:solidFill>
              </a:rPr>
              <a:t>Nodes take turns speaking</a:t>
            </a:r>
          </a:p>
          <a:p>
            <a:pPr marL="342900" lvl="0" indent="-342900" algn="l" rtl="0">
              <a:spcBef>
                <a:spcPts val="600"/>
              </a:spcBef>
              <a:spcAft>
                <a:spcPts val="0"/>
              </a:spcAft>
              <a:buFont typeface="Arial" panose="020B0604020202020204" pitchFamily="34" charset="0"/>
              <a:buChar char="•"/>
            </a:pPr>
            <a:r>
              <a:rPr lang="en-US" sz="2000" b="1" dirty="0">
                <a:solidFill>
                  <a:prstClr val="black"/>
                </a:solidFill>
              </a:rPr>
              <a:t>Polling protocols</a:t>
            </a:r>
            <a:r>
              <a:rPr lang="en-US" sz="2000" dirty="0">
                <a:solidFill>
                  <a:prstClr val="black"/>
                </a:solidFill>
              </a:rPr>
              <a:t>: A coordinator decides when each node can speak</a:t>
            </a:r>
          </a:p>
          <a:p>
            <a:pPr marL="800100" lvl="1" indent="-342900">
              <a:spcBef>
                <a:spcPts val="600"/>
              </a:spcBef>
              <a:buFont typeface="Arial" panose="020B0604020202020204" pitchFamily="34" charset="0"/>
              <a:buChar char="•"/>
            </a:pPr>
            <a:r>
              <a:rPr lang="en-US" sz="2000" dirty="0">
                <a:solidFill>
                  <a:prstClr val="black"/>
                </a:solidFill>
              </a:rPr>
              <a:t>Example: Bluetooth</a:t>
            </a:r>
          </a:p>
          <a:p>
            <a:pPr marL="342900" lvl="0" indent="-342900" algn="l" rtl="0">
              <a:spcBef>
                <a:spcPts val="600"/>
              </a:spcBef>
              <a:spcAft>
                <a:spcPts val="0"/>
              </a:spcAft>
              <a:buFont typeface="Arial" panose="020B0604020202020204" pitchFamily="34" charset="0"/>
              <a:buChar char="•"/>
            </a:pPr>
            <a:r>
              <a:rPr lang="en-US" sz="2000" b="1" dirty="0">
                <a:solidFill>
                  <a:prstClr val="black"/>
                </a:solidFill>
              </a:rPr>
              <a:t>Token passing</a:t>
            </a:r>
            <a:r>
              <a:rPr lang="en-US" sz="2000" dirty="0">
                <a:solidFill>
                  <a:prstClr val="black"/>
                </a:solidFill>
              </a:rPr>
              <a:t>: Pass a virtual token around. Only the node with the token can speak</a:t>
            </a:r>
          </a:p>
          <a:p>
            <a:pPr marL="800100" lvl="1" indent="-342900">
              <a:spcBef>
                <a:spcPts val="600"/>
              </a:spcBef>
              <a:buFont typeface="Arial" panose="020B0604020202020204" pitchFamily="34" charset="0"/>
              <a:buChar char="•"/>
            </a:pPr>
            <a:r>
              <a:rPr lang="en-US" sz="2000" dirty="0">
                <a:solidFill>
                  <a:prstClr val="black"/>
                </a:solidFill>
              </a:rPr>
              <a:t>Example: IBM Token Ring, FDDI</a:t>
            </a:r>
          </a:p>
        </p:txBody>
      </p:sp>
    </p:spTree>
    <p:extLst>
      <p:ext uri="{BB962C8B-B14F-4D97-AF65-F5344CB8AC3E}">
        <p14:creationId xmlns:p14="http://schemas.microsoft.com/office/powerpoint/2010/main" val="38519125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5">
            <a:extLst>
              <a:ext uri="{FF2B5EF4-FFF2-40B4-BE49-F238E27FC236}">
                <a16:creationId xmlns:a16="http://schemas.microsoft.com/office/drawing/2014/main" id="{2567DB55-8A2E-29C9-FF84-FF064F02ECCA}"/>
              </a:ext>
            </a:extLst>
          </p:cNvPr>
          <p:cNvSpPr txBox="1">
            <a:spLocks/>
          </p:cNvSpPr>
          <p:nvPr/>
        </p:nvSpPr>
        <p:spPr>
          <a:xfrm>
            <a:off x="804793" y="190760"/>
            <a:ext cx="11179629" cy="7368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t>Multiple Access Protocols (2/3) – Taking Turns</a:t>
            </a:r>
            <a:endParaRPr lang="en-US" dirty="0"/>
          </a:p>
        </p:txBody>
      </p:sp>
      <p:sp>
        <p:nvSpPr>
          <p:cNvPr id="3" name="Google Shape;427;p34">
            <a:extLst>
              <a:ext uri="{FF2B5EF4-FFF2-40B4-BE49-F238E27FC236}">
                <a16:creationId xmlns:a16="http://schemas.microsoft.com/office/drawing/2014/main" id="{E42C71D1-DE70-62E4-239C-08014B0B814D}"/>
              </a:ext>
            </a:extLst>
          </p:cNvPr>
          <p:cNvSpPr txBox="1">
            <a:spLocks/>
          </p:cNvSpPr>
          <p:nvPr/>
        </p:nvSpPr>
        <p:spPr>
          <a:xfrm>
            <a:off x="804792" y="1019420"/>
            <a:ext cx="9931787" cy="639900"/>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Clr>
                <a:schemeClr val="dk1"/>
              </a:buClr>
              <a:buSzPts val="1100"/>
              <a:buFont typeface="Arial"/>
              <a:buNone/>
            </a:pPr>
            <a:r>
              <a:rPr lang="en-US" sz="2400" b="1" dirty="0"/>
              <a:t>Polling protocols</a:t>
            </a:r>
            <a:r>
              <a:rPr lang="en-US" sz="2400" dirty="0"/>
              <a:t>: A coordinator decides when each node can speak</a:t>
            </a:r>
            <a:endParaRPr lang="en-US" sz="2400" b="1" dirty="0"/>
          </a:p>
        </p:txBody>
      </p:sp>
      <p:grpSp>
        <p:nvGrpSpPr>
          <p:cNvPr id="33" name="Group 32">
            <a:extLst>
              <a:ext uri="{FF2B5EF4-FFF2-40B4-BE49-F238E27FC236}">
                <a16:creationId xmlns:a16="http://schemas.microsoft.com/office/drawing/2014/main" id="{3C3D3371-94ED-C844-6403-2F691CAD7617}"/>
              </a:ext>
            </a:extLst>
          </p:cNvPr>
          <p:cNvGrpSpPr/>
          <p:nvPr/>
        </p:nvGrpSpPr>
        <p:grpSpPr>
          <a:xfrm>
            <a:off x="506185" y="1925045"/>
            <a:ext cx="11038116" cy="4742195"/>
            <a:chOff x="1261611" y="2374885"/>
            <a:chExt cx="8220398" cy="3517500"/>
          </a:xfrm>
        </p:grpSpPr>
        <p:sp>
          <p:nvSpPr>
            <p:cNvPr id="4" name="Google Shape;428;p34">
              <a:extLst>
                <a:ext uri="{FF2B5EF4-FFF2-40B4-BE49-F238E27FC236}">
                  <a16:creationId xmlns:a16="http://schemas.microsoft.com/office/drawing/2014/main" id="{A0E8677B-0E71-E1A3-2820-BD1BA35DC910}"/>
                </a:ext>
              </a:extLst>
            </p:cNvPr>
            <p:cNvSpPr/>
            <p:nvPr/>
          </p:nvSpPr>
          <p:spPr>
            <a:xfrm>
              <a:off x="1301148" y="2847235"/>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5" name="Google Shape;429;p34">
              <a:extLst>
                <a:ext uri="{FF2B5EF4-FFF2-40B4-BE49-F238E27FC236}">
                  <a16:creationId xmlns:a16="http://schemas.microsoft.com/office/drawing/2014/main" id="{A2424A5C-AFFF-FC83-11CA-BCA88B2D68AE}"/>
                </a:ext>
              </a:extLst>
            </p:cNvPr>
            <p:cNvSpPr/>
            <p:nvPr/>
          </p:nvSpPr>
          <p:spPr>
            <a:xfrm>
              <a:off x="1910748" y="2847235"/>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6" name="Google Shape;430;p34">
              <a:extLst>
                <a:ext uri="{FF2B5EF4-FFF2-40B4-BE49-F238E27FC236}">
                  <a16:creationId xmlns:a16="http://schemas.microsoft.com/office/drawing/2014/main" id="{CBB6BE65-71D0-68B9-FFED-1F1C9B21E44C}"/>
                </a:ext>
              </a:extLst>
            </p:cNvPr>
            <p:cNvSpPr/>
            <p:nvPr/>
          </p:nvSpPr>
          <p:spPr>
            <a:xfrm>
              <a:off x="2520348" y="2847235"/>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7" name="Google Shape;431;p34">
              <a:extLst>
                <a:ext uri="{FF2B5EF4-FFF2-40B4-BE49-F238E27FC236}">
                  <a16:creationId xmlns:a16="http://schemas.microsoft.com/office/drawing/2014/main" id="{B48AC4D1-48F4-D031-1BC9-B6CCF3EB009B}"/>
                </a:ext>
              </a:extLst>
            </p:cNvPr>
            <p:cNvSpPr/>
            <p:nvPr/>
          </p:nvSpPr>
          <p:spPr>
            <a:xfrm>
              <a:off x="3129948" y="2847235"/>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cxnSp>
          <p:nvCxnSpPr>
            <p:cNvPr id="8" name="Google Shape;432;p34">
              <a:extLst>
                <a:ext uri="{FF2B5EF4-FFF2-40B4-BE49-F238E27FC236}">
                  <a16:creationId xmlns:a16="http://schemas.microsoft.com/office/drawing/2014/main" id="{5802F131-AD52-C484-1DD4-3AACD0BEC054}"/>
                </a:ext>
              </a:extLst>
            </p:cNvPr>
            <p:cNvCxnSpPr/>
            <p:nvPr/>
          </p:nvCxnSpPr>
          <p:spPr>
            <a:xfrm rot="10800000">
              <a:off x="1443661" y="2542435"/>
              <a:ext cx="0" cy="304800"/>
            </a:xfrm>
            <a:prstGeom prst="straightConnector1">
              <a:avLst/>
            </a:prstGeom>
            <a:noFill/>
            <a:ln w="19050" cap="flat" cmpd="sng">
              <a:solidFill>
                <a:srgbClr val="000000"/>
              </a:solidFill>
              <a:prstDash val="solid"/>
              <a:round/>
              <a:headEnd type="none" w="med" len="med"/>
              <a:tailEnd type="none" w="med" len="med"/>
            </a:ln>
          </p:spPr>
        </p:cxnSp>
        <p:cxnSp>
          <p:nvCxnSpPr>
            <p:cNvPr id="9" name="Google Shape;433;p34">
              <a:extLst>
                <a:ext uri="{FF2B5EF4-FFF2-40B4-BE49-F238E27FC236}">
                  <a16:creationId xmlns:a16="http://schemas.microsoft.com/office/drawing/2014/main" id="{C00D5D0B-2C45-B218-BC98-E070A3D7A226}"/>
                </a:ext>
              </a:extLst>
            </p:cNvPr>
            <p:cNvCxnSpPr/>
            <p:nvPr/>
          </p:nvCxnSpPr>
          <p:spPr>
            <a:xfrm rot="10800000">
              <a:off x="2053261" y="2542435"/>
              <a:ext cx="0" cy="304800"/>
            </a:xfrm>
            <a:prstGeom prst="straightConnector1">
              <a:avLst/>
            </a:prstGeom>
            <a:noFill/>
            <a:ln w="19050" cap="flat" cmpd="sng">
              <a:solidFill>
                <a:srgbClr val="000000"/>
              </a:solidFill>
              <a:prstDash val="solid"/>
              <a:round/>
              <a:headEnd type="none" w="med" len="med"/>
              <a:tailEnd type="none" w="med" len="med"/>
            </a:ln>
          </p:spPr>
        </p:cxnSp>
        <p:cxnSp>
          <p:nvCxnSpPr>
            <p:cNvPr id="10" name="Google Shape;434;p34">
              <a:extLst>
                <a:ext uri="{FF2B5EF4-FFF2-40B4-BE49-F238E27FC236}">
                  <a16:creationId xmlns:a16="http://schemas.microsoft.com/office/drawing/2014/main" id="{02039484-0A15-2DEE-144A-CAE91AEF8952}"/>
                </a:ext>
              </a:extLst>
            </p:cNvPr>
            <p:cNvCxnSpPr/>
            <p:nvPr/>
          </p:nvCxnSpPr>
          <p:spPr>
            <a:xfrm rot="10800000">
              <a:off x="2662861" y="2542435"/>
              <a:ext cx="0" cy="304800"/>
            </a:xfrm>
            <a:prstGeom prst="straightConnector1">
              <a:avLst/>
            </a:prstGeom>
            <a:noFill/>
            <a:ln w="19050" cap="flat" cmpd="sng">
              <a:solidFill>
                <a:srgbClr val="000000"/>
              </a:solidFill>
              <a:prstDash val="solid"/>
              <a:round/>
              <a:headEnd type="none" w="med" len="med"/>
              <a:tailEnd type="none" w="med" len="med"/>
            </a:ln>
          </p:spPr>
        </p:cxnSp>
        <p:cxnSp>
          <p:nvCxnSpPr>
            <p:cNvPr id="11" name="Google Shape;435;p34">
              <a:extLst>
                <a:ext uri="{FF2B5EF4-FFF2-40B4-BE49-F238E27FC236}">
                  <a16:creationId xmlns:a16="http://schemas.microsoft.com/office/drawing/2014/main" id="{5F8F5BBC-FBD7-F65C-E8BC-00E478EDBC6A}"/>
                </a:ext>
              </a:extLst>
            </p:cNvPr>
            <p:cNvCxnSpPr/>
            <p:nvPr/>
          </p:nvCxnSpPr>
          <p:spPr>
            <a:xfrm rot="10800000">
              <a:off x="3272461" y="2542435"/>
              <a:ext cx="0" cy="304800"/>
            </a:xfrm>
            <a:prstGeom prst="straightConnector1">
              <a:avLst/>
            </a:prstGeom>
            <a:noFill/>
            <a:ln w="19050" cap="flat" cmpd="sng">
              <a:solidFill>
                <a:srgbClr val="000000"/>
              </a:solidFill>
              <a:prstDash val="solid"/>
              <a:round/>
              <a:headEnd type="none" w="med" len="med"/>
              <a:tailEnd type="none" w="med" len="med"/>
            </a:ln>
          </p:spPr>
        </p:cxnSp>
        <p:cxnSp>
          <p:nvCxnSpPr>
            <p:cNvPr id="12" name="Google Shape;436;p34">
              <a:extLst>
                <a:ext uri="{FF2B5EF4-FFF2-40B4-BE49-F238E27FC236}">
                  <a16:creationId xmlns:a16="http://schemas.microsoft.com/office/drawing/2014/main" id="{A0D3E9A2-07F3-F5B4-6562-CC09B5540717}"/>
                </a:ext>
              </a:extLst>
            </p:cNvPr>
            <p:cNvCxnSpPr/>
            <p:nvPr/>
          </p:nvCxnSpPr>
          <p:spPr>
            <a:xfrm rot="10800000">
              <a:off x="4098036" y="2542435"/>
              <a:ext cx="0" cy="304800"/>
            </a:xfrm>
            <a:prstGeom prst="straightConnector1">
              <a:avLst/>
            </a:prstGeom>
            <a:noFill/>
            <a:ln w="19050" cap="flat" cmpd="sng">
              <a:solidFill>
                <a:srgbClr val="000000"/>
              </a:solidFill>
              <a:prstDash val="solid"/>
              <a:round/>
              <a:headEnd type="none" w="med" len="med"/>
              <a:tailEnd type="none" w="med" len="med"/>
            </a:ln>
          </p:spPr>
        </p:cxnSp>
        <p:cxnSp>
          <p:nvCxnSpPr>
            <p:cNvPr id="13" name="Google Shape;437;p34">
              <a:extLst>
                <a:ext uri="{FF2B5EF4-FFF2-40B4-BE49-F238E27FC236}">
                  <a16:creationId xmlns:a16="http://schemas.microsoft.com/office/drawing/2014/main" id="{8DD36370-5910-A7F2-93FC-505C4A9926D8}"/>
                </a:ext>
              </a:extLst>
            </p:cNvPr>
            <p:cNvCxnSpPr/>
            <p:nvPr/>
          </p:nvCxnSpPr>
          <p:spPr>
            <a:xfrm>
              <a:off x="1434111" y="2542435"/>
              <a:ext cx="2673600" cy="0"/>
            </a:xfrm>
            <a:prstGeom prst="straightConnector1">
              <a:avLst/>
            </a:prstGeom>
            <a:noFill/>
            <a:ln w="19050" cap="flat" cmpd="sng">
              <a:solidFill>
                <a:srgbClr val="000000"/>
              </a:solidFill>
              <a:prstDash val="solid"/>
              <a:round/>
              <a:headEnd type="none" w="med" len="med"/>
              <a:tailEnd type="none" w="med" len="med"/>
            </a:ln>
          </p:spPr>
        </p:cxnSp>
        <p:sp>
          <p:nvSpPr>
            <p:cNvPr id="14" name="Google Shape;438;p34">
              <a:extLst>
                <a:ext uri="{FF2B5EF4-FFF2-40B4-BE49-F238E27FC236}">
                  <a16:creationId xmlns:a16="http://schemas.microsoft.com/office/drawing/2014/main" id="{8A46FE14-FDE8-A3C9-2FBA-DA23DCE31E33}"/>
                </a:ext>
              </a:extLst>
            </p:cNvPr>
            <p:cNvSpPr/>
            <p:nvPr/>
          </p:nvSpPr>
          <p:spPr>
            <a:xfrm>
              <a:off x="3647586" y="2847235"/>
              <a:ext cx="900900" cy="285000"/>
            </a:xfrm>
            <a:prstGeom prst="roundRect">
              <a:avLst>
                <a:gd name="adj" fmla="val 16667"/>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200">
                  <a:latin typeface="Roboto"/>
                  <a:ea typeface="Roboto"/>
                  <a:cs typeface="Roboto"/>
                  <a:sym typeface="Roboto"/>
                </a:rPr>
                <a:t>Coordinator</a:t>
              </a:r>
              <a:endParaRPr sz="1200">
                <a:latin typeface="Roboto"/>
                <a:ea typeface="Roboto"/>
                <a:cs typeface="Roboto"/>
                <a:sym typeface="Roboto"/>
              </a:endParaRPr>
            </a:p>
          </p:txBody>
        </p:sp>
        <p:sp>
          <p:nvSpPr>
            <p:cNvPr id="15" name="Google Shape;439;p34">
              <a:extLst>
                <a:ext uri="{FF2B5EF4-FFF2-40B4-BE49-F238E27FC236}">
                  <a16:creationId xmlns:a16="http://schemas.microsoft.com/office/drawing/2014/main" id="{B157A68A-1AEE-1D9A-3992-42B3B80DDA6A}"/>
                </a:ext>
              </a:extLst>
            </p:cNvPr>
            <p:cNvSpPr/>
            <p:nvPr/>
          </p:nvSpPr>
          <p:spPr>
            <a:xfrm>
              <a:off x="4828886" y="2374885"/>
              <a:ext cx="1678800" cy="639900"/>
            </a:xfrm>
            <a:prstGeom prst="wedgeRoundRectCallout">
              <a:avLst>
                <a:gd name="adj1" fmla="val -60660"/>
                <a:gd name="adj2" fmla="val 44398"/>
                <a:gd name="adj3" fmla="val 0"/>
              </a:avLst>
            </a:prstGeom>
            <a:noFill/>
            <a:ln w="9525" cap="flat" cmpd="sng">
              <a:solidFill>
                <a:schemeClr val="accent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A, do you have something to say?</a:t>
              </a:r>
              <a:endParaRPr>
                <a:solidFill>
                  <a:schemeClr val="accent2"/>
                </a:solidFill>
                <a:latin typeface="Roboto"/>
                <a:ea typeface="Roboto"/>
                <a:cs typeface="Roboto"/>
                <a:sym typeface="Roboto"/>
              </a:endParaRPr>
            </a:p>
          </p:txBody>
        </p:sp>
        <p:sp>
          <p:nvSpPr>
            <p:cNvPr id="16" name="Google Shape;440;p34">
              <a:extLst>
                <a:ext uri="{FF2B5EF4-FFF2-40B4-BE49-F238E27FC236}">
                  <a16:creationId xmlns:a16="http://schemas.microsoft.com/office/drawing/2014/main" id="{390C1038-9A5E-1EA7-4FF9-3CACC70E0A2F}"/>
                </a:ext>
              </a:extLst>
            </p:cNvPr>
            <p:cNvSpPr/>
            <p:nvPr/>
          </p:nvSpPr>
          <p:spPr>
            <a:xfrm>
              <a:off x="1261611" y="3456085"/>
              <a:ext cx="1678800" cy="393600"/>
            </a:xfrm>
            <a:prstGeom prst="wedgeRoundRectCallout">
              <a:avLst>
                <a:gd name="adj1" fmla="val -36746"/>
                <a:gd name="adj2" fmla="val -97796"/>
                <a:gd name="adj3" fmla="val 0"/>
              </a:avLst>
            </a:prstGeom>
            <a:noFill/>
            <a:ln w="9525" cap="flat" cmpd="sng">
              <a:solidFill>
                <a:schemeClr val="accent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Yes, blah blah blah</a:t>
              </a:r>
              <a:endParaRPr>
                <a:solidFill>
                  <a:schemeClr val="accent2"/>
                </a:solidFill>
                <a:latin typeface="Roboto"/>
                <a:ea typeface="Roboto"/>
                <a:cs typeface="Roboto"/>
                <a:sym typeface="Roboto"/>
              </a:endParaRPr>
            </a:p>
          </p:txBody>
        </p:sp>
        <p:sp>
          <p:nvSpPr>
            <p:cNvPr id="17" name="Google Shape;441;p34">
              <a:extLst>
                <a:ext uri="{FF2B5EF4-FFF2-40B4-BE49-F238E27FC236}">
                  <a16:creationId xmlns:a16="http://schemas.microsoft.com/office/drawing/2014/main" id="{79F193E5-16A6-DC76-1644-F7119DFE6C0C}"/>
                </a:ext>
              </a:extLst>
            </p:cNvPr>
            <p:cNvSpPr txBox="1"/>
            <p:nvPr/>
          </p:nvSpPr>
          <p:spPr>
            <a:xfrm>
              <a:off x="6913786" y="2374885"/>
              <a:ext cx="2568223" cy="346981"/>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600" dirty="0">
                  <a:solidFill>
                    <a:schemeClr val="dk1"/>
                  </a:solidFill>
                  <a:latin typeface="Roboto"/>
                  <a:ea typeface="Roboto"/>
                  <a:cs typeface="Roboto"/>
                  <a:sym typeface="Roboto"/>
                </a:rPr>
                <a:t>A can speak for as long as it needs</a:t>
              </a:r>
              <a:endParaRPr sz="1600" dirty="0">
                <a:solidFill>
                  <a:schemeClr val="dk1"/>
                </a:solidFill>
                <a:latin typeface="Roboto"/>
                <a:ea typeface="Roboto"/>
                <a:cs typeface="Roboto"/>
                <a:sym typeface="Roboto"/>
              </a:endParaRPr>
            </a:p>
          </p:txBody>
        </p:sp>
        <p:grpSp>
          <p:nvGrpSpPr>
            <p:cNvPr id="18" name="Google Shape;442;p34">
              <a:extLst>
                <a:ext uri="{FF2B5EF4-FFF2-40B4-BE49-F238E27FC236}">
                  <a16:creationId xmlns:a16="http://schemas.microsoft.com/office/drawing/2014/main" id="{F919FEC0-9BF4-F9EE-257E-ACD525AD9F90}"/>
                </a:ext>
              </a:extLst>
            </p:cNvPr>
            <p:cNvGrpSpPr/>
            <p:nvPr/>
          </p:nvGrpSpPr>
          <p:grpSpPr>
            <a:xfrm>
              <a:off x="1305161" y="4693010"/>
              <a:ext cx="3247338" cy="589800"/>
              <a:chOff x="615038" y="3489050"/>
              <a:chExt cx="3247338" cy="589800"/>
            </a:xfrm>
          </p:grpSpPr>
          <p:sp>
            <p:nvSpPr>
              <p:cNvPr id="19" name="Google Shape;443;p34">
                <a:extLst>
                  <a:ext uri="{FF2B5EF4-FFF2-40B4-BE49-F238E27FC236}">
                    <a16:creationId xmlns:a16="http://schemas.microsoft.com/office/drawing/2014/main" id="{E0249413-71D9-A3EB-FA99-DA539B49F82E}"/>
                  </a:ext>
                </a:extLst>
              </p:cNvPr>
              <p:cNvSpPr/>
              <p:nvPr/>
            </p:nvSpPr>
            <p:spPr>
              <a:xfrm>
                <a:off x="615038" y="3793850"/>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20" name="Google Shape;444;p34">
                <a:extLst>
                  <a:ext uri="{FF2B5EF4-FFF2-40B4-BE49-F238E27FC236}">
                    <a16:creationId xmlns:a16="http://schemas.microsoft.com/office/drawing/2014/main" id="{57CE0C05-A66A-27B8-E050-0B1D514C4F2E}"/>
                  </a:ext>
                </a:extLst>
              </p:cNvPr>
              <p:cNvSpPr/>
              <p:nvPr/>
            </p:nvSpPr>
            <p:spPr>
              <a:xfrm>
                <a:off x="1224638" y="3793850"/>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21" name="Google Shape;445;p34">
                <a:extLst>
                  <a:ext uri="{FF2B5EF4-FFF2-40B4-BE49-F238E27FC236}">
                    <a16:creationId xmlns:a16="http://schemas.microsoft.com/office/drawing/2014/main" id="{D856A22B-ADAC-7C3C-3849-754125936DA8}"/>
                  </a:ext>
                </a:extLst>
              </p:cNvPr>
              <p:cNvSpPr/>
              <p:nvPr/>
            </p:nvSpPr>
            <p:spPr>
              <a:xfrm>
                <a:off x="1834238" y="3793850"/>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22" name="Google Shape;446;p34">
                <a:extLst>
                  <a:ext uri="{FF2B5EF4-FFF2-40B4-BE49-F238E27FC236}">
                    <a16:creationId xmlns:a16="http://schemas.microsoft.com/office/drawing/2014/main" id="{0AA84B75-D20E-C9C0-8A95-F8EBBF85CD3D}"/>
                  </a:ext>
                </a:extLst>
              </p:cNvPr>
              <p:cNvSpPr/>
              <p:nvPr/>
            </p:nvSpPr>
            <p:spPr>
              <a:xfrm>
                <a:off x="2443838" y="3793850"/>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cxnSp>
            <p:nvCxnSpPr>
              <p:cNvPr id="23" name="Google Shape;447;p34">
                <a:extLst>
                  <a:ext uri="{FF2B5EF4-FFF2-40B4-BE49-F238E27FC236}">
                    <a16:creationId xmlns:a16="http://schemas.microsoft.com/office/drawing/2014/main" id="{B9CE7448-409A-9034-D8E8-94759491152A}"/>
                  </a:ext>
                </a:extLst>
              </p:cNvPr>
              <p:cNvCxnSpPr/>
              <p:nvPr/>
            </p:nvCxnSpPr>
            <p:spPr>
              <a:xfrm rot="10800000">
                <a:off x="757550" y="3489050"/>
                <a:ext cx="0" cy="304800"/>
              </a:xfrm>
              <a:prstGeom prst="straightConnector1">
                <a:avLst/>
              </a:prstGeom>
              <a:noFill/>
              <a:ln w="19050" cap="flat" cmpd="sng">
                <a:solidFill>
                  <a:srgbClr val="000000"/>
                </a:solidFill>
                <a:prstDash val="solid"/>
                <a:round/>
                <a:headEnd type="none" w="med" len="med"/>
                <a:tailEnd type="none" w="med" len="med"/>
              </a:ln>
            </p:spPr>
          </p:cxnSp>
          <p:cxnSp>
            <p:nvCxnSpPr>
              <p:cNvPr id="24" name="Google Shape;448;p34">
                <a:extLst>
                  <a:ext uri="{FF2B5EF4-FFF2-40B4-BE49-F238E27FC236}">
                    <a16:creationId xmlns:a16="http://schemas.microsoft.com/office/drawing/2014/main" id="{5EA5FCB6-A38C-DB99-D267-BC364E26802E}"/>
                  </a:ext>
                </a:extLst>
              </p:cNvPr>
              <p:cNvCxnSpPr/>
              <p:nvPr/>
            </p:nvCxnSpPr>
            <p:spPr>
              <a:xfrm rot="10800000">
                <a:off x="1367150" y="3489050"/>
                <a:ext cx="0" cy="304800"/>
              </a:xfrm>
              <a:prstGeom prst="straightConnector1">
                <a:avLst/>
              </a:prstGeom>
              <a:noFill/>
              <a:ln w="19050" cap="flat" cmpd="sng">
                <a:solidFill>
                  <a:srgbClr val="000000"/>
                </a:solidFill>
                <a:prstDash val="solid"/>
                <a:round/>
                <a:headEnd type="none" w="med" len="med"/>
                <a:tailEnd type="none" w="med" len="med"/>
              </a:ln>
            </p:spPr>
          </p:cxnSp>
          <p:cxnSp>
            <p:nvCxnSpPr>
              <p:cNvPr id="25" name="Google Shape;449;p34">
                <a:extLst>
                  <a:ext uri="{FF2B5EF4-FFF2-40B4-BE49-F238E27FC236}">
                    <a16:creationId xmlns:a16="http://schemas.microsoft.com/office/drawing/2014/main" id="{5BCCA166-3E86-0692-2908-1B8A8059DA14}"/>
                  </a:ext>
                </a:extLst>
              </p:cNvPr>
              <p:cNvCxnSpPr/>
              <p:nvPr/>
            </p:nvCxnSpPr>
            <p:spPr>
              <a:xfrm rot="10800000">
                <a:off x="1976750" y="3489050"/>
                <a:ext cx="0" cy="304800"/>
              </a:xfrm>
              <a:prstGeom prst="straightConnector1">
                <a:avLst/>
              </a:prstGeom>
              <a:noFill/>
              <a:ln w="19050" cap="flat" cmpd="sng">
                <a:solidFill>
                  <a:srgbClr val="000000"/>
                </a:solidFill>
                <a:prstDash val="solid"/>
                <a:round/>
                <a:headEnd type="none" w="med" len="med"/>
                <a:tailEnd type="none" w="med" len="med"/>
              </a:ln>
            </p:spPr>
          </p:cxnSp>
          <p:cxnSp>
            <p:nvCxnSpPr>
              <p:cNvPr id="26" name="Google Shape;450;p34">
                <a:extLst>
                  <a:ext uri="{FF2B5EF4-FFF2-40B4-BE49-F238E27FC236}">
                    <a16:creationId xmlns:a16="http://schemas.microsoft.com/office/drawing/2014/main" id="{06E1116A-A3A8-790A-D15B-5B46274DB3C8}"/>
                  </a:ext>
                </a:extLst>
              </p:cNvPr>
              <p:cNvCxnSpPr/>
              <p:nvPr/>
            </p:nvCxnSpPr>
            <p:spPr>
              <a:xfrm rot="10800000">
                <a:off x="2586350" y="3489050"/>
                <a:ext cx="0" cy="304800"/>
              </a:xfrm>
              <a:prstGeom prst="straightConnector1">
                <a:avLst/>
              </a:prstGeom>
              <a:noFill/>
              <a:ln w="19050" cap="flat" cmpd="sng">
                <a:solidFill>
                  <a:srgbClr val="000000"/>
                </a:solidFill>
                <a:prstDash val="solid"/>
                <a:round/>
                <a:headEnd type="none" w="med" len="med"/>
                <a:tailEnd type="none" w="med" len="med"/>
              </a:ln>
            </p:spPr>
          </p:cxnSp>
          <p:cxnSp>
            <p:nvCxnSpPr>
              <p:cNvPr id="27" name="Google Shape;451;p34">
                <a:extLst>
                  <a:ext uri="{FF2B5EF4-FFF2-40B4-BE49-F238E27FC236}">
                    <a16:creationId xmlns:a16="http://schemas.microsoft.com/office/drawing/2014/main" id="{68E05F6A-EF99-EB47-F9D8-1BA9ED2F0A9B}"/>
                  </a:ext>
                </a:extLst>
              </p:cNvPr>
              <p:cNvCxnSpPr/>
              <p:nvPr/>
            </p:nvCxnSpPr>
            <p:spPr>
              <a:xfrm rot="10800000">
                <a:off x="3411925" y="3489050"/>
                <a:ext cx="0" cy="304800"/>
              </a:xfrm>
              <a:prstGeom prst="straightConnector1">
                <a:avLst/>
              </a:prstGeom>
              <a:noFill/>
              <a:ln w="19050" cap="flat" cmpd="sng">
                <a:solidFill>
                  <a:srgbClr val="000000"/>
                </a:solidFill>
                <a:prstDash val="solid"/>
                <a:round/>
                <a:headEnd type="none" w="med" len="med"/>
                <a:tailEnd type="none" w="med" len="med"/>
              </a:ln>
            </p:spPr>
          </p:cxnSp>
          <p:cxnSp>
            <p:nvCxnSpPr>
              <p:cNvPr id="28" name="Google Shape;452;p34">
                <a:extLst>
                  <a:ext uri="{FF2B5EF4-FFF2-40B4-BE49-F238E27FC236}">
                    <a16:creationId xmlns:a16="http://schemas.microsoft.com/office/drawing/2014/main" id="{27D00681-D383-9104-32FF-9A573AFDBD14}"/>
                  </a:ext>
                </a:extLst>
              </p:cNvPr>
              <p:cNvCxnSpPr/>
              <p:nvPr/>
            </p:nvCxnSpPr>
            <p:spPr>
              <a:xfrm>
                <a:off x="748000" y="3489050"/>
                <a:ext cx="2673600" cy="0"/>
              </a:xfrm>
              <a:prstGeom prst="straightConnector1">
                <a:avLst/>
              </a:prstGeom>
              <a:noFill/>
              <a:ln w="19050" cap="flat" cmpd="sng">
                <a:solidFill>
                  <a:srgbClr val="000000"/>
                </a:solidFill>
                <a:prstDash val="solid"/>
                <a:round/>
                <a:headEnd type="none" w="med" len="med"/>
                <a:tailEnd type="none" w="med" len="med"/>
              </a:ln>
            </p:spPr>
          </p:cxnSp>
          <p:sp>
            <p:nvSpPr>
              <p:cNvPr id="29" name="Google Shape;453;p34">
                <a:extLst>
                  <a:ext uri="{FF2B5EF4-FFF2-40B4-BE49-F238E27FC236}">
                    <a16:creationId xmlns:a16="http://schemas.microsoft.com/office/drawing/2014/main" id="{09BD3920-C688-15FA-164E-E34B48236AFC}"/>
                  </a:ext>
                </a:extLst>
              </p:cNvPr>
              <p:cNvSpPr/>
              <p:nvPr/>
            </p:nvSpPr>
            <p:spPr>
              <a:xfrm>
                <a:off x="2961475" y="3793850"/>
                <a:ext cx="900900" cy="285000"/>
              </a:xfrm>
              <a:prstGeom prst="roundRect">
                <a:avLst>
                  <a:gd name="adj" fmla="val 16667"/>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200">
                    <a:latin typeface="Roboto"/>
                    <a:ea typeface="Roboto"/>
                    <a:cs typeface="Roboto"/>
                    <a:sym typeface="Roboto"/>
                  </a:rPr>
                  <a:t>Coordinator</a:t>
                </a:r>
                <a:endParaRPr sz="1200">
                  <a:latin typeface="Roboto"/>
                  <a:ea typeface="Roboto"/>
                  <a:cs typeface="Roboto"/>
                  <a:sym typeface="Roboto"/>
                </a:endParaRPr>
              </a:p>
            </p:txBody>
          </p:sp>
        </p:grpSp>
        <p:sp>
          <p:nvSpPr>
            <p:cNvPr id="30" name="Google Shape;454;p34">
              <a:extLst>
                <a:ext uri="{FF2B5EF4-FFF2-40B4-BE49-F238E27FC236}">
                  <a16:creationId xmlns:a16="http://schemas.microsoft.com/office/drawing/2014/main" id="{6F19E9ED-787B-ABCF-2A6F-0555FFECE355}"/>
                </a:ext>
              </a:extLst>
            </p:cNvPr>
            <p:cNvSpPr/>
            <p:nvPr/>
          </p:nvSpPr>
          <p:spPr>
            <a:xfrm>
              <a:off x="4832898" y="4525460"/>
              <a:ext cx="1678800" cy="639900"/>
            </a:xfrm>
            <a:prstGeom prst="wedgeRoundRectCallout">
              <a:avLst>
                <a:gd name="adj1" fmla="val -60660"/>
                <a:gd name="adj2" fmla="val 44398"/>
                <a:gd name="adj3" fmla="val 0"/>
              </a:avLst>
            </a:prstGeom>
            <a:noFill/>
            <a:ln w="9525" cap="flat" cmpd="sng">
              <a:solidFill>
                <a:schemeClr val="accent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dirty="0">
                  <a:solidFill>
                    <a:schemeClr val="accent2"/>
                  </a:solidFill>
                  <a:latin typeface="Roboto"/>
                  <a:ea typeface="Roboto"/>
                  <a:cs typeface="Roboto"/>
                  <a:sym typeface="Roboto"/>
                </a:rPr>
                <a:t>B, do you have something to say?</a:t>
              </a:r>
              <a:endParaRPr dirty="0">
                <a:solidFill>
                  <a:schemeClr val="accent2"/>
                </a:solidFill>
                <a:latin typeface="Roboto"/>
                <a:ea typeface="Roboto"/>
                <a:cs typeface="Roboto"/>
                <a:sym typeface="Roboto"/>
              </a:endParaRPr>
            </a:p>
          </p:txBody>
        </p:sp>
        <p:sp>
          <p:nvSpPr>
            <p:cNvPr id="31" name="Google Shape;455;p34">
              <a:extLst>
                <a:ext uri="{FF2B5EF4-FFF2-40B4-BE49-F238E27FC236}">
                  <a16:creationId xmlns:a16="http://schemas.microsoft.com/office/drawing/2014/main" id="{8C32287D-4A34-3585-12BA-9EC2B3528895}"/>
                </a:ext>
              </a:extLst>
            </p:cNvPr>
            <p:cNvSpPr/>
            <p:nvPr/>
          </p:nvSpPr>
          <p:spPr>
            <a:xfrm>
              <a:off x="2057273" y="5498785"/>
              <a:ext cx="439200" cy="393600"/>
            </a:xfrm>
            <a:prstGeom prst="wedgeRoundRectCallout">
              <a:avLst>
                <a:gd name="adj1" fmla="val -39023"/>
                <a:gd name="adj2" fmla="val -76772"/>
                <a:gd name="adj3" fmla="val 0"/>
              </a:avLst>
            </a:prstGeom>
            <a:noFill/>
            <a:ln w="9525" cap="flat" cmpd="sng">
              <a:solidFill>
                <a:schemeClr val="accent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No</a:t>
              </a:r>
              <a:endParaRPr>
                <a:solidFill>
                  <a:schemeClr val="accent2"/>
                </a:solidFill>
                <a:latin typeface="Roboto"/>
                <a:ea typeface="Roboto"/>
                <a:cs typeface="Roboto"/>
                <a:sym typeface="Roboto"/>
              </a:endParaRPr>
            </a:p>
          </p:txBody>
        </p:sp>
        <p:sp>
          <p:nvSpPr>
            <p:cNvPr id="32" name="Google Shape;456;p34">
              <a:extLst>
                <a:ext uri="{FF2B5EF4-FFF2-40B4-BE49-F238E27FC236}">
                  <a16:creationId xmlns:a16="http://schemas.microsoft.com/office/drawing/2014/main" id="{BD5333C5-79F3-A267-CE6E-7D16D587FCAD}"/>
                </a:ext>
              </a:extLst>
            </p:cNvPr>
            <p:cNvSpPr txBox="1"/>
            <p:nvPr/>
          </p:nvSpPr>
          <p:spPr>
            <a:xfrm>
              <a:off x="6913786" y="4521719"/>
              <a:ext cx="2216371" cy="977066"/>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600" dirty="0">
                  <a:solidFill>
                    <a:schemeClr val="dk1"/>
                  </a:solidFill>
                  <a:latin typeface="Roboto"/>
                  <a:ea typeface="Roboto"/>
                  <a:cs typeface="Roboto"/>
                  <a:sym typeface="Roboto"/>
                </a:rPr>
                <a:t>B has nothing to say</a:t>
              </a:r>
            </a:p>
            <a:p>
              <a:pPr marL="0" lvl="0" indent="0" algn="l" rtl="0">
                <a:lnSpc>
                  <a:spcPct val="115000"/>
                </a:lnSpc>
                <a:spcBef>
                  <a:spcPts val="0"/>
                </a:spcBef>
                <a:spcAft>
                  <a:spcPts val="0"/>
                </a:spcAft>
                <a:buNone/>
              </a:pPr>
              <a:endParaRPr sz="1600" dirty="0">
                <a:solidFill>
                  <a:schemeClr val="dk1"/>
                </a:solidFill>
                <a:latin typeface="Roboto"/>
                <a:ea typeface="Roboto"/>
                <a:cs typeface="Roboto"/>
                <a:sym typeface="Roboto"/>
              </a:endParaRPr>
            </a:p>
            <a:p>
              <a:pPr marL="0" lvl="0" indent="0" algn="l" rtl="0">
                <a:lnSpc>
                  <a:spcPct val="115000"/>
                </a:lnSpc>
                <a:spcBef>
                  <a:spcPts val="0"/>
                </a:spcBef>
                <a:spcAft>
                  <a:spcPts val="0"/>
                </a:spcAft>
                <a:buNone/>
              </a:pPr>
              <a:r>
                <a:rPr lang="en" sz="1600" dirty="0">
                  <a:solidFill>
                    <a:schemeClr val="dk1"/>
                  </a:solidFill>
                  <a:latin typeface="Roboto"/>
                  <a:ea typeface="Roboto"/>
                  <a:cs typeface="Roboto"/>
                  <a:sym typeface="Roboto"/>
                </a:rPr>
                <a:t>Coordinator can immediately move on to C</a:t>
              </a:r>
              <a:endParaRPr sz="1600" dirty="0">
                <a:solidFill>
                  <a:schemeClr val="dk1"/>
                </a:solidFill>
                <a:latin typeface="Roboto"/>
                <a:ea typeface="Roboto"/>
                <a:cs typeface="Roboto"/>
                <a:sym typeface="Roboto"/>
              </a:endParaRPr>
            </a:p>
          </p:txBody>
        </p:sp>
      </p:grpSp>
    </p:spTree>
    <p:extLst>
      <p:ext uri="{BB962C8B-B14F-4D97-AF65-F5344CB8AC3E}">
        <p14:creationId xmlns:p14="http://schemas.microsoft.com/office/powerpoint/2010/main" val="4159237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D7A74-AC18-EA5A-A8FA-6097D979801B}"/>
            </a:ext>
          </a:extLst>
        </p:cNvPr>
        <p:cNvGrpSpPr/>
        <p:nvPr/>
      </p:nvGrpSpPr>
      <p:grpSpPr>
        <a:xfrm>
          <a:off x="0" y="0"/>
          <a:ext cx="0" cy="0"/>
          <a:chOff x="0" y="0"/>
          <a:chExt cx="0" cy="0"/>
        </a:xfrm>
      </p:grpSpPr>
      <p:sp>
        <p:nvSpPr>
          <p:cNvPr id="2" name="Title 5">
            <a:extLst>
              <a:ext uri="{FF2B5EF4-FFF2-40B4-BE49-F238E27FC236}">
                <a16:creationId xmlns:a16="http://schemas.microsoft.com/office/drawing/2014/main" id="{697E9FE5-D5D7-06CD-C4BF-0EAD992F184C}"/>
              </a:ext>
            </a:extLst>
          </p:cNvPr>
          <p:cNvSpPr txBox="1">
            <a:spLocks/>
          </p:cNvSpPr>
          <p:nvPr/>
        </p:nvSpPr>
        <p:spPr>
          <a:xfrm>
            <a:off x="804793" y="190760"/>
            <a:ext cx="11179629" cy="7368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t>Multiple Access Protocols (2/3) – Taking Turns</a:t>
            </a:r>
            <a:endParaRPr lang="en-US" dirty="0"/>
          </a:p>
        </p:txBody>
      </p:sp>
      <p:sp>
        <p:nvSpPr>
          <p:cNvPr id="3" name="Google Shape;427;p34">
            <a:extLst>
              <a:ext uri="{FF2B5EF4-FFF2-40B4-BE49-F238E27FC236}">
                <a16:creationId xmlns:a16="http://schemas.microsoft.com/office/drawing/2014/main" id="{65742EEE-5137-1AB9-F276-FECCE871915E}"/>
              </a:ext>
            </a:extLst>
          </p:cNvPr>
          <p:cNvSpPr txBox="1">
            <a:spLocks/>
          </p:cNvSpPr>
          <p:nvPr/>
        </p:nvSpPr>
        <p:spPr>
          <a:xfrm>
            <a:off x="415292" y="1057046"/>
            <a:ext cx="11361415" cy="639900"/>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Clr>
                <a:schemeClr val="dk1"/>
              </a:buClr>
              <a:buSzPts val="1100"/>
              <a:buFont typeface="Arial"/>
              <a:buNone/>
            </a:pPr>
            <a:r>
              <a:rPr lang="en-US" sz="2400" b="1" dirty="0"/>
              <a:t>Token passing: </a:t>
            </a:r>
            <a:r>
              <a:rPr lang="en-US" sz="2400" dirty="0"/>
              <a:t>Pass a virtual token around. Only the node with the token can speak</a:t>
            </a:r>
          </a:p>
        </p:txBody>
      </p:sp>
      <p:grpSp>
        <p:nvGrpSpPr>
          <p:cNvPr id="59" name="Group 58">
            <a:extLst>
              <a:ext uri="{FF2B5EF4-FFF2-40B4-BE49-F238E27FC236}">
                <a16:creationId xmlns:a16="http://schemas.microsoft.com/office/drawing/2014/main" id="{0690E5C1-D3A8-E63C-290D-55145EE6A18F}"/>
              </a:ext>
            </a:extLst>
          </p:cNvPr>
          <p:cNvGrpSpPr/>
          <p:nvPr/>
        </p:nvGrpSpPr>
        <p:grpSpPr>
          <a:xfrm>
            <a:off x="1343270" y="1942345"/>
            <a:ext cx="9505457" cy="4529902"/>
            <a:chOff x="507225" y="1439425"/>
            <a:chExt cx="6410662" cy="2993264"/>
          </a:xfrm>
        </p:grpSpPr>
        <p:grpSp>
          <p:nvGrpSpPr>
            <p:cNvPr id="34" name="Google Shape;463;p35">
              <a:extLst>
                <a:ext uri="{FF2B5EF4-FFF2-40B4-BE49-F238E27FC236}">
                  <a16:creationId xmlns:a16="http://schemas.microsoft.com/office/drawing/2014/main" id="{BF2BD1E2-5462-296D-CD52-0A87571E3A9C}"/>
                </a:ext>
              </a:extLst>
            </p:cNvPr>
            <p:cNvGrpSpPr/>
            <p:nvPr/>
          </p:nvGrpSpPr>
          <p:grpSpPr>
            <a:xfrm>
              <a:off x="611025" y="1490875"/>
              <a:ext cx="2113800" cy="589800"/>
              <a:chOff x="611025" y="1490875"/>
              <a:chExt cx="2113800" cy="589800"/>
            </a:xfrm>
          </p:grpSpPr>
          <p:sp>
            <p:nvSpPr>
              <p:cNvPr id="35" name="Google Shape;464;p35">
                <a:extLst>
                  <a:ext uri="{FF2B5EF4-FFF2-40B4-BE49-F238E27FC236}">
                    <a16:creationId xmlns:a16="http://schemas.microsoft.com/office/drawing/2014/main" id="{023C7CA2-9872-D812-8C17-F652AF8AED00}"/>
                  </a:ext>
                </a:extLst>
              </p:cNvPr>
              <p:cNvSpPr/>
              <p:nvPr/>
            </p:nvSpPr>
            <p:spPr>
              <a:xfrm>
                <a:off x="611025" y="1795675"/>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36" name="Google Shape;465;p35">
                <a:extLst>
                  <a:ext uri="{FF2B5EF4-FFF2-40B4-BE49-F238E27FC236}">
                    <a16:creationId xmlns:a16="http://schemas.microsoft.com/office/drawing/2014/main" id="{0BC3F0BC-BC2F-8F7A-3B38-E114AF4FF437}"/>
                  </a:ext>
                </a:extLst>
              </p:cNvPr>
              <p:cNvSpPr/>
              <p:nvPr/>
            </p:nvSpPr>
            <p:spPr>
              <a:xfrm>
                <a:off x="1220625" y="1795675"/>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37" name="Google Shape;466;p35">
                <a:extLst>
                  <a:ext uri="{FF2B5EF4-FFF2-40B4-BE49-F238E27FC236}">
                    <a16:creationId xmlns:a16="http://schemas.microsoft.com/office/drawing/2014/main" id="{A90138F4-C4F4-A600-A190-504622495C0E}"/>
                  </a:ext>
                </a:extLst>
              </p:cNvPr>
              <p:cNvSpPr/>
              <p:nvPr/>
            </p:nvSpPr>
            <p:spPr>
              <a:xfrm>
                <a:off x="1830225" y="1795675"/>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38" name="Google Shape;467;p35">
                <a:extLst>
                  <a:ext uri="{FF2B5EF4-FFF2-40B4-BE49-F238E27FC236}">
                    <a16:creationId xmlns:a16="http://schemas.microsoft.com/office/drawing/2014/main" id="{49D61BC7-3040-8ABD-C9D0-E335DB1B6FB0}"/>
                  </a:ext>
                </a:extLst>
              </p:cNvPr>
              <p:cNvSpPr/>
              <p:nvPr/>
            </p:nvSpPr>
            <p:spPr>
              <a:xfrm>
                <a:off x="2439825" y="1795675"/>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cxnSp>
            <p:nvCxnSpPr>
              <p:cNvPr id="39" name="Google Shape;468;p35">
                <a:extLst>
                  <a:ext uri="{FF2B5EF4-FFF2-40B4-BE49-F238E27FC236}">
                    <a16:creationId xmlns:a16="http://schemas.microsoft.com/office/drawing/2014/main" id="{0BBC607D-F41C-971D-3272-2C6AFE520A30}"/>
                  </a:ext>
                </a:extLst>
              </p:cNvPr>
              <p:cNvCxnSpPr/>
              <p:nvPr/>
            </p:nvCxnSpPr>
            <p:spPr>
              <a:xfrm rot="10800000">
                <a:off x="753538" y="1490875"/>
                <a:ext cx="0" cy="304800"/>
              </a:xfrm>
              <a:prstGeom prst="straightConnector1">
                <a:avLst/>
              </a:prstGeom>
              <a:noFill/>
              <a:ln w="19050" cap="flat" cmpd="sng">
                <a:solidFill>
                  <a:srgbClr val="000000"/>
                </a:solidFill>
                <a:prstDash val="solid"/>
                <a:round/>
                <a:headEnd type="none" w="med" len="med"/>
                <a:tailEnd type="none" w="med" len="med"/>
              </a:ln>
            </p:spPr>
          </p:cxnSp>
          <p:cxnSp>
            <p:nvCxnSpPr>
              <p:cNvPr id="40" name="Google Shape;469;p35">
                <a:extLst>
                  <a:ext uri="{FF2B5EF4-FFF2-40B4-BE49-F238E27FC236}">
                    <a16:creationId xmlns:a16="http://schemas.microsoft.com/office/drawing/2014/main" id="{B61195D3-4AA0-F8FA-F61D-0A1576E59C3C}"/>
                  </a:ext>
                </a:extLst>
              </p:cNvPr>
              <p:cNvCxnSpPr/>
              <p:nvPr/>
            </p:nvCxnSpPr>
            <p:spPr>
              <a:xfrm rot="10800000">
                <a:off x="1363138" y="1490875"/>
                <a:ext cx="0" cy="304800"/>
              </a:xfrm>
              <a:prstGeom prst="straightConnector1">
                <a:avLst/>
              </a:prstGeom>
              <a:noFill/>
              <a:ln w="19050" cap="flat" cmpd="sng">
                <a:solidFill>
                  <a:srgbClr val="000000"/>
                </a:solidFill>
                <a:prstDash val="solid"/>
                <a:round/>
                <a:headEnd type="none" w="med" len="med"/>
                <a:tailEnd type="none" w="med" len="med"/>
              </a:ln>
            </p:spPr>
          </p:cxnSp>
          <p:cxnSp>
            <p:nvCxnSpPr>
              <p:cNvPr id="41" name="Google Shape;470;p35">
                <a:extLst>
                  <a:ext uri="{FF2B5EF4-FFF2-40B4-BE49-F238E27FC236}">
                    <a16:creationId xmlns:a16="http://schemas.microsoft.com/office/drawing/2014/main" id="{52FF7C90-0A2B-B80F-68CB-C71072857F43}"/>
                  </a:ext>
                </a:extLst>
              </p:cNvPr>
              <p:cNvCxnSpPr/>
              <p:nvPr/>
            </p:nvCxnSpPr>
            <p:spPr>
              <a:xfrm rot="10800000">
                <a:off x="1972738" y="1490875"/>
                <a:ext cx="0" cy="304800"/>
              </a:xfrm>
              <a:prstGeom prst="straightConnector1">
                <a:avLst/>
              </a:prstGeom>
              <a:noFill/>
              <a:ln w="19050" cap="flat" cmpd="sng">
                <a:solidFill>
                  <a:srgbClr val="000000"/>
                </a:solidFill>
                <a:prstDash val="solid"/>
                <a:round/>
                <a:headEnd type="none" w="med" len="med"/>
                <a:tailEnd type="none" w="med" len="med"/>
              </a:ln>
            </p:spPr>
          </p:cxnSp>
          <p:cxnSp>
            <p:nvCxnSpPr>
              <p:cNvPr id="42" name="Google Shape;471;p35">
                <a:extLst>
                  <a:ext uri="{FF2B5EF4-FFF2-40B4-BE49-F238E27FC236}">
                    <a16:creationId xmlns:a16="http://schemas.microsoft.com/office/drawing/2014/main" id="{AD6D1CD8-CBC2-F652-8041-6007656320B9}"/>
                  </a:ext>
                </a:extLst>
              </p:cNvPr>
              <p:cNvCxnSpPr/>
              <p:nvPr/>
            </p:nvCxnSpPr>
            <p:spPr>
              <a:xfrm rot="10800000">
                <a:off x="2582338" y="1490875"/>
                <a:ext cx="0" cy="304800"/>
              </a:xfrm>
              <a:prstGeom prst="straightConnector1">
                <a:avLst/>
              </a:prstGeom>
              <a:noFill/>
              <a:ln w="19050" cap="flat" cmpd="sng">
                <a:solidFill>
                  <a:srgbClr val="000000"/>
                </a:solidFill>
                <a:prstDash val="solid"/>
                <a:round/>
                <a:headEnd type="none" w="med" len="med"/>
                <a:tailEnd type="none" w="med" len="med"/>
              </a:ln>
            </p:spPr>
          </p:cxnSp>
          <p:cxnSp>
            <p:nvCxnSpPr>
              <p:cNvPr id="43" name="Google Shape;472;p35">
                <a:extLst>
                  <a:ext uri="{FF2B5EF4-FFF2-40B4-BE49-F238E27FC236}">
                    <a16:creationId xmlns:a16="http://schemas.microsoft.com/office/drawing/2014/main" id="{34B79FD8-2216-3B0D-F6C9-48F81EFE88A5}"/>
                  </a:ext>
                </a:extLst>
              </p:cNvPr>
              <p:cNvCxnSpPr/>
              <p:nvPr/>
            </p:nvCxnSpPr>
            <p:spPr>
              <a:xfrm>
                <a:off x="744000" y="1490875"/>
                <a:ext cx="1848000" cy="0"/>
              </a:xfrm>
              <a:prstGeom prst="straightConnector1">
                <a:avLst/>
              </a:prstGeom>
              <a:noFill/>
              <a:ln w="19050" cap="flat" cmpd="sng">
                <a:solidFill>
                  <a:srgbClr val="000000"/>
                </a:solidFill>
                <a:prstDash val="solid"/>
                <a:round/>
                <a:headEnd type="none" w="med" len="med"/>
                <a:tailEnd type="none" w="med" len="med"/>
              </a:ln>
            </p:spPr>
          </p:cxnSp>
        </p:grpSp>
        <p:sp>
          <p:nvSpPr>
            <p:cNvPr id="44" name="Google Shape;473;p35">
              <a:extLst>
                <a:ext uri="{FF2B5EF4-FFF2-40B4-BE49-F238E27FC236}">
                  <a16:creationId xmlns:a16="http://schemas.microsoft.com/office/drawing/2014/main" id="{CEF1846D-4F87-C35F-906C-044EF177264D}"/>
                </a:ext>
              </a:extLst>
            </p:cNvPr>
            <p:cNvSpPr/>
            <p:nvPr/>
          </p:nvSpPr>
          <p:spPr>
            <a:xfrm>
              <a:off x="615050" y="2521763"/>
              <a:ext cx="1309200" cy="393600"/>
            </a:xfrm>
            <a:prstGeom prst="wedgeRoundRectCallout">
              <a:avLst>
                <a:gd name="adj1" fmla="val -36746"/>
                <a:gd name="adj2" fmla="val -97796"/>
                <a:gd name="adj3" fmla="val 0"/>
              </a:avLst>
            </a:prstGeom>
            <a:noFill/>
            <a:ln w="9525" cap="flat" cmpd="sng">
              <a:solidFill>
                <a:schemeClr val="accent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Blah blah blah</a:t>
              </a:r>
              <a:endParaRPr>
                <a:solidFill>
                  <a:schemeClr val="accent2"/>
                </a:solidFill>
                <a:latin typeface="Roboto"/>
                <a:ea typeface="Roboto"/>
                <a:cs typeface="Roboto"/>
                <a:sym typeface="Roboto"/>
              </a:endParaRPr>
            </a:p>
          </p:txBody>
        </p:sp>
        <p:sp>
          <p:nvSpPr>
            <p:cNvPr id="45" name="Google Shape;474;p35">
              <a:extLst>
                <a:ext uri="{FF2B5EF4-FFF2-40B4-BE49-F238E27FC236}">
                  <a16:creationId xmlns:a16="http://schemas.microsoft.com/office/drawing/2014/main" id="{195B6929-66A9-8F24-1226-2E8EFF9FAF15}"/>
                </a:ext>
              </a:extLst>
            </p:cNvPr>
            <p:cNvSpPr txBox="1"/>
            <p:nvPr/>
          </p:nvSpPr>
          <p:spPr>
            <a:xfrm>
              <a:off x="3656029" y="1439425"/>
              <a:ext cx="3261858" cy="823638"/>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2000" dirty="0">
                  <a:solidFill>
                    <a:schemeClr val="dk1"/>
                  </a:solidFill>
                  <a:latin typeface="Roboto"/>
                  <a:ea typeface="Roboto"/>
                  <a:cs typeface="Roboto"/>
                  <a:sym typeface="Roboto"/>
                </a:rPr>
                <a:t>A holds the token.</a:t>
              </a:r>
              <a:endParaRPr sz="2000" dirty="0">
                <a:solidFill>
                  <a:schemeClr val="dk1"/>
                </a:solidFill>
                <a:latin typeface="Roboto"/>
                <a:ea typeface="Roboto"/>
                <a:cs typeface="Roboto"/>
                <a:sym typeface="Roboto"/>
              </a:endParaRPr>
            </a:p>
            <a:p>
              <a:pPr marL="0" lvl="0" indent="0" algn="l" rtl="0">
                <a:lnSpc>
                  <a:spcPct val="115000"/>
                </a:lnSpc>
                <a:spcBef>
                  <a:spcPts val="0"/>
                </a:spcBef>
                <a:spcAft>
                  <a:spcPts val="0"/>
                </a:spcAft>
                <a:buNone/>
              </a:pPr>
              <a:r>
                <a:rPr lang="en" sz="2000" dirty="0">
                  <a:solidFill>
                    <a:schemeClr val="dk1"/>
                  </a:solidFill>
                  <a:latin typeface="Roboto"/>
                  <a:ea typeface="Roboto"/>
                  <a:cs typeface="Roboto"/>
                  <a:sym typeface="Roboto"/>
                </a:rPr>
                <a:t>A can speak for as long as it needs.</a:t>
              </a:r>
              <a:endParaRPr sz="2000" dirty="0">
                <a:solidFill>
                  <a:schemeClr val="dk1"/>
                </a:solidFill>
                <a:latin typeface="Roboto"/>
                <a:ea typeface="Roboto"/>
                <a:cs typeface="Roboto"/>
                <a:sym typeface="Roboto"/>
              </a:endParaRPr>
            </a:p>
            <a:p>
              <a:pPr marL="0" lvl="0" indent="0" algn="l" rtl="0">
                <a:lnSpc>
                  <a:spcPct val="115000"/>
                </a:lnSpc>
                <a:spcBef>
                  <a:spcPts val="0"/>
                </a:spcBef>
                <a:spcAft>
                  <a:spcPts val="0"/>
                </a:spcAft>
                <a:buNone/>
              </a:pPr>
              <a:r>
                <a:rPr lang="en" sz="2000" dirty="0">
                  <a:solidFill>
                    <a:schemeClr val="dk1"/>
                  </a:solidFill>
                  <a:latin typeface="Roboto"/>
                  <a:ea typeface="Roboto"/>
                  <a:cs typeface="Roboto"/>
                  <a:sym typeface="Roboto"/>
                </a:rPr>
                <a:t>When A is done, it passes the token to B.</a:t>
              </a:r>
              <a:endParaRPr sz="2000" dirty="0">
                <a:solidFill>
                  <a:schemeClr val="dk1"/>
                </a:solidFill>
                <a:latin typeface="Roboto"/>
                <a:ea typeface="Roboto"/>
                <a:cs typeface="Roboto"/>
                <a:sym typeface="Roboto"/>
              </a:endParaRPr>
            </a:p>
          </p:txBody>
        </p:sp>
        <p:grpSp>
          <p:nvGrpSpPr>
            <p:cNvPr id="46" name="Google Shape;475;p35">
              <a:extLst>
                <a:ext uri="{FF2B5EF4-FFF2-40B4-BE49-F238E27FC236}">
                  <a16:creationId xmlns:a16="http://schemas.microsoft.com/office/drawing/2014/main" id="{18906341-3DEA-4F5D-7D76-747CB862F1C8}"/>
                </a:ext>
              </a:extLst>
            </p:cNvPr>
            <p:cNvGrpSpPr/>
            <p:nvPr/>
          </p:nvGrpSpPr>
          <p:grpSpPr>
            <a:xfrm>
              <a:off x="615038" y="3641450"/>
              <a:ext cx="2113800" cy="589800"/>
              <a:chOff x="615038" y="3641450"/>
              <a:chExt cx="2113800" cy="589800"/>
            </a:xfrm>
          </p:grpSpPr>
          <p:sp>
            <p:nvSpPr>
              <p:cNvPr id="47" name="Google Shape;476;p35">
                <a:extLst>
                  <a:ext uri="{FF2B5EF4-FFF2-40B4-BE49-F238E27FC236}">
                    <a16:creationId xmlns:a16="http://schemas.microsoft.com/office/drawing/2014/main" id="{22988B74-8BC5-3D6C-EE14-797959647399}"/>
                  </a:ext>
                </a:extLst>
              </p:cNvPr>
              <p:cNvSpPr/>
              <p:nvPr/>
            </p:nvSpPr>
            <p:spPr>
              <a:xfrm>
                <a:off x="615038" y="3946250"/>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48" name="Google Shape;477;p35">
                <a:extLst>
                  <a:ext uri="{FF2B5EF4-FFF2-40B4-BE49-F238E27FC236}">
                    <a16:creationId xmlns:a16="http://schemas.microsoft.com/office/drawing/2014/main" id="{B07492C1-50A1-055F-CD05-70272EFE728C}"/>
                  </a:ext>
                </a:extLst>
              </p:cNvPr>
              <p:cNvSpPr/>
              <p:nvPr/>
            </p:nvSpPr>
            <p:spPr>
              <a:xfrm>
                <a:off x="1224638" y="3946250"/>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49" name="Google Shape;478;p35">
                <a:extLst>
                  <a:ext uri="{FF2B5EF4-FFF2-40B4-BE49-F238E27FC236}">
                    <a16:creationId xmlns:a16="http://schemas.microsoft.com/office/drawing/2014/main" id="{564F3AD1-A0DA-A64A-FC4F-C14A27E20524}"/>
                  </a:ext>
                </a:extLst>
              </p:cNvPr>
              <p:cNvSpPr/>
              <p:nvPr/>
            </p:nvSpPr>
            <p:spPr>
              <a:xfrm>
                <a:off x="1834238" y="3946250"/>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50" name="Google Shape;479;p35">
                <a:extLst>
                  <a:ext uri="{FF2B5EF4-FFF2-40B4-BE49-F238E27FC236}">
                    <a16:creationId xmlns:a16="http://schemas.microsoft.com/office/drawing/2014/main" id="{E7EA5034-7EA6-3960-59C8-A2F3F3B58412}"/>
                  </a:ext>
                </a:extLst>
              </p:cNvPr>
              <p:cNvSpPr/>
              <p:nvPr/>
            </p:nvSpPr>
            <p:spPr>
              <a:xfrm>
                <a:off x="2443838" y="3946250"/>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cxnSp>
            <p:nvCxnSpPr>
              <p:cNvPr id="51" name="Google Shape;480;p35">
                <a:extLst>
                  <a:ext uri="{FF2B5EF4-FFF2-40B4-BE49-F238E27FC236}">
                    <a16:creationId xmlns:a16="http://schemas.microsoft.com/office/drawing/2014/main" id="{7C472B33-890B-3971-E382-91A232467DED}"/>
                  </a:ext>
                </a:extLst>
              </p:cNvPr>
              <p:cNvCxnSpPr/>
              <p:nvPr/>
            </p:nvCxnSpPr>
            <p:spPr>
              <a:xfrm rot="10800000">
                <a:off x="757550" y="3641450"/>
                <a:ext cx="0" cy="304800"/>
              </a:xfrm>
              <a:prstGeom prst="straightConnector1">
                <a:avLst/>
              </a:prstGeom>
              <a:noFill/>
              <a:ln w="19050" cap="flat" cmpd="sng">
                <a:solidFill>
                  <a:srgbClr val="000000"/>
                </a:solidFill>
                <a:prstDash val="solid"/>
                <a:round/>
                <a:headEnd type="none" w="med" len="med"/>
                <a:tailEnd type="none" w="med" len="med"/>
              </a:ln>
            </p:spPr>
          </p:cxnSp>
          <p:cxnSp>
            <p:nvCxnSpPr>
              <p:cNvPr id="52" name="Google Shape;481;p35">
                <a:extLst>
                  <a:ext uri="{FF2B5EF4-FFF2-40B4-BE49-F238E27FC236}">
                    <a16:creationId xmlns:a16="http://schemas.microsoft.com/office/drawing/2014/main" id="{F2E1D8B8-3942-0930-BC22-CDB8420347C0}"/>
                  </a:ext>
                </a:extLst>
              </p:cNvPr>
              <p:cNvCxnSpPr/>
              <p:nvPr/>
            </p:nvCxnSpPr>
            <p:spPr>
              <a:xfrm rot="10800000">
                <a:off x="1367150" y="3641450"/>
                <a:ext cx="0" cy="304800"/>
              </a:xfrm>
              <a:prstGeom prst="straightConnector1">
                <a:avLst/>
              </a:prstGeom>
              <a:noFill/>
              <a:ln w="19050" cap="flat" cmpd="sng">
                <a:solidFill>
                  <a:srgbClr val="000000"/>
                </a:solidFill>
                <a:prstDash val="solid"/>
                <a:round/>
                <a:headEnd type="none" w="med" len="med"/>
                <a:tailEnd type="none" w="med" len="med"/>
              </a:ln>
            </p:spPr>
          </p:cxnSp>
          <p:cxnSp>
            <p:nvCxnSpPr>
              <p:cNvPr id="53" name="Google Shape;482;p35">
                <a:extLst>
                  <a:ext uri="{FF2B5EF4-FFF2-40B4-BE49-F238E27FC236}">
                    <a16:creationId xmlns:a16="http://schemas.microsoft.com/office/drawing/2014/main" id="{898FB3FB-878B-85D3-B1FF-F1073691B413}"/>
                  </a:ext>
                </a:extLst>
              </p:cNvPr>
              <p:cNvCxnSpPr/>
              <p:nvPr/>
            </p:nvCxnSpPr>
            <p:spPr>
              <a:xfrm rot="10800000">
                <a:off x="1976750" y="3641450"/>
                <a:ext cx="0" cy="304800"/>
              </a:xfrm>
              <a:prstGeom prst="straightConnector1">
                <a:avLst/>
              </a:prstGeom>
              <a:noFill/>
              <a:ln w="19050" cap="flat" cmpd="sng">
                <a:solidFill>
                  <a:srgbClr val="000000"/>
                </a:solidFill>
                <a:prstDash val="solid"/>
                <a:round/>
                <a:headEnd type="none" w="med" len="med"/>
                <a:tailEnd type="none" w="med" len="med"/>
              </a:ln>
            </p:spPr>
          </p:cxnSp>
          <p:cxnSp>
            <p:nvCxnSpPr>
              <p:cNvPr id="54" name="Google Shape;483;p35">
                <a:extLst>
                  <a:ext uri="{FF2B5EF4-FFF2-40B4-BE49-F238E27FC236}">
                    <a16:creationId xmlns:a16="http://schemas.microsoft.com/office/drawing/2014/main" id="{88C69F1F-E431-E615-29CB-CE1E4B0A8774}"/>
                  </a:ext>
                </a:extLst>
              </p:cNvPr>
              <p:cNvCxnSpPr/>
              <p:nvPr/>
            </p:nvCxnSpPr>
            <p:spPr>
              <a:xfrm rot="10800000">
                <a:off x="2586350" y="3641450"/>
                <a:ext cx="0" cy="304800"/>
              </a:xfrm>
              <a:prstGeom prst="straightConnector1">
                <a:avLst/>
              </a:prstGeom>
              <a:noFill/>
              <a:ln w="19050" cap="flat" cmpd="sng">
                <a:solidFill>
                  <a:srgbClr val="000000"/>
                </a:solidFill>
                <a:prstDash val="solid"/>
                <a:round/>
                <a:headEnd type="none" w="med" len="med"/>
                <a:tailEnd type="none" w="med" len="med"/>
              </a:ln>
            </p:spPr>
          </p:cxnSp>
          <p:cxnSp>
            <p:nvCxnSpPr>
              <p:cNvPr id="55" name="Google Shape;484;p35">
                <a:extLst>
                  <a:ext uri="{FF2B5EF4-FFF2-40B4-BE49-F238E27FC236}">
                    <a16:creationId xmlns:a16="http://schemas.microsoft.com/office/drawing/2014/main" id="{294070FF-BADF-F268-AE1B-85A521334F3D}"/>
                  </a:ext>
                </a:extLst>
              </p:cNvPr>
              <p:cNvCxnSpPr/>
              <p:nvPr/>
            </p:nvCxnSpPr>
            <p:spPr>
              <a:xfrm>
                <a:off x="746761" y="3641450"/>
                <a:ext cx="1848900" cy="0"/>
              </a:xfrm>
              <a:prstGeom prst="straightConnector1">
                <a:avLst/>
              </a:prstGeom>
              <a:noFill/>
              <a:ln w="19050" cap="flat" cmpd="sng">
                <a:solidFill>
                  <a:srgbClr val="000000"/>
                </a:solidFill>
                <a:prstDash val="solid"/>
                <a:round/>
                <a:headEnd type="none" w="med" len="med"/>
                <a:tailEnd type="none" w="med" len="med"/>
              </a:ln>
            </p:spPr>
          </p:cxnSp>
        </p:grpSp>
        <p:sp>
          <p:nvSpPr>
            <p:cNvPr id="56" name="Google Shape;485;p35">
              <a:extLst>
                <a:ext uri="{FF2B5EF4-FFF2-40B4-BE49-F238E27FC236}">
                  <a16:creationId xmlns:a16="http://schemas.microsoft.com/office/drawing/2014/main" id="{652B61AE-96EB-B432-18B7-7F6880F61877}"/>
                </a:ext>
              </a:extLst>
            </p:cNvPr>
            <p:cNvSpPr txBox="1"/>
            <p:nvPr/>
          </p:nvSpPr>
          <p:spPr>
            <a:xfrm>
              <a:off x="3620056" y="3731600"/>
              <a:ext cx="3107684" cy="58976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2000" dirty="0">
                  <a:solidFill>
                    <a:schemeClr val="dk1"/>
                  </a:solidFill>
                  <a:latin typeface="Roboto"/>
                  <a:ea typeface="Roboto"/>
                  <a:cs typeface="Roboto"/>
                  <a:sym typeface="Roboto"/>
                </a:rPr>
                <a:t>B has nothing to say.</a:t>
              </a:r>
              <a:endParaRPr sz="2000" dirty="0">
                <a:solidFill>
                  <a:schemeClr val="dk1"/>
                </a:solidFill>
                <a:latin typeface="Roboto"/>
                <a:ea typeface="Roboto"/>
                <a:cs typeface="Roboto"/>
                <a:sym typeface="Roboto"/>
              </a:endParaRPr>
            </a:p>
            <a:p>
              <a:pPr marL="0" lvl="0" indent="0" algn="l" rtl="0">
                <a:lnSpc>
                  <a:spcPct val="115000"/>
                </a:lnSpc>
                <a:spcBef>
                  <a:spcPts val="0"/>
                </a:spcBef>
                <a:spcAft>
                  <a:spcPts val="0"/>
                </a:spcAft>
                <a:buNone/>
              </a:pPr>
              <a:r>
                <a:rPr lang="en" sz="2000" dirty="0">
                  <a:solidFill>
                    <a:schemeClr val="dk1"/>
                  </a:solidFill>
                  <a:latin typeface="Roboto"/>
                  <a:ea typeface="Roboto"/>
                  <a:cs typeface="Roboto"/>
                  <a:sym typeface="Roboto"/>
                </a:rPr>
                <a:t>It can immediately pass the token to C.</a:t>
              </a:r>
              <a:endParaRPr sz="2000" dirty="0">
                <a:solidFill>
                  <a:schemeClr val="dk1"/>
                </a:solidFill>
                <a:latin typeface="Roboto"/>
                <a:ea typeface="Roboto"/>
                <a:cs typeface="Roboto"/>
                <a:sym typeface="Roboto"/>
              </a:endParaRPr>
            </a:p>
          </p:txBody>
        </p:sp>
        <p:sp>
          <p:nvSpPr>
            <p:cNvPr id="57" name="Google Shape;486;p35">
              <a:extLst>
                <a:ext uri="{FF2B5EF4-FFF2-40B4-BE49-F238E27FC236}">
                  <a16:creationId xmlns:a16="http://schemas.microsoft.com/office/drawing/2014/main" id="{D1499C33-CBE6-74A3-975F-DE398A079041}"/>
                </a:ext>
              </a:extLst>
            </p:cNvPr>
            <p:cNvSpPr/>
            <p:nvPr/>
          </p:nvSpPr>
          <p:spPr>
            <a:xfrm>
              <a:off x="507225" y="2041207"/>
              <a:ext cx="492600" cy="2409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200">
                  <a:latin typeface="Roboto"/>
                  <a:ea typeface="Roboto"/>
                  <a:cs typeface="Roboto"/>
                  <a:sym typeface="Roboto"/>
                </a:rPr>
                <a:t>Token</a:t>
              </a:r>
              <a:endParaRPr sz="1200">
                <a:latin typeface="Roboto"/>
                <a:ea typeface="Roboto"/>
                <a:cs typeface="Roboto"/>
                <a:sym typeface="Roboto"/>
              </a:endParaRPr>
            </a:p>
          </p:txBody>
        </p:sp>
        <p:sp>
          <p:nvSpPr>
            <p:cNvPr id="58" name="Google Shape;487;p35">
              <a:extLst>
                <a:ext uri="{FF2B5EF4-FFF2-40B4-BE49-F238E27FC236}">
                  <a16:creationId xmlns:a16="http://schemas.microsoft.com/office/drawing/2014/main" id="{EC5B7DBB-C2AC-F836-CE0F-D61AA32FC967}"/>
                </a:ext>
              </a:extLst>
            </p:cNvPr>
            <p:cNvSpPr/>
            <p:nvPr/>
          </p:nvSpPr>
          <p:spPr>
            <a:xfrm>
              <a:off x="1120850" y="4191789"/>
              <a:ext cx="492600" cy="2409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200">
                  <a:latin typeface="Roboto"/>
                  <a:ea typeface="Roboto"/>
                  <a:cs typeface="Roboto"/>
                  <a:sym typeface="Roboto"/>
                </a:rPr>
                <a:t>Token</a:t>
              </a:r>
              <a:endParaRPr sz="1200">
                <a:latin typeface="Roboto"/>
                <a:ea typeface="Roboto"/>
                <a:cs typeface="Roboto"/>
                <a:sym typeface="Roboto"/>
              </a:endParaRPr>
            </a:p>
          </p:txBody>
        </p:sp>
      </p:grpSp>
    </p:spTree>
    <p:extLst>
      <p:ext uri="{BB962C8B-B14F-4D97-AF65-F5344CB8AC3E}">
        <p14:creationId xmlns:p14="http://schemas.microsoft.com/office/powerpoint/2010/main" val="18345860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18AD5-5295-E71F-6E00-B151B1FB87CF}"/>
            </a:ext>
          </a:extLst>
        </p:cNvPr>
        <p:cNvGrpSpPr/>
        <p:nvPr/>
      </p:nvGrpSpPr>
      <p:grpSpPr>
        <a:xfrm>
          <a:off x="0" y="0"/>
          <a:ext cx="0" cy="0"/>
          <a:chOff x="0" y="0"/>
          <a:chExt cx="0" cy="0"/>
        </a:xfrm>
      </p:grpSpPr>
      <p:sp>
        <p:nvSpPr>
          <p:cNvPr id="2" name="Title 5">
            <a:extLst>
              <a:ext uri="{FF2B5EF4-FFF2-40B4-BE49-F238E27FC236}">
                <a16:creationId xmlns:a16="http://schemas.microsoft.com/office/drawing/2014/main" id="{77E5F59A-BA1C-5FF9-5DA0-1212AEE149DC}"/>
              </a:ext>
            </a:extLst>
          </p:cNvPr>
          <p:cNvSpPr txBox="1">
            <a:spLocks/>
          </p:cNvSpPr>
          <p:nvPr/>
        </p:nvSpPr>
        <p:spPr>
          <a:xfrm>
            <a:off x="804793" y="190760"/>
            <a:ext cx="11179629" cy="7368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t>Multiple Access Protocols (2/3) – Taking Turns</a:t>
            </a:r>
            <a:endParaRPr lang="en-US" dirty="0"/>
          </a:p>
        </p:txBody>
      </p:sp>
      <p:grpSp>
        <p:nvGrpSpPr>
          <p:cNvPr id="26" name="Group 25">
            <a:extLst>
              <a:ext uri="{FF2B5EF4-FFF2-40B4-BE49-F238E27FC236}">
                <a16:creationId xmlns:a16="http://schemas.microsoft.com/office/drawing/2014/main" id="{D6B235E7-D700-52F7-C395-1CBD76A632DC}"/>
              </a:ext>
            </a:extLst>
          </p:cNvPr>
          <p:cNvGrpSpPr/>
          <p:nvPr/>
        </p:nvGrpSpPr>
        <p:grpSpPr>
          <a:xfrm>
            <a:off x="1938818" y="4642013"/>
            <a:ext cx="8314363" cy="2102561"/>
            <a:chOff x="1816924" y="3641475"/>
            <a:chExt cx="5489951" cy="1350300"/>
          </a:xfrm>
        </p:grpSpPr>
        <p:sp>
          <p:nvSpPr>
            <p:cNvPr id="5" name="Google Shape;315;p31">
              <a:extLst>
                <a:ext uri="{FF2B5EF4-FFF2-40B4-BE49-F238E27FC236}">
                  <a16:creationId xmlns:a16="http://schemas.microsoft.com/office/drawing/2014/main" id="{93099F65-C124-3CD6-BC14-FB5865F5FAA1}"/>
                </a:ext>
              </a:extLst>
            </p:cNvPr>
            <p:cNvSpPr/>
            <p:nvPr/>
          </p:nvSpPr>
          <p:spPr>
            <a:xfrm>
              <a:off x="6393375" y="4728075"/>
              <a:ext cx="913500" cy="2637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CSMA/CD</a:t>
              </a:r>
              <a:endParaRPr>
                <a:latin typeface="Roboto"/>
                <a:ea typeface="Roboto"/>
                <a:cs typeface="Roboto"/>
                <a:sym typeface="Roboto"/>
              </a:endParaRPr>
            </a:p>
          </p:txBody>
        </p:sp>
        <p:sp>
          <p:nvSpPr>
            <p:cNvPr id="6" name="Google Shape;316;p31">
              <a:extLst>
                <a:ext uri="{FF2B5EF4-FFF2-40B4-BE49-F238E27FC236}">
                  <a16:creationId xmlns:a16="http://schemas.microsoft.com/office/drawing/2014/main" id="{161A7039-5F5B-07F1-B3F4-B92272F4EE42}"/>
                </a:ext>
              </a:extLst>
            </p:cNvPr>
            <p:cNvSpPr/>
            <p:nvPr/>
          </p:nvSpPr>
          <p:spPr>
            <a:xfrm>
              <a:off x="5712975" y="4728075"/>
              <a:ext cx="588600" cy="2637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CSMA</a:t>
              </a:r>
              <a:endParaRPr>
                <a:latin typeface="Roboto"/>
                <a:ea typeface="Roboto"/>
                <a:cs typeface="Roboto"/>
                <a:sym typeface="Roboto"/>
              </a:endParaRPr>
            </a:p>
          </p:txBody>
        </p:sp>
        <p:sp>
          <p:nvSpPr>
            <p:cNvPr id="7" name="Google Shape;317;p31">
              <a:extLst>
                <a:ext uri="{FF2B5EF4-FFF2-40B4-BE49-F238E27FC236}">
                  <a16:creationId xmlns:a16="http://schemas.microsoft.com/office/drawing/2014/main" id="{917AB249-C58A-3E86-5FF7-7894F0A95E4F}"/>
                </a:ext>
              </a:extLst>
            </p:cNvPr>
            <p:cNvSpPr/>
            <p:nvPr/>
          </p:nvSpPr>
          <p:spPr>
            <a:xfrm>
              <a:off x="4917400" y="4728075"/>
              <a:ext cx="685500" cy="2637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ALOHA</a:t>
              </a:r>
              <a:endParaRPr>
                <a:latin typeface="Roboto"/>
                <a:ea typeface="Roboto"/>
                <a:cs typeface="Roboto"/>
                <a:sym typeface="Roboto"/>
              </a:endParaRPr>
            </a:p>
          </p:txBody>
        </p:sp>
        <p:sp>
          <p:nvSpPr>
            <p:cNvPr id="8" name="Google Shape;318;p31">
              <a:extLst>
                <a:ext uri="{FF2B5EF4-FFF2-40B4-BE49-F238E27FC236}">
                  <a16:creationId xmlns:a16="http://schemas.microsoft.com/office/drawing/2014/main" id="{F9AE775C-9079-B697-F128-1FD198B123DF}"/>
                </a:ext>
              </a:extLst>
            </p:cNvPr>
            <p:cNvSpPr/>
            <p:nvPr/>
          </p:nvSpPr>
          <p:spPr>
            <a:xfrm>
              <a:off x="4153500" y="4728075"/>
              <a:ext cx="659700" cy="263700"/>
            </a:xfrm>
            <a:prstGeom prst="roundRect">
              <a:avLst>
                <a:gd name="adj" fmla="val 16667"/>
              </a:avLst>
            </a:prstGeom>
            <a:solidFill>
              <a:schemeClr val="accent2">
                <a:lumMod val="40000"/>
                <a:lumOff val="60000"/>
              </a:schemeClr>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Tokens</a:t>
              </a:r>
              <a:endParaRPr>
                <a:latin typeface="Roboto"/>
                <a:ea typeface="Roboto"/>
                <a:cs typeface="Roboto"/>
                <a:sym typeface="Roboto"/>
              </a:endParaRPr>
            </a:p>
          </p:txBody>
        </p:sp>
        <p:sp>
          <p:nvSpPr>
            <p:cNvPr id="9" name="Google Shape;319;p31">
              <a:extLst>
                <a:ext uri="{FF2B5EF4-FFF2-40B4-BE49-F238E27FC236}">
                  <a16:creationId xmlns:a16="http://schemas.microsoft.com/office/drawing/2014/main" id="{0E4160A4-6AF7-3085-92FA-C602ACCEAA36}"/>
                </a:ext>
              </a:extLst>
            </p:cNvPr>
            <p:cNvSpPr/>
            <p:nvPr/>
          </p:nvSpPr>
          <p:spPr>
            <a:xfrm>
              <a:off x="3391500" y="4728075"/>
              <a:ext cx="659700" cy="263700"/>
            </a:xfrm>
            <a:prstGeom prst="roundRect">
              <a:avLst>
                <a:gd name="adj" fmla="val 16667"/>
              </a:avLst>
            </a:prstGeom>
            <a:solidFill>
              <a:schemeClr val="accent2">
                <a:lumMod val="40000"/>
                <a:lumOff val="60000"/>
              </a:schemeClr>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Polling</a:t>
              </a:r>
              <a:endParaRPr>
                <a:latin typeface="Roboto"/>
                <a:ea typeface="Roboto"/>
                <a:cs typeface="Roboto"/>
                <a:sym typeface="Roboto"/>
              </a:endParaRPr>
            </a:p>
          </p:txBody>
        </p:sp>
        <p:cxnSp>
          <p:nvCxnSpPr>
            <p:cNvPr id="10" name="Google Shape;322;p31">
              <a:extLst>
                <a:ext uri="{FF2B5EF4-FFF2-40B4-BE49-F238E27FC236}">
                  <a16:creationId xmlns:a16="http://schemas.microsoft.com/office/drawing/2014/main" id="{86792D84-F2FA-506C-5AE6-B5DAFA6000D8}"/>
                </a:ext>
              </a:extLst>
            </p:cNvPr>
            <p:cNvCxnSpPr>
              <a:stCxn id="19" idx="2"/>
            </p:cNvCxnSpPr>
            <p:nvPr/>
          </p:nvCxnSpPr>
          <p:spPr>
            <a:xfrm>
              <a:off x="4102425" y="3905175"/>
              <a:ext cx="0" cy="277800"/>
            </a:xfrm>
            <a:prstGeom prst="straightConnector1">
              <a:avLst/>
            </a:prstGeom>
            <a:noFill/>
            <a:ln w="9525" cap="flat" cmpd="sng">
              <a:solidFill>
                <a:srgbClr val="666666"/>
              </a:solidFill>
              <a:prstDash val="solid"/>
              <a:round/>
              <a:headEnd type="none" w="med" len="med"/>
              <a:tailEnd type="none" w="med" len="med"/>
            </a:ln>
          </p:spPr>
        </p:cxnSp>
        <p:cxnSp>
          <p:nvCxnSpPr>
            <p:cNvPr id="11" name="Google Shape;325;p31">
              <a:extLst>
                <a:ext uri="{FF2B5EF4-FFF2-40B4-BE49-F238E27FC236}">
                  <a16:creationId xmlns:a16="http://schemas.microsoft.com/office/drawing/2014/main" id="{D0021C18-9786-8BBB-25B0-67D2CF29654B}"/>
                </a:ext>
              </a:extLst>
            </p:cNvPr>
            <p:cNvCxnSpPr>
              <a:stCxn id="19" idx="2"/>
            </p:cNvCxnSpPr>
            <p:nvPr/>
          </p:nvCxnSpPr>
          <p:spPr>
            <a:xfrm flipH="1">
              <a:off x="2654625" y="3905175"/>
              <a:ext cx="1447800" cy="277800"/>
            </a:xfrm>
            <a:prstGeom prst="straightConnector1">
              <a:avLst/>
            </a:prstGeom>
            <a:noFill/>
            <a:ln w="9525" cap="flat" cmpd="sng">
              <a:solidFill>
                <a:srgbClr val="666666"/>
              </a:solidFill>
              <a:prstDash val="solid"/>
              <a:round/>
              <a:headEnd type="none" w="med" len="med"/>
              <a:tailEnd type="none" w="med" len="med"/>
            </a:ln>
          </p:spPr>
        </p:cxnSp>
        <p:cxnSp>
          <p:nvCxnSpPr>
            <p:cNvPr id="12" name="Google Shape;327;p31">
              <a:extLst>
                <a:ext uri="{FF2B5EF4-FFF2-40B4-BE49-F238E27FC236}">
                  <a16:creationId xmlns:a16="http://schemas.microsoft.com/office/drawing/2014/main" id="{1C0615EA-A665-F954-C585-FBDEC57F4384}"/>
                </a:ext>
              </a:extLst>
            </p:cNvPr>
            <p:cNvCxnSpPr>
              <a:stCxn id="19" idx="2"/>
            </p:cNvCxnSpPr>
            <p:nvPr/>
          </p:nvCxnSpPr>
          <p:spPr>
            <a:xfrm>
              <a:off x="4102425" y="3905175"/>
              <a:ext cx="1905000" cy="277800"/>
            </a:xfrm>
            <a:prstGeom prst="straightConnector1">
              <a:avLst/>
            </a:prstGeom>
            <a:noFill/>
            <a:ln w="9525" cap="flat" cmpd="sng">
              <a:solidFill>
                <a:srgbClr val="666666"/>
              </a:solidFill>
              <a:prstDash val="solid"/>
              <a:round/>
              <a:headEnd type="none" w="med" len="med"/>
              <a:tailEnd type="none" w="med" len="med"/>
            </a:ln>
          </p:spPr>
        </p:cxnSp>
        <p:cxnSp>
          <p:nvCxnSpPr>
            <p:cNvPr id="13" name="Google Shape;329;p31">
              <a:extLst>
                <a:ext uri="{FF2B5EF4-FFF2-40B4-BE49-F238E27FC236}">
                  <a16:creationId xmlns:a16="http://schemas.microsoft.com/office/drawing/2014/main" id="{DEF8F946-5E5D-359E-3DE4-BDBDA7E23B3C}"/>
                </a:ext>
              </a:extLst>
            </p:cNvPr>
            <p:cNvCxnSpPr>
              <a:stCxn id="17" idx="2"/>
            </p:cNvCxnSpPr>
            <p:nvPr/>
          </p:nvCxnSpPr>
          <p:spPr>
            <a:xfrm flipH="1">
              <a:off x="5260125" y="4450275"/>
              <a:ext cx="747300" cy="277800"/>
            </a:xfrm>
            <a:prstGeom prst="straightConnector1">
              <a:avLst/>
            </a:prstGeom>
            <a:noFill/>
            <a:ln w="9525" cap="flat" cmpd="sng">
              <a:solidFill>
                <a:srgbClr val="666666"/>
              </a:solidFill>
              <a:prstDash val="solid"/>
              <a:round/>
              <a:headEnd type="none" w="med" len="med"/>
              <a:tailEnd type="none" w="med" len="med"/>
            </a:ln>
          </p:spPr>
        </p:cxnSp>
        <p:cxnSp>
          <p:nvCxnSpPr>
            <p:cNvPr id="14" name="Google Shape;332;p31">
              <a:extLst>
                <a:ext uri="{FF2B5EF4-FFF2-40B4-BE49-F238E27FC236}">
                  <a16:creationId xmlns:a16="http://schemas.microsoft.com/office/drawing/2014/main" id="{2A815783-F2A4-8396-673C-D62B4920EB58}"/>
                </a:ext>
              </a:extLst>
            </p:cNvPr>
            <p:cNvCxnSpPr>
              <a:stCxn id="17" idx="2"/>
            </p:cNvCxnSpPr>
            <p:nvPr/>
          </p:nvCxnSpPr>
          <p:spPr>
            <a:xfrm>
              <a:off x="6007425" y="4450275"/>
              <a:ext cx="838200" cy="277800"/>
            </a:xfrm>
            <a:prstGeom prst="straightConnector1">
              <a:avLst/>
            </a:prstGeom>
            <a:noFill/>
            <a:ln w="9525" cap="flat" cmpd="sng">
              <a:solidFill>
                <a:srgbClr val="666666"/>
              </a:solidFill>
              <a:prstDash val="solid"/>
              <a:round/>
              <a:headEnd type="none" w="med" len="med"/>
              <a:tailEnd type="none" w="med" len="med"/>
            </a:ln>
          </p:spPr>
        </p:cxnSp>
        <p:sp>
          <p:nvSpPr>
            <p:cNvPr id="15" name="Google Shape;334;p31">
              <a:extLst>
                <a:ext uri="{FF2B5EF4-FFF2-40B4-BE49-F238E27FC236}">
                  <a16:creationId xmlns:a16="http://schemas.microsoft.com/office/drawing/2014/main" id="{46987883-D1DA-FB4B-B394-C11E978730CE}"/>
                </a:ext>
              </a:extLst>
            </p:cNvPr>
            <p:cNvSpPr/>
            <p:nvPr/>
          </p:nvSpPr>
          <p:spPr>
            <a:xfrm>
              <a:off x="2129025" y="4186575"/>
              <a:ext cx="1051200" cy="2637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dirty="0">
                  <a:latin typeface="Roboto"/>
                  <a:ea typeface="Roboto"/>
                  <a:cs typeface="Roboto"/>
                  <a:sym typeface="Roboto"/>
                </a:rPr>
                <a:t>Multiplexing</a:t>
              </a:r>
              <a:endParaRPr dirty="0">
                <a:latin typeface="Roboto"/>
                <a:ea typeface="Roboto"/>
                <a:cs typeface="Roboto"/>
                <a:sym typeface="Roboto"/>
              </a:endParaRPr>
            </a:p>
          </p:txBody>
        </p:sp>
        <p:sp>
          <p:nvSpPr>
            <p:cNvPr id="16" name="Google Shape;335;p31">
              <a:extLst>
                <a:ext uri="{FF2B5EF4-FFF2-40B4-BE49-F238E27FC236}">
                  <a16:creationId xmlns:a16="http://schemas.microsoft.com/office/drawing/2014/main" id="{FB104FB8-BDE0-A3FD-6313-0747DB118AC2}"/>
                </a:ext>
              </a:extLst>
            </p:cNvPr>
            <p:cNvSpPr/>
            <p:nvPr/>
          </p:nvSpPr>
          <p:spPr>
            <a:xfrm>
              <a:off x="3549225" y="4186575"/>
              <a:ext cx="1106400" cy="263700"/>
            </a:xfrm>
            <a:prstGeom prst="roundRect">
              <a:avLst>
                <a:gd name="adj" fmla="val 16667"/>
              </a:avLst>
            </a:prstGeom>
            <a:solidFill>
              <a:schemeClr val="accent2">
                <a:lumMod val="40000"/>
                <a:lumOff val="60000"/>
              </a:schemeClr>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dirty="0">
                  <a:latin typeface="Roboto"/>
                  <a:ea typeface="Roboto"/>
                  <a:cs typeface="Roboto"/>
                  <a:sym typeface="Roboto"/>
                </a:rPr>
                <a:t>Taking Turns</a:t>
              </a:r>
              <a:endParaRPr dirty="0">
                <a:latin typeface="Roboto"/>
                <a:ea typeface="Roboto"/>
                <a:cs typeface="Roboto"/>
                <a:sym typeface="Roboto"/>
              </a:endParaRPr>
            </a:p>
          </p:txBody>
        </p:sp>
        <p:sp>
          <p:nvSpPr>
            <p:cNvPr id="17" name="Google Shape;330;p31">
              <a:extLst>
                <a:ext uri="{FF2B5EF4-FFF2-40B4-BE49-F238E27FC236}">
                  <a16:creationId xmlns:a16="http://schemas.microsoft.com/office/drawing/2014/main" id="{22FCBB51-BC20-51A9-87A4-5C99462B755A}"/>
                </a:ext>
              </a:extLst>
            </p:cNvPr>
            <p:cNvSpPr/>
            <p:nvPr/>
          </p:nvSpPr>
          <p:spPr>
            <a:xfrm>
              <a:off x="5316675" y="4186575"/>
              <a:ext cx="1381500" cy="2637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Random Access</a:t>
              </a:r>
              <a:endParaRPr>
                <a:latin typeface="Roboto"/>
                <a:ea typeface="Roboto"/>
                <a:cs typeface="Roboto"/>
                <a:sym typeface="Roboto"/>
              </a:endParaRPr>
            </a:p>
          </p:txBody>
        </p:sp>
        <p:cxnSp>
          <p:nvCxnSpPr>
            <p:cNvPr id="18" name="Google Shape;336;p31">
              <a:extLst>
                <a:ext uri="{FF2B5EF4-FFF2-40B4-BE49-F238E27FC236}">
                  <a16:creationId xmlns:a16="http://schemas.microsoft.com/office/drawing/2014/main" id="{0039E635-3CE7-A239-C20F-8ED49E076B97}"/>
                </a:ext>
              </a:extLst>
            </p:cNvPr>
            <p:cNvCxnSpPr>
              <a:stCxn id="17" idx="2"/>
            </p:cNvCxnSpPr>
            <p:nvPr/>
          </p:nvCxnSpPr>
          <p:spPr>
            <a:xfrm>
              <a:off x="6007425" y="4450275"/>
              <a:ext cx="0" cy="277800"/>
            </a:xfrm>
            <a:prstGeom prst="straightConnector1">
              <a:avLst/>
            </a:prstGeom>
            <a:noFill/>
            <a:ln w="9525" cap="flat" cmpd="sng">
              <a:solidFill>
                <a:srgbClr val="666666"/>
              </a:solidFill>
              <a:prstDash val="solid"/>
              <a:round/>
              <a:headEnd type="none" w="med" len="med"/>
              <a:tailEnd type="none" w="med" len="med"/>
            </a:ln>
          </p:spPr>
        </p:cxnSp>
        <p:sp>
          <p:nvSpPr>
            <p:cNvPr id="19" name="Google Shape;323;p31">
              <a:extLst>
                <a:ext uri="{FF2B5EF4-FFF2-40B4-BE49-F238E27FC236}">
                  <a16:creationId xmlns:a16="http://schemas.microsoft.com/office/drawing/2014/main" id="{B66D5499-4DE4-F9C4-3B62-BC270EBC4AD9}"/>
                </a:ext>
              </a:extLst>
            </p:cNvPr>
            <p:cNvSpPr/>
            <p:nvPr/>
          </p:nvSpPr>
          <p:spPr>
            <a:xfrm>
              <a:off x="3035025" y="3641475"/>
              <a:ext cx="2134800" cy="2637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Multiple Access Protocols</a:t>
              </a:r>
              <a:endParaRPr>
                <a:latin typeface="Roboto"/>
                <a:ea typeface="Roboto"/>
                <a:cs typeface="Roboto"/>
                <a:sym typeface="Roboto"/>
              </a:endParaRPr>
            </a:p>
          </p:txBody>
        </p:sp>
        <p:cxnSp>
          <p:nvCxnSpPr>
            <p:cNvPr id="20" name="Google Shape;338;p31">
              <a:extLst>
                <a:ext uri="{FF2B5EF4-FFF2-40B4-BE49-F238E27FC236}">
                  <a16:creationId xmlns:a16="http://schemas.microsoft.com/office/drawing/2014/main" id="{B6BF157C-6A85-8889-EBE2-3593EBF480F4}"/>
                </a:ext>
              </a:extLst>
            </p:cNvPr>
            <p:cNvCxnSpPr>
              <a:stCxn id="16" idx="2"/>
            </p:cNvCxnSpPr>
            <p:nvPr/>
          </p:nvCxnSpPr>
          <p:spPr>
            <a:xfrm>
              <a:off x="4102425" y="4450275"/>
              <a:ext cx="381000" cy="277800"/>
            </a:xfrm>
            <a:prstGeom prst="straightConnector1">
              <a:avLst/>
            </a:prstGeom>
            <a:noFill/>
            <a:ln w="9525" cap="flat" cmpd="sng">
              <a:solidFill>
                <a:srgbClr val="666666"/>
              </a:solidFill>
              <a:prstDash val="solid"/>
              <a:round/>
              <a:headEnd type="none" w="med" len="med"/>
              <a:tailEnd type="none" w="med" len="med"/>
            </a:ln>
          </p:spPr>
        </p:cxnSp>
        <p:cxnSp>
          <p:nvCxnSpPr>
            <p:cNvPr id="21" name="Google Shape;340;p31">
              <a:extLst>
                <a:ext uri="{FF2B5EF4-FFF2-40B4-BE49-F238E27FC236}">
                  <a16:creationId xmlns:a16="http://schemas.microsoft.com/office/drawing/2014/main" id="{6448E077-79EF-E9E9-F578-FD1E0684DEE4}"/>
                </a:ext>
              </a:extLst>
            </p:cNvPr>
            <p:cNvCxnSpPr>
              <a:stCxn id="16" idx="2"/>
            </p:cNvCxnSpPr>
            <p:nvPr/>
          </p:nvCxnSpPr>
          <p:spPr>
            <a:xfrm flipH="1">
              <a:off x="3721425" y="4450275"/>
              <a:ext cx="381000" cy="277800"/>
            </a:xfrm>
            <a:prstGeom prst="straightConnector1">
              <a:avLst/>
            </a:prstGeom>
            <a:noFill/>
            <a:ln w="9525" cap="flat" cmpd="sng">
              <a:solidFill>
                <a:srgbClr val="666666"/>
              </a:solidFill>
              <a:prstDash val="solid"/>
              <a:round/>
              <a:headEnd type="none" w="med" len="med"/>
              <a:tailEnd type="none" w="med" len="med"/>
            </a:ln>
          </p:spPr>
        </p:cxnSp>
        <p:sp>
          <p:nvSpPr>
            <p:cNvPr id="22" name="Google Shape;342;p31">
              <a:extLst>
                <a:ext uri="{FF2B5EF4-FFF2-40B4-BE49-F238E27FC236}">
                  <a16:creationId xmlns:a16="http://schemas.microsoft.com/office/drawing/2014/main" id="{79B3B5D2-4320-ECA5-CB67-BA115787909F}"/>
                </a:ext>
              </a:extLst>
            </p:cNvPr>
            <p:cNvSpPr/>
            <p:nvPr/>
          </p:nvSpPr>
          <p:spPr>
            <a:xfrm>
              <a:off x="1816924" y="4728075"/>
              <a:ext cx="588988" cy="2637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US" dirty="0">
                  <a:latin typeface="Roboto"/>
                  <a:ea typeface="Roboto"/>
                  <a:cs typeface="Roboto"/>
                  <a:sym typeface="Roboto"/>
                </a:rPr>
                <a:t>Time</a:t>
              </a:r>
              <a:endParaRPr dirty="0">
                <a:latin typeface="Roboto"/>
                <a:ea typeface="Roboto"/>
                <a:cs typeface="Roboto"/>
                <a:sym typeface="Roboto"/>
              </a:endParaRPr>
            </a:p>
          </p:txBody>
        </p:sp>
        <p:cxnSp>
          <p:nvCxnSpPr>
            <p:cNvPr id="23" name="Google Shape;343;p31">
              <a:extLst>
                <a:ext uri="{FF2B5EF4-FFF2-40B4-BE49-F238E27FC236}">
                  <a16:creationId xmlns:a16="http://schemas.microsoft.com/office/drawing/2014/main" id="{EFAFE533-21F0-EB7E-0564-9C595FC2A2D9}"/>
                </a:ext>
              </a:extLst>
            </p:cNvPr>
            <p:cNvCxnSpPr>
              <a:stCxn id="15" idx="2"/>
            </p:cNvCxnSpPr>
            <p:nvPr/>
          </p:nvCxnSpPr>
          <p:spPr>
            <a:xfrm>
              <a:off x="2654625" y="4450275"/>
              <a:ext cx="381000" cy="274200"/>
            </a:xfrm>
            <a:prstGeom prst="straightConnector1">
              <a:avLst/>
            </a:prstGeom>
            <a:noFill/>
            <a:ln w="9525" cap="flat" cmpd="sng">
              <a:solidFill>
                <a:srgbClr val="666666"/>
              </a:solidFill>
              <a:prstDash val="solid"/>
              <a:round/>
              <a:headEnd type="none" w="med" len="med"/>
              <a:tailEnd type="none" w="med" len="med"/>
            </a:ln>
          </p:spPr>
        </p:cxnSp>
        <p:cxnSp>
          <p:nvCxnSpPr>
            <p:cNvPr id="24" name="Google Shape;345;p31">
              <a:extLst>
                <a:ext uri="{FF2B5EF4-FFF2-40B4-BE49-F238E27FC236}">
                  <a16:creationId xmlns:a16="http://schemas.microsoft.com/office/drawing/2014/main" id="{9F282CCB-8943-1FB9-9EF8-C9A0C09FFFB1}"/>
                </a:ext>
              </a:extLst>
            </p:cNvPr>
            <p:cNvCxnSpPr>
              <a:stCxn id="15" idx="2"/>
            </p:cNvCxnSpPr>
            <p:nvPr/>
          </p:nvCxnSpPr>
          <p:spPr>
            <a:xfrm flipH="1">
              <a:off x="2273625" y="4450275"/>
              <a:ext cx="381000" cy="277800"/>
            </a:xfrm>
            <a:prstGeom prst="straightConnector1">
              <a:avLst/>
            </a:prstGeom>
            <a:noFill/>
            <a:ln w="9525" cap="flat" cmpd="sng">
              <a:solidFill>
                <a:srgbClr val="666666"/>
              </a:solidFill>
              <a:prstDash val="solid"/>
              <a:round/>
              <a:headEnd type="none" w="med" len="med"/>
              <a:tailEnd type="none" w="med" len="med"/>
            </a:ln>
          </p:spPr>
        </p:cxnSp>
        <p:sp>
          <p:nvSpPr>
            <p:cNvPr id="25" name="Google Shape;347;p31">
              <a:extLst>
                <a:ext uri="{FF2B5EF4-FFF2-40B4-BE49-F238E27FC236}">
                  <a16:creationId xmlns:a16="http://schemas.microsoft.com/office/drawing/2014/main" id="{94933D43-7538-1C91-3ACF-DF68C414F3EF}"/>
                </a:ext>
              </a:extLst>
            </p:cNvPr>
            <p:cNvSpPr/>
            <p:nvPr/>
          </p:nvSpPr>
          <p:spPr>
            <a:xfrm>
              <a:off x="2550512" y="4724475"/>
              <a:ext cx="733826" cy="2637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lvl="0" algn="ctr"/>
              <a:r>
                <a:rPr lang="en" dirty="0">
                  <a:latin typeface="Roboto"/>
                  <a:ea typeface="Roboto"/>
                  <a:cs typeface="Roboto"/>
                  <a:sym typeface="Roboto"/>
                </a:rPr>
                <a:t>Frequency</a:t>
              </a:r>
              <a:endParaRPr dirty="0">
                <a:latin typeface="Roboto"/>
                <a:ea typeface="Roboto"/>
                <a:cs typeface="Roboto"/>
                <a:sym typeface="Roboto"/>
              </a:endParaRPr>
            </a:p>
          </p:txBody>
        </p:sp>
      </p:grpSp>
      <p:sp>
        <p:nvSpPr>
          <p:cNvPr id="28" name="TextBox 27">
            <a:extLst>
              <a:ext uri="{FF2B5EF4-FFF2-40B4-BE49-F238E27FC236}">
                <a16:creationId xmlns:a16="http://schemas.microsoft.com/office/drawing/2014/main" id="{6363282A-92D7-2321-C592-D4186AD370FB}"/>
              </a:ext>
            </a:extLst>
          </p:cNvPr>
          <p:cNvSpPr txBox="1"/>
          <p:nvPr/>
        </p:nvSpPr>
        <p:spPr>
          <a:xfrm>
            <a:off x="804793" y="935289"/>
            <a:ext cx="10032879" cy="3600986"/>
          </a:xfrm>
          <a:prstGeom prst="rect">
            <a:avLst/>
          </a:prstGeom>
          <a:noFill/>
        </p:spPr>
        <p:txBody>
          <a:bodyPr wrap="square">
            <a:spAutoFit/>
          </a:bodyPr>
          <a:lstStyle/>
          <a:p>
            <a:pPr lvl="0">
              <a:spcBef>
                <a:spcPts val="600"/>
              </a:spcBef>
              <a:spcAft>
                <a:spcPts val="600"/>
              </a:spcAft>
            </a:pPr>
            <a:r>
              <a:rPr lang="en-US" sz="2400" dirty="0"/>
              <a:t>Idea: Nodes take turns speaking</a:t>
            </a:r>
          </a:p>
          <a:p>
            <a:pPr marL="342900" lvl="0" indent="-342900">
              <a:spcBef>
                <a:spcPts val="600"/>
              </a:spcBef>
              <a:spcAft>
                <a:spcPts val="600"/>
              </a:spcAft>
              <a:buFont typeface="Arial" panose="020B0604020202020204" pitchFamily="34" charset="0"/>
              <a:buChar char="•"/>
            </a:pPr>
            <a:r>
              <a:rPr lang="en-US" sz="2400" dirty="0"/>
              <a:t>Benefit: No more time wasted on idling</a:t>
            </a:r>
          </a:p>
          <a:p>
            <a:pPr marL="800100" lvl="1" indent="-342900">
              <a:spcBef>
                <a:spcPts val="600"/>
              </a:spcBef>
              <a:spcAft>
                <a:spcPts val="600"/>
              </a:spcAft>
              <a:buFont typeface="Arial" panose="020B0604020202020204" pitchFamily="34" charset="0"/>
              <a:buChar char="•"/>
            </a:pPr>
            <a:r>
              <a:rPr lang="en-US" sz="2400" dirty="0"/>
              <a:t>If someone has nothing to say, immediately move on</a:t>
            </a:r>
          </a:p>
          <a:p>
            <a:pPr marL="342900" indent="-342900">
              <a:spcBef>
                <a:spcPts val="600"/>
              </a:spcBef>
              <a:spcAft>
                <a:spcPts val="600"/>
              </a:spcAft>
              <a:buFont typeface="Arial" panose="020B0604020202020204" pitchFamily="34" charset="0"/>
              <a:buChar char="•"/>
            </a:pPr>
            <a:r>
              <a:rPr lang="en-US" sz="2400" dirty="0"/>
              <a:t>Problem: Complexity</a:t>
            </a:r>
          </a:p>
          <a:p>
            <a:pPr marL="800100" lvl="1" indent="-342900">
              <a:spcBef>
                <a:spcPts val="600"/>
              </a:spcBef>
              <a:spcAft>
                <a:spcPts val="600"/>
              </a:spcAft>
              <a:buFont typeface="Arial" panose="020B0604020202020204" pitchFamily="34" charset="0"/>
              <a:buChar char="•"/>
            </a:pPr>
            <a:r>
              <a:rPr lang="en-US" sz="2400" dirty="0"/>
              <a:t>Need to implement inter-node communication</a:t>
            </a:r>
          </a:p>
          <a:p>
            <a:pPr marL="800100" lvl="1" indent="-342900">
              <a:spcBef>
                <a:spcPts val="600"/>
              </a:spcBef>
              <a:spcAft>
                <a:spcPts val="600"/>
              </a:spcAft>
              <a:buFont typeface="Arial" panose="020B0604020202020204" pitchFamily="34" charset="0"/>
              <a:buChar char="•"/>
            </a:pPr>
            <a:r>
              <a:rPr lang="en-US" sz="2400" dirty="0"/>
              <a:t>How do we elect the central coordinator?</a:t>
            </a:r>
          </a:p>
          <a:p>
            <a:pPr marL="800100" lvl="1" indent="-342900">
              <a:spcBef>
                <a:spcPts val="600"/>
              </a:spcBef>
              <a:spcAft>
                <a:spcPts val="600"/>
              </a:spcAft>
              <a:buFont typeface="Arial" panose="020B0604020202020204" pitchFamily="34" charset="0"/>
              <a:buChar char="•"/>
            </a:pPr>
            <a:r>
              <a:rPr lang="en-US" sz="2400" dirty="0"/>
              <a:t>What if two nodes both think they have the token?</a:t>
            </a:r>
          </a:p>
        </p:txBody>
      </p:sp>
    </p:spTree>
    <p:extLst>
      <p:ext uri="{BB962C8B-B14F-4D97-AF65-F5344CB8AC3E}">
        <p14:creationId xmlns:p14="http://schemas.microsoft.com/office/powerpoint/2010/main" val="39473270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E5915-C8DF-5E43-AC5A-C3162897ECBE}"/>
            </a:ext>
          </a:extLst>
        </p:cNvPr>
        <p:cNvGrpSpPr/>
        <p:nvPr/>
      </p:nvGrpSpPr>
      <p:grpSpPr>
        <a:xfrm>
          <a:off x="0" y="0"/>
          <a:ext cx="0" cy="0"/>
          <a:chOff x="0" y="0"/>
          <a:chExt cx="0" cy="0"/>
        </a:xfrm>
      </p:grpSpPr>
      <p:sp>
        <p:nvSpPr>
          <p:cNvPr id="2" name="Title 5">
            <a:extLst>
              <a:ext uri="{FF2B5EF4-FFF2-40B4-BE49-F238E27FC236}">
                <a16:creationId xmlns:a16="http://schemas.microsoft.com/office/drawing/2014/main" id="{02BBB4C7-6632-7526-46AF-8BC52193DFED}"/>
              </a:ext>
            </a:extLst>
          </p:cNvPr>
          <p:cNvSpPr txBox="1">
            <a:spLocks/>
          </p:cNvSpPr>
          <p:nvPr/>
        </p:nvSpPr>
        <p:spPr>
          <a:xfrm>
            <a:off x="271429" y="190760"/>
            <a:ext cx="11649142" cy="7368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t>Multiple Access Protocols (3/3) – Random Access</a:t>
            </a:r>
            <a:endParaRPr lang="en-US" dirty="0"/>
          </a:p>
        </p:txBody>
      </p:sp>
      <p:grpSp>
        <p:nvGrpSpPr>
          <p:cNvPr id="26" name="Group 25">
            <a:extLst>
              <a:ext uri="{FF2B5EF4-FFF2-40B4-BE49-F238E27FC236}">
                <a16:creationId xmlns:a16="http://schemas.microsoft.com/office/drawing/2014/main" id="{A5F6B959-5388-7CD8-6C3D-57BE5A9D3A4A}"/>
              </a:ext>
            </a:extLst>
          </p:cNvPr>
          <p:cNvGrpSpPr/>
          <p:nvPr/>
        </p:nvGrpSpPr>
        <p:grpSpPr>
          <a:xfrm>
            <a:off x="1938818" y="4642013"/>
            <a:ext cx="8314363" cy="2102561"/>
            <a:chOff x="1816924" y="3641475"/>
            <a:chExt cx="5489951" cy="1350300"/>
          </a:xfrm>
        </p:grpSpPr>
        <p:sp>
          <p:nvSpPr>
            <p:cNvPr id="5" name="Google Shape;315;p31">
              <a:extLst>
                <a:ext uri="{FF2B5EF4-FFF2-40B4-BE49-F238E27FC236}">
                  <a16:creationId xmlns:a16="http://schemas.microsoft.com/office/drawing/2014/main" id="{894CBAF3-97AB-5E50-DC92-333897533E4B}"/>
                </a:ext>
              </a:extLst>
            </p:cNvPr>
            <p:cNvSpPr/>
            <p:nvPr/>
          </p:nvSpPr>
          <p:spPr>
            <a:xfrm>
              <a:off x="6393375" y="4728075"/>
              <a:ext cx="913500" cy="263700"/>
            </a:xfrm>
            <a:prstGeom prst="roundRect">
              <a:avLst>
                <a:gd name="adj" fmla="val 16667"/>
              </a:avLst>
            </a:prstGeom>
            <a:solidFill>
              <a:schemeClr val="accent2">
                <a:lumMod val="40000"/>
                <a:lumOff val="60000"/>
              </a:schemeClr>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CSMA/CD</a:t>
              </a:r>
              <a:endParaRPr>
                <a:latin typeface="Roboto"/>
                <a:ea typeface="Roboto"/>
                <a:cs typeface="Roboto"/>
                <a:sym typeface="Roboto"/>
              </a:endParaRPr>
            </a:p>
          </p:txBody>
        </p:sp>
        <p:sp>
          <p:nvSpPr>
            <p:cNvPr id="6" name="Google Shape;316;p31">
              <a:extLst>
                <a:ext uri="{FF2B5EF4-FFF2-40B4-BE49-F238E27FC236}">
                  <a16:creationId xmlns:a16="http://schemas.microsoft.com/office/drawing/2014/main" id="{B782844E-7D3B-A044-0F21-144FFC22723D}"/>
                </a:ext>
              </a:extLst>
            </p:cNvPr>
            <p:cNvSpPr/>
            <p:nvPr/>
          </p:nvSpPr>
          <p:spPr>
            <a:xfrm>
              <a:off x="5712975" y="4728075"/>
              <a:ext cx="588600" cy="263700"/>
            </a:xfrm>
            <a:prstGeom prst="roundRect">
              <a:avLst>
                <a:gd name="adj" fmla="val 16667"/>
              </a:avLst>
            </a:prstGeom>
            <a:solidFill>
              <a:schemeClr val="accent2">
                <a:lumMod val="40000"/>
                <a:lumOff val="60000"/>
              </a:schemeClr>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CSMA</a:t>
              </a:r>
              <a:endParaRPr>
                <a:latin typeface="Roboto"/>
                <a:ea typeface="Roboto"/>
                <a:cs typeface="Roboto"/>
                <a:sym typeface="Roboto"/>
              </a:endParaRPr>
            </a:p>
          </p:txBody>
        </p:sp>
        <p:sp>
          <p:nvSpPr>
            <p:cNvPr id="7" name="Google Shape;317;p31">
              <a:extLst>
                <a:ext uri="{FF2B5EF4-FFF2-40B4-BE49-F238E27FC236}">
                  <a16:creationId xmlns:a16="http://schemas.microsoft.com/office/drawing/2014/main" id="{1C89D8DD-D9AB-8444-58F4-C7406067FCE4}"/>
                </a:ext>
              </a:extLst>
            </p:cNvPr>
            <p:cNvSpPr/>
            <p:nvPr/>
          </p:nvSpPr>
          <p:spPr>
            <a:xfrm>
              <a:off x="4917400" y="4728075"/>
              <a:ext cx="685500" cy="263700"/>
            </a:xfrm>
            <a:prstGeom prst="roundRect">
              <a:avLst>
                <a:gd name="adj" fmla="val 16667"/>
              </a:avLst>
            </a:prstGeom>
            <a:solidFill>
              <a:schemeClr val="accent2">
                <a:lumMod val="40000"/>
                <a:lumOff val="60000"/>
              </a:schemeClr>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ALOHA</a:t>
              </a:r>
              <a:endParaRPr>
                <a:latin typeface="Roboto"/>
                <a:ea typeface="Roboto"/>
                <a:cs typeface="Roboto"/>
                <a:sym typeface="Roboto"/>
              </a:endParaRPr>
            </a:p>
          </p:txBody>
        </p:sp>
        <p:sp>
          <p:nvSpPr>
            <p:cNvPr id="8" name="Google Shape;318;p31">
              <a:extLst>
                <a:ext uri="{FF2B5EF4-FFF2-40B4-BE49-F238E27FC236}">
                  <a16:creationId xmlns:a16="http://schemas.microsoft.com/office/drawing/2014/main" id="{21D95175-2A4D-A04D-6B63-9C97B450505F}"/>
                </a:ext>
              </a:extLst>
            </p:cNvPr>
            <p:cNvSpPr/>
            <p:nvPr/>
          </p:nvSpPr>
          <p:spPr>
            <a:xfrm>
              <a:off x="4153500" y="4728075"/>
              <a:ext cx="659700" cy="2637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Tokens</a:t>
              </a:r>
              <a:endParaRPr>
                <a:latin typeface="Roboto"/>
                <a:ea typeface="Roboto"/>
                <a:cs typeface="Roboto"/>
                <a:sym typeface="Roboto"/>
              </a:endParaRPr>
            </a:p>
          </p:txBody>
        </p:sp>
        <p:sp>
          <p:nvSpPr>
            <p:cNvPr id="9" name="Google Shape;319;p31">
              <a:extLst>
                <a:ext uri="{FF2B5EF4-FFF2-40B4-BE49-F238E27FC236}">
                  <a16:creationId xmlns:a16="http://schemas.microsoft.com/office/drawing/2014/main" id="{8B5A1584-FF0F-DB21-2EAE-BDFA8B5CC6D4}"/>
                </a:ext>
              </a:extLst>
            </p:cNvPr>
            <p:cNvSpPr/>
            <p:nvPr/>
          </p:nvSpPr>
          <p:spPr>
            <a:xfrm>
              <a:off x="3391500" y="4728075"/>
              <a:ext cx="659700" cy="2637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Polling</a:t>
              </a:r>
              <a:endParaRPr>
                <a:latin typeface="Roboto"/>
                <a:ea typeface="Roboto"/>
                <a:cs typeface="Roboto"/>
                <a:sym typeface="Roboto"/>
              </a:endParaRPr>
            </a:p>
          </p:txBody>
        </p:sp>
        <p:cxnSp>
          <p:nvCxnSpPr>
            <p:cNvPr id="10" name="Google Shape;322;p31">
              <a:extLst>
                <a:ext uri="{FF2B5EF4-FFF2-40B4-BE49-F238E27FC236}">
                  <a16:creationId xmlns:a16="http://schemas.microsoft.com/office/drawing/2014/main" id="{397A06B1-CEAE-10DB-0F61-D9D9D5C2E7A9}"/>
                </a:ext>
              </a:extLst>
            </p:cNvPr>
            <p:cNvCxnSpPr>
              <a:stCxn id="19" idx="2"/>
            </p:cNvCxnSpPr>
            <p:nvPr/>
          </p:nvCxnSpPr>
          <p:spPr>
            <a:xfrm>
              <a:off x="4102425" y="3905175"/>
              <a:ext cx="0" cy="277800"/>
            </a:xfrm>
            <a:prstGeom prst="straightConnector1">
              <a:avLst/>
            </a:prstGeom>
            <a:noFill/>
            <a:ln w="9525" cap="flat" cmpd="sng">
              <a:solidFill>
                <a:srgbClr val="666666"/>
              </a:solidFill>
              <a:prstDash val="solid"/>
              <a:round/>
              <a:headEnd type="none" w="med" len="med"/>
              <a:tailEnd type="none" w="med" len="med"/>
            </a:ln>
          </p:spPr>
        </p:cxnSp>
        <p:cxnSp>
          <p:nvCxnSpPr>
            <p:cNvPr id="11" name="Google Shape;325;p31">
              <a:extLst>
                <a:ext uri="{FF2B5EF4-FFF2-40B4-BE49-F238E27FC236}">
                  <a16:creationId xmlns:a16="http://schemas.microsoft.com/office/drawing/2014/main" id="{C62F5A18-625D-AD39-1535-02D8C8589063}"/>
                </a:ext>
              </a:extLst>
            </p:cNvPr>
            <p:cNvCxnSpPr>
              <a:stCxn id="19" idx="2"/>
            </p:cNvCxnSpPr>
            <p:nvPr/>
          </p:nvCxnSpPr>
          <p:spPr>
            <a:xfrm flipH="1">
              <a:off x="2654625" y="3905175"/>
              <a:ext cx="1447800" cy="277800"/>
            </a:xfrm>
            <a:prstGeom prst="straightConnector1">
              <a:avLst/>
            </a:prstGeom>
            <a:noFill/>
            <a:ln w="9525" cap="flat" cmpd="sng">
              <a:solidFill>
                <a:srgbClr val="666666"/>
              </a:solidFill>
              <a:prstDash val="solid"/>
              <a:round/>
              <a:headEnd type="none" w="med" len="med"/>
              <a:tailEnd type="none" w="med" len="med"/>
            </a:ln>
          </p:spPr>
        </p:cxnSp>
        <p:cxnSp>
          <p:nvCxnSpPr>
            <p:cNvPr id="12" name="Google Shape;327;p31">
              <a:extLst>
                <a:ext uri="{FF2B5EF4-FFF2-40B4-BE49-F238E27FC236}">
                  <a16:creationId xmlns:a16="http://schemas.microsoft.com/office/drawing/2014/main" id="{921C4C91-D5FA-4EA3-3635-756DF4A24FB9}"/>
                </a:ext>
              </a:extLst>
            </p:cNvPr>
            <p:cNvCxnSpPr>
              <a:stCxn id="19" idx="2"/>
            </p:cNvCxnSpPr>
            <p:nvPr/>
          </p:nvCxnSpPr>
          <p:spPr>
            <a:xfrm>
              <a:off x="4102425" y="3905175"/>
              <a:ext cx="1905000" cy="277800"/>
            </a:xfrm>
            <a:prstGeom prst="straightConnector1">
              <a:avLst/>
            </a:prstGeom>
            <a:noFill/>
            <a:ln w="9525" cap="flat" cmpd="sng">
              <a:solidFill>
                <a:srgbClr val="666666"/>
              </a:solidFill>
              <a:prstDash val="solid"/>
              <a:round/>
              <a:headEnd type="none" w="med" len="med"/>
              <a:tailEnd type="none" w="med" len="med"/>
            </a:ln>
          </p:spPr>
        </p:cxnSp>
        <p:cxnSp>
          <p:nvCxnSpPr>
            <p:cNvPr id="13" name="Google Shape;329;p31">
              <a:extLst>
                <a:ext uri="{FF2B5EF4-FFF2-40B4-BE49-F238E27FC236}">
                  <a16:creationId xmlns:a16="http://schemas.microsoft.com/office/drawing/2014/main" id="{9BD2054E-E2C1-9AA2-FCAF-48FD41870DA8}"/>
                </a:ext>
              </a:extLst>
            </p:cNvPr>
            <p:cNvCxnSpPr>
              <a:stCxn id="17" idx="2"/>
            </p:cNvCxnSpPr>
            <p:nvPr/>
          </p:nvCxnSpPr>
          <p:spPr>
            <a:xfrm flipH="1">
              <a:off x="5260125" y="4450275"/>
              <a:ext cx="747300" cy="277800"/>
            </a:xfrm>
            <a:prstGeom prst="straightConnector1">
              <a:avLst/>
            </a:prstGeom>
            <a:noFill/>
            <a:ln w="9525" cap="flat" cmpd="sng">
              <a:solidFill>
                <a:srgbClr val="666666"/>
              </a:solidFill>
              <a:prstDash val="solid"/>
              <a:round/>
              <a:headEnd type="none" w="med" len="med"/>
              <a:tailEnd type="none" w="med" len="med"/>
            </a:ln>
          </p:spPr>
        </p:cxnSp>
        <p:cxnSp>
          <p:nvCxnSpPr>
            <p:cNvPr id="14" name="Google Shape;332;p31">
              <a:extLst>
                <a:ext uri="{FF2B5EF4-FFF2-40B4-BE49-F238E27FC236}">
                  <a16:creationId xmlns:a16="http://schemas.microsoft.com/office/drawing/2014/main" id="{EBBEA7EE-A14F-BC29-BE45-681C639B1565}"/>
                </a:ext>
              </a:extLst>
            </p:cNvPr>
            <p:cNvCxnSpPr>
              <a:stCxn id="17" idx="2"/>
            </p:cNvCxnSpPr>
            <p:nvPr/>
          </p:nvCxnSpPr>
          <p:spPr>
            <a:xfrm>
              <a:off x="6007425" y="4450275"/>
              <a:ext cx="838200" cy="277800"/>
            </a:xfrm>
            <a:prstGeom prst="straightConnector1">
              <a:avLst/>
            </a:prstGeom>
            <a:noFill/>
            <a:ln w="9525" cap="flat" cmpd="sng">
              <a:solidFill>
                <a:srgbClr val="666666"/>
              </a:solidFill>
              <a:prstDash val="solid"/>
              <a:round/>
              <a:headEnd type="none" w="med" len="med"/>
              <a:tailEnd type="none" w="med" len="med"/>
            </a:ln>
          </p:spPr>
        </p:cxnSp>
        <p:sp>
          <p:nvSpPr>
            <p:cNvPr id="15" name="Google Shape;334;p31">
              <a:extLst>
                <a:ext uri="{FF2B5EF4-FFF2-40B4-BE49-F238E27FC236}">
                  <a16:creationId xmlns:a16="http://schemas.microsoft.com/office/drawing/2014/main" id="{08457A21-B269-6515-0D35-B1C863EB307F}"/>
                </a:ext>
              </a:extLst>
            </p:cNvPr>
            <p:cNvSpPr/>
            <p:nvPr/>
          </p:nvSpPr>
          <p:spPr>
            <a:xfrm>
              <a:off x="2129025" y="4186575"/>
              <a:ext cx="1051200" cy="2637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dirty="0">
                  <a:latin typeface="Roboto"/>
                  <a:ea typeface="Roboto"/>
                  <a:cs typeface="Roboto"/>
                  <a:sym typeface="Roboto"/>
                </a:rPr>
                <a:t>Multiplexing</a:t>
              </a:r>
              <a:endParaRPr dirty="0">
                <a:latin typeface="Roboto"/>
                <a:ea typeface="Roboto"/>
                <a:cs typeface="Roboto"/>
                <a:sym typeface="Roboto"/>
              </a:endParaRPr>
            </a:p>
          </p:txBody>
        </p:sp>
        <p:sp>
          <p:nvSpPr>
            <p:cNvPr id="16" name="Google Shape;335;p31">
              <a:extLst>
                <a:ext uri="{FF2B5EF4-FFF2-40B4-BE49-F238E27FC236}">
                  <a16:creationId xmlns:a16="http://schemas.microsoft.com/office/drawing/2014/main" id="{6B8D959B-B14C-7DE2-20CB-6024C39F4F5A}"/>
                </a:ext>
              </a:extLst>
            </p:cNvPr>
            <p:cNvSpPr/>
            <p:nvPr/>
          </p:nvSpPr>
          <p:spPr>
            <a:xfrm>
              <a:off x="3549225" y="4186575"/>
              <a:ext cx="1106400" cy="2637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dirty="0">
                  <a:latin typeface="Roboto"/>
                  <a:ea typeface="Roboto"/>
                  <a:cs typeface="Roboto"/>
                  <a:sym typeface="Roboto"/>
                </a:rPr>
                <a:t>Taking Turns</a:t>
              </a:r>
              <a:endParaRPr dirty="0">
                <a:latin typeface="Roboto"/>
                <a:ea typeface="Roboto"/>
                <a:cs typeface="Roboto"/>
                <a:sym typeface="Roboto"/>
              </a:endParaRPr>
            </a:p>
          </p:txBody>
        </p:sp>
        <p:sp>
          <p:nvSpPr>
            <p:cNvPr id="17" name="Google Shape;330;p31">
              <a:extLst>
                <a:ext uri="{FF2B5EF4-FFF2-40B4-BE49-F238E27FC236}">
                  <a16:creationId xmlns:a16="http://schemas.microsoft.com/office/drawing/2014/main" id="{DCE6B955-5235-7C50-8E78-08AA9E86B51D}"/>
                </a:ext>
              </a:extLst>
            </p:cNvPr>
            <p:cNvSpPr/>
            <p:nvPr/>
          </p:nvSpPr>
          <p:spPr>
            <a:xfrm>
              <a:off x="5316675" y="4186575"/>
              <a:ext cx="1381500" cy="263700"/>
            </a:xfrm>
            <a:prstGeom prst="roundRect">
              <a:avLst>
                <a:gd name="adj" fmla="val 16667"/>
              </a:avLst>
            </a:prstGeom>
            <a:solidFill>
              <a:schemeClr val="accent2">
                <a:lumMod val="40000"/>
                <a:lumOff val="60000"/>
              </a:schemeClr>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dirty="0">
                  <a:latin typeface="Roboto"/>
                  <a:ea typeface="Roboto"/>
                  <a:cs typeface="Roboto"/>
                  <a:sym typeface="Roboto"/>
                </a:rPr>
                <a:t>Random Access</a:t>
              </a:r>
              <a:endParaRPr dirty="0">
                <a:latin typeface="Roboto"/>
                <a:ea typeface="Roboto"/>
                <a:cs typeface="Roboto"/>
                <a:sym typeface="Roboto"/>
              </a:endParaRPr>
            </a:p>
          </p:txBody>
        </p:sp>
        <p:cxnSp>
          <p:nvCxnSpPr>
            <p:cNvPr id="18" name="Google Shape;336;p31">
              <a:extLst>
                <a:ext uri="{FF2B5EF4-FFF2-40B4-BE49-F238E27FC236}">
                  <a16:creationId xmlns:a16="http://schemas.microsoft.com/office/drawing/2014/main" id="{8C509797-CB6A-D20B-F548-3F5936067911}"/>
                </a:ext>
              </a:extLst>
            </p:cNvPr>
            <p:cNvCxnSpPr>
              <a:stCxn id="17" idx="2"/>
            </p:cNvCxnSpPr>
            <p:nvPr/>
          </p:nvCxnSpPr>
          <p:spPr>
            <a:xfrm>
              <a:off x="6007425" y="4450275"/>
              <a:ext cx="0" cy="277800"/>
            </a:xfrm>
            <a:prstGeom prst="straightConnector1">
              <a:avLst/>
            </a:prstGeom>
            <a:noFill/>
            <a:ln w="9525" cap="flat" cmpd="sng">
              <a:solidFill>
                <a:srgbClr val="666666"/>
              </a:solidFill>
              <a:prstDash val="solid"/>
              <a:round/>
              <a:headEnd type="none" w="med" len="med"/>
              <a:tailEnd type="none" w="med" len="med"/>
            </a:ln>
          </p:spPr>
        </p:cxnSp>
        <p:sp>
          <p:nvSpPr>
            <p:cNvPr id="19" name="Google Shape;323;p31">
              <a:extLst>
                <a:ext uri="{FF2B5EF4-FFF2-40B4-BE49-F238E27FC236}">
                  <a16:creationId xmlns:a16="http://schemas.microsoft.com/office/drawing/2014/main" id="{F898496F-5374-5585-7A48-5FBE93919992}"/>
                </a:ext>
              </a:extLst>
            </p:cNvPr>
            <p:cNvSpPr/>
            <p:nvPr/>
          </p:nvSpPr>
          <p:spPr>
            <a:xfrm>
              <a:off x="3035025" y="3641475"/>
              <a:ext cx="2134800" cy="2637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Multiple Access Protocols</a:t>
              </a:r>
              <a:endParaRPr>
                <a:latin typeface="Roboto"/>
                <a:ea typeface="Roboto"/>
                <a:cs typeface="Roboto"/>
                <a:sym typeface="Roboto"/>
              </a:endParaRPr>
            </a:p>
          </p:txBody>
        </p:sp>
        <p:cxnSp>
          <p:nvCxnSpPr>
            <p:cNvPr id="20" name="Google Shape;338;p31">
              <a:extLst>
                <a:ext uri="{FF2B5EF4-FFF2-40B4-BE49-F238E27FC236}">
                  <a16:creationId xmlns:a16="http://schemas.microsoft.com/office/drawing/2014/main" id="{6EAADFCC-7D99-40CE-B099-E69C2623CF6C}"/>
                </a:ext>
              </a:extLst>
            </p:cNvPr>
            <p:cNvCxnSpPr>
              <a:stCxn id="16" idx="2"/>
            </p:cNvCxnSpPr>
            <p:nvPr/>
          </p:nvCxnSpPr>
          <p:spPr>
            <a:xfrm>
              <a:off x="4102425" y="4450275"/>
              <a:ext cx="381000" cy="277800"/>
            </a:xfrm>
            <a:prstGeom prst="straightConnector1">
              <a:avLst/>
            </a:prstGeom>
            <a:noFill/>
            <a:ln w="9525" cap="flat" cmpd="sng">
              <a:solidFill>
                <a:srgbClr val="666666"/>
              </a:solidFill>
              <a:prstDash val="solid"/>
              <a:round/>
              <a:headEnd type="none" w="med" len="med"/>
              <a:tailEnd type="none" w="med" len="med"/>
            </a:ln>
          </p:spPr>
        </p:cxnSp>
        <p:cxnSp>
          <p:nvCxnSpPr>
            <p:cNvPr id="21" name="Google Shape;340;p31">
              <a:extLst>
                <a:ext uri="{FF2B5EF4-FFF2-40B4-BE49-F238E27FC236}">
                  <a16:creationId xmlns:a16="http://schemas.microsoft.com/office/drawing/2014/main" id="{E2EB5318-5151-B8AA-4B28-D1CBA5DFC467}"/>
                </a:ext>
              </a:extLst>
            </p:cNvPr>
            <p:cNvCxnSpPr>
              <a:stCxn id="16" idx="2"/>
            </p:cNvCxnSpPr>
            <p:nvPr/>
          </p:nvCxnSpPr>
          <p:spPr>
            <a:xfrm flipH="1">
              <a:off x="3721425" y="4450275"/>
              <a:ext cx="381000" cy="277800"/>
            </a:xfrm>
            <a:prstGeom prst="straightConnector1">
              <a:avLst/>
            </a:prstGeom>
            <a:noFill/>
            <a:ln w="9525" cap="flat" cmpd="sng">
              <a:solidFill>
                <a:srgbClr val="666666"/>
              </a:solidFill>
              <a:prstDash val="solid"/>
              <a:round/>
              <a:headEnd type="none" w="med" len="med"/>
              <a:tailEnd type="none" w="med" len="med"/>
            </a:ln>
          </p:spPr>
        </p:cxnSp>
        <p:sp>
          <p:nvSpPr>
            <p:cNvPr id="22" name="Google Shape;342;p31">
              <a:extLst>
                <a:ext uri="{FF2B5EF4-FFF2-40B4-BE49-F238E27FC236}">
                  <a16:creationId xmlns:a16="http://schemas.microsoft.com/office/drawing/2014/main" id="{13FF9943-844D-AD94-6CDC-69C48C504010}"/>
                </a:ext>
              </a:extLst>
            </p:cNvPr>
            <p:cNvSpPr/>
            <p:nvPr/>
          </p:nvSpPr>
          <p:spPr>
            <a:xfrm>
              <a:off x="1816924" y="4728075"/>
              <a:ext cx="588988" cy="2637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US" dirty="0">
                  <a:latin typeface="Roboto"/>
                  <a:ea typeface="Roboto"/>
                  <a:cs typeface="Roboto"/>
                  <a:sym typeface="Roboto"/>
                </a:rPr>
                <a:t>Time</a:t>
              </a:r>
              <a:endParaRPr dirty="0">
                <a:latin typeface="Roboto"/>
                <a:ea typeface="Roboto"/>
                <a:cs typeface="Roboto"/>
                <a:sym typeface="Roboto"/>
              </a:endParaRPr>
            </a:p>
          </p:txBody>
        </p:sp>
        <p:cxnSp>
          <p:nvCxnSpPr>
            <p:cNvPr id="23" name="Google Shape;343;p31">
              <a:extLst>
                <a:ext uri="{FF2B5EF4-FFF2-40B4-BE49-F238E27FC236}">
                  <a16:creationId xmlns:a16="http://schemas.microsoft.com/office/drawing/2014/main" id="{131E27A8-FE18-3F27-4673-9A1A5F2AA2FD}"/>
                </a:ext>
              </a:extLst>
            </p:cNvPr>
            <p:cNvCxnSpPr>
              <a:stCxn id="15" idx="2"/>
            </p:cNvCxnSpPr>
            <p:nvPr/>
          </p:nvCxnSpPr>
          <p:spPr>
            <a:xfrm>
              <a:off x="2654625" y="4450275"/>
              <a:ext cx="381000" cy="274200"/>
            </a:xfrm>
            <a:prstGeom prst="straightConnector1">
              <a:avLst/>
            </a:prstGeom>
            <a:noFill/>
            <a:ln w="9525" cap="flat" cmpd="sng">
              <a:solidFill>
                <a:srgbClr val="666666"/>
              </a:solidFill>
              <a:prstDash val="solid"/>
              <a:round/>
              <a:headEnd type="none" w="med" len="med"/>
              <a:tailEnd type="none" w="med" len="med"/>
            </a:ln>
          </p:spPr>
        </p:cxnSp>
        <p:cxnSp>
          <p:nvCxnSpPr>
            <p:cNvPr id="24" name="Google Shape;345;p31">
              <a:extLst>
                <a:ext uri="{FF2B5EF4-FFF2-40B4-BE49-F238E27FC236}">
                  <a16:creationId xmlns:a16="http://schemas.microsoft.com/office/drawing/2014/main" id="{BC01B49C-BDEE-0E07-ACAE-EB6AD522B695}"/>
                </a:ext>
              </a:extLst>
            </p:cNvPr>
            <p:cNvCxnSpPr>
              <a:stCxn id="15" idx="2"/>
            </p:cNvCxnSpPr>
            <p:nvPr/>
          </p:nvCxnSpPr>
          <p:spPr>
            <a:xfrm flipH="1">
              <a:off x="2273625" y="4450275"/>
              <a:ext cx="381000" cy="277800"/>
            </a:xfrm>
            <a:prstGeom prst="straightConnector1">
              <a:avLst/>
            </a:prstGeom>
            <a:noFill/>
            <a:ln w="9525" cap="flat" cmpd="sng">
              <a:solidFill>
                <a:srgbClr val="666666"/>
              </a:solidFill>
              <a:prstDash val="solid"/>
              <a:round/>
              <a:headEnd type="none" w="med" len="med"/>
              <a:tailEnd type="none" w="med" len="med"/>
            </a:ln>
          </p:spPr>
        </p:cxnSp>
        <p:sp>
          <p:nvSpPr>
            <p:cNvPr id="25" name="Google Shape;347;p31">
              <a:extLst>
                <a:ext uri="{FF2B5EF4-FFF2-40B4-BE49-F238E27FC236}">
                  <a16:creationId xmlns:a16="http://schemas.microsoft.com/office/drawing/2014/main" id="{287CA334-3513-14A9-66F4-77622B1FEA70}"/>
                </a:ext>
              </a:extLst>
            </p:cNvPr>
            <p:cNvSpPr/>
            <p:nvPr/>
          </p:nvSpPr>
          <p:spPr>
            <a:xfrm>
              <a:off x="2550512" y="4724475"/>
              <a:ext cx="733826" cy="2637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lvl="0" algn="ctr"/>
              <a:r>
                <a:rPr lang="en" dirty="0">
                  <a:latin typeface="Roboto"/>
                  <a:ea typeface="Roboto"/>
                  <a:cs typeface="Roboto"/>
                  <a:sym typeface="Roboto"/>
                </a:rPr>
                <a:t>Frequency</a:t>
              </a:r>
              <a:endParaRPr dirty="0">
                <a:latin typeface="Roboto"/>
                <a:ea typeface="Roboto"/>
                <a:cs typeface="Roboto"/>
                <a:sym typeface="Roboto"/>
              </a:endParaRPr>
            </a:p>
          </p:txBody>
        </p:sp>
      </p:grpSp>
      <p:sp>
        <p:nvSpPr>
          <p:cNvPr id="3" name="Google Shape;572;p38">
            <a:extLst>
              <a:ext uri="{FF2B5EF4-FFF2-40B4-BE49-F238E27FC236}">
                <a16:creationId xmlns:a16="http://schemas.microsoft.com/office/drawing/2014/main" id="{B2291513-324B-FACA-0222-3F039DAF7B41}"/>
              </a:ext>
            </a:extLst>
          </p:cNvPr>
          <p:cNvSpPr txBox="1">
            <a:spLocks/>
          </p:cNvSpPr>
          <p:nvPr/>
        </p:nvSpPr>
        <p:spPr>
          <a:xfrm>
            <a:off x="642151" y="677477"/>
            <a:ext cx="10669774" cy="3970142"/>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spcAft>
                <a:spcPts val="600"/>
              </a:spcAft>
              <a:buFont typeface="Arial" panose="020B0604020202020204" pitchFamily="34" charset="0"/>
              <a:buNone/>
            </a:pPr>
            <a:r>
              <a:rPr lang="en-US" sz="2400" b="1" dirty="0"/>
              <a:t>ALOHA</a:t>
            </a:r>
            <a:r>
              <a:rPr lang="en-US" sz="2400" dirty="0"/>
              <a:t> random access scheme: "rude" version</a:t>
            </a:r>
          </a:p>
          <a:p>
            <a:pPr>
              <a:spcBef>
                <a:spcPts val="600"/>
              </a:spcBef>
              <a:spcAft>
                <a:spcPts val="600"/>
              </a:spcAft>
            </a:pPr>
            <a:r>
              <a:rPr lang="en-US" sz="2400" dirty="0"/>
              <a:t>If you have a packet, just send it</a:t>
            </a:r>
          </a:p>
          <a:p>
            <a:pPr lvl="1">
              <a:spcBef>
                <a:spcPts val="600"/>
              </a:spcBef>
              <a:spcAft>
                <a:spcPts val="600"/>
              </a:spcAft>
            </a:pPr>
            <a:r>
              <a:rPr lang="en-US" dirty="0"/>
              <a:t>Recipient replies with an </a:t>
            </a:r>
            <a:r>
              <a:rPr lang="en-US" dirty="0">
                <a:solidFill>
                  <a:srgbClr val="C00000"/>
                </a:solidFill>
              </a:rPr>
              <a:t>ack</a:t>
            </a:r>
            <a:endParaRPr lang="en-US" sz="2800" dirty="0">
              <a:solidFill>
                <a:srgbClr val="C00000"/>
              </a:solidFill>
            </a:endParaRPr>
          </a:p>
          <a:p>
            <a:pPr>
              <a:spcBef>
                <a:spcPts val="600"/>
              </a:spcBef>
              <a:spcAft>
                <a:spcPts val="600"/>
              </a:spcAft>
            </a:pPr>
            <a:r>
              <a:rPr lang="en-US" dirty="0"/>
              <a:t>If two nodes send simultaneously, collision corrupts the packets.</a:t>
            </a:r>
          </a:p>
          <a:p>
            <a:pPr lvl="1">
              <a:spcBef>
                <a:spcPts val="600"/>
              </a:spcBef>
              <a:spcAft>
                <a:spcPts val="600"/>
              </a:spcAft>
            </a:pPr>
            <a:r>
              <a:rPr lang="en-US" dirty="0">
                <a:solidFill>
                  <a:srgbClr val="C00000"/>
                </a:solidFill>
              </a:rPr>
              <a:t>No ack!</a:t>
            </a:r>
          </a:p>
          <a:p>
            <a:pPr>
              <a:spcBef>
                <a:spcPts val="600"/>
              </a:spcBef>
              <a:spcAft>
                <a:spcPts val="600"/>
              </a:spcAft>
            </a:pPr>
            <a:r>
              <a:rPr lang="en-US" dirty="0"/>
              <a:t>If you don't get an ack: Wait some random amount of time, then resend.</a:t>
            </a:r>
          </a:p>
          <a:p>
            <a:pPr lvl="1">
              <a:spcBef>
                <a:spcPts val="600"/>
              </a:spcBef>
              <a:spcAft>
                <a:spcPts val="600"/>
              </a:spcAft>
            </a:pPr>
            <a:r>
              <a:rPr lang="en-US" dirty="0"/>
              <a:t>Randomness helps avoid another collision.</a:t>
            </a:r>
          </a:p>
        </p:txBody>
      </p:sp>
    </p:spTree>
    <p:extLst>
      <p:ext uri="{BB962C8B-B14F-4D97-AF65-F5344CB8AC3E}">
        <p14:creationId xmlns:p14="http://schemas.microsoft.com/office/powerpoint/2010/main" val="36249447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6CFEE-3391-0319-39D6-E5AFD5A72F96}"/>
            </a:ext>
          </a:extLst>
        </p:cNvPr>
        <p:cNvGrpSpPr/>
        <p:nvPr/>
      </p:nvGrpSpPr>
      <p:grpSpPr>
        <a:xfrm>
          <a:off x="0" y="0"/>
          <a:ext cx="0" cy="0"/>
          <a:chOff x="0" y="0"/>
          <a:chExt cx="0" cy="0"/>
        </a:xfrm>
      </p:grpSpPr>
      <p:sp>
        <p:nvSpPr>
          <p:cNvPr id="2" name="Title 5">
            <a:extLst>
              <a:ext uri="{FF2B5EF4-FFF2-40B4-BE49-F238E27FC236}">
                <a16:creationId xmlns:a16="http://schemas.microsoft.com/office/drawing/2014/main" id="{81754BEF-6065-8D9A-0505-7B1C84C08BBB}"/>
              </a:ext>
            </a:extLst>
          </p:cNvPr>
          <p:cNvSpPr txBox="1">
            <a:spLocks/>
          </p:cNvSpPr>
          <p:nvPr/>
        </p:nvSpPr>
        <p:spPr>
          <a:xfrm>
            <a:off x="271429" y="190760"/>
            <a:ext cx="11649142" cy="7368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t>Multiple Access Protocols (3/3) – Random Access</a:t>
            </a:r>
            <a:endParaRPr lang="en-US" dirty="0"/>
          </a:p>
        </p:txBody>
      </p:sp>
      <p:sp>
        <p:nvSpPr>
          <p:cNvPr id="3" name="Google Shape;572;p38">
            <a:extLst>
              <a:ext uri="{FF2B5EF4-FFF2-40B4-BE49-F238E27FC236}">
                <a16:creationId xmlns:a16="http://schemas.microsoft.com/office/drawing/2014/main" id="{2C1941B3-F763-A66F-186D-08D0EA4A6976}"/>
              </a:ext>
            </a:extLst>
          </p:cNvPr>
          <p:cNvSpPr txBox="1">
            <a:spLocks/>
          </p:cNvSpPr>
          <p:nvPr/>
        </p:nvSpPr>
        <p:spPr>
          <a:xfrm>
            <a:off x="59277" y="1173783"/>
            <a:ext cx="7747469" cy="2507683"/>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spcAft>
                <a:spcPts val="600"/>
              </a:spcAft>
              <a:buFont typeface="Arial" panose="020B0604020202020204" pitchFamily="34" charset="0"/>
              <a:buNone/>
            </a:pPr>
            <a:r>
              <a:rPr lang="en-US" sz="2400" b="1" dirty="0"/>
              <a:t>CSMA (Carrier Sense Multiple Access): </a:t>
            </a:r>
            <a:r>
              <a:rPr lang="en-US" sz="2400" dirty="0"/>
              <a:t>"polite" version</a:t>
            </a:r>
          </a:p>
          <a:p>
            <a:pPr>
              <a:spcBef>
                <a:spcPts val="600"/>
              </a:spcBef>
              <a:spcAft>
                <a:spcPts val="600"/>
              </a:spcAft>
            </a:pPr>
            <a:r>
              <a:rPr lang="en-US" sz="2400" dirty="0"/>
              <a:t>Listen before transmit:</a:t>
            </a:r>
          </a:p>
          <a:p>
            <a:pPr lvl="1">
              <a:spcBef>
                <a:spcPts val="600"/>
              </a:spcBef>
              <a:spcAft>
                <a:spcPts val="600"/>
              </a:spcAft>
            </a:pPr>
            <a:r>
              <a:rPr lang="en-US" dirty="0"/>
              <a:t>If channel sensed idle: transmit entire frame</a:t>
            </a:r>
          </a:p>
          <a:p>
            <a:pPr lvl="1">
              <a:spcBef>
                <a:spcPts val="600"/>
              </a:spcBef>
              <a:spcAft>
                <a:spcPts val="600"/>
              </a:spcAft>
            </a:pPr>
            <a:r>
              <a:rPr lang="en-US" dirty="0"/>
              <a:t>If channel sensed busy: defer transmission </a:t>
            </a:r>
          </a:p>
          <a:p>
            <a:pPr>
              <a:spcBef>
                <a:spcPts val="600"/>
              </a:spcBef>
              <a:spcAft>
                <a:spcPts val="600"/>
              </a:spcAft>
            </a:pPr>
            <a:r>
              <a:rPr lang="en-US" sz="2400" dirty="0"/>
              <a:t>Human analogy: don’t interrupt others!</a:t>
            </a:r>
          </a:p>
        </p:txBody>
      </p:sp>
      <p:sp>
        <p:nvSpPr>
          <p:cNvPr id="4" name="Rectangle 9">
            <a:extLst>
              <a:ext uri="{FF2B5EF4-FFF2-40B4-BE49-F238E27FC236}">
                <a16:creationId xmlns:a16="http://schemas.microsoft.com/office/drawing/2014/main" id="{68EE61A2-4D73-6380-1F41-95C04D08EA86}"/>
              </a:ext>
            </a:extLst>
          </p:cNvPr>
          <p:cNvSpPr txBox="1">
            <a:spLocks noChangeArrowheads="1"/>
          </p:cNvSpPr>
          <p:nvPr/>
        </p:nvSpPr>
        <p:spPr>
          <a:xfrm>
            <a:off x="55411" y="4014841"/>
            <a:ext cx="7651143" cy="2769083"/>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marR="0" lvl="0" indent="0" algn="l" defTabSz="914400" rtl="0" eaLnBrk="1" fontAlgn="auto" latinLnBrk="0" hangingPunct="1">
              <a:lnSpc>
                <a:spcPct val="90000"/>
              </a:lnSpc>
              <a:spcBef>
                <a:spcPts val="1000"/>
              </a:spcBef>
              <a:spcAft>
                <a:spcPts val="0"/>
              </a:spcAft>
              <a:buClr>
                <a:srgbClr val="0000A3"/>
              </a:buClr>
              <a:buSzTx/>
              <a:buNone/>
              <a:tabLst/>
              <a:defRPr/>
            </a:pPr>
            <a:r>
              <a:rPr lang="en-US" dirty="0">
                <a:latin typeface="Calibri" panose="020F0502020204030204"/>
              </a:rPr>
              <a:t>Collision</a:t>
            </a:r>
            <a:r>
              <a:rPr kumimoji="0" lang="en-US" sz="2800" b="0" i="0" u="none" strike="noStrike" kern="1200" cap="none" spc="0" normalizeH="0" baseline="0" noProof="0" dirty="0">
                <a:ln>
                  <a:noFill/>
                </a:ln>
                <a:effectLst/>
                <a:uLnTx/>
                <a:uFillTx/>
                <a:latin typeface="Calibri" panose="020F0502020204030204"/>
                <a:ea typeface="+mn-ea"/>
                <a:cs typeface="+mn-cs"/>
              </a:rPr>
              <a:t> </a:t>
            </a:r>
            <a:r>
              <a:rPr kumimoji="0" lang="en-US" sz="2800" b="0" u="none" strike="noStrike" kern="1200" cap="none" spc="0" normalizeH="0" baseline="0" noProof="0" dirty="0">
                <a:ln>
                  <a:noFill/>
                </a:ln>
                <a:effectLst/>
                <a:uLnTx/>
                <a:uFillTx/>
                <a:latin typeface="Calibri" panose="020F0502020204030204"/>
                <a:ea typeface="+mn-ea"/>
                <a:cs typeface="+mn-cs"/>
              </a:rPr>
              <a:t>can</a:t>
            </a:r>
            <a:r>
              <a:rPr kumimoji="0" lang="en-US" sz="2800" b="0" i="0" u="none" strike="noStrike" kern="1200" cap="none" spc="0" normalizeH="0" baseline="0" noProof="0" dirty="0">
                <a:ln>
                  <a:noFill/>
                </a:ln>
                <a:effectLst/>
                <a:uLnTx/>
                <a:uFillTx/>
                <a:latin typeface="Calibri" panose="020F0502020204030204"/>
                <a:ea typeface="+mn-ea"/>
                <a:cs typeface="+mn-cs"/>
              </a:rPr>
              <a:t> </a:t>
            </a:r>
            <a:r>
              <a:rPr kumimoji="0" lang="en-US" sz="2800" b="0" i="1" u="none" strike="noStrike" kern="1200" cap="none" spc="0" normalizeH="0" baseline="0" noProof="0" dirty="0">
                <a:ln>
                  <a:noFill/>
                </a:ln>
                <a:effectLst/>
                <a:uLnTx/>
                <a:uFillTx/>
                <a:latin typeface="Calibri" panose="020F0502020204030204"/>
                <a:ea typeface="+mn-ea"/>
                <a:cs typeface="+mn-cs"/>
              </a:rPr>
              <a:t>still</a:t>
            </a:r>
            <a:r>
              <a:rPr kumimoji="0" lang="en-US" sz="2800" b="0" i="0" u="none" strike="noStrike" kern="1200" cap="none" spc="0" normalizeH="0" baseline="0" noProof="0" dirty="0">
                <a:ln>
                  <a:noFill/>
                </a:ln>
                <a:effectLst/>
                <a:uLnTx/>
                <a:uFillTx/>
                <a:latin typeface="Calibri" panose="020F0502020204030204"/>
                <a:ea typeface="+mn-ea"/>
                <a:cs typeface="+mn-cs"/>
              </a:rPr>
              <a:t> occur with carrier sensing: </a:t>
            </a:r>
          </a:p>
          <a:p>
            <a:pPr marL="577850" indent="-457200">
              <a:spcBef>
                <a:spcPts val="500"/>
              </a:spcBef>
              <a:spcAft>
                <a:spcPts val="600"/>
              </a:spcAft>
              <a:buClrTx/>
              <a:buFont typeface="Arial" panose="020B0604020202020204" pitchFamily="34" charset="0"/>
              <a:buChar char="•"/>
              <a:defRPr/>
            </a:pPr>
            <a:r>
              <a:rPr kumimoji="0" lang="en-US" b="0" i="0" u="none" strike="noStrike" kern="1200" cap="none" spc="0" normalizeH="0" baseline="0" noProof="0" dirty="0">
                <a:ln>
                  <a:noFill/>
                </a:ln>
                <a:solidFill>
                  <a:srgbClr val="C00000"/>
                </a:solidFill>
                <a:effectLst/>
                <a:uLnTx/>
                <a:uFillTx/>
                <a:latin typeface="Calibri" panose="020F0502020204030204"/>
                <a:ea typeface="+mn-ea"/>
                <a:cs typeface="+mn-cs"/>
              </a:rPr>
              <a:t>Propagation delay </a:t>
            </a:r>
            <a:r>
              <a:rPr kumimoji="0" lang="en-US" b="0" i="0" u="none" strike="noStrike" kern="1200" cap="none" spc="0" normalizeH="0" baseline="0" noProof="0" dirty="0">
                <a:ln>
                  <a:noFill/>
                </a:ln>
                <a:effectLst/>
                <a:uLnTx/>
                <a:uFillTx/>
                <a:latin typeface="Calibri" panose="020F0502020204030204"/>
                <a:ea typeface="+mn-ea"/>
                <a:cs typeface="+mn-cs"/>
              </a:rPr>
              <a:t>means  two nodes may not hear each other</a:t>
            </a:r>
            <a:r>
              <a:rPr kumimoji="0" lang="en-US" altLang="ja-JP" b="0" i="0" u="none" strike="noStrike" kern="1200" cap="none" spc="0" normalizeH="0" baseline="0" noProof="0" dirty="0">
                <a:ln>
                  <a:noFill/>
                </a:ln>
                <a:effectLst/>
                <a:uLnTx/>
                <a:uFillTx/>
                <a:latin typeface="Calibri" panose="020F0502020204030204"/>
                <a:ea typeface="游ゴシック" panose="020B0400000000000000" pitchFamily="34" charset="-128"/>
                <a:cs typeface="+mn-cs"/>
              </a:rPr>
              <a:t>’</a:t>
            </a:r>
            <a:r>
              <a:rPr kumimoji="0" lang="en-US" b="0" i="0" u="none" strike="noStrike" kern="1200" cap="none" spc="0" normalizeH="0" baseline="0" noProof="0" dirty="0">
                <a:ln>
                  <a:noFill/>
                </a:ln>
                <a:effectLst/>
                <a:uLnTx/>
                <a:uFillTx/>
                <a:latin typeface="Calibri" panose="020F0502020204030204"/>
                <a:ea typeface="+mn-ea"/>
                <a:cs typeface="+mn-cs"/>
              </a:rPr>
              <a:t>s just-started transmission</a:t>
            </a:r>
          </a:p>
          <a:p>
            <a:pPr marR="0" lvl="0" algn="l" defTabSz="914400" rtl="0" eaLnBrk="1" fontAlgn="auto" latinLnBrk="0" hangingPunct="1">
              <a:lnSpc>
                <a:spcPct val="90000"/>
              </a:lnSpc>
              <a:spcBef>
                <a:spcPts val="1000"/>
              </a:spcBef>
              <a:spcAft>
                <a:spcPts val="600"/>
              </a:spcAft>
              <a:buClrTx/>
              <a:buSzTx/>
              <a:buFont typeface="Arial" panose="020B0604020202020204" pitchFamily="34" charset="0"/>
              <a:buChar char="•"/>
              <a:tabLst/>
              <a:defRPr/>
            </a:pPr>
            <a:r>
              <a:rPr kumimoji="0" lang="en-US" sz="2800" b="0" i="0" u="none" strike="noStrike" kern="1200" cap="none" spc="0" normalizeH="0" baseline="0" noProof="0" dirty="0">
                <a:ln>
                  <a:noFill/>
                </a:ln>
                <a:effectLst/>
                <a:uLnTx/>
                <a:uFillTx/>
                <a:latin typeface="Calibri" panose="020F0502020204030204"/>
                <a:ea typeface="+mn-ea"/>
                <a:cs typeface="+mn-cs"/>
              </a:rPr>
              <a:t>Collision: entire packet transmission time wasted</a:t>
            </a:r>
          </a:p>
          <a:p>
            <a:pPr marR="0" lvl="1" algn="l" defTabSz="914400" rtl="0" eaLnBrk="1" fontAlgn="auto" latinLnBrk="0" hangingPunct="1">
              <a:lnSpc>
                <a:spcPct val="90000"/>
              </a:lnSpc>
              <a:spcBef>
                <a:spcPts val="500"/>
              </a:spcBef>
              <a:spcAft>
                <a:spcPts val="600"/>
              </a:spcAft>
              <a:buClrTx/>
              <a:buSzTx/>
              <a:tabLst/>
              <a:defRPr/>
            </a:pPr>
            <a:r>
              <a:rPr kumimoji="0" lang="en-US" sz="2400" b="0" i="0" u="none" strike="noStrike" kern="1200" cap="none" spc="0" normalizeH="0" baseline="0" noProof="0" dirty="0">
                <a:ln>
                  <a:noFill/>
                </a:ln>
                <a:effectLst/>
                <a:uLnTx/>
                <a:uFillTx/>
                <a:latin typeface="Calibri" panose="020F0502020204030204"/>
                <a:ea typeface="+mn-ea"/>
                <a:cs typeface="+mn-cs"/>
              </a:rPr>
              <a:t>Distance &amp; propagation delay play role in in determining collision probability</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endParaRPr kumimoji="0" lang="en-US" sz="2000" b="0" i="0" u="none" strike="noStrike" kern="1200" cap="none" spc="0" normalizeH="0" baseline="0" noProof="0" dirty="0">
              <a:ln>
                <a:noFill/>
              </a:ln>
              <a:solidFill>
                <a:prstClr val="black"/>
              </a:solidFill>
              <a:effectLst/>
              <a:uLnTx/>
              <a:uFillTx/>
              <a:latin typeface="Gill Sans MT" charset="0"/>
              <a:ea typeface="+mn-ea"/>
              <a:cs typeface="+mn-cs"/>
            </a:endParaRPr>
          </a:p>
        </p:txBody>
      </p:sp>
      <p:pic>
        <p:nvPicPr>
          <p:cNvPr id="27" name="Picture 3" descr="5">
            <a:extLst>
              <a:ext uri="{FF2B5EF4-FFF2-40B4-BE49-F238E27FC236}">
                <a16:creationId xmlns:a16="http://schemas.microsoft.com/office/drawing/2014/main" id="{C6E855C0-643C-5DE4-D130-B5F02E147D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9709" y="1365802"/>
            <a:ext cx="4287837" cy="50498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8" name="Rectangle 6">
            <a:extLst>
              <a:ext uri="{FF2B5EF4-FFF2-40B4-BE49-F238E27FC236}">
                <a16:creationId xmlns:a16="http://schemas.microsoft.com/office/drawing/2014/main" id="{BBA4C4F1-0C6D-4A9C-C9D4-8AECFD659822}"/>
              </a:ext>
            </a:extLst>
          </p:cNvPr>
          <p:cNvSpPr>
            <a:spLocks noChangeArrowheads="1"/>
          </p:cNvSpPr>
          <p:nvPr/>
        </p:nvSpPr>
        <p:spPr bwMode="auto">
          <a:xfrm>
            <a:off x="8637621" y="927652"/>
            <a:ext cx="2568575" cy="3365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charset="0"/>
                <a:ea typeface="ＭＳ Ｐゴシック" charset="0"/>
                <a:cs typeface="+mn-cs"/>
              </a:rPr>
              <a:t>spatial layout of nodes </a:t>
            </a:r>
            <a:endPar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29" name="Rectangle 87">
            <a:extLst>
              <a:ext uri="{FF2B5EF4-FFF2-40B4-BE49-F238E27FC236}">
                <a16:creationId xmlns:a16="http://schemas.microsoft.com/office/drawing/2014/main" id="{6EC795DA-A743-A3D8-52E8-CBFC3B56153A}"/>
              </a:ext>
            </a:extLst>
          </p:cNvPr>
          <p:cNvSpPr>
            <a:spLocks noChangeArrowheads="1"/>
          </p:cNvSpPr>
          <p:nvPr/>
        </p:nvSpPr>
        <p:spPr bwMode="auto">
          <a:xfrm>
            <a:off x="7943884" y="2596114"/>
            <a:ext cx="3736975" cy="257175"/>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0" name="Rectangle 88">
            <a:extLst>
              <a:ext uri="{FF2B5EF4-FFF2-40B4-BE49-F238E27FC236}">
                <a16:creationId xmlns:a16="http://schemas.microsoft.com/office/drawing/2014/main" id="{BD9EF14C-E38F-B82B-A1DA-96B73AC0B823}"/>
              </a:ext>
            </a:extLst>
          </p:cNvPr>
          <p:cNvSpPr>
            <a:spLocks noChangeArrowheads="1"/>
          </p:cNvSpPr>
          <p:nvPr/>
        </p:nvSpPr>
        <p:spPr bwMode="auto">
          <a:xfrm>
            <a:off x="7951821" y="2853289"/>
            <a:ext cx="3725863" cy="257175"/>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1" name="Rectangle 90">
            <a:extLst>
              <a:ext uri="{FF2B5EF4-FFF2-40B4-BE49-F238E27FC236}">
                <a16:creationId xmlns:a16="http://schemas.microsoft.com/office/drawing/2014/main" id="{5D9B3CC3-303D-F4CD-B9EE-938FF5C7950A}"/>
              </a:ext>
            </a:extLst>
          </p:cNvPr>
          <p:cNvSpPr>
            <a:spLocks noChangeArrowheads="1"/>
          </p:cNvSpPr>
          <p:nvPr/>
        </p:nvSpPr>
        <p:spPr bwMode="auto">
          <a:xfrm>
            <a:off x="7913721" y="3105702"/>
            <a:ext cx="3763963" cy="1624012"/>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2" name="Rectangle 91">
            <a:extLst>
              <a:ext uri="{FF2B5EF4-FFF2-40B4-BE49-F238E27FC236}">
                <a16:creationId xmlns:a16="http://schemas.microsoft.com/office/drawing/2014/main" id="{8EB36BAA-917A-1D32-2F0A-EDC54990C3AE}"/>
              </a:ext>
            </a:extLst>
          </p:cNvPr>
          <p:cNvSpPr>
            <a:spLocks noChangeArrowheads="1"/>
          </p:cNvSpPr>
          <p:nvPr/>
        </p:nvSpPr>
        <p:spPr bwMode="auto">
          <a:xfrm>
            <a:off x="7886734" y="4713839"/>
            <a:ext cx="3789362" cy="2035175"/>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3" name="Rectangle 92">
            <a:extLst>
              <a:ext uri="{FF2B5EF4-FFF2-40B4-BE49-F238E27FC236}">
                <a16:creationId xmlns:a16="http://schemas.microsoft.com/office/drawing/2014/main" id="{FEBCB2ED-C243-9E03-0E57-EE7ABAF20B09}"/>
              </a:ext>
            </a:extLst>
          </p:cNvPr>
          <p:cNvSpPr>
            <a:spLocks noChangeArrowheads="1"/>
          </p:cNvSpPr>
          <p:nvPr/>
        </p:nvSpPr>
        <p:spPr bwMode="auto">
          <a:xfrm>
            <a:off x="7880384" y="1297539"/>
            <a:ext cx="4040187" cy="1301750"/>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nvGrpSpPr>
          <p:cNvPr id="34" name="Group 98">
            <a:extLst>
              <a:ext uri="{FF2B5EF4-FFF2-40B4-BE49-F238E27FC236}">
                <a16:creationId xmlns:a16="http://schemas.microsoft.com/office/drawing/2014/main" id="{E33E9148-BCAE-04E6-7C08-1F462D852F3C}"/>
              </a:ext>
            </a:extLst>
          </p:cNvPr>
          <p:cNvGrpSpPr>
            <a:grpSpLocks/>
          </p:cNvGrpSpPr>
          <p:nvPr/>
        </p:nvGrpSpPr>
        <p:grpSpPr bwMode="auto">
          <a:xfrm>
            <a:off x="8064534" y="1295952"/>
            <a:ext cx="3513137" cy="628650"/>
            <a:chOff x="3117" y="180"/>
            <a:chExt cx="2213" cy="396"/>
          </a:xfrm>
        </p:grpSpPr>
        <p:grpSp>
          <p:nvGrpSpPr>
            <p:cNvPr id="35" name="Group 67">
              <a:extLst>
                <a:ext uri="{FF2B5EF4-FFF2-40B4-BE49-F238E27FC236}">
                  <a16:creationId xmlns:a16="http://schemas.microsoft.com/office/drawing/2014/main" id="{F5A0CBCB-B8EF-F390-D5DF-104016223CB9}"/>
                </a:ext>
              </a:extLst>
            </p:cNvPr>
            <p:cNvGrpSpPr>
              <a:grpSpLocks/>
            </p:cNvGrpSpPr>
            <p:nvPr/>
          </p:nvGrpSpPr>
          <p:grpSpPr bwMode="auto">
            <a:xfrm flipH="1">
              <a:off x="3117" y="245"/>
              <a:ext cx="316" cy="323"/>
              <a:chOff x="2839" y="3501"/>
              <a:chExt cx="755" cy="803"/>
            </a:xfrm>
          </p:grpSpPr>
          <p:pic>
            <p:nvPicPr>
              <p:cNvPr id="50" name="Picture 68" descr="desktop_computer_stylized_medium">
                <a:extLst>
                  <a:ext uri="{FF2B5EF4-FFF2-40B4-BE49-F238E27FC236}">
                    <a16:creationId xmlns:a16="http://schemas.microsoft.com/office/drawing/2014/main" id="{C9100C98-08C1-A7A4-B007-F422EAAE87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1" name="Freeform 69">
                <a:extLst>
                  <a:ext uri="{FF2B5EF4-FFF2-40B4-BE49-F238E27FC236}">
                    <a16:creationId xmlns:a16="http://schemas.microsoft.com/office/drawing/2014/main" id="{73144F88-B009-1DB7-5851-8FCE4A95FCBA}"/>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grpSp>
          <p:nvGrpSpPr>
            <p:cNvPr id="36" name="Group 70">
              <a:extLst>
                <a:ext uri="{FF2B5EF4-FFF2-40B4-BE49-F238E27FC236}">
                  <a16:creationId xmlns:a16="http://schemas.microsoft.com/office/drawing/2014/main" id="{CBCB8FA6-5BA9-4DF9-F20C-0D01C49985C0}"/>
                </a:ext>
              </a:extLst>
            </p:cNvPr>
            <p:cNvGrpSpPr>
              <a:grpSpLocks/>
            </p:cNvGrpSpPr>
            <p:nvPr/>
          </p:nvGrpSpPr>
          <p:grpSpPr bwMode="auto">
            <a:xfrm flipH="1">
              <a:off x="3747" y="253"/>
              <a:ext cx="316" cy="323"/>
              <a:chOff x="2839" y="3501"/>
              <a:chExt cx="755" cy="803"/>
            </a:xfrm>
          </p:grpSpPr>
          <p:pic>
            <p:nvPicPr>
              <p:cNvPr id="48" name="Picture 71" descr="desktop_computer_stylized_medium">
                <a:extLst>
                  <a:ext uri="{FF2B5EF4-FFF2-40B4-BE49-F238E27FC236}">
                    <a16:creationId xmlns:a16="http://schemas.microsoft.com/office/drawing/2014/main" id="{101A8FA6-BF48-64B2-F5D3-5F0C4A202E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9" name="Freeform 72">
                <a:extLst>
                  <a:ext uri="{FF2B5EF4-FFF2-40B4-BE49-F238E27FC236}">
                    <a16:creationId xmlns:a16="http://schemas.microsoft.com/office/drawing/2014/main" id="{AC50093A-7010-4C76-B0BE-3F34FE106088}"/>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grpSp>
          <p:nvGrpSpPr>
            <p:cNvPr id="37" name="Group 73">
              <a:extLst>
                <a:ext uri="{FF2B5EF4-FFF2-40B4-BE49-F238E27FC236}">
                  <a16:creationId xmlns:a16="http://schemas.microsoft.com/office/drawing/2014/main" id="{555938E0-4EA0-D91C-BC2A-B1FD9FA7E202}"/>
                </a:ext>
              </a:extLst>
            </p:cNvPr>
            <p:cNvGrpSpPr>
              <a:grpSpLocks/>
            </p:cNvGrpSpPr>
            <p:nvPr/>
          </p:nvGrpSpPr>
          <p:grpSpPr bwMode="auto">
            <a:xfrm flipH="1">
              <a:off x="4356" y="247"/>
              <a:ext cx="316" cy="323"/>
              <a:chOff x="2839" y="3501"/>
              <a:chExt cx="755" cy="803"/>
            </a:xfrm>
          </p:grpSpPr>
          <p:pic>
            <p:nvPicPr>
              <p:cNvPr id="46" name="Picture 74" descr="desktop_computer_stylized_medium">
                <a:extLst>
                  <a:ext uri="{FF2B5EF4-FFF2-40B4-BE49-F238E27FC236}">
                    <a16:creationId xmlns:a16="http://schemas.microsoft.com/office/drawing/2014/main" id="{F79C640A-3ED8-D4DD-4422-D2111589B8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7" name="Freeform 75">
                <a:extLst>
                  <a:ext uri="{FF2B5EF4-FFF2-40B4-BE49-F238E27FC236}">
                    <a16:creationId xmlns:a16="http://schemas.microsoft.com/office/drawing/2014/main" id="{255BFA22-934D-CD2C-5838-C99D55C58C9C}"/>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grpSp>
          <p:nvGrpSpPr>
            <p:cNvPr id="38" name="Group 76">
              <a:extLst>
                <a:ext uri="{FF2B5EF4-FFF2-40B4-BE49-F238E27FC236}">
                  <a16:creationId xmlns:a16="http://schemas.microsoft.com/office/drawing/2014/main" id="{B9DB9075-1ED9-0762-D05F-47017F6B712C}"/>
                </a:ext>
              </a:extLst>
            </p:cNvPr>
            <p:cNvGrpSpPr>
              <a:grpSpLocks/>
            </p:cNvGrpSpPr>
            <p:nvPr/>
          </p:nvGrpSpPr>
          <p:grpSpPr bwMode="auto">
            <a:xfrm flipH="1">
              <a:off x="5014" y="249"/>
              <a:ext cx="316" cy="323"/>
              <a:chOff x="2839" y="3501"/>
              <a:chExt cx="755" cy="803"/>
            </a:xfrm>
          </p:grpSpPr>
          <p:pic>
            <p:nvPicPr>
              <p:cNvPr id="44" name="Picture 77" descr="desktop_computer_stylized_medium">
                <a:extLst>
                  <a:ext uri="{FF2B5EF4-FFF2-40B4-BE49-F238E27FC236}">
                    <a16:creationId xmlns:a16="http://schemas.microsoft.com/office/drawing/2014/main" id="{D906A551-2E69-30E3-B8F1-BA19CA5F12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5" name="Freeform 78">
                <a:extLst>
                  <a:ext uri="{FF2B5EF4-FFF2-40B4-BE49-F238E27FC236}">
                    <a16:creationId xmlns:a16="http://schemas.microsoft.com/office/drawing/2014/main" id="{82A7625F-E89D-833F-2915-0545508806B0}"/>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sp>
          <p:nvSpPr>
            <p:cNvPr id="39" name="Line 93">
              <a:extLst>
                <a:ext uri="{FF2B5EF4-FFF2-40B4-BE49-F238E27FC236}">
                  <a16:creationId xmlns:a16="http://schemas.microsoft.com/office/drawing/2014/main" id="{A73D1636-79AC-09F5-FDA1-AA15A571D54D}"/>
                </a:ext>
              </a:extLst>
            </p:cNvPr>
            <p:cNvSpPr>
              <a:spLocks noChangeShapeType="1"/>
            </p:cNvSpPr>
            <p:nvPr/>
          </p:nvSpPr>
          <p:spPr bwMode="auto">
            <a:xfrm>
              <a:off x="3309" y="181"/>
              <a:ext cx="1989"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40" name="Line 94">
              <a:extLst>
                <a:ext uri="{FF2B5EF4-FFF2-40B4-BE49-F238E27FC236}">
                  <a16:creationId xmlns:a16="http://schemas.microsoft.com/office/drawing/2014/main" id="{78679B2D-5414-D70C-79F5-8FEBD266F52F}"/>
                </a:ext>
              </a:extLst>
            </p:cNvPr>
            <p:cNvSpPr>
              <a:spLocks noChangeShapeType="1"/>
            </p:cNvSpPr>
            <p:nvPr/>
          </p:nvSpPr>
          <p:spPr bwMode="auto">
            <a:xfrm>
              <a:off x="3309" y="180"/>
              <a:ext cx="0" cy="87"/>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41" name="Line 95">
              <a:extLst>
                <a:ext uri="{FF2B5EF4-FFF2-40B4-BE49-F238E27FC236}">
                  <a16:creationId xmlns:a16="http://schemas.microsoft.com/office/drawing/2014/main" id="{04A059F6-BCDE-359C-B5B5-83C15D0BA6FD}"/>
                </a:ext>
              </a:extLst>
            </p:cNvPr>
            <p:cNvSpPr>
              <a:spLocks noChangeShapeType="1"/>
            </p:cNvSpPr>
            <p:nvPr/>
          </p:nvSpPr>
          <p:spPr bwMode="auto">
            <a:xfrm>
              <a:off x="3975" y="183"/>
              <a:ext cx="0" cy="87"/>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42" name="Line 96">
              <a:extLst>
                <a:ext uri="{FF2B5EF4-FFF2-40B4-BE49-F238E27FC236}">
                  <a16:creationId xmlns:a16="http://schemas.microsoft.com/office/drawing/2014/main" id="{1A42A2F9-8CF7-57DF-1054-107967CA57CD}"/>
                </a:ext>
              </a:extLst>
            </p:cNvPr>
            <p:cNvSpPr>
              <a:spLocks noChangeShapeType="1"/>
            </p:cNvSpPr>
            <p:nvPr/>
          </p:nvSpPr>
          <p:spPr bwMode="auto">
            <a:xfrm>
              <a:off x="4578" y="183"/>
              <a:ext cx="0" cy="87"/>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43" name="Line 97">
              <a:extLst>
                <a:ext uri="{FF2B5EF4-FFF2-40B4-BE49-F238E27FC236}">
                  <a16:creationId xmlns:a16="http://schemas.microsoft.com/office/drawing/2014/main" id="{77033292-C30C-CDB4-C0CF-58276ACB0582}"/>
                </a:ext>
              </a:extLst>
            </p:cNvPr>
            <p:cNvSpPr>
              <a:spLocks noChangeShapeType="1"/>
            </p:cNvSpPr>
            <p:nvPr/>
          </p:nvSpPr>
          <p:spPr bwMode="auto">
            <a:xfrm>
              <a:off x="5289" y="180"/>
              <a:ext cx="0" cy="87"/>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spTree>
    <p:extLst>
      <p:ext uri="{BB962C8B-B14F-4D97-AF65-F5344CB8AC3E}">
        <p14:creationId xmlns:p14="http://schemas.microsoft.com/office/powerpoint/2010/main" val="204433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1" fill="hold" grpId="0" nodeType="clickEffect">
                                  <p:stCondLst>
                                    <p:cond delay="0"/>
                                  </p:stCondLst>
                                  <p:childTnLst>
                                    <p:animEffect transition="out" filter="wipe(up)">
                                      <p:cBhvr>
                                        <p:cTn id="6" dur="500"/>
                                        <p:tgtEl>
                                          <p:spTgt spid="29"/>
                                        </p:tgtEl>
                                      </p:cBhvr>
                                    </p:animEffect>
                                    <p:set>
                                      <p:cBhvr>
                                        <p:cTn id="7" dur="1" fill="hold">
                                          <p:stCondLst>
                                            <p:cond delay="499"/>
                                          </p:stCondLst>
                                        </p:cTn>
                                        <p:tgtEl>
                                          <p:spTgt spid="29"/>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1" fill="hold" grpId="0" nodeType="clickEffect">
                                  <p:stCondLst>
                                    <p:cond delay="0"/>
                                  </p:stCondLst>
                                  <p:childTnLst>
                                    <p:animEffect transition="out" filter="wipe(up)">
                                      <p:cBhvr>
                                        <p:cTn id="11" dur="500"/>
                                        <p:tgtEl>
                                          <p:spTgt spid="30"/>
                                        </p:tgtEl>
                                      </p:cBhvr>
                                    </p:animEffect>
                                    <p:set>
                                      <p:cBhvr>
                                        <p:cTn id="12" dur="1" fill="hold">
                                          <p:stCondLst>
                                            <p:cond delay="499"/>
                                          </p:stCondLst>
                                        </p:cTn>
                                        <p:tgtEl>
                                          <p:spTgt spid="30"/>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1" fill="hold" grpId="0" nodeType="clickEffect">
                                  <p:stCondLst>
                                    <p:cond delay="0"/>
                                  </p:stCondLst>
                                  <p:childTnLst>
                                    <p:animEffect transition="out" filter="wipe(up)">
                                      <p:cBhvr>
                                        <p:cTn id="16" dur="500"/>
                                        <p:tgtEl>
                                          <p:spTgt spid="31"/>
                                        </p:tgtEl>
                                      </p:cBhvr>
                                    </p:animEffect>
                                    <p:set>
                                      <p:cBhvr>
                                        <p:cTn id="17" dur="1" fill="hold">
                                          <p:stCondLst>
                                            <p:cond delay="499"/>
                                          </p:stCondLst>
                                        </p:cTn>
                                        <p:tgtEl>
                                          <p:spTgt spid="31"/>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1" fill="hold" grpId="0" nodeType="clickEffect">
                                  <p:stCondLst>
                                    <p:cond delay="0"/>
                                  </p:stCondLst>
                                  <p:childTnLst>
                                    <p:animEffect transition="out" filter="wipe(up)">
                                      <p:cBhvr>
                                        <p:cTn id="21" dur="500"/>
                                        <p:tgtEl>
                                          <p:spTgt spid="32"/>
                                        </p:tgtEl>
                                      </p:cBhvr>
                                    </p:animEffect>
                                    <p:set>
                                      <p:cBhvr>
                                        <p:cTn id="22" dur="1" fill="hold">
                                          <p:stCondLst>
                                            <p:cond delay="499"/>
                                          </p:stCondLst>
                                        </p:cTn>
                                        <p:tgtEl>
                                          <p:spTgt spid="3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B62E9-5BAA-8F17-BB02-1F1C939FE361}"/>
            </a:ext>
          </a:extLst>
        </p:cNvPr>
        <p:cNvGrpSpPr/>
        <p:nvPr/>
      </p:nvGrpSpPr>
      <p:grpSpPr>
        <a:xfrm>
          <a:off x="0" y="0"/>
          <a:ext cx="0" cy="0"/>
          <a:chOff x="0" y="0"/>
          <a:chExt cx="0" cy="0"/>
        </a:xfrm>
      </p:grpSpPr>
      <p:sp>
        <p:nvSpPr>
          <p:cNvPr id="2" name="Title 5">
            <a:extLst>
              <a:ext uri="{FF2B5EF4-FFF2-40B4-BE49-F238E27FC236}">
                <a16:creationId xmlns:a16="http://schemas.microsoft.com/office/drawing/2014/main" id="{419C4181-B029-D027-A39E-08836B993B8C}"/>
              </a:ext>
            </a:extLst>
          </p:cNvPr>
          <p:cNvSpPr txBox="1">
            <a:spLocks/>
          </p:cNvSpPr>
          <p:nvPr/>
        </p:nvSpPr>
        <p:spPr>
          <a:xfrm>
            <a:off x="271429" y="190760"/>
            <a:ext cx="11649142" cy="7368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t>Multiple Access Protocols (3/3) – Random Access</a:t>
            </a:r>
            <a:endParaRPr lang="en-US" dirty="0"/>
          </a:p>
        </p:txBody>
      </p:sp>
      <p:sp>
        <p:nvSpPr>
          <p:cNvPr id="3" name="Google Shape;572;p38">
            <a:extLst>
              <a:ext uri="{FF2B5EF4-FFF2-40B4-BE49-F238E27FC236}">
                <a16:creationId xmlns:a16="http://schemas.microsoft.com/office/drawing/2014/main" id="{A6576440-1422-DAD3-A847-A468826B07B6}"/>
              </a:ext>
            </a:extLst>
          </p:cNvPr>
          <p:cNvSpPr txBox="1">
            <a:spLocks/>
          </p:cNvSpPr>
          <p:nvPr/>
        </p:nvSpPr>
        <p:spPr>
          <a:xfrm>
            <a:off x="59277" y="1173783"/>
            <a:ext cx="7230557" cy="5684216"/>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spcAft>
                <a:spcPts val="600"/>
              </a:spcAft>
              <a:buFont typeface="Arial" panose="020B0604020202020204" pitchFamily="34" charset="0"/>
              <a:buNone/>
            </a:pPr>
            <a:r>
              <a:rPr lang="en-US" sz="2400" b="1" dirty="0"/>
              <a:t>CSMA/CD (Carrier Sense Multiple Access with Collision Detection):</a:t>
            </a:r>
          </a:p>
          <a:p>
            <a:pPr>
              <a:spcBef>
                <a:spcPts val="600"/>
              </a:spcBef>
              <a:spcAft>
                <a:spcPts val="600"/>
              </a:spcAft>
            </a:pPr>
            <a:r>
              <a:rPr lang="en-US" sz="2400" dirty="0"/>
              <a:t>Listen before sending, but also while you're sending</a:t>
            </a:r>
          </a:p>
          <a:p>
            <a:pPr>
              <a:spcBef>
                <a:spcPts val="600"/>
              </a:spcBef>
              <a:spcAft>
                <a:spcPts val="600"/>
              </a:spcAft>
            </a:pPr>
            <a:r>
              <a:rPr lang="en-US" sz="2400" dirty="0"/>
              <a:t>If you hear someone else sending, </a:t>
            </a:r>
            <a:r>
              <a:rPr lang="en-US" sz="2400" dirty="0">
                <a:solidFill>
                  <a:srgbClr val="C00000"/>
                </a:solidFill>
              </a:rPr>
              <a:t>stop</a:t>
            </a:r>
            <a:r>
              <a:rPr lang="en-US" sz="2400" dirty="0"/>
              <a:t>! Collision detected!</a:t>
            </a:r>
          </a:p>
          <a:p>
            <a:pPr marL="0" indent="0">
              <a:spcBef>
                <a:spcPts val="600"/>
              </a:spcBef>
              <a:spcAft>
                <a:spcPts val="600"/>
              </a:spcAft>
              <a:buNone/>
            </a:pPr>
            <a:endParaRPr lang="en-US" sz="1000" dirty="0"/>
          </a:p>
          <a:p>
            <a:pPr marL="0" indent="0">
              <a:spcBef>
                <a:spcPts val="600"/>
              </a:spcBef>
              <a:spcAft>
                <a:spcPts val="600"/>
              </a:spcAft>
              <a:buNone/>
            </a:pPr>
            <a:r>
              <a:rPr lang="en-US" sz="2400" dirty="0"/>
              <a:t>CSMA/CD uses binary exponential backoff:</a:t>
            </a:r>
          </a:p>
          <a:p>
            <a:pPr>
              <a:spcBef>
                <a:spcPts val="600"/>
              </a:spcBef>
              <a:spcAft>
                <a:spcPts val="600"/>
              </a:spcAft>
            </a:pPr>
            <a:r>
              <a:rPr lang="en-US" sz="2400" dirty="0"/>
              <a:t>After every collision, wait up to twice as long before resending.</a:t>
            </a:r>
          </a:p>
          <a:p>
            <a:pPr lvl="1">
              <a:spcBef>
                <a:spcPts val="600"/>
              </a:spcBef>
              <a:spcAft>
                <a:spcPts val="600"/>
              </a:spcAft>
            </a:pPr>
            <a:r>
              <a:rPr lang="en-US" sz="2000" dirty="0"/>
              <a:t>After first collision: Wait between 0–4 seconds.</a:t>
            </a:r>
          </a:p>
          <a:p>
            <a:pPr lvl="1">
              <a:spcBef>
                <a:spcPts val="600"/>
              </a:spcBef>
              <a:spcAft>
                <a:spcPts val="600"/>
              </a:spcAft>
            </a:pPr>
            <a:r>
              <a:rPr lang="en-US" sz="2000" dirty="0"/>
              <a:t>If resend collides again: Wait between 0–8 seconds.</a:t>
            </a:r>
          </a:p>
          <a:p>
            <a:pPr>
              <a:spcBef>
                <a:spcPts val="600"/>
              </a:spcBef>
              <a:spcAft>
                <a:spcPts val="600"/>
              </a:spcAft>
            </a:pPr>
            <a:r>
              <a:rPr lang="en-US" sz="2400" dirty="0"/>
              <a:t>Resends fast when possible, slowing down when necessary (e.g. many senders)</a:t>
            </a:r>
          </a:p>
        </p:txBody>
      </p:sp>
      <p:pic>
        <p:nvPicPr>
          <p:cNvPr id="5" name="Picture 3" descr="5">
            <a:extLst>
              <a:ext uri="{FF2B5EF4-FFF2-40B4-BE49-F238E27FC236}">
                <a16:creationId xmlns:a16="http://schemas.microsoft.com/office/drawing/2014/main" id="{51C754D9-58EA-4841-4027-9017C4260F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89834" y="1013377"/>
            <a:ext cx="4433887" cy="38703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 name="Rectangle 29">
            <a:extLst>
              <a:ext uri="{FF2B5EF4-FFF2-40B4-BE49-F238E27FC236}">
                <a16:creationId xmlns:a16="http://schemas.microsoft.com/office/drawing/2014/main" id="{99F90424-E652-5D3B-6155-8E2DFD978AF8}"/>
              </a:ext>
            </a:extLst>
          </p:cNvPr>
          <p:cNvSpPr>
            <a:spLocks noChangeArrowheads="1"/>
          </p:cNvSpPr>
          <p:nvPr/>
        </p:nvSpPr>
        <p:spPr bwMode="auto">
          <a:xfrm>
            <a:off x="7475571" y="927652"/>
            <a:ext cx="4135438" cy="1211262"/>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7" name="Rectangle 9">
            <a:extLst>
              <a:ext uri="{FF2B5EF4-FFF2-40B4-BE49-F238E27FC236}">
                <a16:creationId xmlns:a16="http://schemas.microsoft.com/office/drawing/2014/main" id="{07F810E9-2B6D-67E0-6484-BA1CCD5BF76F}"/>
              </a:ext>
            </a:extLst>
          </p:cNvPr>
          <p:cNvSpPr>
            <a:spLocks noChangeArrowheads="1"/>
          </p:cNvSpPr>
          <p:nvPr/>
        </p:nvSpPr>
        <p:spPr bwMode="auto">
          <a:xfrm>
            <a:off x="8212171" y="1076877"/>
            <a:ext cx="2568575" cy="3365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charset="0"/>
                <a:ea typeface="ＭＳ Ｐゴシック" charset="0"/>
                <a:cs typeface="+mn-cs"/>
              </a:rPr>
              <a:t>spatial layout of nodes </a:t>
            </a:r>
            <a:endPar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grpSp>
        <p:nvGrpSpPr>
          <p:cNvPr id="8" name="Group 30">
            <a:extLst>
              <a:ext uri="{FF2B5EF4-FFF2-40B4-BE49-F238E27FC236}">
                <a16:creationId xmlns:a16="http://schemas.microsoft.com/office/drawing/2014/main" id="{A209F1C4-0DF3-5F43-D45B-9D83E8B5AE57}"/>
              </a:ext>
            </a:extLst>
          </p:cNvPr>
          <p:cNvGrpSpPr>
            <a:grpSpLocks/>
          </p:cNvGrpSpPr>
          <p:nvPr/>
        </p:nvGrpSpPr>
        <p:grpSpPr bwMode="auto">
          <a:xfrm>
            <a:off x="7975634" y="1467402"/>
            <a:ext cx="3263900" cy="195262"/>
            <a:chOff x="4220" y="1231"/>
            <a:chExt cx="1989" cy="90"/>
          </a:xfrm>
        </p:grpSpPr>
        <p:sp>
          <p:nvSpPr>
            <p:cNvPr id="9" name="Line 23">
              <a:extLst>
                <a:ext uri="{FF2B5EF4-FFF2-40B4-BE49-F238E27FC236}">
                  <a16:creationId xmlns:a16="http://schemas.microsoft.com/office/drawing/2014/main" id="{A2406B81-8D5B-912D-9D60-071168326D0A}"/>
                </a:ext>
              </a:extLst>
            </p:cNvPr>
            <p:cNvSpPr>
              <a:spLocks noChangeShapeType="1"/>
            </p:cNvSpPr>
            <p:nvPr/>
          </p:nvSpPr>
          <p:spPr bwMode="auto">
            <a:xfrm>
              <a:off x="4220" y="1232"/>
              <a:ext cx="1989"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0" name="Line 24">
              <a:extLst>
                <a:ext uri="{FF2B5EF4-FFF2-40B4-BE49-F238E27FC236}">
                  <a16:creationId xmlns:a16="http://schemas.microsoft.com/office/drawing/2014/main" id="{54BAC4F8-489F-91C9-DEC2-2AB0AC6311E9}"/>
                </a:ext>
              </a:extLst>
            </p:cNvPr>
            <p:cNvSpPr>
              <a:spLocks noChangeShapeType="1"/>
            </p:cNvSpPr>
            <p:nvPr/>
          </p:nvSpPr>
          <p:spPr bwMode="auto">
            <a:xfrm>
              <a:off x="4220" y="1231"/>
              <a:ext cx="0" cy="87"/>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1" name="Line 25">
              <a:extLst>
                <a:ext uri="{FF2B5EF4-FFF2-40B4-BE49-F238E27FC236}">
                  <a16:creationId xmlns:a16="http://schemas.microsoft.com/office/drawing/2014/main" id="{824CDF38-107D-78F6-A142-A4E9C736FEED}"/>
                </a:ext>
              </a:extLst>
            </p:cNvPr>
            <p:cNvSpPr>
              <a:spLocks noChangeShapeType="1"/>
            </p:cNvSpPr>
            <p:nvPr/>
          </p:nvSpPr>
          <p:spPr bwMode="auto">
            <a:xfrm>
              <a:off x="4886" y="1234"/>
              <a:ext cx="0" cy="87"/>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2" name="Line 26">
              <a:extLst>
                <a:ext uri="{FF2B5EF4-FFF2-40B4-BE49-F238E27FC236}">
                  <a16:creationId xmlns:a16="http://schemas.microsoft.com/office/drawing/2014/main" id="{0128D027-CCBB-3815-BA5E-A94E26D02837}"/>
                </a:ext>
              </a:extLst>
            </p:cNvPr>
            <p:cNvSpPr>
              <a:spLocks noChangeShapeType="1"/>
            </p:cNvSpPr>
            <p:nvPr/>
          </p:nvSpPr>
          <p:spPr bwMode="auto">
            <a:xfrm>
              <a:off x="5489" y="1234"/>
              <a:ext cx="0" cy="87"/>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3" name="Line 27">
              <a:extLst>
                <a:ext uri="{FF2B5EF4-FFF2-40B4-BE49-F238E27FC236}">
                  <a16:creationId xmlns:a16="http://schemas.microsoft.com/office/drawing/2014/main" id="{4518028C-A7E6-40E4-86DF-6FC285741B59}"/>
                </a:ext>
              </a:extLst>
            </p:cNvPr>
            <p:cNvSpPr>
              <a:spLocks noChangeShapeType="1"/>
            </p:cNvSpPr>
            <p:nvPr/>
          </p:nvSpPr>
          <p:spPr bwMode="auto">
            <a:xfrm>
              <a:off x="6200" y="1231"/>
              <a:ext cx="0" cy="87"/>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grpSp>
        <p:nvGrpSpPr>
          <p:cNvPr id="14" name="Group 11">
            <a:extLst>
              <a:ext uri="{FF2B5EF4-FFF2-40B4-BE49-F238E27FC236}">
                <a16:creationId xmlns:a16="http://schemas.microsoft.com/office/drawing/2014/main" id="{E6323D6B-C870-D314-B467-72855B76644C}"/>
              </a:ext>
            </a:extLst>
          </p:cNvPr>
          <p:cNvGrpSpPr>
            <a:grpSpLocks/>
          </p:cNvGrpSpPr>
          <p:nvPr/>
        </p:nvGrpSpPr>
        <p:grpSpPr bwMode="auto">
          <a:xfrm flipH="1">
            <a:off x="7621621" y="1600752"/>
            <a:ext cx="501650" cy="512762"/>
            <a:chOff x="2839" y="3501"/>
            <a:chExt cx="755" cy="803"/>
          </a:xfrm>
        </p:grpSpPr>
        <p:pic>
          <p:nvPicPr>
            <p:cNvPr id="15" name="Picture 12" descr="desktop_computer_stylized_medium">
              <a:extLst>
                <a:ext uri="{FF2B5EF4-FFF2-40B4-BE49-F238E27FC236}">
                  <a16:creationId xmlns:a16="http://schemas.microsoft.com/office/drawing/2014/main" id="{EEB32625-C359-AA7B-B302-63FA7603DC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6" name="Freeform 13">
              <a:extLst>
                <a:ext uri="{FF2B5EF4-FFF2-40B4-BE49-F238E27FC236}">
                  <a16:creationId xmlns:a16="http://schemas.microsoft.com/office/drawing/2014/main" id="{4B6E42EF-E1F9-FEEE-365D-0535A408DF0F}"/>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grpSp>
        <p:nvGrpSpPr>
          <p:cNvPr id="17" name="Group 14">
            <a:extLst>
              <a:ext uri="{FF2B5EF4-FFF2-40B4-BE49-F238E27FC236}">
                <a16:creationId xmlns:a16="http://schemas.microsoft.com/office/drawing/2014/main" id="{3A72DDB1-E839-F255-089F-04FD44B278CA}"/>
              </a:ext>
            </a:extLst>
          </p:cNvPr>
          <p:cNvGrpSpPr>
            <a:grpSpLocks/>
          </p:cNvGrpSpPr>
          <p:nvPr/>
        </p:nvGrpSpPr>
        <p:grpSpPr bwMode="auto">
          <a:xfrm flipH="1">
            <a:off x="8713821" y="1583289"/>
            <a:ext cx="501650" cy="512763"/>
            <a:chOff x="2839" y="3501"/>
            <a:chExt cx="755" cy="803"/>
          </a:xfrm>
        </p:grpSpPr>
        <p:pic>
          <p:nvPicPr>
            <p:cNvPr id="18" name="Picture 15" descr="desktop_computer_stylized_medium">
              <a:extLst>
                <a:ext uri="{FF2B5EF4-FFF2-40B4-BE49-F238E27FC236}">
                  <a16:creationId xmlns:a16="http://schemas.microsoft.com/office/drawing/2014/main" id="{1310CDF1-BBF8-DE6D-4D4D-641D7F37A7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9" name="Freeform 16">
              <a:extLst>
                <a:ext uri="{FF2B5EF4-FFF2-40B4-BE49-F238E27FC236}">
                  <a16:creationId xmlns:a16="http://schemas.microsoft.com/office/drawing/2014/main" id="{074D2A5C-787B-2FA6-EBA8-82F2A92543D2}"/>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grpSp>
        <p:nvGrpSpPr>
          <p:cNvPr id="20" name="Group 17">
            <a:extLst>
              <a:ext uri="{FF2B5EF4-FFF2-40B4-BE49-F238E27FC236}">
                <a16:creationId xmlns:a16="http://schemas.microsoft.com/office/drawing/2014/main" id="{9683EB60-E5A8-3F23-EC19-B374F17932EC}"/>
              </a:ext>
            </a:extLst>
          </p:cNvPr>
          <p:cNvGrpSpPr>
            <a:grpSpLocks/>
          </p:cNvGrpSpPr>
          <p:nvPr/>
        </p:nvGrpSpPr>
        <p:grpSpPr bwMode="auto">
          <a:xfrm flipH="1">
            <a:off x="9712359" y="1573764"/>
            <a:ext cx="501650" cy="512763"/>
            <a:chOff x="2839" y="3501"/>
            <a:chExt cx="755" cy="803"/>
          </a:xfrm>
        </p:grpSpPr>
        <p:pic>
          <p:nvPicPr>
            <p:cNvPr id="21" name="Picture 18" descr="desktop_computer_stylized_medium">
              <a:extLst>
                <a:ext uri="{FF2B5EF4-FFF2-40B4-BE49-F238E27FC236}">
                  <a16:creationId xmlns:a16="http://schemas.microsoft.com/office/drawing/2014/main" id="{8FB7CB40-B643-6358-A69F-D0291207FC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2" name="Freeform 19">
              <a:extLst>
                <a:ext uri="{FF2B5EF4-FFF2-40B4-BE49-F238E27FC236}">
                  <a16:creationId xmlns:a16="http://schemas.microsoft.com/office/drawing/2014/main" id="{A466C1E2-B40D-833A-C737-D3375A997285}"/>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grpSp>
        <p:nvGrpSpPr>
          <p:cNvPr id="23" name="Group 20">
            <a:extLst>
              <a:ext uri="{FF2B5EF4-FFF2-40B4-BE49-F238E27FC236}">
                <a16:creationId xmlns:a16="http://schemas.microsoft.com/office/drawing/2014/main" id="{BDEED500-7F07-7B3E-868A-49E48952CCC8}"/>
              </a:ext>
            </a:extLst>
          </p:cNvPr>
          <p:cNvGrpSpPr>
            <a:grpSpLocks/>
          </p:cNvGrpSpPr>
          <p:nvPr/>
        </p:nvGrpSpPr>
        <p:grpSpPr bwMode="auto">
          <a:xfrm flipH="1">
            <a:off x="10831546" y="1588052"/>
            <a:ext cx="501650" cy="512762"/>
            <a:chOff x="2839" y="3501"/>
            <a:chExt cx="755" cy="803"/>
          </a:xfrm>
        </p:grpSpPr>
        <p:pic>
          <p:nvPicPr>
            <p:cNvPr id="24" name="Picture 21" descr="desktop_computer_stylized_medium">
              <a:extLst>
                <a:ext uri="{FF2B5EF4-FFF2-40B4-BE49-F238E27FC236}">
                  <a16:creationId xmlns:a16="http://schemas.microsoft.com/office/drawing/2014/main" id="{AE0E0018-D2FC-2CB1-BED3-E11AF53B2F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5" name="Freeform 22">
              <a:extLst>
                <a:ext uri="{FF2B5EF4-FFF2-40B4-BE49-F238E27FC236}">
                  <a16:creationId xmlns:a16="http://schemas.microsoft.com/office/drawing/2014/main" id="{1EC76F06-6BD5-B40A-1A3E-7297DDB828CC}"/>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sp>
        <p:nvSpPr>
          <p:cNvPr id="26" name="Freeform 2">
            <a:extLst>
              <a:ext uri="{FF2B5EF4-FFF2-40B4-BE49-F238E27FC236}">
                <a16:creationId xmlns:a16="http://schemas.microsoft.com/office/drawing/2014/main" id="{01F8758B-D40A-6BB3-3D94-8D911CF23AA2}"/>
              </a:ext>
            </a:extLst>
          </p:cNvPr>
          <p:cNvSpPr/>
          <p:nvPr/>
        </p:nvSpPr>
        <p:spPr>
          <a:xfrm>
            <a:off x="7621529" y="2300184"/>
            <a:ext cx="3986127" cy="2699396"/>
          </a:xfrm>
          <a:custGeom>
            <a:avLst/>
            <a:gdLst>
              <a:gd name="connsiteX0" fmla="*/ 0 w 3986127"/>
              <a:gd name="connsiteY0" fmla="*/ 158788 h 2699396"/>
              <a:gd name="connsiteX1" fmla="*/ 1357912 w 3986127"/>
              <a:gd name="connsiteY1" fmla="*/ 32853 h 2699396"/>
              <a:gd name="connsiteX2" fmla="*/ 1522175 w 3986127"/>
              <a:gd name="connsiteY2" fmla="*/ 0 h 2699396"/>
              <a:gd name="connsiteX3" fmla="*/ 3542616 w 3986127"/>
              <a:gd name="connsiteY3" fmla="*/ 246395 h 2699396"/>
              <a:gd name="connsiteX4" fmla="*/ 3936848 w 3986127"/>
              <a:gd name="connsiteY4" fmla="*/ 394232 h 2699396"/>
              <a:gd name="connsiteX5" fmla="*/ 3986127 w 3986127"/>
              <a:gd name="connsiteY5" fmla="*/ 2699396 h 2699396"/>
              <a:gd name="connsiteX6" fmla="*/ 5476 w 3986127"/>
              <a:gd name="connsiteY6" fmla="*/ 2650117 h 2699396"/>
              <a:gd name="connsiteX7" fmla="*/ 0 w 3986127"/>
              <a:gd name="connsiteY7" fmla="*/ 158788 h 2699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86127" h="2699396">
                <a:moveTo>
                  <a:pt x="0" y="158788"/>
                </a:moveTo>
                <a:lnTo>
                  <a:pt x="1357912" y="32853"/>
                </a:lnTo>
                <a:lnTo>
                  <a:pt x="1522175" y="0"/>
                </a:lnTo>
                <a:lnTo>
                  <a:pt x="3542616" y="246395"/>
                </a:lnTo>
                <a:lnTo>
                  <a:pt x="3936848" y="394232"/>
                </a:lnTo>
                <a:lnTo>
                  <a:pt x="3986127" y="2699396"/>
                </a:lnTo>
                <a:lnTo>
                  <a:pt x="5476" y="2650117"/>
                </a:lnTo>
                <a:cubicBezTo>
                  <a:pt x="3651" y="1819674"/>
                  <a:pt x="1825" y="989231"/>
                  <a:pt x="0" y="1587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97501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1" fill="hold" grpId="0" nodeType="clickEffect">
                                  <p:stCondLst>
                                    <p:cond delay="0"/>
                                  </p:stCondLst>
                                  <p:childTnLst>
                                    <p:animEffect transition="out" filter="wipe(up)">
                                      <p:cBhvr>
                                        <p:cTn id="6" dur="3000"/>
                                        <p:tgtEl>
                                          <p:spTgt spid="26"/>
                                        </p:tgtEl>
                                      </p:cBhvr>
                                    </p:animEffect>
                                    <p:set>
                                      <p:cBhvr>
                                        <p:cTn id="7" dur="1" fill="hold">
                                          <p:stCondLst>
                                            <p:cond delay="2999"/>
                                          </p:stCondLst>
                                        </p:cTn>
                                        <p:tgtEl>
                                          <p:spTgt spid="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38200" y="113206"/>
            <a:ext cx="10515600" cy="894622"/>
          </a:xfrm>
        </p:spPr>
        <p:txBody>
          <a:bodyPr>
            <a:normAutofit/>
          </a:bodyPr>
          <a:lstStyle/>
          <a:p>
            <a:r>
              <a:rPr lang="en-US" b="0" dirty="0">
                <a:latin typeface="+mn-lt"/>
              </a:rPr>
              <a:t>Ethernet CSMA/CD Algorithm</a:t>
            </a:r>
            <a:endParaRPr lang="en-US" sz="4400" b="0" dirty="0">
              <a:latin typeface="+mn-lt"/>
            </a:endParaRPr>
          </a:p>
        </p:txBody>
      </p:sp>
      <p:sp>
        <p:nvSpPr>
          <p:cNvPr id="6" name="Rectangle 3">
            <a:extLst>
              <a:ext uri="{FF2B5EF4-FFF2-40B4-BE49-F238E27FC236}">
                <a16:creationId xmlns:a16="http://schemas.microsoft.com/office/drawing/2014/main" id="{04A2C08B-2DCB-6B41-B08C-D11F19EEFDB4}"/>
              </a:ext>
            </a:extLst>
          </p:cNvPr>
          <p:cNvSpPr txBox="1">
            <a:spLocks noChangeArrowheads="1"/>
          </p:cNvSpPr>
          <p:nvPr/>
        </p:nvSpPr>
        <p:spPr>
          <a:xfrm>
            <a:off x="804379" y="1513439"/>
            <a:ext cx="10181673" cy="4929649"/>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marR="0" lvl="0" indent="-327025" algn="l" defTabSz="914400" rtl="0" eaLnBrk="1" fontAlgn="auto" latinLnBrk="0" hangingPunct="1">
              <a:lnSpc>
                <a:spcPct val="90000"/>
              </a:lnSpc>
              <a:spcBef>
                <a:spcPts val="1000"/>
              </a:spcBef>
              <a:spcAft>
                <a:spcPts val="0"/>
              </a:spcAft>
              <a:buClr>
                <a:srgbClr val="0000A3"/>
              </a:buClr>
              <a:buSzTx/>
              <a:buFont typeface="+mj-lt"/>
              <a:buAutoNum type="arabicPeriod"/>
              <a:tabLst/>
              <a:defRPr/>
            </a:pPr>
            <a:r>
              <a:rPr kumimoji="0" lang="en-US" b="0" i="0" u="none" strike="noStrike" kern="1200" cap="none" spc="0" normalizeH="0" baseline="0" noProof="0" dirty="0">
                <a:ln>
                  <a:noFill/>
                </a:ln>
                <a:solidFill>
                  <a:prstClr val="black"/>
                </a:solidFill>
                <a:effectLst/>
                <a:uLnTx/>
                <a:uFillTx/>
                <a:latin typeface="Calibri" panose="020F0502020204030204"/>
              </a:rPr>
              <a:t>Ethernet receives datagram from network layer, creates frame</a:t>
            </a:r>
          </a:p>
          <a:p>
            <a:pPr marL="457200" marR="0" lvl="0" indent="-327025" algn="l" defTabSz="914400" rtl="0" eaLnBrk="1" fontAlgn="auto" latinLnBrk="0" hangingPunct="1">
              <a:lnSpc>
                <a:spcPct val="90000"/>
              </a:lnSpc>
              <a:spcBef>
                <a:spcPts val="1000"/>
              </a:spcBef>
              <a:spcAft>
                <a:spcPts val="0"/>
              </a:spcAft>
              <a:buClr>
                <a:srgbClr val="0000A3"/>
              </a:buClr>
              <a:buSzTx/>
              <a:buFont typeface="+mj-lt"/>
              <a:buAutoNum type="arabicPeriod"/>
              <a:tabLst/>
              <a:defRPr/>
            </a:pPr>
            <a:r>
              <a:rPr kumimoji="0" lang="en-US" b="0" i="0" u="none" strike="noStrike" kern="1200" cap="none" spc="0" normalizeH="0" baseline="0" noProof="0" dirty="0">
                <a:ln>
                  <a:noFill/>
                </a:ln>
                <a:solidFill>
                  <a:prstClr val="black"/>
                </a:solidFill>
                <a:effectLst/>
                <a:uLnTx/>
                <a:uFillTx/>
                <a:latin typeface="Calibri" panose="020F0502020204030204"/>
              </a:rPr>
              <a:t>If </a:t>
            </a:r>
            <a:r>
              <a:rPr lang="en-US" dirty="0">
                <a:solidFill>
                  <a:prstClr val="black"/>
                </a:solidFill>
                <a:latin typeface="Calibri" panose="020F0502020204030204"/>
              </a:rPr>
              <a:t>Ethernet</a:t>
            </a:r>
            <a:r>
              <a:rPr kumimoji="0" lang="en-US" b="0" i="0" u="none" strike="noStrike" kern="1200" cap="none" spc="0" normalizeH="0" baseline="0" noProof="0" dirty="0">
                <a:ln>
                  <a:noFill/>
                </a:ln>
                <a:solidFill>
                  <a:prstClr val="black"/>
                </a:solidFill>
                <a:effectLst/>
                <a:uLnTx/>
                <a:uFillTx/>
                <a:latin typeface="Calibri" panose="020F0502020204030204"/>
              </a:rPr>
              <a:t> senses channel:</a:t>
            </a:r>
          </a:p>
          <a:p>
            <a:pPr marL="695325" marR="0" lvl="1" indent="50800"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rPr>
              <a:t>if </a:t>
            </a:r>
            <a:r>
              <a:rPr kumimoji="0" lang="en-US" sz="2800" b="0" i="0" u="none" strike="noStrike" kern="1200" cap="none" spc="0" normalizeH="0" baseline="0" noProof="0" dirty="0">
                <a:ln>
                  <a:noFill/>
                </a:ln>
                <a:solidFill>
                  <a:srgbClr val="0000A8"/>
                </a:solidFill>
                <a:effectLst/>
                <a:uLnTx/>
                <a:uFillTx/>
                <a:latin typeface="Calibri" panose="020F0502020204030204"/>
              </a:rPr>
              <a:t>idle: </a:t>
            </a:r>
            <a:r>
              <a:rPr kumimoji="0" lang="en-US" sz="2800" b="0" i="0" u="none" strike="noStrike" kern="1200" cap="none" spc="0" normalizeH="0" baseline="0" noProof="0" dirty="0">
                <a:ln>
                  <a:noFill/>
                </a:ln>
                <a:solidFill>
                  <a:prstClr val="black"/>
                </a:solidFill>
                <a:effectLst/>
                <a:uLnTx/>
                <a:uFillTx/>
                <a:latin typeface="Calibri" panose="020F0502020204030204"/>
              </a:rPr>
              <a:t>start frame transmission. </a:t>
            </a:r>
          </a:p>
          <a:p>
            <a:pPr marL="695325" marR="0" lvl="1" indent="50800"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rPr>
              <a:t>if </a:t>
            </a:r>
            <a:r>
              <a:rPr kumimoji="0" lang="en-US" sz="2800" b="0" i="0" u="none" strike="noStrike" kern="1200" cap="none" spc="0" normalizeH="0" baseline="0" noProof="0" dirty="0">
                <a:ln>
                  <a:noFill/>
                </a:ln>
                <a:solidFill>
                  <a:srgbClr val="0000A8"/>
                </a:solidFill>
                <a:effectLst/>
                <a:uLnTx/>
                <a:uFillTx/>
                <a:latin typeface="Calibri" panose="020F0502020204030204"/>
              </a:rPr>
              <a:t>busy: </a:t>
            </a:r>
            <a:r>
              <a:rPr kumimoji="0" lang="en-US" sz="2800" b="0" i="0" u="none" strike="noStrike" kern="1200" cap="none" spc="0" normalizeH="0" baseline="0" noProof="0" dirty="0">
                <a:ln>
                  <a:noFill/>
                </a:ln>
                <a:solidFill>
                  <a:prstClr val="black"/>
                </a:solidFill>
                <a:effectLst/>
                <a:uLnTx/>
                <a:uFillTx/>
                <a:latin typeface="Calibri" panose="020F0502020204030204"/>
              </a:rPr>
              <a:t>wait until channel idle, then transmit</a:t>
            </a:r>
          </a:p>
          <a:p>
            <a:pPr marL="457200" marR="0" lvl="0" indent="-339725" algn="l" defTabSz="914400" rtl="0" eaLnBrk="1" fontAlgn="auto" latinLnBrk="0" hangingPunct="1">
              <a:lnSpc>
                <a:spcPct val="90000"/>
              </a:lnSpc>
              <a:spcBef>
                <a:spcPts val="1000"/>
              </a:spcBef>
              <a:spcAft>
                <a:spcPts val="0"/>
              </a:spcAft>
              <a:buClr>
                <a:srgbClr val="0000A3"/>
              </a:buClr>
              <a:buSzTx/>
              <a:buFont typeface="+mj-lt"/>
              <a:buAutoNum type="arabicPeriod"/>
              <a:tabLst/>
              <a:defRPr/>
            </a:pPr>
            <a:r>
              <a:rPr kumimoji="0" lang="en-US" b="0" i="0" u="none" strike="noStrike" kern="1200" cap="none" spc="0" normalizeH="0" baseline="0" noProof="0" dirty="0">
                <a:ln>
                  <a:noFill/>
                </a:ln>
                <a:solidFill>
                  <a:prstClr val="black"/>
                </a:solidFill>
                <a:effectLst/>
                <a:uLnTx/>
                <a:uFillTx/>
                <a:latin typeface="Calibri" panose="020F0502020204030204"/>
              </a:rPr>
              <a:t>If entire frame transmitted without collision - done!</a:t>
            </a:r>
          </a:p>
        </p:txBody>
      </p:sp>
      <p:sp>
        <p:nvSpPr>
          <p:cNvPr id="8" name="Rectangle 4">
            <a:extLst>
              <a:ext uri="{FF2B5EF4-FFF2-40B4-BE49-F238E27FC236}">
                <a16:creationId xmlns:a16="http://schemas.microsoft.com/office/drawing/2014/main" id="{7CCFD716-78C6-2B48-AE7B-69BF9D9E7C61}"/>
              </a:ext>
            </a:extLst>
          </p:cNvPr>
          <p:cNvSpPr txBox="1">
            <a:spLocks noChangeArrowheads="1"/>
          </p:cNvSpPr>
          <p:nvPr/>
        </p:nvSpPr>
        <p:spPr>
          <a:xfrm>
            <a:off x="848785" y="3990199"/>
            <a:ext cx="11211339" cy="2493893"/>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marR="0" lvl="0" indent="-327025" algn="l" defTabSz="914400" rtl="0" eaLnBrk="1" fontAlgn="auto" latinLnBrk="0" hangingPunct="1">
              <a:lnSpc>
                <a:spcPct val="90000"/>
              </a:lnSpc>
              <a:spcBef>
                <a:spcPts val="1000"/>
              </a:spcBef>
              <a:spcAft>
                <a:spcPts val="0"/>
              </a:spcAft>
              <a:buClr>
                <a:srgbClr val="0000A3"/>
              </a:buClr>
              <a:buSzTx/>
              <a:buFont typeface="+mj-lt"/>
              <a:buAutoNum type="arabicPeriod" startAt="4"/>
              <a:tabLst/>
              <a:defRPr/>
            </a:pPr>
            <a:r>
              <a:rPr kumimoji="0" lang="en-US" b="0" i="0" u="none" strike="noStrike" kern="1200" cap="none" spc="0" normalizeH="0" baseline="0" noProof="0" dirty="0">
                <a:ln>
                  <a:noFill/>
                </a:ln>
                <a:solidFill>
                  <a:prstClr val="black"/>
                </a:solidFill>
                <a:effectLst/>
                <a:uLnTx/>
                <a:uFillTx/>
                <a:latin typeface="Calibri" panose="020F0502020204030204"/>
                <a:ea typeface="+mn-ea"/>
                <a:cs typeface="+mn-cs"/>
              </a:rPr>
              <a:t>If </a:t>
            </a:r>
            <a:r>
              <a:rPr kumimoji="0" lang="en-US" b="0" i="0" u="none" strike="noStrike" kern="1200" cap="none" spc="0" normalizeH="0" noProof="0" dirty="0">
                <a:ln>
                  <a:noFill/>
                </a:ln>
                <a:solidFill>
                  <a:prstClr val="black"/>
                </a:solidFill>
                <a:effectLst/>
                <a:uLnTx/>
                <a:uFillTx/>
                <a:latin typeface="Calibri" panose="020F0502020204030204"/>
                <a:ea typeface="+mn-ea"/>
                <a:cs typeface="+mn-cs"/>
              </a:rPr>
              <a:t> </a:t>
            </a:r>
            <a:r>
              <a:rPr kumimoji="0" lang="en-US" b="0" i="0" u="none" strike="noStrike" kern="1200" cap="none" spc="0" normalizeH="0" baseline="0" noProof="0" dirty="0">
                <a:ln>
                  <a:noFill/>
                </a:ln>
                <a:solidFill>
                  <a:prstClr val="black"/>
                </a:solidFill>
                <a:effectLst/>
                <a:uLnTx/>
                <a:uFillTx/>
                <a:latin typeface="Calibri" panose="020F0502020204030204"/>
                <a:ea typeface="+mn-ea"/>
                <a:cs typeface="+mn-cs"/>
              </a:rPr>
              <a:t>another transmission detected</a:t>
            </a:r>
            <a:r>
              <a:rPr kumimoji="0" lang="en-US" b="0" i="0" u="none" strike="noStrike" kern="1200" cap="none" spc="0" normalizeH="0" noProof="0" dirty="0">
                <a:ln>
                  <a:noFill/>
                </a:ln>
                <a:solidFill>
                  <a:prstClr val="black"/>
                </a:solidFill>
                <a:effectLst/>
                <a:uLnTx/>
                <a:uFillTx/>
                <a:latin typeface="Calibri" panose="020F0502020204030204"/>
                <a:ea typeface="+mn-ea"/>
                <a:cs typeface="+mn-cs"/>
              </a:rPr>
              <a:t> </a:t>
            </a:r>
            <a:r>
              <a:rPr kumimoji="0" lang="en-US" b="0" i="0" u="none" strike="noStrike" kern="1200" cap="none" spc="0" normalizeH="0" baseline="0" noProof="0" dirty="0">
                <a:ln>
                  <a:noFill/>
                </a:ln>
                <a:solidFill>
                  <a:prstClr val="black"/>
                </a:solidFill>
                <a:effectLst/>
                <a:uLnTx/>
                <a:uFillTx/>
                <a:latin typeface="Calibri" panose="020F0502020204030204"/>
                <a:ea typeface="+mn-ea"/>
                <a:cs typeface="+mn-cs"/>
              </a:rPr>
              <a:t>while sending: abort, send jam signal</a:t>
            </a:r>
          </a:p>
          <a:p>
            <a:pPr marL="457200" marR="0" lvl="0" indent="-327025" algn="l" defTabSz="914400" rtl="0" eaLnBrk="1" fontAlgn="auto" latinLnBrk="0" hangingPunct="1">
              <a:lnSpc>
                <a:spcPct val="90000"/>
              </a:lnSpc>
              <a:spcBef>
                <a:spcPts val="1000"/>
              </a:spcBef>
              <a:spcAft>
                <a:spcPts val="0"/>
              </a:spcAft>
              <a:buClr>
                <a:srgbClr val="0000A3"/>
              </a:buClr>
              <a:buSzTx/>
              <a:buFont typeface="+mj-lt"/>
              <a:buAutoNum type="arabicPeriod" startAt="4"/>
              <a:tabLst/>
              <a:defRPr/>
            </a:pPr>
            <a:r>
              <a:rPr kumimoji="0" lang="en-US" b="0" i="0" u="none" strike="noStrike" kern="1200" cap="none" spc="0" normalizeH="0" baseline="0" noProof="0" dirty="0">
                <a:ln>
                  <a:noFill/>
                </a:ln>
                <a:solidFill>
                  <a:prstClr val="black"/>
                </a:solidFill>
                <a:effectLst/>
                <a:uLnTx/>
                <a:uFillTx/>
                <a:latin typeface="Calibri" panose="020F0502020204030204"/>
                <a:ea typeface="+mn-ea"/>
                <a:cs typeface="+mn-cs"/>
              </a:rPr>
              <a:t>After aborting, enter </a:t>
            </a:r>
            <a:r>
              <a:rPr kumimoji="0" lang="en-US" b="0" i="1" u="none" strike="noStrike" kern="1200" cap="none" spc="0" normalizeH="0" baseline="0" noProof="0" dirty="0">
                <a:ln>
                  <a:noFill/>
                </a:ln>
                <a:solidFill>
                  <a:srgbClr val="C00000"/>
                </a:solidFill>
                <a:effectLst/>
                <a:uLnTx/>
                <a:uFillTx/>
                <a:latin typeface="Calibri" panose="020F0502020204030204"/>
                <a:ea typeface="+mn-ea"/>
                <a:cs typeface="+mn-cs"/>
              </a:rPr>
              <a:t>binary (exponential) backoff: </a:t>
            </a:r>
          </a:p>
          <a:p>
            <a:pPr marL="1085850" marR="0" lvl="1" indent="-274638"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after </a:t>
            </a:r>
            <a:r>
              <a:rPr kumimoji="0" lang="en-US" sz="2800" b="0" i="1" u="none" strike="noStrike" kern="1200" cap="none" spc="0" normalizeH="0" baseline="0" noProof="0" dirty="0">
                <a:ln>
                  <a:noFill/>
                </a:ln>
                <a:solidFill>
                  <a:prstClr val="black"/>
                </a:solidFill>
                <a:effectLst/>
                <a:uLnTx/>
                <a:uFillTx/>
                <a:latin typeface="Calibri" panose="020F0502020204030204"/>
                <a:ea typeface="+mn-ea"/>
                <a:cs typeface="+mn-cs"/>
              </a:rPr>
              <a:t>m</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th collision, chooses </a:t>
            </a:r>
            <a:r>
              <a:rPr kumimoji="0" lang="en-US" sz="2800" b="0" i="1" u="none" strike="noStrike" kern="1200" cap="none" spc="0" normalizeH="0" baseline="0" noProof="0" dirty="0">
                <a:ln>
                  <a:noFill/>
                </a:ln>
                <a:solidFill>
                  <a:prstClr val="black"/>
                </a:solidFill>
                <a:effectLst/>
                <a:uLnTx/>
                <a:uFillTx/>
                <a:latin typeface="Calibri" panose="020F0502020204030204"/>
                <a:ea typeface="+mn-ea"/>
                <a:cs typeface="+mn-cs"/>
              </a:rPr>
              <a:t>K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at random from </a:t>
            </a:r>
            <a:r>
              <a:rPr kumimoji="0" lang="en-US" sz="2800" b="0" i="1" u="none" strike="noStrike" kern="1200" cap="none" spc="0" normalizeH="0" baseline="0" noProof="0" dirty="0">
                <a:ln>
                  <a:noFill/>
                </a:ln>
                <a:solidFill>
                  <a:prstClr val="black"/>
                </a:solidFill>
                <a:effectLst/>
                <a:uLnTx/>
                <a:uFillTx/>
                <a:latin typeface="Calibri" panose="020F0502020204030204"/>
                <a:ea typeface="+mn-ea"/>
                <a:cs typeface="+mn-cs"/>
              </a:rPr>
              <a:t>{0,1,2, …, 2</a:t>
            </a:r>
            <a:r>
              <a:rPr kumimoji="0" lang="en-US" sz="2800" b="1" i="1" u="none" strike="noStrike" kern="1200" cap="none" spc="0" normalizeH="0" baseline="30000" noProof="0" dirty="0">
                <a:ln>
                  <a:noFill/>
                </a:ln>
                <a:solidFill>
                  <a:prstClr val="black"/>
                </a:solidFill>
                <a:effectLst/>
                <a:uLnTx/>
                <a:uFillTx/>
                <a:latin typeface="Calibri" panose="020F0502020204030204"/>
                <a:ea typeface="+mn-ea"/>
                <a:cs typeface="+mn-cs"/>
              </a:rPr>
              <a:t>m</a:t>
            </a:r>
            <a:r>
              <a:rPr kumimoji="0" lang="en-US" sz="2800" b="0" i="1" u="none" strike="noStrike" kern="1200" cap="none" spc="0" normalizeH="0" baseline="0" noProof="0" dirty="0">
                <a:ln>
                  <a:noFill/>
                </a:ln>
                <a:solidFill>
                  <a:prstClr val="black"/>
                </a:solidFill>
                <a:effectLst/>
                <a:uLnTx/>
                <a:uFillTx/>
                <a:latin typeface="Calibri" panose="020F0502020204030204"/>
                <a:ea typeface="+mn-ea"/>
                <a:cs typeface="+mn-cs"/>
              </a:rPr>
              <a:t>-1}</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Ethernet waits </a:t>
            </a:r>
            <a:r>
              <a:rPr kumimoji="0" lang="en-US" sz="2800" b="0" i="1" u="none" strike="noStrike" kern="1200" cap="none" spc="0" normalizeH="0" baseline="0" noProof="0" dirty="0">
                <a:ln>
                  <a:noFill/>
                </a:ln>
                <a:solidFill>
                  <a:prstClr val="black"/>
                </a:solidFill>
                <a:effectLst/>
                <a:uLnTx/>
                <a:uFillTx/>
                <a:latin typeface="Calibri" panose="020F0502020204030204"/>
                <a:ea typeface="+mn-ea"/>
                <a:cs typeface="+mn-cs"/>
              </a:rPr>
              <a:t>K</a:t>
            </a:r>
            <a:r>
              <a:rPr kumimoji="0" lang="el-GR" sz="28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512 bit times, returns to Step 2</a:t>
            </a:r>
          </a:p>
          <a:p>
            <a:pPr marL="1085850" marR="0" lvl="1" indent="-274638"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lang="en-US" sz="2800" i="1" dirty="0">
                <a:solidFill>
                  <a:srgbClr val="C00000"/>
                </a:solidFill>
                <a:latin typeface="Calibri" panose="020F0502020204030204"/>
              </a:rPr>
              <a:t>more collisions: longer backoff interval</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43873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76AA1-B89C-CBDA-215D-A240E1B74D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47610F-1755-4CDC-79CA-FA2C0853E565}"/>
              </a:ext>
            </a:extLst>
          </p:cNvPr>
          <p:cNvSpPr txBox="1">
            <a:spLocks/>
          </p:cNvSpPr>
          <p:nvPr/>
        </p:nvSpPr>
        <p:spPr>
          <a:xfrm>
            <a:off x="546662" y="152400"/>
            <a:ext cx="6551791" cy="1650991"/>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6000">
                <a:cs typeface="Calibri" panose="020F0502020204030204" pitchFamily="34" charset="0"/>
              </a:rPr>
              <a:t>Roadmap</a:t>
            </a:r>
            <a:endParaRPr lang="en-US" sz="6000" dirty="0"/>
          </a:p>
        </p:txBody>
      </p:sp>
      <p:sp>
        <p:nvSpPr>
          <p:cNvPr id="3" name="Rectangle 4">
            <a:extLst>
              <a:ext uri="{FF2B5EF4-FFF2-40B4-BE49-F238E27FC236}">
                <a16:creationId xmlns:a16="http://schemas.microsoft.com/office/drawing/2014/main" id="{F7481986-B581-092A-6947-15BD5A3ABE90}"/>
              </a:ext>
            </a:extLst>
          </p:cNvPr>
          <p:cNvSpPr txBox="1">
            <a:spLocks noChangeArrowheads="1"/>
          </p:cNvSpPr>
          <p:nvPr/>
        </p:nvSpPr>
        <p:spPr>
          <a:xfrm>
            <a:off x="327703" y="1646990"/>
            <a:ext cx="11536594" cy="49783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3225" indent="-285750">
              <a:spcBef>
                <a:spcPts val="800"/>
              </a:spcBef>
              <a:spcAft>
                <a:spcPts val="600"/>
              </a:spcAft>
              <a:buClr>
                <a:schemeClr val="bg1">
                  <a:lumMod val="85000"/>
                </a:schemeClr>
              </a:buClr>
            </a:pPr>
            <a:r>
              <a:rPr lang="en-US" altLang="en-US" sz="3600" b="1" i="1" dirty="0">
                <a:solidFill>
                  <a:schemeClr val="bg1">
                    <a:lumMod val="85000"/>
                  </a:schemeClr>
                </a:solidFill>
                <a:latin typeface="Calibri" panose="020F0502020204030204" pitchFamily="34" charset="0"/>
                <a:cs typeface="Calibri" panose="020F0502020204030204" pitchFamily="34" charset="0"/>
              </a:rPr>
              <a:t>Link Layer and LAN</a:t>
            </a:r>
          </a:p>
          <a:p>
            <a:pPr marL="403225" indent="-285750">
              <a:spcBef>
                <a:spcPts val="800"/>
              </a:spcBef>
              <a:spcAft>
                <a:spcPts val="600"/>
              </a:spcAft>
              <a:buClr>
                <a:schemeClr val="bg1">
                  <a:lumMod val="85000"/>
                </a:schemeClr>
              </a:buClr>
            </a:pPr>
            <a:r>
              <a:rPr lang="en-US" altLang="en-US" sz="3600" b="1" i="1" dirty="0">
                <a:solidFill>
                  <a:schemeClr val="bg1">
                    <a:lumMod val="85000"/>
                  </a:schemeClr>
                </a:solidFill>
                <a:latin typeface="Calibri" panose="020F0502020204030204" pitchFamily="34" charset="0"/>
                <a:cs typeface="Calibri" panose="020F0502020204030204" pitchFamily="34" charset="0"/>
              </a:rPr>
              <a:t>Multiple Access Protocol</a:t>
            </a:r>
          </a:p>
          <a:p>
            <a:pPr marL="403225" indent="-285750">
              <a:spcBef>
                <a:spcPts val="800"/>
              </a:spcBef>
              <a:spcAft>
                <a:spcPts val="600"/>
              </a:spcAft>
              <a:buClr>
                <a:schemeClr val="bg1">
                  <a:lumMod val="85000"/>
                </a:schemeClr>
              </a:buClr>
            </a:pPr>
            <a:r>
              <a:rPr lang="en-US" altLang="en-US" sz="3600" b="1" i="1" dirty="0">
                <a:latin typeface="Calibri" panose="020F0502020204030204" pitchFamily="34" charset="0"/>
                <a:cs typeface="Calibri" panose="020F0502020204030204" pitchFamily="34" charset="0"/>
              </a:rPr>
              <a:t>Sending Ethernet Packets</a:t>
            </a:r>
          </a:p>
          <a:p>
            <a:pPr marL="403225" indent="-285750">
              <a:spcBef>
                <a:spcPts val="800"/>
              </a:spcBef>
              <a:spcAft>
                <a:spcPts val="600"/>
              </a:spcAft>
              <a:buClr>
                <a:schemeClr val="bg1">
                  <a:lumMod val="85000"/>
                </a:schemeClr>
              </a:buClr>
            </a:pPr>
            <a:endParaRPr lang="en-US" altLang="en-US" sz="3600" i="1" dirty="0">
              <a:solidFill>
                <a:schemeClr val="bg1">
                  <a:lumMod val="85000"/>
                </a:schemeClr>
              </a:solidFill>
              <a:latin typeface="Calibri" panose="020F0502020204030204" pitchFamily="34" charset="0"/>
              <a:cs typeface="Calibri" panose="020F0502020204030204" pitchFamily="34" charset="0"/>
            </a:endParaRPr>
          </a:p>
          <a:p>
            <a:pPr marL="403225" indent="-285750">
              <a:spcBef>
                <a:spcPts val="800"/>
              </a:spcBef>
              <a:spcAft>
                <a:spcPts val="600"/>
              </a:spcAft>
              <a:buClr>
                <a:schemeClr val="bg1">
                  <a:lumMod val="85000"/>
                </a:schemeClr>
              </a:buClr>
            </a:pPr>
            <a:endParaRPr lang="en-US" altLang="en-US" sz="3600" b="1" i="1" dirty="0">
              <a:latin typeface="Calibri" panose="020F0502020204030204" pitchFamily="34" charset="0"/>
              <a:cs typeface="Calibri" panose="020F0502020204030204" pitchFamily="34" charset="0"/>
            </a:endParaRPr>
          </a:p>
          <a:p>
            <a:pPr marL="403225" indent="-285750">
              <a:spcBef>
                <a:spcPts val="800"/>
              </a:spcBef>
              <a:spcAft>
                <a:spcPts val="600"/>
              </a:spcAft>
              <a:buClr>
                <a:schemeClr val="bg1">
                  <a:lumMod val="85000"/>
                </a:schemeClr>
              </a:buClr>
            </a:pPr>
            <a:endParaRPr lang="en-US" altLang="en-US" sz="3600" i="1" dirty="0">
              <a:solidFill>
                <a:schemeClr val="bg1">
                  <a:lumMod val="8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779638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5">
            <a:extLst>
              <a:ext uri="{FF2B5EF4-FFF2-40B4-BE49-F238E27FC236}">
                <a16:creationId xmlns:a16="http://schemas.microsoft.com/office/drawing/2014/main" id="{B41AC06F-393D-9393-5D01-344FE28921F0}"/>
              </a:ext>
            </a:extLst>
          </p:cNvPr>
          <p:cNvSpPr txBox="1">
            <a:spLocks/>
          </p:cNvSpPr>
          <p:nvPr/>
        </p:nvSpPr>
        <p:spPr>
          <a:xfrm>
            <a:off x="804793" y="190760"/>
            <a:ext cx="11179629" cy="7368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latin typeface="+mn-lt"/>
              </a:rPr>
              <a:t>Ethernet as LAN Network Protocol</a:t>
            </a:r>
            <a:endParaRPr lang="en-US" dirty="0">
              <a:latin typeface="+mn-lt"/>
            </a:endParaRPr>
          </a:p>
        </p:txBody>
      </p:sp>
      <p:sp>
        <p:nvSpPr>
          <p:cNvPr id="3" name="Google Shape;719;p44">
            <a:extLst>
              <a:ext uri="{FF2B5EF4-FFF2-40B4-BE49-F238E27FC236}">
                <a16:creationId xmlns:a16="http://schemas.microsoft.com/office/drawing/2014/main" id="{1A5F6203-D812-68C5-2504-71A53E33F8BB}"/>
              </a:ext>
            </a:extLst>
          </p:cNvPr>
          <p:cNvSpPr txBox="1">
            <a:spLocks/>
          </p:cNvSpPr>
          <p:nvPr/>
        </p:nvSpPr>
        <p:spPr>
          <a:xfrm>
            <a:off x="804793" y="1366862"/>
            <a:ext cx="10291619" cy="4584358"/>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spcAft>
                <a:spcPts val="600"/>
              </a:spcAft>
              <a:buFont typeface="Arial" panose="020B0604020202020204" pitchFamily="34" charset="0"/>
              <a:buNone/>
            </a:pPr>
            <a:r>
              <a:rPr lang="en-US" dirty="0"/>
              <a:t>Local Area Networks (LANs) are typically Ethernet</a:t>
            </a:r>
          </a:p>
          <a:p>
            <a:pPr>
              <a:spcBef>
                <a:spcPts val="600"/>
              </a:spcBef>
              <a:spcAft>
                <a:spcPts val="600"/>
              </a:spcAft>
            </a:pPr>
            <a:r>
              <a:rPr lang="en-US" dirty="0"/>
              <a:t>Machines in the same LAN can exchange messages directly at Layer 2!</a:t>
            </a:r>
          </a:p>
          <a:p>
            <a:pPr lvl="1">
              <a:spcBef>
                <a:spcPts val="600"/>
              </a:spcBef>
              <a:spcAft>
                <a:spcPts val="600"/>
              </a:spcAft>
            </a:pPr>
            <a:r>
              <a:rPr lang="en-US" dirty="0"/>
              <a:t>No need for IPs, routers, forwarding, etc.</a:t>
            </a:r>
          </a:p>
          <a:p>
            <a:pPr lvl="1">
              <a:spcBef>
                <a:spcPts val="600"/>
              </a:spcBef>
              <a:spcAft>
                <a:spcPts val="600"/>
              </a:spcAft>
            </a:pPr>
            <a:r>
              <a:rPr lang="en-US" dirty="0"/>
              <a:t>Use </a:t>
            </a:r>
            <a:r>
              <a:rPr lang="en-US" b="1" i="1" dirty="0">
                <a:solidFill>
                  <a:srgbClr val="C00000"/>
                </a:solidFill>
              </a:rPr>
              <a:t>MAC addresses </a:t>
            </a:r>
            <a:r>
              <a:rPr lang="en-US" dirty="0"/>
              <a:t>instead</a:t>
            </a:r>
          </a:p>
          <a:p>
            <a:pPr>
              <a:spcBef>
                <a:spcPts val="600"/>
              </a:spcBef>
              <a:spcAft>
                <a:spcPts val="600"/>
              </a:spcAft>
            </a:pPr>
            <a:r>
              <a:rPr lang="en-US" dirty="0"/>
              <a:t>Analogy: If we're in the same office building</a:t>
            </a:r>
          </a:p>
          <a:p>
            <a:pPr lvl="1">
              <a:spcBef>
                <a:spcPts val="600"/>
              </a:spcBef>
              <a:spcAft>
                <a:spcPts val="600"/>
              </a:spcAft>
            </a:pPr>
            <a:r>
              <a:rPr lang="en-US" dirty="0"/>
              <a:t>Same floor (LAN): Walk directly to colleague's desk </a:t>
            </a:r>
            <a:r>
              <a:rPr lang="en-US" dirty="0">
                <a:sym typeface="Wingdings" panose="05000000000000000000" pitchFamily="2" charset="2"/>
              </a:rPr>
              <a:t></a:t>
            </a:r>
            <a:r>
              <a:rPr lang="en-US" dirty="0"/>
              <a:t> Layer 2 (Ethernet)</a:t>
            </a:r>
          </a:p>
          <a:p>
            <a:pPr lvl="1">
              <a:spcBef>
                <a:spcPts val="600"/>
              </a:spcBef>
              <a:spcAft>
                <a:spcPts val="600"/>
              </a:spcAft>
            </a:pPr>
            <a:r>
              <a:rPr lang="en-US" dirty="0"/>
              <a:t>Different buildings (different networks): Need address &amp; postal system </a:t>
            </a:r>
            <a:r>
              <a:rPr lang="en-US" dirty="0">
                <a:sym typeface="Wingdings" panose="05000000000000000000" pitchFamily="2" charset="2"/>
              </a:rPr>
              <a:t></a:t>
            </a:r>
            <a:r>
              <a:rPr lang="en-US" dirty="0"/>
              <a:t> Layer 3 (IP routing)</a:t>
            </a:r>
          </a:p>
        </p:txBody>
      </p:sp>
    </p:spTree>
    <p:extLst>
      <p:ext uri="{BB962C8B-B14F-4D97-AF65-F5344CB8AC3E}">
        <p14:creationId xmlns:p14="http://schemas.microsoft.com/office/powerpoint/2010/main" val="549362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D3D80-EECF-682C-0188-B57CA8DD33B8}"/>
            </a:ext>
          </a:extLst>
        </p:cNvPr>
        <p:cNvGrpSpPr/>
        <p:nvPr/>
      </p:nvGrpSpPr>
      <p:grpSpPr>
        <a:xfrm>
          <a:off x="0" y="0"/>
          <a:ext cx="0" cy="0"/>
          <a:chOff x="0" y="0"/>
          <a:chExt cx="0" cy="0"/>
        </a:xfrm>
      </p:grpSpPr>
      <p:sp>
        <p:nvSpPr>
          <p:cNvPr id="2" name="Title 5">
            <a:extLst>
              <a:ext uri="{FF2B5EF4-FFF2-40B4-BE49-F238E27FC236}">
                <a16:creationId xmlns:a16="http://schemas.microsoft.com/office/drawing/2014/main" id="{9733832A-E52A-0ECF-913E-98761E29B391}"/>
              </a:ext>
            </a:extLst>
          </p:cNvPr>
          <p:cNvSpPr txBox="1">
            <a:spLocks/>
          </p:cNvSpPr>
          <p:nvPr/>
        </p:nvSpPr>
        <p:spPr>
          <a:xfrm>
            <a:off x="804793" y="190760"/>
            <a:ext cx="11179629" cy="7368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latin typeface="+mn-lt"/>
              </a:rPr>
              <a:t>Ethernet Addressing</a:t>
            </a:r>
            <a:endParaRPr lang="en-US" dirty="0">
              <a:latin typeface="+mn-lt"/>
            </a:endParaRPr>
          </a:p>
        </p:txBody>
      </p:sp>
      <p:sp>
        <p:nvSpPr>
          <p:cNvPr id="3" name="Google Shape;725;p45">
            <a:extLst>
              <a:ext uri="{FF2B5EF4-FFF2-40B4-BE49-F238E27FC236}">
                <a16:creationId xmlns:a16="http://schemas.microsoft.com/office/drawing/2014/main" id="{B3F7F5D5-624B-8ED6-7328-F6668107798B}"/>
              </a:ext>
            </a:extLst>
          </p:cNvPr>
          <p:cNvSpPr txBox="1">
            <a:spLocks/>
          </p:cNvSpPr>
          <p:nvPr/>
        </p:nvSpPr>
        <p:spPr>
          <a:xfrm>
            <a:off x="690146" y="1117818"/>
            <a:ext cx="11051280" cy="3819942"/>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spcAft>
                <a:spcPts val="600"/>
              </a:spcAft>
              <a:buFont typeface="Arial" panose="020B0604020202020204" pitchFamily="34" charset="0"/>
              <a:buNone/>
            </a:pPr>
            <a:r>
              <a:rPr lang="en-US" sz="2400" dirty="0"/>
              <a:t>At layer 2, each machine has a </a:t>
            </a:r>
            <a:r>
              <a:rPr lang="en-US" sz="2400" b="1" dirty="0"/>
              <a:t>MAC address</a:t>
            </a:r>
            <a:r>
              <a:rPr lang="en-US" sz="2400" dirty="0"/>
              <a:t> </a:t>
            </a:r>
            <a:r>
              <a:rPr lang="en-US" sz="2400" dirty="0">
                <a:solidFill>
                  <a:srgbClr val="C00000"/>
                </a:solidFill>
              </a:rPr>
              <a:t>(</a:t>
            </a:r>
            <a:r>
              <a:rPr lang="en-US" sz="2400" i="1" dirty="0">
                <a:solidFill>
                  <a:srgbClr val="C00000"/>
                </a:solidFill>
              </a:rPr>
              <a:t>Media Access Control</a:t>
            </a:r>
            <a:r>
              <a:rPr lang="en-US" sz="2400" dirty="0">
                <a:solidFill>
                  <a:srgbClr val="C00000"/>
                </a:solidFill>
              </a:rPr>
              <a:t>)</a:t>
            </a:r>
          </a:p>
          <a:p>
            <a:pPr>
              <a:spcBef>
                <a:spcPts val="600"/>
              </a:spcBef>
              <a:spcAft>
                <a:spcPts val="600"/>
              </a:spcAft>
            </a:pPr>
            <a:r>
              <a:rPr lang="en-US" sz="2400" dirty="0"/>
              <a:t>Function: used “locally” to get frame from one interface to another </a:t>
            </a:r>
            <a:r>
              <a:rPr lang="en-US" sz="2400" i="1" dirty="0">
                <a:solidFill>
                  <a:srgbClr val="C00000"/>
                </a:solidFill>
              </a:rPr>
              <a:t>physically-connected interface</a:t>
            </a:r>
            <a:r>
              <a:rPr lang="en-US" sz="2400" dirty="0">
                <a:solidFill>
                  <a:srgbClr val="C00000"/>
                </a:solidFill>
              </a:rPr>
              <a:t> </a:t>
            </a:r>
            <a:r>
              <a:rPr lang="en-US" sz="2400" dirty="0"/>
              <a:t>(same subnet)</a:t>
            </a:r>
          </a:p>
          <a:p>
            <a:pPr>
              <a:spcBef>
                <a:spcPts val="600"/>
              </a:spcBef>
              <a:spcAft>
                <a:spcPts val="600"/>
              </a:spcAft>
            </a:pPr>
            <a:r>
              <a:rPr lang="en-US" sz="2400" dirty="0"/>
              <a:t>48 bits, written in hex, e.g. </a:t>
            </a:r>
            <a:r>
              <a:rPr lang="en-US" sz="2400" dirty="0">
                <a:latin typeface="Consolas"/>
                <a:sym typeface="Consolas"/>
              </a:rPr>
              <a:t>f</a:t>
            </a:r>
            <a:r>
              <a:rPr lang="en-US" sz="2400" dirty="0">
                <a:latin typeface="Consolas"/>
                <a:ea typeface="Consolas"/>
                <a:cs typeface="Consolas"/>
                <a:sym typeface="Consolas"/>
              </a:rPr>
              <a:t>8:ff:c2:2b:36:16</a:t>
            </a:r>
            <a:endParaRPr lang="en-US" sz="2400" dirty="0"/>
          </a:p>
          <a:p>
            <a:pPr>
              <a:spcBef>
                <a:spcPts val="600"/>
              </a:spcBef>
              <a:spcAft>
                <a:spcPts val="600"/>
              </a:spcAft>
            </a:pPr>
            <a:r>
              <a:rPr lang="en-US" sz="2400" dirty="0"/>
              <a:t>Stored </a:t>
            </a:r>
            <a:r>
              <a:rPr lang="en-US" sz="2400" b="1" dirty="0"/>
              <a:t>permanently</a:t>
            </a:r>
            <a:r>
              <a:rPr lang="en-US" sz="2400" dirty="0"/>
              <a:t> on the machine ("burned in")</a:t>
            </a:r>
          </a:p>
          <a:p>
            <a:pPr lvl="1">
              <a:spcBef>
                <a:spcPts val="600"/>
              </a:spcBef>
              <a:spcAft>
                <a:spcPts val="600"/>
              </a:spcAft>
            </a:pPr>
            <a:r>
              <a:rPr lang="en-US" dirty="0"/>
              <a:t>Often can be overridden by software</a:t>
            </a:r>
          </a:p>
          <a:p>
            <a:pPr>
              <a:spcBef>
                <a:spcPts val="600"/>
              </a:spcBef>
              <a:spcAft>
                <a:spcPts val="600"/>
              </a:spcAft>
            </a:pPr>
            <a:r>
              <a:rPr lang="en-US" sz="2400" dirty="0"/>
              <a:t>Allocated according to organization, e.g. manufacturer of the machine</a:t>
            </a:r>
          </a:p>
          <a:p>
            <a:pPr>
              <a:spcBef>
                <a:spcPts val="600"/>
              </a:spcBef>
              <a:spcAft>
                <a:spcPts val="600"/>
              </a:spcAft>
            </a:pPr>
            <a:r>
              <a:rPr lang="en-US" sz="2400" dirty="0"/>
              <a:t>Globally unique. You might plug your computer in anywhere</a:t>
            </a:r>
          </a:p>
        </p:txBody>
      </p:sp>
      <p:grpSp>
        <p:nvGrpSpPr>
          <p:cNvPr id="13" name="Group 12">
            <a:extLst>
              <a:ext uri="{FF2B5EF4-FFF2-40B4-BE49-F238E27FC236}">
                <a16:creationId xmlns:a16="http://schemas.microsoft.com/office/drawing/2014/main" id="{183CD405-BD6C-4219-C856-0EDD88412D74}"/>
              </a:ext>
            </a:extLst>
          </p:cNvPr>
          <p:cNvGrpSpPr/>
          <p:nvPr/>
        </p:nvGrpSpPr>
        <p:grpSpPr>
          <a:xfrm>
            <a:off x="247748" y="4953000"/>
            <a:ext cx="7512911" cy="1848312"/>
            <a:chOff x="1929263" y="3378275"/>
            <a:chExt cx="5265262" cy="1274766"/>
          </a:xfrm>
        </p:grpSpPr>
        <p:sp>
          <p:nvSpPr>
            <p:cNvPr id="4" name="Google Shape;726;p45">
              <a:extLst>
                <a:ext uri="{FF2B5EF4-FFF2-40B4-BE49-F238E27FC236}">
                  <a16:creationId xmlns:a16="http://schemas.microsoft.com/office/drawing/2014/main" id="{DB46AFA7-102B-F875-1A2C-693556A99749}"/>
                </a:ext>
              </a:extLst>
            </p:cNvPr>
            <p:cNvSpPr/>
            <p:nvPr/>
          </p:nvSpPr>
          <p:spPr>
            <a:xfrm>
              <a:off x="2160700" y="3378318"/>
              <a:ext cx="301500" cy="3423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Consolas"/>
                  <a:ea typeface="Consolas"/>
                  <a:cs typeface="Consolas"/>
                  <a:sym typeface="Consolas"/>
                </a:rPr>
                <a:t>00</a:t>
              </a:r>
              <a:endParaRPr>
                <a:latin typeface="Consolas"/>
                <a:ea typeface="Consolas"/>
                <a:cs typeface="Consolas"/>
                <a:sym typeface="Consolas"/>
              </a:endParaRPr>
            </a:p>
          </p:txBody>
        </p:sp>
        <p:sp>
          <p:nvSpPr>
            <p:cNvPr id="5" name="Google Shape;727;p45">
              <a:extLst>
                <a:ext uri="{FF2B5EF4-FFF2-40B4-BE49-F238E27FC236}">
                  <a16:creationId xmlns:a16="http://schemas.microsoft.com/office/drawing/2014/main" id="{A35D8094-A0CA-D8E9-E474-6A0A50A951C2}"/>
                </a:ext>
              </a:extLst>
            </p:cNvPr>
            <p:cNvSpPr/>
            <p:nvPr/>
          </p:nvSpPr>
          <p:spPr>
            <a:xfrm>
              <a:off x="2462325" y="3378325"/>
              <a:ext cx="2289300" cy="342300"/>
            </a:xfrm>
            <a:prstGeom prst="rect">
              <a:avLst/>
            </a:prstGeom>
            <a:solidFill>
              <a:schemeClr val="tx2">
                <a:lumMod val="25000"/>
                <a:lumOff val="75000"/>
              </a:schemeClr>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dirty="0">
                  <a:latin typeface="Consolas"/>
                  <a:ea typeface="Consolas"/>
                  <a:cs typeface="Consolas"/>
                  <a:sym typeface="Consolas"/>
                </a:rPr>
                <a:t>0111111111111101000011</a:t>
              </a:r>
              <a:endParaRPr dirty="0">
                <a:latin typeface="Consolas"/>
                <a:ea typeface="Consolas"/>
                <a:cs typeface="Consolas"/>
                <a:sym typeface="Consolas"/>
              </a:endParaRPr>
            </a:p>
          </p:txBody>
        </p:sp>
        <p:sp>
          <p:nvSpPr>
            <p:cNvPr id="6" name="Google Shape;728;p45">
              <a:extLst>
                <a:ext uri="{FF2B5EF4-FFF2-40B4-BE49-F238E27FC236}">
                  <a16:creationId xmlns:a16="http://schemas.microsoft.com/office/drawing/2014/main" id="{AA773A4B-ABDD-A47C-8760-50B05C9A5949}"/>
                </a:ext>
              </a:extLst>
            </p:cNvPr>
            <p:cNvSpPr/>
            <p:nvPr/>
          </p:nvSpPr>
          <p:spPr>
            <a:xfrm>
              <a:off x="4751625" y="3378275"/>
              <a:ext cx="2442900" cy="3423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Consolas"/>
                  <a:ea typeface="Consolas"/>
                  <a:cs typeface="Consolas"/>
                  <a:sym typeface="Consolas"/>
                </a:rPr>
                <a:t>1101010001101100</a:t>
              </a:r>
              <a:r>
                <a:rPr lang="en">
                  <a:solidFill>
                    <a:schemeClr val="dk1"/>
                  </a:solidFill>
                  <a:latin typeface="Consolas"/>
                  <a:ea typeface="Consolas"/>
                  <a:cs typeface="Consolas"/>
                  <a:sym typeface="Consolas"/>
                </a:rPr>
                <a:t>01101000</a:t>
              </a:r>
              <a:endParaRPr>
                <a:latin typeface="Consolas"/>
                <a:ea typeface="Consolas"/>
                <a:cs typeface="Consolas"/>
                <a:sym typeface="Consolas"/>
              </a:endParaRPr>
            </a:p>
          </p:txBody>
        </p:sp>
        <p:cxnSp>
          <p:nvCxnSpPr>
            <p:cNvPr id="7" name="Google Shape;729;p45">
              <a:extLst>
                <a:ext uri="{FF2B5EF4-FFF2-40B4-BE49-F238E27FC236}">
                  <a16:creationId xmlns:a16="http://schemas.microsoft.com/office/drawing/2014/main" id="{0B7E0A87-B213-58DA-69D2-9F7D918712D4}"/>
                </a:ext>
              </a:extLst>
            </p:cNvPr>
            <p:cNvCxnSpPr>
              <a:stCxn id="8" idx="0"/>
              <a:endCxn id="4" idx="2"/>
            </p:cNvCxnSpPr>
            <p:nvPr/>
          </p:nvCxnSpPr>
          <p:spPr>
            <a:xfrm rot="10800000">
              <a:off x="2311463" y="3720475"/>
              <a:ext cx="0" cy="314700"/>
            </a:xfrm>
            <a:prstGeom prst="straightConnector1">
              <a:avLst/>
            </a:prstGeom>
            <a:noFill/>
            <a:ln w="9525" cap="flat" cmpd="sng">
              <a:solidFill>
                <a:srgbClr val="6AA84F"/>
              </a:solidFill>
              <a:prstDash val="solid"/>
              <a:round/>
              <a:headEnd type="none" w="med" len="med"/>
              <a:tailEnd type="triangle" w="med" len="med"/>
            </a:ln>
          </p:spPr>
        </p:cxnSp>
        <p:sp>
          <p:nvSpPr>
            <p:cNvPr id="8" name="Google Shape;730;p45">
              <a:extLst>
                <a:ext uri="{FF2B5EF4-FFF2-40B4-BE49-F238E27FC236}">
                  <a16:creationId xmlns:a16="http://schemas.microsoft.com/office/drawing/2014/main" id="{21F7D8BE-B481-4DF5-FEB7-B1530147520C}"/>
                </a:ext>
              </a:extLst>
            </p:cNvPr>
            <p:cNvSpPr txBox="1"/>
            <p:nvPr/>
          </p:nvSpPr>
          <p:spPr>
            <a:xfrm>
              <a:off x="1929263" y="4035175"/>
              <a:ext cx="764400" cy="4863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rgbClr val="6AA84F"/>
                  </a:solidFill>
                  <a:latin typeface="Roboto"/>
                  <a:ea typeface="Roboto"/>
                  <a:cs typeface="Roboto"/>
                  <a:sym typeface="Roboto"/>
                </a:rPr>
                <a:t>2 bits of flags</a:t>
              </a:r>
              <a:endParaRPr>
                <a:solidFill>
                  <a:srgbClr val="6AA84F"/>
                </a:solidFill>
                <a:latin typeface="Roboto"/>
                <a:ea typeface="Roboto"/>
                <a:cs typeface="Roboto"/>
                <a:sym typeface="Roboto"/>
              </a:endParaRPr>
            </a:p>
          </p:txBody>
        </p:sp>
        <p:cxnSp>
          <p:nvCxnSpPr>
            <p:cNvPr id="9" name="Google Shape;731;p45">
              <a:extLst>
                <a:ext uri="{FF2B5EF4-FFF2-40B4-BE49-F238E27FC236}">
                  <a16:creationId xmlns:a16="http://schemas.microsoft.com/office/drawing/2014/main" id="{C77A2915-8176-E445-9514-2C295C6045B9}"/>
                </a:ext>
              </a:extLst>
            </p:cNvPr>
            <p:cNvCxnSpPr>
              <a:stCxn id="10" idx="0"/>
              <a:endCxn id="5" idx="2"/>
            </p:cNvCxnSpPr>
            <p:nvPr/>
          </p:nvCxnSpPr>
          <p:spPr>
            <a:xfrm flipH="1" flipV="1">
              <a:off x="3606975" y="3720624"/>
              <a:ext cx="13" cy="314551"/>
            </a:xfrm>
            <a:prstGeom prst="straightConnector1">
              <a:avLst/>
            </a:prstGeom>
            <a:noFill/>
            <a:ln w="9525" cap="flat" cmpd="sng">
              <a:solidFill>
                <a:schemeClr val="accent3"/>
              </a:solidFill>
              <a:prstDash val="solid"/>
              <a:round/>
              <a:headEnd type="none" w="med" len="med"/>
              <a:tailEnd type="triangle" w="med" len="med"/>
            </a:ln>
          </p:spPr>
        </p:cxnSp>
        <p:sp>
          <p:nvSpPr>
            <p:cNvPr id="10" name="Google Shape;732;p45">
              <a:extLst>
                <a:ext uri="{FF2B5EF4-FFF2-40B4-BE49-F238E27FC236}">
                  <a16:creationId xmlns:a16="http://schemas.microsoft.com/office/drawing/2014/main" id="{3E44C9C3-06EA-8181-32A6-E82E790B64F0}"/>
                </a:ext>
              </a:extLst>
            </p:cNvPr>
            <p:cNvSpPr txBox="1"/>
            <p:nvPr/>
          </p:nvSpPr>
          <p:spPr>
            <a:xfrm>
              <a:off x="2932888" y="4035175"/>
              <a:ext cx="1348200" cy="611331"/>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dirty="0">
                  <a:solidFill>
                    <a:schemeClr val="accent3"/>
                  </a:solidFill>
                  <a:latin typeface="Roboto"/>
                  <a:ea typeface="Roboto"/>
                  <a:cs typeface="Roboto"/>
                  <a:sym typeface="Roboto"/>
                </a:rPr>
                <a:t>22-bit manufacturer ID, assigned by IEEE</a:t>
              </a:r>
              <a:endParaRPr dirty="0">
                <a:solidFill>
                  <a:schemeClr val="accent3"/>
                </a:solidFill>
                <a:latin typeface="Roboto"/>
                <a:ea typeface="Roboto"/>
                <a:cs typeface="Roboto"/>
                <a:sym typeface="Roboto"/>
              </a:endParaRPr>
            </a:p>
          </p:txBody>
        </p:sp>
        <p:cxnSp>
          <p:nvCxnSpPr>
            <p:cNvPr id="11" name="Google Shape;733;p45">
              <a:extLst>
                <a:ext uri="{FF2B5EF4-FFF2-40B4-BE49-F238E27FC236}">
                  <a16:creationId xmlns:a16="http://schemas.microsoft.com/office/drawing/2014/main" id="{30555663-9E40-14B5-D84A-A8D234323FDD}"/>
                </a:ext>
              </a:extLst>
            </p:cNvPr>
            <p:cNvCxnSpPr>
              <a:cxnSpLocks/>
              <a:stCxn id="12" idx="0"/>
              <a:endCxn id="6" idx="2"/>
            </p:cNvCxnSpPr>
            <p:nvPr/>
          </p:nvCxnSpPr>
          <p:spPr>
            <a:xfrm flipV="1">
              <a:off x="5973074" y="3720575"/>
              <a:ext cx="1" cy="321135"/>
            </a:xfrm>
            <a:prstGeom prst="straightConnector1">
              <a:avLst/>
            </a:prstGeom>
            <a:noFill/>
            <a:ln w="9525" cap="flat" cmpd="sng">
              <a:solidFill>
                <a:schemeClr val="accent2"/>
              </a:solidFill>
              <a:prstDash val="solid"/>
              <a:round/>
              <a:headEnd type="none" w="med" len="med"/>
              <a:tailEnd type="triangle" w="med" len="med"/>
            </a:ln>
          </p:spPr>
        </p:cxnSp>
        <p:sp>
          <p:nvSpPr>
            <p:cNvPr id="12" name="Google Shape;734;p45">
              <a:extLst>
                <a:ext uri="{FF2B5EF4-FFF2-40B4-BE49-F238E27FC236}">
                  <a16:creationId xmlns:a16="http://schemas.microsoft.com/office/drawing/2014/main" id="{06C8B181-628D-60FC-37AC-7BB6742D4CF8}"/>
                </a:ext>
              </a:extLst>
            </p:cNvPr>
            <p:cNvSpPr txBox="1"/>
            <p:nvPr/>
          </p:nvSpPr>
          <p:spPr>
            <a:xfrm>
              <a:off x="5123985" y="4041710"/>
              <a:ext cx="1698178" cy="611331"/>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dirty="0">
                  <a:solidFill>
                    <a:schemeClr val="accent2"/>
                  </a:solidFill>
                  <a:latin typeface="Roboto"/>
                  <a:ea typeface="Roboto"/>
                  <a:cs typeface="Roboto"/>
                  <a:sym typeface="Roboto"/>
                </a:rPr>
                <a:t>24-bit</a:t>
              </a:r>
              <a:br>
                <a:rPr lang="en" dirty="0">
                  <a:solidFill>
                    <a:schemeClr val="accent2"/>
                  </a:solidFill>
                  <a:latin typeface="Roboto"/>
                  <a:ea typeface="Roboto"/>
                  <a:cs typeface="Roboto"/>
                  <a:sym typeface="Roboto"/>
                </a:rPr>
              </a:br>
              <a:r>
                <a:rPr lang="en" dirty="0">
                  <a:solidFill>
                    <a:schemeClr val="accent2"/>
                  </a:solidFill>
                  <a:latin typeface="Roboto"/>
                  <a:ea typeface="Roboto"/>
                  <a:cs typeface="Roboto"/>
                  <a:sym typeface="Roboto"/>
                </a:rPr>
                <a:t>machine ID, </a:t>
              </a:r>
            </a:p>
            <a:p>
              <a:pPr marL="0" lvl="0" indent="0" algn="ctr" rtl="0">
                <a:spcBef>
                  <a:spcPts val="0"/>
                </a:spcBef>
                <a:spcAft>
                  <a:spcPts val="0"/>
                </a:spcAft>
                <a:buNone/>
              </a:pPr>
              <a:r>
                <a:rPr lang="en" dirty="0">
                  <a:solidFill>
                    <a:schemeClr val="accent2"/>
                  </a:solidFill>
                  <a:latin typeface="Roboto"/>
                  <a:ea typeface="Roboto"/>
                  <a:cs typeface="Roboto"/>
                  <a:sym typeface="Roboto"/>
                </a:rPr>
                <a:t>assigned by vendor</a:t>
              </a:r>
              <a:endParaRPr dirty="0">
                <a:solidFill>
                  <a:schemeClr val="accent2"/>
                </a:solidFill>
                <a:latin typeface="Roboto"/>
                <a:ea typeface="Roboto"/>
                <a:cs typeface="Roboto"/>
                <a:sym typeface="Roboto"/>
              </a:endParaRPr>
            </a:p>
          </p:txBody>
        </p:sp>
      </p:grpSp>
      <p:sp>
        <p:nvSpPr>
          <p:cNvPr id="21" name="TextBox 20">
            <a:extLst>
              <a:ext uri="{FF2B5EF4-FFF2-40B4-BE49-F238E27FC236}">
                <a16:creationId xmlns:a16="http://schemas.microsoft.com/office/drawing/2014/main" id="{48D33D7D-3D41-A02F-2A64-0B1DF697D262}"/>
              </a:ext>
            </a:extLst>
          </p:cNvPr>
          <p:cNvSpPr txBox="1"/>
          <p:nvPr/>
        </p:nvSpPr>
        <p:spPr>
          <a:xfrm>
            <a:off x="7332254" y="5089846"/>
            <a:ext cx="4859746" cy="1631216"/>
          </a:xfrm>
          <a:prstGeom prst="rect">
            <a:avLst/>
          </a:prstGeom>
          <a:noFill/>
        </p:spPr>
        <p:txBody>
          <a:bodyPr wrap="square">
            <a:spAutoFit/>
          </a:bodyPr>
          <a:lstStyle/>
          <a:p>
            <a:pPr lvl="1">
              <a:spcBef>
                <a:spcPts val="600"/>
              </a:spcBef>
              <a:spcAft>
                <a:spcPts val="600"/>
              </a:spcAft>
            </a:pPr>
            <a:r>
              <a:rPr lang="en-US" sz="1800" dirty="0"/>
              <a:t>Vendors Get OUIs (</a:t>
            </a:r>
            <a:r>
              <a:rPr lang="en-US" dirty="0"/>
              <a:t>Organizationally Unique Identifier, the </a:t>
            </a:r>
            <a:r>
              <a:rPr lang="en-US" sz="1800" dirty="0"/>
              <a:t>first 24 bits) with first bit = 0, e.g., </a:t>
            </a:r>
            <a:r>
              <a:rPr lang="pt-BR" sz="1800" dirty="0"/>
              <a:t>00:1A:2B:xx:xx:xx</a:t>
            </a:r>
            <a:endParaRPr lang="en-US" sz="1800" dirty="0"/>
          </a:p>
          <a:p>
            <a:pPr lvl="1">
              <a:spcBef>
                <a:spcPts val="600"/>
              </a:spcBef>
              <a:spcAft>
                <a:spcPts val="600"/>
              </a:spcAft>
            </a:pPr>
            <a:r>
              <a:rPr lang="en-US" sz="1800" dirty="0"/>
              <a:t>Manufacturer fills in the last 24 bits (</a:t>
            </a:r>
            <a:r>
              <a:rPr lang="en-US" sz="1800" dirty="0" err="1"/>
              <a:t>xx:xx:xx</a:t>
            </a:r>
            <a:r>
              <a:rPr lang="en-US" sz="1800" dirty="0"/>
              <a:t>) for each device</a:t>
            </a:r>
          </a:p>
        </p:txBody>
      </p:sp>
      <p:sp>
        <p:nvSpPr>
          <p:cNvPr id="22" name="Google Shape;735;p45">
            <a:extLst>
              <a:ext uri="{FF2B5EF4-FFF2-40B4-BE49-F238E27FC236}">
                <a16:creationId xmlns:a16="http://schemas.microsoft.com/office/drawing/2014/main" id="{6E8E83C7-81D7-B373-C693-24B99955FAE7}"/>
              </a:ext>
            </a:extLst>
          </p:cNvPr>
          <p:cNvSpPr txBox="1"/>
          <p:nvPr/>
        </p:nvSpPr>
        <p:spPr>
          <a:xfrm>
            <a:off x="7562141" y="2550224"/>
            <a:ext cx="2555893" cy="332385"/>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u="sng" dirty="0">
                <a:solidFill>
                  <a:schemeClr val="hlink"/>
                </a:solidFill>
                <a:latin typeface="Roboto"/>
                <a:ea typeface="Roboto"/>
                <a:cs typeface="Roboto"/>
                <a:sym typeface="Roboto"/>
                <a:hlinkClick r:id="rId3"/>
              </a:rPr>
              <a:t>Beware of endianness</a:t>
            </a:r>
            <a:endParaRPr dirty="0">
              <a:solidFill>
                <a:schemeClr val="dk1"/>
              </a:solidFill>
              <a:latin typeface="Roboto"/>
              <a:ea typeface="Roboto"/>
              <a:cs typeface="Roboto"/>
              <a:sym typeface="Roboto"/>
            </a:endParaRPr>
          </a:p>
        </p:txBody>
      </p:sp>
    </p:spTree>
    <p:extLst>
      <p:ext uri="{BB962C8B-B14F-4D97-AF65-F5344CB8AC3E}">
        <p14:creationId xmlns:p14="http://schemas.microsoft.com/office/powerpoint/2010/main" val="13389251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5">
            <a:extLst>
              <a:ext uri="{FF2B5EF4-FFF2-40B4-BE49-F238E27FC236}">
                <a16:creationId xmlns:a16="http://schemas.microsoft.com/office/drawing/2014/main" id="{F46AFFAB-AE4B-AA3C-2675-D3845C4EAC8E}"/>
              </a:ext>
            </a:extLst>
          </p:cNvPr>
          <p:cNvSpPr txBox="1">
            <a:spLocks/>
          </p:cNvSpPr>
          <p:nvPr/>
        </p:nvSpPr>
        <p:spPr>
          <a:xfrm>
            <a:off x="804793" y="190760"/>
            <a:ext cx="11179629" cy="7368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latin typeface="+mn-lt"/>
              </a:rPr>
              <a:t>Types of LAN Communication</a:t>
            </a:r>
            <a:endParaRPr lang="en-US" dirty="0">
              <a:latin typeface="+mn-lt"/>
            </a:endParaRPr>
          </a:p>
        </p:txBody>
      </p:sp>
      <p:sp>
        <p:nvSpPr>
          <p:cNvPr id="3" name="Google Shape;741;p46">
            <a:extLst>
              <a:ext uri="{FF2B5EF4-FFF2-40B4-BE49-F238E27FC236}">
                <a16:creationId xmlns:a16="http://schemas.microsoft.com/office/drawing/2014/main" id="{304489B8-E5E2-1F01-5105-F0F66C55C010}"/>
              </a:ext>
            </a:extLst>
          </p:cNvPr>
          <p:cNvSpPr txBox="1">
            <a:spLocks/>
          </p:cNvSpPr>
          <p:nvPr/>
        </p:nvSpPr>
        <p:spPr>
          <a:xfrm>
            <a:off x="1465890" y="927652"/>
            <a:ext cx="8909700" cy="2348948"/>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spcAft>
                <a:spcPts val="600"/>
              </a:spcAft>
              <a:buFont typeface="Arial" panose="020B0604020202020204" pitchFamily="34" charset="0"/>
              <a:buNone/>
            </a:pPr>
            <a:r>
              <a:rPr lang="en-US" sz="2400" dirty="0"/>
              <a:t>Ethernet supports three types of communication:</a:t>
            </a:r>
          </a:p>
          <a:p>
            <a:pPr marL="457200" indent="-342900">
              <a:spcBef>
                <a:spcPts val="600"/>
              </a:spcBef>
              <a:spcAft>
                <a:spcPts val="600"/>
              </a:spcAft>
              <a:buSzPts val="1800"/>
            </a:pPr>
            <a:r>
              <a:rPr lang="en-US" sz="2400" b="1" dirty="0"/>
              <a:t>Unicast</a:t>
            </a:r>
            <a:r>
              <a:rPr lang="en-US" sz="2400" dirty="0"/>
              <a:t>: Send a packet to a single recipient</a:t>
            </a:r>
          </a:p>
          <a:p>
            <a:pPr marL="457200" indent="-342900">
              <a:spcBef>
                <a:spcPts val="600"/>
              </a:spcBef>
              <a:spcAft>
                <a:spcPts val="600"/>
              </a:spcAft>
              <a:buSzPts val="1800"/>
            </a:pPr>
            <a:r>
              <a:rPr lang="en-US" sz="2400" b="1" dirty="0"/>
              <a:t>Broadcast</a:t>
            </a:r>
            <a:r>
              <a:rPr lang="en-US" sz="2400" dirty="0"/>
              <a:t>: Send a packet to everyone on the local network</a:t>
            </a:r>
          </a:p>
          <a:p>
            <a:pPr marL="457200" indent="-342900">
              <a:spcBef>
                <a:spcPts val="600"/>
              </a:spcBef>
              <a:spcAft>
                <a:spcPts val="600"/>
              </a:spcAft>
              <a:buSzPts val="1800"/>
            </a:pPr>
            <a:r>
              <a:rPr lang="en-US" sz="2400" b="1" dirty="0"/>
              <a:t>Multicast</a:t>
            </a:r>
            <a:r>
              <a:rPr lang="en-US" sz="2400" dirty="0"/>
              <a:t>: Send a packet to everyone in a specific group</a:t>
            </a:r>
          </a:p>
          <a:p>
            <a:pPr marL="914400" lvl="1" indent="-342900">
              <a:spcBef>
                <a:spcPts val="600"/>
              </a:spcBef>
              <a:spcAft>
                <a:spcPts val="600"/>
              </a:spcAft>
              <a:buSzPts val="1800"/>
            </a:pPr>
            <a:r>
              <a:rPr lang="en-US" dirty="0"/>
              <a:t>Machines in the local network can join groups</a:t>
            </a:r>
          </a:p>
        </p:txBody>
      </p:sp>
      <p:sp>
        <p:nvSpPr>
          <p:cNvPr id="5" name="TextBox 4">
            <a:extLst>
              <a:ext uri="{FF2B5EF4-FFF2-40B4-BE49-F238E27FC236}">
                <a16:creationId xmlns:a16="http://schemas.microsoft.com/office/drawing/2014/main" id="{CF176A7A-F5ED-4C70-D4B1-7C645F73BC46}"/>
              </a:ext>
            </a:extLst>
          </p:cNvPr>
          <p:cNvSpPr txBox="1"/>
          <p:nvPr/>
        </p:nvSpPr>
        <p:spPr>
          <a:xfrm>
            <a:off x="0" y="3820296"/>
            <a:ext cx="5920740" cy="2769989"/>
          </a:xfrm>
          <a:prstGeom prst="rect">
            <a:avLst/>
          </a:prstGeom>
          <a:noFill/>
        </p:spPr>
        <p:txBody>
          <a:bodyPr wrap="square">
            <a:spAutoFit/>
          </a:bodyPr>
          <a:lstStyle/>
          <a:p>
            <a:pPr marL="0" lvl="0" indent="0" algn="l" rtl="0">
              <a:spcBef>
                <a:spcPts val="600"/>
              </a:spcBef>
              <a:spcAft>
                <a:spcPts val="0"/>
              </a:spcAft>
              <a:buNone/>
            </a:pPr>
            <a:r>
              <a:rPr lang="en-US" sz="2200" b="1" dirty="0"/>
              <a:t>Unicast</a:t>
            </a:r>
            <a:r>
              <a:rPr lang="en-US" sz="2200" dirty="0"/>
              <a:t>: Send a packet to a single recipient</a:t>
            </a:r>
          </a:p>
          <a:p>
            <a:pPr marL="342900" lvl="0" indent="-342900" algn="l" rtl="0">
              <a:spcBef>
                <a:spcPts val="600"/>
              </a:spcBef>
              <a:spcAft>
                <a:spcPts val="0"/>
              </a:spcAft>
              <a:buFont typeface="Arial" panose="020B0604020202020204" pitchFamily="34" charset="0"/>
              <a:buChar char="•"/>
            </a:pPr>
            <a:r>
              <a:rPr lang="en-US" sz="2200" dirty="0"/>
              <a:t>Destination = the recipient's MAC address</a:t>
            </a:r>
          </a:p>
          <a:p>
            <a:pPr marL="0" lvl="0" indent="0" algn="l" rtl="0">
              <a:spcBef>
                <a:spcPts val="600"/>
              </a:spcBef>
              <a:spcAft>
                <a:spcPts val="0"/>
              </a:spcAft>
              <a:buNone/>
            </a:pPr>
            <a:r>
              <a:rPr lang="en-US" sz="2200" dirty="0"/>
              <a:t>Recall: On a shared medium, everybody gets the signal</a:t>
            </a:r>
          </a:p>
          <a:p>
            <a:pPr marL="342900" lvl="0" indent="-342900" algn="l" rtl="0">
              <a:spcBef>
                <a:spcPts val="600"/>
              </a:spcBef>
              <a:spcAft>
                <a:spcPts val="0"/>
              </a:spcAft>
              <a:buFont typeface="Arial" panose="020B0604020202020204" pitchFamily="34" charset="0"/>
              <a:buChar char="•"/>
            </a:pPr>
            <a:r>
              <a:rPr lang="en-US" sz="2200" dirty="0"/>
              <a:t>When you get a packet, check the destination to see if it's meant for you</a:t>
            </a:r>
          </a:p>
          <a:p>
            <a:pPr marL="342900" lvl="0" indent="-342900" algn="l" rtl="0">
              <a:spcBef>
                <a:spcPts val="600"/>
              </a:spcBef>
              <a:spcAft>
                <a:spcPts val="0"/>
              </a:spcAft>
              <a:buFont typeface="Arial" panose="020B0604020202020204" pitchFamily="34" charset="0"/>
              <a:buChar char="•"/>
            </a:pPr>
            <a:r>
              <a:rPr lang="en-US" sz="2200" dirty="0"/>
              <a:t>If not, ignore the packet</a:t>
            </a:r>
          </a:p>
        </p:txBody>
      </p:sp>
      <p:sp>
        <p:nvSpPr>
          <p:cNvPr id="6" name="Google Shape;753;p48">
            <a:extLst>
              <a:ext uri="{FF2B5EF4-FFF2-40B4-BE49-F238E27FC236}">
                <a16:creationId xmlns:a16="http://schemas.microsoft.com/office/drawing/2014/main" id="{88628545-4068-D360-E286-9F1697391E69}"/>
              </a:ext>
            </a:extLst>
          </p:cNvPr>
          <p:cNvSpPr txBox="1">
            <a:spLocks/>
          </p:cNvSpPr>
          <p:nvPr/>
        </p:nvSpPr>
        <p:spPr>
          <a:xfrm>
            <a:off x="5920740" y="3581401"/>
            <a:ext cx="6164580" cy="3247780"/>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spcAft>
                <a:spcPts val="600"/>
              </a:spcAft>
              <a:buFont typeface="Arial" panose="020B0604020202020204" pitchFamily="34" charset="0"/>
              <a:buNone/>
            </a:pPr>
            <a:r>
              <a:rPr lang="en-US" sz="2200" b="1" dirty="0"/>
              <a:t>Broadcast</a:t>
            </a:r>
            <a:r>
              <a:rPr lang="en-US" sz="2200" dirty="0"/>
              <a:t>: Send a packet to </a:t>
            </a:r>
            <a:r>
              <a:rPr lang="en-US" sz="2200" dirty="0">
                <a:solidFill>
                  <a:srgbClr val="C00000"/>
                </a:solidFill>
              </a:rPr>
              <a:t>everyone</a:t>
            </a:r>
            <a:r>
              <a:rPr lang="en-US" sz="2200" dirty="0"/>
              <a:t> on the local network</a:t>
            </a:r>
          </a:p>
          <a:p>
            <a:pPr>
              <a:spcBef>
                <a:spcPts val="600"/>
              </a:spcBef>
              <a:spcAft>
                <a:spcPts val="600"/>
              </a:spcAft>
            </a:pPr>
            <a:r>
              <a:rPr lang="en-US" sz="2200" dirty="0"/>
              <a:t>Packet already reaches everybody on the shared medium</a:t>
            </a:r>
          </a:p>
          <a:p>
            <a:pPr lvl="1">
              <a:spcBef>
                <a:spcPts val="600"/>
              </a:spcBef>
              <a:spcAft>
                <a:spcPts val="600"/>
              </a:spcAft>
            </a:pPr>
            <a:r>
              <a:rPr lang="en-US" sz="2200" dirty="0"/>
              <a:t>We just need to make sure everyone knows it's meant for them</a:t>
            </a:r>
          </a:p>
          <a:p>
            <a:pPr>
              <a:spcBef>
                <a:spcPts val="600"/>
              </a:spcBef>
              <a:spcAft>
                <a:spcPts val="600"/>
              </a:spcAft>
            </a:pPr>
            <a:r>
              <a:rPr lang="en-US" sz="2200" dirty="0"/>
              <a:t>Destination = the </a:t>
            </a:r>
            <a:r>
              <a:rPr lang="en-US" sz="2200" dirty="0">
                <a:solidFill>
                  <a:srgbClr val="C00000"/>
                </a:solidFill>
              </a:rPr>
              <a:t>broadcast address</a:t>
            </a:r>
            <a:r>
              <a:rPr lang="en-US" sz="2200" dirty="0"/>
              <a:t>, </a:t>
            </a:r>
            <a:r>
              <a:rPr lang="en-US" sz="2200" dirty="0">
                <a:latin typeface="Consolas"/>
                <a:ea typeface="Consolas"/>
                <a:cs typeface="Consolas"/>
                <a:sym typeface="Consolas"/>
              </a:rPr>
              <a:t>FF:FF:FF:FF:FF:FF</a:t>
            </a:r>
            <a:endParaRPr lang="en-US" sz="2200" dirty="0"/>
          </a:p>
        </p:txBody>
      </p:sp>
    </p:spTree>
    <p:extLst>
      <p:ext uri="{BB962C8B-B14F-4D97-AF65-F5344CB8AC3E}">
        <p14:creationId xmlns:p14="http://schemas.microsoft.com/office/powerpoint/2010/main" val="6437106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5">
            <a:extLst>
              <a:ext uri="{FF2B5EF4-FFF2-40B4-BE49-F238E27FC236}">
                <a16:creationId xmlns:a16="http://schemas.microsoft.com/office/drawing/2014/main" id="{10F33E9A-F335-99EC-6D0A-2EA90109538A}"/>
              </a:ext>
            </a:extLst>
          </p:cNvPr>
          <p:cNvSpPr txBox="1">
            <a:spLocks/>
          </p:cNvSpPr>
          <p:nvPr/>
        </p:nvSpPr>
        <p:spPr>
          <a:xfrm>
            <a:off x="804793" y="190760"/>
            <a:ext cx="10869047" cy="7368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latin typeface="+mn-lt"/>
              </a:rPr>
              <a:t>Types of LAN Communication</a:t>
            </a:r>
            <a:endParaRPr lang="en-US" dirty="0">
              <a:latin typeface="+mn-lt"/>
            </a:endParaRPr>
          </a:p>
        </p:txBody>
      </p:sp>
      <p:sp>
        <p:nvSpPr>
          <p:cNvPr id="3" name="Google Shape;759;p49">
            <a:extLst>
              <a:ext uri="{FF2B5EF4-FFF2-40B4-BE49-F238E27FC236}">
                <a16:creationId xmlns:a16="http://schemas.microsoft.com/office/drawing/2014/main" id="{6454FBCA-5FCF-6141-B716-BCA85020199B}"/>
              </a:ext>
            </a:extLst>
          </p:cNvPr>
          <p:cNvSpPr txBox="1">
            <a:spLocks/>
          </p:cNvSpPr>
          <p:nvPr/>
        </p:nvSpPr>
        <p:spPr>
          <a:xfrm>
            <a:off x="13653" y="927652"/>
            <a:ext cx="6960461" cy="4856657"/>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spcAft>
                <a:spcPts val="600"/>
              </a:spcAft>
              <a:buFont typeface="Arial" panose="020B0604020202020204" pitchFamily="34" charset="0"/>
              <a:buNone/>
            </a:pPr>
            <a:r>
              <a:rPr lang="en-US" sz="2200" b="1" dirty="0"/>
              <a:t>Multicast</a:t>
            </a:r>
            <a:r>
              <a:rPr lang="en-US" sz="2200" dirty="0"/>
              <a:t>: Send a packet to everyone in a specific group</a:t>
            </a:r>
          </a:p>
          <a:p>
            <a:pPr>
              <a:spcBef>
                <a:spcPts val="600"/>
              </a:spcBef>
              <a:spcAft>
                <a:spcPts val="600"/>
              </a:spcAft>
            </a:pPr>
            <a:r>
              <a:rPr lang="en-US" sz="2200" dirty="0"/>
              <a:t>How group addresses work:</a:t>
            </a:r>
          </a:p>
          <a:p>
            <a:pPr lvl="1">
              <a:spcBef>
                <a:spcPts val="600"/>
              </a:spcBef>
              <a:spcAft>
                <a:spcPts val="600"/>
              </a:spcAft>
            </a:pPr>
            <a:r>
              <a:rPr lang="en-US" sz="2200" dirty="0"/>
              <a:t>These are used by </a:t>
            </a:r>
            <a:r>
              <a:rPr lang="en-US" sz="2200" i="1" dirty="0">
                <a:solidFill>
                  <a:srgbClr val="C00000"/>
                </a:solidFill>
              </a:rPr>
              <a:t>software/protocols</a:t>
            </a:r>
            <a:r>
              <a:rPr lang="en-US" sz="2200" dirty="0"/>
              <a:t>, not burned into hardware</a:t>
            </a:r>
          </a:p>
          <a:p>
            <a:pPr lvl="1">
              <a:spcBef>
                <a:spcPts val="600"/>
              </a:spcBef>
              <a:spcAft>
                <a:spcPts val="600"/>
              </a:spcAft>
            </a:pPr>
            <a:r>
              <a:rPr lang="en-US" sz="2200" dirty="0"/>
              <a:t>First bit = 1 </a:t>
            </a:r>
            <a:r>
              <a:rPr lang="en-US" sz="2200" dirty="0">
                <a:sym typeface="Wingdings" panose="05000000000000000000" pitchFamily="2" charset="2"/>
              </a:rPr>
              <a:t></a:t>
            </a:r>
            <a:r>
              <a:rPr lang="en-US" sz="2200" dirty="0"/>
              <a:t> reserved for multicast/group address, e.g., 01:00:5E:xx:xx:xx = IPv4 multicast</a:t>
            </a:r>
          </a:p>
          <a:p>
            <a:pPr lvl="1">
              <a:spcBef>
                <a:spcPts val="600"/>
              </a:spcBef>
              <a:spcAft>
                <a:spcPts val="600"/>
              </a:spcAft>
            </a:pPr>
            <a:r>
              <a:rPr lang="en-US" sz="2200" dirty="0"/>
              <a:t>When a device wants to join a multicast group, it configures its NIC to listen for that group address</a:t>
            </a:r>
          </a:p>
          <a:p>
            <a:pPr>
              <a:spcBef>
                <a:spcPts val="600"/>
              </a:spcBef>
              <a:spcAft>
                <a:spcPts val="600"/>
              </a:spcAft>
            </a:pPr>
            <a:r>
              <a:rPr lang="en-US" sz="2200" dirty="0"/>
              <a:t>A device can listen to multiple multicast addresses, but its burned-in address is always unicast</a:t>
            </a:r>
          </a:p>
          <a:p>
            <a:pPr>
              <a:spcBef>
                <a:spcPts val="600"/>
              </a:spcBef>
              <a:spcAft>
                <a:spcPts val="600"/>
              </a:spcAft>
            </a:pPr>
            <a:r>
              <a:rPr lang="en-US" sz="2200" dirty="0">
                <a:solidFill>
                  <a:srgbClr val="C00000"/>
                </a:solidFill>
              </a:rPr>
              <a:t>Broadcast</a:t>
            </a:r>
            <a:r>
              <a:rPr lang="en-US" sz="2200" dirty="0"/>
              <a:t> is just a special case of multicast, where everyone is in a group</a:t>
            </a:r>
          </a:p>
        </p:txBody>
      </p:sp>
      <p:grpSp>
        <p:nvGrpSpPr>
          <p:cNvPr id="9" name="Group 8">
            <a:extLst>
              <a:ext uri="{FF2B5EF4-FFF2-40B4-BE49-F238E27FC236}">
                <a16:creationId xmlns:a16="http://schemas.microsoft.com/office/drawing/2014/main" id="{D0AECAD7-700C-CD61-1AF7-B9F5C03B01DF}"/>
              </a:ext>
            </a:extLst>
          </p:cNvPr>
          <p:cNvGrpSpPr/>
          <p:nvPr/>
        </p:nvGrpSpPr>
        <p:grpSpPr>
          <a:xfrm>
            <a:off x="836359" y="5888735"/>
            <a:ext cx="9591886" cy="609384"/>
            <a:chOff x="-238025" y="3681855"/>
            <a:chExt cx="7432550" cy="365186"/>
          </a:xfrm>
        </p:grpSpPr>
        <p:sp>
          <p:nvSpPr>
            <p:cNvPr id="4" name="Google Shape;760;p49">
              <a:extLst>
                <a:ext uri="{FF2B5EF4-FFF2-40B4-BE49-F238E27FC236}">
                  <a16:creationId xmlns:a16="http://schemas.microsoft.com/office/drawing/2014/main" id="{A73CE72D-6666-5FF7-7FB9-73507D39ECFE}"/>
                </a:ext>
              </a:extLst>
            </p:cNvPr>
            <p:cNvSpPr/>
            <p:nvPr/>
          </p:nvSpPr>
          <p:spPr>
            <a:xfrm>
              <a:off x="2160700" y="3683118"/>
              <a:ext cx="301500" cy="3423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b="1" dirty="0">
                  <a:latin typeface="Consolas"/>
                  <a:ea typeface="Consolas"/>
                  <a:cs typeface="Consolas"/>
                  <a:sym typeface="Consolas"/>
                </a:rPr>
                <a:t>1</a:t>
              </a:r>
              <a:r>
                <a:rPr lang="en" dirty="0">
                  <a:solidFill>
                    <a:srgbClr val="B7B7B7"/>
                  </a:solidFill>
                  <a:latin typeface="Consolas"/>
                  <a:ea typeface="Consolas"/>
                  <a:cs typeface="Consolas"/>
                  <a:sym typeface="Consolas"/>
                </a:rPr>
                <a:t>0</a:t>
              </a:r>
              <a:endParaRPr dirty="0">
                <a:solidFill>
                  <a:srgbClr val="B7B7B7"/>
                </a:solidFill>
                <a:latin typeface="Consolas"/>
                <a:ea typeface="Consolas"/>
                <a:cs typeface="Consolas"/>
                <a:sym typeface="Consolas"/>
              </a:endParaRPr>
            </a:p>
          </p:txBody>
        </p:sp>
        <p:sp>
          <p:nvSpPr>
            <p:cNvPr id="5" name="Google Shape;761;p49">
              <a:extLst>
                <a:ext uri="{FF2B5EF4-FFF2-40B4-BE49-F238E27FC236}">
                  <a16:creationId xmlns:a16="http://schemas.microsoft.com/office/drawing/2014/main" id="{9B94BBB4-4541-06DA-144A-BECECDCCE701}"/>
                </a:ext>
              </a:extLst>
            </p:cNvPr>
            <p:cNvSpPr/>
            <p:nvPr/>
          </p:nvSpPr>
          <p:spPr>
            <a:xfrm>
              <a:off x="2462325" y="3683125"/>
              <a:ext cx="2289300" cy="342300"/>
            </a:xfrm>
            <a:prstGeom prst="rect">
              <a:avLst/>
            </a:prstGeom>
            <a:solidFill>
              <a:schemeClr val="tx2">
                <a:lumMod val="25000"/>
                <a:lumOff val="75000"/>
              </a:schemeClr>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dirty="0">
                  <a:solidFill>
                    <a:srgbClr val="B7B7B7"/>
                  </a:solidFill>
                  <a:latin typeface="Consolas"/>
                  <a:ea typeface="Consolas"/>
                  <a:cs typeface="Consolas"/>
                  <a:sym typeface="Consolas"/>
                </a:rPr>
                <a:t>0111111111111101000011</a:t>
              </a:r>
              <a:endParaRPr dirty="0">
                <a:solidFill>
                  <a:srgbClr val="B7B7B7"/>
                </a:solidFill>
                <a:latin typeface="Consolas"/>
                <a:ea typeface="Consolas"/>
                <a:cs typeface="Consolas"/>
                <a:sym typeface="Consolas"/>
              </a:endParaRPr>
            </a:p>
          </p:txBody>
        </p:sp>
        <p:sp>
          <p:nvSpPr>
            <p:cNvPr id="6" name="Google Shape;762;p49">
              <a:extLst>
                <a:ext uri="{FF2B5EF4-FFF2-40B4-BE49-F238E27FC236}">
                  <a16:creationId xmlns:a16="http://schemas.microsoft.com/office/drawing/2014/main" id="{9BCAA314-D756-1451-6ACE-497860898B60}"/>
                </a:ext>
              </a:extLst>
            </p:cNvPr>
            <p:cNvSpPr/>
            <p:nvPr/>
          </p:nvSpPr>
          <p:spPr>
            <a:xfrm>
              <a:off x="4751625" y="3683075"/>
              <a:ext cx="2442900" cy="3423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dirty="0">
                  <a:solidFill>
                    <a:srgbClr val="B7B7B7"/>
                  </a:solidFill>
                  <a:latin typeface="Consolas"/>
                  <a:ea typeface="Consolas"/>
                  <a:cs typeface="Consolas"/>
                  <a:sym typeface="Consolas"/>
                </a:rPr>
                <a:t>110101000110110001101000</a:t>
              </a:r>
              <a:endParaRPr dirty="0">
                <a:solidFill>
                  <a:srgbClr val="B7B7B7"/>
                </a:solidFill>
                <a:latin typeface="Consolas"/>
                <a:ea typeface="Consolas"/>
                <a:cs typeface="Consolas"/>
                <a:sym typeface="Consolas"/>
              </a:endParaRPr>
            </a:p>
          </p:txBody>
        </p:sp>
        <p:cxnSp>
          <p:nvCxnSpPr>
            <p:cNvPr id="7" name="Google Shape;763;p49">
              <a:extLst>
                <a:ext uri="{FF2B5EF4-FFF2-40B4-BE49-F238E27FC236}">
                  <a16:creationId xmlns:a16="http://schemas.microsoft.com/office/drawing/2014/main" id="{D8BB949D-8133-0863-6BA9-E308F13819B2}"/>
                </a:ext>
              </a:extLst>
            </p:cNvPr>
            <p:cNvCxnSpPr>
              <a:cxnSpLocks/>
            </p:cNvCxnSpPr>
            <p:nvPr/>
          </p:nvCxnSpPr>
          <p:spPr>
            <a:xfrm>
              <a:off x="1312650" y="3843200"/>
              <a:ext cx="807800" cy="1"/>
            </a:xfrm>
            <a:prstGeom prst="straightConnector1">
              <a:avLst/>
            </a:prstGeom>
            <a:noFill/>
            <a:ln w="9525" cap="flat" cmpd="sng">
              <a:solidFill>
                <a:schemeClr val="dk2"/>
              </a:solidFill>
              <a:prstDash val="solid"/>
              <a:round/>
              <a:headEnd type="none" w="med" len="med"/>
              <a:tailEnd type="triangle" w="med" len="med"/>
            </a:ln>
          </p:spPr>
        </p:cxnSp>
        <p:sp>
          <p:nvSpPr>
            <p:cNvPr id="8" name="Google Shape;764;p49">
              <a:extLst>
                <a:ext uri="{FF2B5EF4-FFF2-40B4-BE49-F238E27FC236}">
                  <a16:creationId xmlns:a16="http://schemas.microsoft.com/office/drawing/2014/main" id="{318F0A3D-D5D9-AF00-9E11-A91D9DA2F412}"/>
                </a:ext>
              </a:extLst>
            </p:cNvPr>
            <p:cNvSpPr txBox="1"/>
            <p:nvPr/>
          </p:nvSpPr>
          <p:spPr>
            <a:xfrm>
              <a:off x="-238025" y="3681855"/>
              <a:ext cx="1443600" cy="365186"/>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dirty="0">
                  <a:latin typeface="Roboto"/>
                  <a:ea typeface="Roboto"/>
                  <a:cs typeface="Roboto"/>
                  <a:sym typeface="Roboto"/>
                </a:rPr>
                <a:t>If this bit is 1, it's a group address</a:t>
              </a:r>
              <a:endParaRPr dirty="0">
                <a:latin typeface="Roboto"/>
                <a:ea typeface="Roboto"/>
                <a:cs typeface="Roboto"/>
                <a:sym typeface="Roboto"/>
              </a:endParaRPr>
            </a:p>
          </p:txBody>
        </p:sp>
      </p:grpSp>
      <p:sp>
        <p:nvSpPr>
          <p:cNvPr id="10" name="TextBox 9">
            <a:extLst>
              <a:ext uri="{FF2B5EF4-FFF2-40B4-BE49-F238E27FC236}">
                <a16:creationId xmlns:a16="http://schemas.microsoft.com/office/drawing/2014/main" id="{6FA8F982-1A5B-B612-AAE4-DF22A88CBD35}"/>
              </a:ext>
            </a:extLst>
          </p:cNvPr>
          <p:cNvSpPr txBox="1"/>
          <p:nvPr/>
        </p:nvSpPr>
        <p:spPr>
          <a:xfrm>
            <a:off x="7275623" y="1797931"/>
            <a:ext cx="4572000" cy="2693045"/>
          </a:xfrm>
          <a:prstGeom prst="rect">
            <a:avLst/>
          </a:prstGeom>
          <a:noFill/>
        </p:spPr>
        <p:txBody>
          <a:bodyPr wrap="square">
            <a:spAutoFit/>
          </a:bodyPr>
          <a:lstStyle/>
          <a:p>
            <a:pPr marL="0" lvl="0" indent="0" algn="l" rtl="0">
              <a:spcBef>
                <a:spcPts val="600"/>
              </a:spcBef>
              <a:spcAft>
                <a:spcPts val="0"/>
              </a:spcAft>
              <a:buNone/>
            </a:pPr>
            <a:r>
              <a:rPr lang="en-US" dirty="0"/>
              <a:t>Example of using multicast: Bonjour/</a:t>
            </a:r>
            <a:r>
              <a:rPr lang="en-US" dirty="0" err="1"/>
              <a:t>mDNS</a:t>
            </a:r>
            <a:endParaRPr lang="en-US" dirty="0"/>
          </a:p>
          <a:p>
            <a:pPr marL="285750" lvl="0" indent="-285750" algn="l" rtl="0">
              <a:spcBef>
                <a:spcPts val="600"/>
              </a:spcBef>
              <a:spcAft>
                <a:spcPts val="0"/>
              </a:spcAft>
              <a:buFont typeface="Arial" panose="020B0604020202020204" pitchFamily="34" charset="0"/>
              <a:buChar char="•"/>
            </a:pPr>
            <a:r>
              <a:rPr lang="en-US" dirty="0"/>
              <a:t>Invented by Apple.</a:t>
            </a:r>
          </a:p>
          <a:p>
            <a:pPr marL="285750" lvl="0" indent="-285750" algn="l" rtl="0">
              <a:spcBef>
                <a:spcPts val="600"/>
              </a:spcBef>
              <a:spcAft>
                <a:spcPts val="0"/>
              </a:spcAft>
              <a:buFont typeface="Arial" panose="020B0604020202020204" pitchFamily="34" charset="0"/>
              <a:buChar char="•"/>
            </a:pPr>
            <a:r>
              <a:rPr lang="en-US" dirty="0"/>
              <a:t>All Apple products join a multicast group.</a:t>
            </a:r>
          </a:p>
          <a:p>
            <a:pPr marL="285750" lvl="0" indent="-285750" algn="l" rtl="0">
              <a:spcBef>
                <a:spcPts val="600"/>
              </a:spcBef>
              <a:spcAft>
                <a:spcPts val="0"/>
              </a:spcAft>
              <a:buFont typeface="Arial" panose="020B0604020202020204" pitchFamily="34" charset="0"/>
              <a:buChar char="•"/>
            </a:pPr>
            <a:r>
              <a:rPr lang="en-US" dirty="0"/>
              <a:t>Apple devices can multicast to the group.</a:t>
            </a:r>
          </a:p>
          <a:p>
            <a:pPr marL="742950" lvl="1" indent="-285750">
              <a:spcBef>
                <a:spcPts val="600"/>
              </a:spcBef>
              <a:buFont typeface="Arial" panose="020B0604020202020204" pitchFamily="34" charset="0"/>
              <a:buChar char="•"/>
            </a:pPr>
            <a:r>
              <a:rPr lang="en-US" dirty="0"/>
              <a:t>iPhone says: "Hey, local Apple products, can anyone play music?“</a:t>
            </a:r>
          </a:p>
          <a:p>
            <a:pPr marL="742950" lvl="1" indent="-285750">
              <a:spcBef>
                <a:spcPts val="600"/>
              </a:spcBef>
              <a:buFont typeface="Arial" panose="020B0604020202020204" pitchFamily="34" charset="0"/>
              <a:buChar char="•"/>
            </a:pPr>
            <a:r>
              <a:rPr lang="en-US" dirty="0"/>
              <a:t>Apple TV says: "Hey, local Apple products, I'm an Apple TV."</a:t>
            </a:r>
          </a:p>
        </p:txBody>
      </p:sp>
    </p:spTree>
    <p:extLst>
      <p:ext uri="{BB962C8B-B14F-4D97-AF65-F5344CB8AC3E}">
        <p14:creationId xmlns:p14="http://schemas.microsoft.com/office/powerpoint/2010/main" val="26785025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5">
            <a:extLst>
              <a:ext uri="{FF2B5EF4-FFF2-40B4-BE49-F238E27FC236}">
                <a16:creationId xmlns:a16="http://schemas.microsoft.com/office/drawing/2014/main" id="{DFFC17B4-2792-7D68-624B-A1991F8B6C83}"/>
              </a:ext>
            </a:extLst>
          </p:cNvPr>
          <p:cNvSpPr txBox="1">
            <a:spLocks/>
          </p:cNvSpPr>
          <p:nvPr/>
        </p:nvSpPr>
        <p:spPr>
          <a:xfrm>
            <a:off x="804793" y="190760"/>
            <a:ext cx="10869047" cy="7368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latin typeface="+mn-lt"/>
              </a:rPr>
              <a:t>Ethernet Packet Structure</a:t>
            </a:r>
            <a:endParaRPr lang="en-US" dirty="0">
              <a:latin typeface="+mn-lt"/>
            </a:endParaRPr>
          </a:p>
        </p:txBody>
      </p:sp>
      <p:sp>
        <p:nvSpPr>
          <p:cNvPr id="3" name="Google Shape;777;p51">
            <a:extLst>
              <a:ext uri="{FF2B5EF4-FFF2-40B4-BE49-F238E27FC236}">
                <a16:creationId xmlns:a16="http://schemas.microsoft.com/office/drawing/2014/main" id="{5EE0B7DA-A561-CF50-637F-C5F6F89E0BD8}"/>
              </a:ext>
            </a:extLst>
          </p:cNvPr>
          <p:cNvSpPr txBox="1">
            <a:spLocks/>
          </p:cNvSpPr>
          <p:nvPr/>
        </p:nvSpPr>
        <p:spPr>
          <a:xfrm>
            <a:off x="913649" y="1069856"/>
            <a:ext cx="10639721" cy="1840257"/>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Font typeface="Arial" panose="020B0604020202020204" pitchFamily="34" charset="0"/>
              <a:buNone/>
            </a:pPr>
            <a:r>
              <a:rPr lang="en-US" dirty="0"/>
              <a:t>A data packet in Ethernet (</a:t>
            </a:r>
            <a:r>
              <a:rPr lang="en-US" dirty="0">
                <a:hlinkClick r:id="rId2"/>
              </a:rPr>
              <a:t>IEEE 802.3</a:t>
            </a:r>
            <a:r>
              <a:rPr lang="en-US" dirty="0"/>
              <a:t>) is often called a </a:t>
            </a:r>
            <a:r>
              <a:rPr lang="en-US" i="1" dirty="0"/>
              <a:t>frame</a:t>
            </a:r>
            <a:r>
              <a:rPr lang="en-US" dirty="0"/>
              <a:t>.</a:t>
            </a:r>
          </a:p>
          <a:p>
            <a:pPr>
              <a:spcBef>
                <a:spcPts val="600"/>
              </a:spcBef>
            </a:pPr>
            <a:r>
              <a:rPr lang="en-US" dirty="0"/>
              <a:t>Many fields (destination, source, type, checksum) similar to IP header</a:t>
            </a:r>
          </a:p>
          <a:p>
            <a:pPr>
              <a:spcBef>
                <a:spcPts val="600"/>
              </a:spcBef>
            </a:pPr>
            <a:r>
              <a:rPr lang="en-US" dirty="0"/>
              <a:t>Need additional fields to separate packets on the wire</a:t>
            </a:r>
          </a:p>
        </p:txBody>
      </p:sp>
      <p:grpSp>
        <p:nvGrpSpPr>
          <p:cNvPr id="24" name="Group 23">
            <a:extLst>
              <a:ext uri="{FF2B5EF4-FFF2-40B4-BE49-F238E27FC236}">
                <a16:creationId xmlns:a16="http://schemas.microsoft.com/office/drawing/2014/main" id="{B0B05808-9B89-A17A-13CF-945AD7827716}"/>
              </a:ext>
            </a:extLst>
          </p:cNvPr>
          <p:cNvGrpSpPr/>
          <p:nvPr/>
        </p:nvGrpSpPr>
        <p:grpSpPr>
          <a:xfrm>
            <a:off x="305114" y="3561785"/>
            <a:ext cx="11581771" cy="2730157"/>
            <a:chOff x="428800" y="2763500"/>
            <a:chExt cx="8266200" cy="2162700"/>
          </a:xfrm>
        </p:grpSpPr>
        <p:sp>
          <p:nvSpPr>
            <p:cNvPr id="4" name="Google Shape;778;p51">
              <a:extLst>
                <a:ext uri="{FF2B5EF4-FFF2-40B4-BE49-F238E27FC236}">
                  <a16:creationId xmlns:a16="http://schemas.microsoft.com/office/drawing/2014/main" id="{00A30687-6690-F22F-4846-12ADE38BED5B}"/>
                </a:ext>
              </a:extLst>
            </p:cNvPr>
            <p:cNvSpPr/>
            <p:nvPr/>
          </p:nvSpPr>
          <p:spPr>
            <a:xfrm>
              <a:off x="428800" y="3654906"/>
              <a:ext cx="1276200" cy="641400"/>
            </a:xfrm>
            <a:prstGeom prst="rect">
              <a:avLst/>
            </a:prstGeom>
            <a:solidFill>
              <a:srgbClr val="D9D2E9"/>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dirty="0">
                  <a:latin typeface="Roboto"/>
                  <a:ea typeface="Roboto"/>
                  <a:cs typeface="Roboto"/>
                  <a:sym typeface="Roboto"/>
                </a:rPr>
                <a:t>Preamble (7 </a:t>
              </a:r>
              <a:r>
                <a:rPr lang="en" b="1" dirty="0">
                  <a:latin typeface="Roboto"/>
                  <a:ea typeface="Roboto"/>
                  <a:cs typeface="Roboto"/>
                  <a:sym typeface="Roboto"/>
                </a:rPr>
                <a:t>bytes</a:t>
              </a:r>
              <a:r>
                <a:rPr lang="en" dirty="0">
                  <a:latin typeface="Roboto"/>
                  <a:ea typeface="Roboto"/>
                  <a:cs typeface="Roboto"/>
                  <a:sym typeface="Roboto"/>
                </a:rPr>
                <a:t>)</a:t>
              </a:r>
              <a:endParaRPr dirty="0">
                <a:latin typeface="Roboto"/>
                <a:ea typeface="Roboto"/>
                <a:cs typeface="Roboto"/>
                <a:sym typeface="Roboto"/>
              </a:endParaRPr>
            </a:p>
          </p:txBody>
        </p:sp>
        <p:sp>
          <p:nvSpPr>
            <p:cNvPr id="5" name="Google Shape;779;p51">
              <a:extLst>
                <a:ext uri="{FF2B5EF4-FFF2-40B4-BE49-F238E27FC236}">
                  <a16:creationId xmlns:a16="http://schemas.microsoft.com/office/drawing/2014/main" id="{AD10DAC2-756B-A151-D84D-D409742B7632}"/>
                </a:ext>
              </a:extLst>
            </p:cNvPr>
            <p:cNvSpPr/>
            <p:nvPr/>
          </p:nvSpPr>
          <p:spPr>
            <a:xfrm>
              <a:off x="1705000" y="3654906"/>
              <a:ext cx="411000" cy="641400"/>
            </a:xfrm>
            <a:prstGeom prst="rect">
              <a:avLst/>
            </a:prstGeom>
            <a:solidFill>
              <a:srgbClr val="D9D2E9"/>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SFD (1)</a:t>
              </a:r>
              <a:endParaRPr>
                <a:latin typeface="Roboto"/>
                <a:ea typeface="Roboto"/>
                <a:cs typeface="Roboto"/>
                <a:sym typeface="Roboto"/>
              </a:endParaRPr>
            </a:p>
          </p:txBody>
        </p:sp>
        <p:sp>
          <p:nvSpPr>
            <p:cNvPr id="6" name="Google Shape;780;p51">
              <a:extLst>
                <a:ext uri="{FF2B5EF4-FFF2-40B4-BE49-F238E27FC236}">
                  <a16:creationId xmlns:a16="http://schemas.microsoft.com/office/drawing/2014/main" id="{45AC23C7-5B2A-3B9A-E51F-40270C52F184}"/>
                </a:ext>
              </a:extLst>
            </p:cNvPr>
            <p:cNvSpPr/>
            <p:nvPr/>
          </p:nvSpPr>
          <p:spPr>
            <a:xfrm>
              <a:off x="2115800" y="3654906"/>
              <a:ext cx="1093800" cy="641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Destination MAC (6)</a:t>
              </a:r>
              <a:endParaRPr>
                <a:latin typeface="Roboto"/>
                <a:ea typeface="Roboto"/>
                <a:cs typeface="Roboto"/>
                <a:sym typeface="Roboto"/>
              </a:endParaRPr>
            </a:p>
          </p:txBody>
        </p:sp>
        <p:sp>
          <p:nvSpPr>
            <p:cNvPr id="7" name="Google Shape;781;p51">
              <a:extLst>
                <a:ext uri="{FF2B5EF4-FFF2-40B4-BE49-F238E27FC236}">
                  <a16:creationId xmlns:a16="http://schemas.microsoft.com/office/drawing/2014/main" id="{C3E180B6-8F8D-5D4E-4BF6-9CFC2D18D797}"/>
                </a:ext>
              </a:extLst>
            </p:cNvPr>
            <p:cNvSpPr/>
            <p:nvPr/>
          </p:nvSpPr>
          <p:spPr>
            <a:xfrm>
              <a:off x="3209600" y="3654825"/>
              <a:ext cx="1093800" cy="641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Source</a:t>
              </a:r>
              <a:br>
                <a:rPr lang="en">
                  <a:latin typeface="Roboto"/>
                  <a:ea typeface="Roboto"/>
                  <a:cs typeface="Roboto"/>
                  <a:sym typeface="Roboto"/>
                </a:rPr>
              </a:br>
              <a:r>
                <a:rPr lang="en">
                  <a:latin typeface="Roboto"/>
                  <a:ea typeface="Roboto"/>
                  <a:cs typeface="Roboto"/>
                  <a:sym typeface="Roboto"/>
                </a:rPr>
                <a:t>MAC (6)</a:t>
              </a:r>
              <a:endParaRPr>
                <a:latin typeface="Roboto"/>
                <a:ea typeface="Roboto"/>
                <a:cs typeface="Roboto"/>
                <a:sym typeface="Roboto"/>
              </a:endParaRPr>
            </a:p>
          </p:txBody>
        </p:sp>
        <p:sp>
          <p:nvSpPr>
            <p:cNvPr id="8" name="Google Shape;782;p51">
              <a:extLst>
                <a:ext uri="{FF2B5EF4-FFF2-40B4-BE49-F238E27FC236}">
                  <a16:creationId xmlns:a16="http://schemas.microsoft.com/office/drawing/2014/main" id="{DAF7207B-8407-7ECE-59A2-B636B4DE3915}"/>
                </a:ext>
              </a:extLst>
            </p:cNvPr>
            <p:cNvSpPr/>
            <p:nvPr/>
          </p:nvSpPr>
          <p:spPr>
            <a:xfrm>
              <a:off x="4303400" y="3654906"/>
              <a:ext cx="517200" cy="6414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dirty="0">
                  <a:latin typeface="Roboto"/>
                  <a:ea typeface="Roboto"/>
                  <a:cs typeface="Roboto"/>
                  <a:sym typeface="Roboto"/>
                </a:rPr>
                <a:t>length (2)</a:t>
              </a:r>
              <a:endParaRPr dirty="0">
                <a:latin typeface="Roboto"/>
                <a:ea typeface="Roboto"/>
                <a:cs typeface="Roboto"/>
                <a:sym typeface="Roboto"/>
              </a:endParaRPr>
            </a:p>
          </p:txBody>
        </p:sp>
        <p:sp>
          <p:nvSpPr>
            <p:cNvPr id="9" name="Google Shape;783;p51">
              <a:extLst>
                <a:ext uri="{FF2B5EF4-FFF2-40B4-BE49-F238E27FC236}">
                  <a16:creationId xmlns:a16="http://schemas.microsoft.com/office/drawing/2014/main" id="{2821879B-D23A-850B-DA15-79F1E4F3DE46}"/>
                </a:ext>
              </a:extLst>
            </p:cNvPr>
            <p:cNvSpPr/>
            <p:nvPr/>
          </p:nvSpPr>
          <p:spPr>
            <a:xfrm>
              <a:off x="4820400" y="3654900"/>
              <a:ext cx="957600" cy="641400"/>
            </a:xfrm>
            <a:prstGeom prst="rect">
              <a:avLst/>
            </a:prstGeom>
            <a:solidFill>
              <a:srgbClr val="EFEFEF"/>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Payload</a:t>
              </a:r>
              <a:endParaRPr>
                <a:latin typeface="Roboto"/>
                <a:ea typeface="Roboto"/>
                <a:cs typeface="Roboto"/>
                <a:sym typeface="Roboto"/>
              </a:endParaRPr>
            </a:p>
          </p:txBody>
        </p:sp>
        <p:sp>
          <p:nvSpPr>
            <p:cNvPr id="10" name="Google Shape;784;p51">
              <a:extLst>
                <a:ext uri="{FF2B5EF4-FFF2-40B4-BE49-F238E27FC236}">
                  <a16:creationId xmlns:a16="http://schemas.microsoft.com/office/drawing/2014/main" id="{70C5305A-0116-466B-363A-7CA661CDFEB1}"/>
                </a:ext>
              </a:extLst>
            </p:cNvPr>
            <p:cNvSpPr/>
            <p:nvPr/>
          </p:nvSpPr>
          <p:spPr>
            <a:xfrm>
              <a:off x="5778100" y="3654825"/>
              <a:ext cx="729300" cy="6414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FCS (4)</a:t>
              </a:r>
              <a:endParaRPr>
                <a:latin typeface="Roboto"/>
                <a:ea typeface="Roboto"/>
                <a:cs typeface="Roboto"/>
                <a:sym typeface="Roboto"/>
              </a:endParaRPr>
            </a:p>
          </p:txBody>
        </p:sp>
        <p:sp>
          <p:nvSpPr>
            <p:cNvPr id="11" name="Google Shape;785;p51">
              <a:extLst>
                <a:ext uri="{FF2B5EF4-FFF2-40B4-BE49-F238E27FC236}">
                  <a16:creationId xmlns:a16="http://schemas.microsoft.com/office/drawing/2014/main" id="{2C2CFD4C-4A3A-7A6D-3023-3C3203CF187D}"/>
                </a:ext>
              </a:extLst>
            </p:cNvPr>
            <p:cNvSpPr/>
            <p:nvPr/>
          </p:nvSpPr>
          <p:spPr>
            <a:xfrm>
              <a:off x="6507400" y="3654906"/>
              <a:ext cx="2187600" cy="641400"/>
            </a:xfrm>
            <a:prstGeom prst="rect">
              <a:avLst/>
            </a:prstGeom>
            <a:solidFill>
              <a:srgbClr val="D9D2E9"/>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IPG (12)</a:t>
              </a:r>
              <a:endParaRPr>
                <a:latin typeface="Roboto"/>
                <a:ea typeface="Roboto"/>
                <a:cs typeface="Roboto"/>
                <a:sym typeface="Roboto"/>
              </a:endParaRPr>
            </a:p>
          </p:txBody>
        </p:sp>
        <p:cxnSp>
          <p:nvCxnSpPr>
            <p:cNvPr id="12" name="Google Shape;786;p51">
              <a:extLst>
                <a:ext uri="{FF2B5EF4-FFF2-40B4-BE49-F238E27FC236}">
                  <a16:creationId xmlns:a16="http://schemas.microsoft.com/office/drawing/2014/main" id="{19D3B665-AB58-3708-991C-0C58CD70675B}"/>
                </a:ext>
              </a:extLst>
            </p:cNvPr>
            <p:cNvCxnSpPr>
              <a:stCxn id="13" idx="2"/>
            </p:cNvCxnSpPr>
            <p:nvPr/>
          </p:nvCxnSpPr>
          <p:spPr>
            <a:xfrm>
              <a:off x="1272400" y="3249800"/>
              <a:ext cx="0" cy="405000"/>
            </a:xfrm>
            <a:prstGeom prst="straightConnector1">
              <a:avLst/>
            </a:prstGeom>
            <a:noFill/>
            <a:ln w="19050" cap="flat" cmpd="sng">
              <a:solidFill>
                <a:srgbClr val="9900FF"/>
              </a:solidFill>
              <a:prstDash val="solid"/>
              <a:round/>
              <a:headEnd type="none" w="med" len="med"/>
              <a:tailEnd type="triangle" w="med" len="med"/>
            </a:ln>
          </p:spPr>
        </p:cxnSp>
        <p:sp>
          <p:nvSpPr>
            <p:cNvPr id="13" name="Google Shape;787;p51">
              <a:extLst>
                <a:ext uri="{FF2B5EF4-FFF2-40B4-BE49-F238E27FC236}">
                  <a16:creationId xmlns:a16="http://schemas.microsoft.com/office/drawing/2014/main" id="{551E56E9-8F3A-9994-1919-FC742CD9A2FE}"/>
                </a:ext>
              </a:extLst>
            </p:cNvPr>
            <p:cNvSpPr txBox="1"/>
            <p:nvPr/>
          </p:nvSpPr>
          <p:spPr>
            <a:xfrm>
              <a:off x="483550" y="2763500"/>
              <a:ext cx="1577700" cy="4863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rgbClr val="9900FF"/>
                  </a:solidFill>
                  <a:latin typeface="Roboto"/>
                  <a:ea typeface="Roboto"/>
                  <a:cs typeface="Roboto"/>
                  <a:sym typeface="Roboto"/>
                </a:rPr>
                <a:t>Signal start of new packet on wire</a:t>
              </a:r>
              <a:endParaRPr>
                <a:solidFill>
                  <a:srgbClr val="9900FF"/>
                </a:solidFill>
                <a:latin typeface="Roboto"/>
                <a:ea typeface="Roboto"/>
                <a:cs typeface="Roboto"/>
                <a:sym typeface="Roboto"/>
              </a:endParaRPr>
            </a:p>
          </p:txBody>
        </p:sp>
        <p:cxnSp>
          <p:nvCxnSpPr>
            <p:cNvPr id="14" name="Google Shape;789;p51">
              <a:extLst>
                <a:ext uri="{FF2B5EF4-FFF2-40B4-BE49-F238E27FC236}">
                  <a16:creationId xmlns:a16="http://schemas.microsoft.com/office/drawing/2014/main" id="{A018922B-E463-EAD7-E3E0-6DFC266C4A63}"/>
                </a:ext>
              </a:extLst>
            </p:cNvPr>
            <p:cNvCxnSpPr>
              <a:stCxn id="15" idx="0"/>
              <a:endCxn id="6" idx="2"/>
            </p:cNvCxnSpPr>
            <p:nvPr/>
          </p:nvCxnSpPr>
          <p:spPr>
            <a:xfrm rot="10800000">
              <a:off x="2662700" y="4296200"/>
              <a:ext cx="0" cy="359100"/>
            </a:xfrm>
            <a:prstGeom prst="straightConnector1">
              <a:avLst/>
            </a:prstGeom>
            <a:noFill/>
            <a:ln w="19050" cap="flat" cmpd="sng">
              <a:solidFill>
                <a:schemeClr val="accent3"/>
              </a:solidFill>
              <a:prstDash val="solid"/>
              <a:round/>
              <a:headEnd type="none" w="med" len="med"/>
              <a:tailEnd type="triangle" w="med" len="med"/>
            </a:ln>
          </p:spPr>
        </p:cxnSp>
        <p:sp>
          <p:nvSpPr>
            <p:cNvPr id="15" name="Google Shape;790;p51">
              <a:extLst>
                <a:ext uri="{FF2B5EF4-FFF2-40B4-BE49-F238E27FC236}">
                  <a16:creationId xmlns:a16="http://schemas.microsoft.com/office/drawing/2014/main" id="{D31507F2-E562-E848-0FF2-E4D64E46B3A9}"/>
                </a:ext>
              </a:extLst>
            </p:cNvPr>
            <p:cNvSpPr txBox="1"/>
            <p:nvPr/>
          </p:nvSpPr>
          <p:spPr>
            <a:xfrm>
              <a:off x="2135300" y="4655300"/>
              <a:ext cx="10548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accent3"/>
                  </a:solidFill>
                  <a:latin typeface="Roboto"/>
                  <a:ea typeface="Roboto"/>
                  <a:cs typeface="Roboto"/>
                  <a:sym typeface="Roboto"/>
                </a:rPr>
                <a:t>Destination</a:t>
              </a:r>
              <a:endParaRPr>
                <a:solidFill>
                  <a:schemeClr val="accent3"/>
                </a:solidFill>
                <a:latin typeface="Roboto"/>
                <a:ea typeface="Roboto"/>
                <a:cs typeface="Roboto"/>
                <a:sym typeface="Roboto"/>
              </a:endParaRPr>
            </a:p>
          </p:txBody>
        </p:sp>
        <p:sp>
          <p:nvSpPr>
            <p:cNvPr id="16" name="Google Shape;791;p51">
              <a:extLst>
                <a:ext uri="{FF2B5EF4-FFF2-40B4-BE49-F238E27FC236}">
                  <a16:creationId xmlns:a16="http://schemas.microsoft.com/office/drawing/2014/main" id="{1A155055-335B-75E5-756B-A9DB428E5B8E}"/>
                </a:ext>
              </a:extLst>
            </p:cNvPr>
            <p:cNvSpPr txBox="1"/>
            <p:nvPr/>
          </p:nvSpPr>
          <p:spPr>
            <a:xfrm>
              <a:off x="3500000" y="2763500"/>
              <a:ext cx="2124000" cy="4863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US" dirty="0">
                  <a:solidFill>
                    <a:schemeClr val="accent2"/>
                  </a:solidFill>
                  <a:latin typeface="Roboto"/>
                  <a:ea typeface="Roboto"/>
                  <a:cs typeface="Roboto"/>
                  <a:sym typeface="Roboto"/>
                </a:rPr>
                <a:t> length of the entire Ethernet frame (MTU 1500 bytes)</a:t>
              </a:r>
              <a:endParaRPr dirty="0">
                <a:solidFill>
                  <a:schemeClr val="accent2"/>
                </a:solidFill>
                <a:latin typeface="Roboto"/>
                <a:ea typeface="Roboto"/>
                <a:cs typeface="Roboto"/>
                <a:sym typeface="Roboto"/>
              </a:endParaRPr>
            </a:p>
          </p:txBody>
        </p:sp>
        <p:cxnSp>
          <p:nvCxnSpPr>
            <p:cNvPr id="17" name="Google Shape;792;p51">
              <a:extLst>
                <a:ext uri="{FF2B5EF4-FFF2-40B4-BE49-F238E27FC236}">
                  <a16:creationId xmlns:a16="http://schemas.microsoft.com/office/drawing/2014/main" id="{4EDB3877-65B3-0185-3FE1-E7A757592A7C}"/>
                </a:ext>
              </a:extLst>
            </p:cNvPr>
            <p:cNvCxnSpPr>
              <a:stCxn id="18" idx="0"/>
              <a:endCxn id="7" idx="2"/>
            </p:cNvCxnSpPr>
            <p:nvPr/>
          </p:nvCxnSpPr>
          <p:spPr>
            <a:xfrm rot="10800000">
              <a:off x="3756500" y="4296200"/>
              <a:ext cx="0" cy="359100"/>
            </a:xfrm>
            <a:prstGeom prst="straightConnector1">
              <a:avLst/>
            </a:prstGeom>
            <a:noFill/>
            <a:ln w="19050" cap="flat" cmpd="sng">
              <a:solidFill>
                <a:schemeClr val="accent3"/>
              </a:solidFill>
              <a:prstDash val="solid"/>
              <a:round/>
              <a:headEnd type="none" w="med" len="med"/>
              <a:tailEnd type="triangle" w="med" len="med"/>
            </a:ln>
          </p:spPr>
        </p:cxnSp>
        <p:sp>
          <p:nvSpPr>
            <p:cNvPr id="18" name="Google Shape;793;p51">
              <a:extLst>
                <a:ext uri="{FF2B5EF4-FFF2-40B4-BE49-F238E27FC236}">
                  <a16:creationId xmlns:a16="http://schemas.microsoft.com/office/drawing/2014/main" id="{1DF39256-E385-C608-E613-B21AADC15C27}"/>
                </a:ext>
              </a:extLst>
            </p:cNvPr>
            <p:cNvSpPr txBox="1"/>
            <p:nvPr/>
          </p:nvSpPr>
          <p:spPr>
            <a:xfrm>
              <a:off x="3229100" y="4655300"/>
              <a:ext cx="10548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accent3"/>
                  </a:solidFill>
                  <a:latin typeface="Roboto"/>
                  <a:ea typeface="Roboto"/>
                  <a:cs typeface="Roboto"/>
                  <a:sym typeface="Roboto"/>
                </a:rPr>
                <a:t>Source</a:t>
              </a:r>
              <a:endParaRPr>
                <a:solidFill>
                  <a:schemeClr val="accent3"/>
                </a:solidFill>
                <a:latin typeface="Roboto"/>
                <a:ea typeface="Roboto"/>
                <a:cs typeface="Roboto"/>
                <a:sym typeface="Roboto"/>
              </a:endParaRPr>
            </a:p>
          </p:txBody>
        </p:sp>
        <p:cxnSp>
          <p:nvCxnSpPr>
            <p:cNvPr id="19" name="Google Shape;794;p51">
              <a:extLst>
                <a:ext uri="{FF2B5EF4-FFF2-40B4-BE49-F238E27FC236}">
                  <a16:creationId xmlns:a16="http://schemas.microsoft.com/office/drawing/2014/main" id="{2F8249BE-BA39-B172-D4BE-262A0E0C781B}"/>
                </a:ext>
              </a:extLst>
            </p:cNvPr>
            <p:cNvCxnSpPr>
              <a:stCxn id="16" idx="2"/>
              <a:endCxn id="8" idx="0"/>
            </p:cNvCxnSpPr>
            <p:nvPr/>
          </p:nvCxnSpPr>
          <p:spPr>
            <a:xfrm>
              <a:off x="4562000" y="3249800"/>
              <a:ext cx="0" cy="405000"/>
            </a:xfrm>
            <a:prstGeom prst="straightConnector1">
              <a:avLst/>
            </a:prstGeom>
            <a:noFill/>
            <a:ln w="19050" cap="flat" cmpd="sng">
              <a:solidFill>
                <a:schemeClr val="accent2"/>
              </a:solidFill>
              <a:prstDash val="solid"/>
              <a:round/>
              <a:headEnd type="none" w="med" len="med"/>
              <a:tailEnd type="triangle" w="med" len="med"/>
            </a:ln>
          </p:spPr>
        </p:cxnSp>
        <p:cxnSp>
          <p:nvCxnSpPr>
            <p:cNvPr id="20" name="Google Shape;795;p51">
              <a:extLst>
                <a:ext uri="{FF2B5EF4-FFF2-40B4-BE49-F238E27FC236}">
                  <a16:creationId xmlns:a16="http://schemas.microsoft.com/office/drawing/2014/main" id="{07AF7342-D515-1A16-087C-0B2A7F8C838D}"/>
                </a:ext>
              </a:extLst>
            </p:cNvPr>
            <p:cNvCxnSpPr>
              <a:stCxn id="21" idx="2"/>
              <a:endCxn id="11" idx="0"/>
            </p:cNvCxnSpPr>
            <p:nvPr/>
          </p:nvCxnSpPr>
          <p:spPr>
            <a:xfrm>
              <a:off x="7601200" y="3249800"/>
              <a:ext cx="0" cy="405000"/>
            </a:xfrm>
            <a:prstGeom prst="straightConnector1">
              <a:avLst/>
            </a:prstGeom>
            <a:noFill/>
            <a:ln w="19050" cap="flat" cmpd="sng">
              <a:solidFill>
                <a:srgbClr val="9900FF"/>
              </a:solidFill>
              <a:prstDash val="solid"/>
              <a:round/>
              <a:headEnd type="none" w="med" len="med"/>
              <a:tailEnd type="triangle" w="med" len="med"/>
            </a:ln>
          </p:spPr>
        </p:cxnSp>
        <p:sp>
          <p:nvSpPr>
            <p:cNvPr id="21" name="Google Shape;796;p51">
              <a:extLst>
                <a:ext uri="{FF2B5EF4-FFF2-40B4-BE49-F238E27FC236}">
                  <a16:creationId xmlns:a16="http://schemas.microsoft.com/office/drawing/2014/main" id="{F50660C0-008F-5E21-20E0-E239491A89A3}"/>
                </a:ext>
              </a:extLst>
            </p:cNvPr>
            <p:cNvSpPr txBox="1"/>
            <p:nvPr/>
          </p:nvSpPr>
          <p:spPr>
            <a:xfrm>
              <a:off x="6963100" y="2763500"/>
              <a:ext cx="1276200" cy="4863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rgbClr val="9900FF"/>
                  </a:solidFill>
                  <a:latin typeface="Roboto"/>
                  <a:ea typeface="Roboto"/>
                  <a:cs typeface="Roboto"/>
                  <a:sym typeface="Roboto"/>
                </a:rPr>
                <a:t>Signal end of packet on wire</a:t>
              </a:r>
              <a:endParaRPr>
                <a:solidFill>
                  <a:srgbClr val="9900FF"/>
                </a:solidFill>
                <a:latin typeface="Roboto"/>
                <a:ea typeface="Roboto"/>
                <a:cs typeface="Roboto"/>
                <a:sym typeface="Roboto"/>
              </a:endParaRPr>
            </a:p>
          </p:txBody>
        </p:sp>
        <p:cxnSp>
          <p:nvCxnSpPr>
            <p:cNvPr id="22" name="Google Shape;797;p51">
              <a:extLst>
                <a:ext uri="{FF2B5EF4-FFF2-40B4-BE49-F238E27FC236}">
                  <a16:creationId xmlns:a16="http://schemas.microsoft.com/office/drawing/2014/main" id="{830244BC-8804-D088-025D-D8669036FCD0}"/>
                </a:ext>
              </a:extLst>
            </p:cNvPr>
            <p:cNvCxnSpPr>
              <a:stCxn id="23" idx="0"/>
            </p:cNvCxnSpPr>
            <p:nvPr/>
          </p:nvCxnSpPr>
          <p:spPr>
            <a:xfrm rot="10800000">
              <a:off x="6142750" y="4296200"/>
              <a:ext cx="0" cy="359100"/>
            </a:xfrm>
            <a:prstGeom prst="straightConnector1">
              <a:avLst/>
            </a:prstGeom>
            <a:noFill/>
            <a:ln w="19050" cap="flat" cmpd="sng">
              <a:solidFill>
                <a:srgbClr val="6AA84F"/>
              </a:solidFill>
              <a:prstDash val="solid"/>
              <a:round/>
              <a:headEnd type="none" w="med" len="med"/>
              <a:tailEnd type="triangle" w="med" len="med"/>
            </a:ln>
          </p:spPr>
        </p:cxnSp>
        <p:sp>
          <p:nvSpPr>
            <p:cNvPr id="23" name="Google Shape;798;p51">
              <a:extLst>
                <a:ext uri="{FF2B5EF4-FFF2-40B4-BE49-F238E27FC236}">
                  <a16:creationId xmlns:a16="http://schemas.microsoft.com/office/drawing/2014/main" id="{925B8E04-FA0E-DF23-5E54-45998BE324AA}"/>
                </a:ext>
              </a:extLst>
            </p:cNvPr>
            <p:cNvSpPr txBox="1"/>
            <p:nvPr/>
          </p:nvSpPr>
          <p:spPr>
            <a:xfrm>
              <a:off x="5615350" y="4655300"/>
              <a:ext cx="10548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rgbClr val="6AA84F"/>
                  </a:solidFill>
                  <a:latin typeface="Roboto"/>
                  <a:ea typeface="Roboto"/>
                  <a:cs typeface="Roboto"/>
                  <a:sym typeface="Roboto"/>
                </a:rPr>
                <a:t>Checksum</a:t>
              </a:r>
              <a:endParaRPr>
                <a:solidFill>
                  <a:srgbClr val="6AA84F"/>
                </a:solidFill>
                <a:latin typeface="Roboto"/>
                <a:ea typeface="Roboto"/>
                <a:cs typeface="Roboto"/>
                <a:sym typeface="Roboto"/>
              </a:endParaRPr>
            </a:p>
          </p:txBody>
        </p:sp>
      </p:grpSp>
    </p:spTree>
    <p:extLst>
      <p:ext uri="{BB962C8B-B14F-4D97-AF65-F5344CB8AC3E}">
        <p14:creationId xmlns:p14="http://schemas.microsoft.com/office/powerpoint/2010/main" val="38332152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5261</TotalTime>
  <Words>3744</Words>
  <Application>Microsoft Office PowerPoint</Application>
  <PresentationFormat>Widescreen</PresentationFormat>
  <Paragraphs>558</Paragraphs>
  <Slides>29</Slides>
  <Notes>15</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29</vt:i4>
      </vt:variant>
    </vt:vector>
  </HeadingPairs>
  <TitlesOfParts>
    <vt:vector size="44" baseType="lpstr">
      <vt:lpstr>MS PGothic</vt:lpstr>
      <vt:lpstr>PearsonMATHPRO02</vt:lpstr>
      <vt:lpstr>TimesLTPro</vt:lpstr>
      <vt:lpstr>TimesLTPro-Italic</vt:lpstr>
      <vt:lpstr>TimesLTPro-Roman</vt:lpstr>
      <vt:lpstr>Aptos</vt:lpstr>
      <vt:lpstr>Aptos Display</vt:lpstr>
      <vt:lpstr>Arial</vt:lpstr>
      <vt:lpstr>Calibri</vt:lpstr>
      <vt:lpstr>Consolas</vt:lpstr>
      <vt:lpstr>Gill Sans MT</vt:lpstr>
      <vt:lpstr>Roboto</vt:lpstr>
      <vt:lpstr>Times New Roman</vt:lpstr>
      <vt:lpstr>Wingdings</vt:lpstr>
      <vt:lpstr>Office Theme</vt:lpstr>
      <vt:lpstr>CSC 3511 Security and Networking</vt:lpstr>
      <vt:lpstr>PowerPoint Presentation</vt:lpstr>
      <vt:lpstr>Link Layer: Introduction</vt:lpstr>
      <vt:lpstr>Transportation analogy</vt:lpstr>
      <vt:lpstr>Link layer: Services</vt:lpstr>
      <vt:lpstr>Link Layer: Services </vt:lpstr>
      <vt:lpstr>Host Link Layer Implementation</vt:lpstr>
      <vt:lpstr>Interfaces Communicating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Ethernet CSMA/CD Algorithm</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Liao, Zhonghao</dc:creator>
  <cp:lastModifiedBy>Liao, Zhonghao</cp:lastModifiedBy>
  <cp:revision>733</cp:revision>
  <dcterms:created xsi:type="dcterms:W3CDTF">2025-09-03T22:06:31Z</dcterms:created>
  <dcterms:modified xsi:type="dcterms:W3CDTF">2025-10-06T05:10:21Z</dcterms:modified>
</cp:coreProperties>
</file>