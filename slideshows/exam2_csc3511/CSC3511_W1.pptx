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1220" r:id="rId2"/>
    <p:sldId id="601" r:id="rId3"/>
    <p:sldId id="602" r:id="rId4"/>
    <p:sldId id="957" r:id="rId5"/>
    <p:sldId id="1218" r:id="rId6"/>
    <p:sldId id="646" r:id="rId7"/>
    <p:sldId id="647" r:id="rId8"/>
    <p:sldId id="648" r:id="rId9"/>
    <p:sldId id="649" r:id="rId10"/>
    <p:sldId id="650" r:id="rId11"/>
    <p:sldId id="651" r:id="rId12"/>
    <p:sldId id="652" r:id="rId13"/>
    <p:sldId id="1219" r:id="rId14"/>
    <p:sldId id="959" r:id="rId15"/>
    <p:sldId id="962" r:id="rId16"/>
    <p:sldId id="963" r:id="rId17"/>
    <p:sldId id="1217" r:id="rId18"/>
    <p:sldId id="1021" r:id="rId19"/>
    <p:sldId id="1020" r:id="rId20"/>
    <p:sldId id="620" r:id="rId21"/>
    <p:sldId id="621" r:id="rId22"/>
    <p:sldId id="653" r:id="rId23"/>
    <p:sldId id="26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5C8A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38" autoAdjust="0"/>
    <p:restoredTop sz="80529" autoAdjust="0"/>
  </p:normalViewPr>
  <p:slideViewPr>
    <p:cSldViewPr snapToGrid="0">
      <p:cViewPr varScale="1">
        <p:scale>
          <a:sx n="98" d="100"/>
          <a:sy n="98" d="100"/>
        </p:scale>
        <p:origin x="1426" y="86"/>
      </p:cViewPr>
      <p:guideLst/>
    </p:cSldViewPr>
  </p:slideViewPr>
  <p:outlineViewPr>
    <p:cViewPr>
      <p:scale>
        <a:sx n="33" d="100"/>
        <a:sy n="33" d="100"/>
      </p:scale>
      <p:origin x="0" y="-174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10" d="100"/>
        <a:sy n="110" d="100"/>
      </p:scale>
      <p:origin x="0" y="-261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D9EA63-885E-4EB8-879A-527FAB29153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035AAC-7370-4508-BC8A-A8FB0FFDBC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827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CS2911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AD9863CD-0A67-4F48-B5BB-9616DC8F127C}" type="datetime3">
              <a:rPr lang="en-US" smtClean="0"/>
              <a:t>1 September 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Dr. Josiah Yoder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7170AD8-106F-4ED5-A489-4A01038054DA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4574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583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If you were to send a love letter by pigeon, what problems could happen? How is that similar to sending a packet on the Internet?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6088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with </a:t>
            </a:r>
            <a:r>
              <a:rPr lang="en-US" dirty="0" err="1"/>
              <a:t>WiFi</a:t>
            </a:r>
            <a:r>
              <a:rPr lang="en-US" dirty="0"/>
              <a:t> in a coffee shop or Ethernet in a dorm building. Everyone shares one “local complex.”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505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apartment → local mail delivery → post office → other apartments.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1939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1802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Application Layer: Provides network services directly to user applications (e.g., HTTP, FTP, SMTP).</a:t>
            </a:r>
          </a:p>
          <a:p>
            <a:r>
              <a:rPr lang="en-US" b="0" dirty="0"/>
              <a:t>Presentation Layer: Translates data formats, handles encryption, compression (e.g., SSL/TLS, JPEG, MPEG).</a:t>
            </a:r>
          </a:p>
          <a:p>
            <a:r>
              <a:rPr lang="en-US" b="0" dirty="0"/>
              <a:t>Session Layer: Manages sessions between applications (start, maintain, terminate connections).</a:t>
            </a:r>
          </a:p>
          <a:p>
            <a:r>
              <a:rPr lang="en-US" b="0" dirty="0"/>
              <a:t>Transport Layer: Provides reliable or unreliable end-to-end delivery (e.g., TCP, UDP).</a:t>
            </a:r>
          </a:p>
          <a:p>
            <a:r>
              <a:rPr lang="en-US" b="0" dirty="0"/>
              <a:t>Network Layer: Handles logical addressing and routing (e.g., IP, ICMP).</a:t>
            </a:r>
          </a:p>
          <a:p>
            <a:r>
              <a:rPr lang="en-US" b="0" dirty="0"/>
              <a:t>Data Link Layer: Responsible for node-to-node delivery, framing, error detection (e.g., Ethernet, Wi-Fi).</a:t>
            </a:r>
          </a:p>
          <a:p>
            <a:r>
              <a:rPr lang="en-US" b="0" dirty="0"/>
              <a:t>Physical Layer: Transmits raw bits over physical medium (cables, radio, fiber optics).</a:t>
            </a:r>
          </a:p>
          <a:p>
            <a:endParaRPr lang="en-US" b="0" dirty="0"/>
          </a:p>
          <a:p>
            <a:r>
              <a:rPr lang="en-US" dirty="0"/>
              <a:t>OSI Layers Explained</a:t>
            </a:r>
          </a:p>
          <a:p>
            <a:endParaRPr lang="en-US" b="0" dirty="0"/>
          </a:p>
          <a:p>
            <a:r>
              <a:rPr lang="en-US" b="0" dirty="0"/>
              <a:t>Physical Layer (Layer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Purely hardware: cables, fiber optics, radio waves, network cards (NIC transceivers).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Concerned with voltages, light pulses, frequencies, connectors.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dirty="0"/>
              <a:t>Data Link Layer (Layer 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Very close to hardware, often implemented in NIC firmware and device drivers.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Handles framing, MAC addressing, and error detection (Ethernet, Wi-Fi).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A mix: partly hardware (chipsets, switches) and partly software (drivers, low-level protocols).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b="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b="0" dirty="0"/>
              <a:t>Network Layer (Layer 3) and above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Primarily software (routing algorithms, IP addressing, TCP logic, HTTP server software).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Implemented in the operating system’s networking stack or in application code.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Can be accelerated with hardware (e.g., routers have ASICs for IP forwarding, TLS offload cards for encryption).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1840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F9EA40-7C49-805A-CF42-17C003686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AD0018-D705-0E2A-2304-26CDA5AAD9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0E108E-B937-C25C-AD99-58462636C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TCP/IP Layers Explain:</a:t>
            </a:r>
            <a:endParaRPr lang="en-US" b="0" dirty="0"/>
          </a:p>
          <a:p>
            <a:endParaRPr lang="en-US" b="0" dirty="0"/>
          </a:p>
          <a:p>
            <a:r>
              <a:rPr lang="en-US" b="0" dirty="0"/>
              <a:t>Physical Layer (Layer 1)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Pure hardware components: cables, fiber optics, wireless signals, connectors.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Transmits raw bits as voltages, light pulses, or radio waves.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Network Interface Cards (NICs) contain transceivers that handle this layer.</a:t>
            </a:r>
          </a:p>
          <a:p>
            <a:endParaRPr lang="en-US" b="0" dirty="0"/>
          </a:p>
          <a:p>
            <a:r>
              <a:rPr lang="en-US" b="0" dirty="0"/>
              <a:t>Data Link Layer (Layer 2)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Still close to hardware; often handled by NIC firmware and drivers.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Provides framing, MAC addressing, and error detection (e.g., Ethernet, Wi-Fi).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Mix of hardware and software: switches and NIC chipsets (hardware), drivers/protocol logic (software).</a:t>
            </a:r>
          </a:p>
          <a:p>
            <a:endParaRPr lang="en-US" b="0" dirty="0"/>
          </a:p>
          <a:p>
            <a:r>
              <a:rPr lang="en-US" b="0" dirty="0"/>
              <a:t>Network Layer (Layer 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Mostly software logic in the operating system.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Handles logical addressing (IP), routing, and forwarding.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Routers accelerate this with specialized hardware (ASICs).</a:t>
            </a:r>
          </a:p>
          <a:p>
            <a:endParaRPr lang="en-US" b="0" dirty="0"/>
          </a:p>
          <a:p>
            <a:r>
              <a:rPr lang="en-US" b="0" dirty="0"/>
              <a:t>Transport Layer (Layer 4)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Software-managed connections between applications.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Ensures reliable or best-effort delivery (TCP, UDP).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Runs inside the OS networking stack; some features can be offloaded to hardware (e.g., checksum).</a:t>
            </a:r>
          </a:p>
          <a:p>
            <a:endParaRPr lang="en-US" b="0" dirty="0"/>
          </a:p>
          <a:p>
            <a:r>
              <a:rPr lang="en-US" b="0" dirty="0"/>
              <a:t>Application Layer (Layer 5 in TCP/IP)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Directly visible to users and applications (HTTP, DNS, FTP, SMTP).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Includes higher-level logic like web browsers, servers, chat apps.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0" dirty="0"/>
              <a:t>Can include encryption/compression (TLS, application data formats).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62816-09CD-57CF-B3A5-7851088237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288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370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points: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Distributed</a:t>
            </a:r>
            <a:r>
              <a:rPr lang="en-US" dirty="0"/>
              <a:t> entities, exchanging messages (governed by protocols)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Time going down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How to define a protocol? (showing format, order of messages sent and received, and actions taken)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We’ll see these kinds of diagrams a lot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522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66398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048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9951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035AAC-7370-4508-BC8A-A8FB0FFDBC9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421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89AA-7597-27E6-4B3B-165FD3811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3A250F-C38B-8C9E-643A-C388525BBD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C440C6-A366-34E5-0395-C5FC04FAA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F092B-0D35-CF9C-BFD1-3C0A42427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54963-FAD9-7042-D3F6-1D4BFA6DD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84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F38FB-4672-84D6-9ECF-2582DAE63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6A606-632B-0D99-676A-75C746528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1C205-B633-6210-6B52-CF27907E7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5BA43-1D84-ECFF-F89C-11FF7AFF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C79E1-62C4-76DF-524D-8AFF3321D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8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5A5D0-102E-A4AB-E12C-D0EF80064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1E2F9-7F11-DA53-9500-714C9CD5CA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1758D-FDCC-1CBC-A227-8C629BDD7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B4290-B339-3A27-B1A2-360BA5435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0E67AE-D729-DFD1-9FCC-D33799697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689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01D9D-86AA-1DA0-6F52-CE87D96BE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10483-B2C1-19A3-C03D-41171D726A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5B85F0-0D4F-659B-B6E8-07E9ED34A6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26A22F-64C6-7444-0C21-99A54DB9E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34B0F6-B65C-5EF3-2CE5-CF72001DF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B24BF5-7203-64E6-7BB9-0B183F33E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75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5F6B1-44FB-BE0C-62B6-DF2C89F1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374C3B-3EAC-2D57-6B7D-C428083FE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ED756-5EC1-9E6E-2BC5-3BD2EF615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FB6D-80D4-9AFB-52E5-49F3522915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8248CB-1C8C-92EB-376F-3A8B023936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5DB157-3765-A591-B7E4-81438D2B3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63FA94-EC48-6267-BCB9-CE7CCD348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E7736C-66C9-366B-DBBA-FED46BA35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6935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4F6F1-C4B2-D0B2-7AFB-9F4D5554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85612-43F3-6319-EA18-DBF8D841F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904F2A-69D3-2069-9FD6-109D75C7F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843D0-3C88-8FF5-00FC-63CCF3E59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808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CD0ED8-2BC1-E058-3233-2CB55A610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0DD15B-52EA-8639-D650-17638EDAF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C276E-2FF3-F7DF-E56A-D8557FF85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185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F77B-DF7F-1039-2FDE-3CAA47CFC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FEC513-2670-001B-1398-A757B74AD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787C18-8AFD-76F8-5A13-D63EF126C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3F9F44-C0C9-762C-D3B7-8E9A4E675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093F5E-A0F4-990A-3099-D31971ED3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DAA0A-0BFF-05A3-C830-DE2AA697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927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6785E-4CD0-1356-B10D-89EB55A9B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77B4AD-E4CD-FB43-7A4B-5DAD73EB13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929ED-DDDC-9046-162C-D396D5127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CC0AC9-AF9C-496B-BFCB-2E47C55E8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06D13E-3922-C306-EBBA-33294AEAF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1149A6-CDA4-763B-5509-DA48E0C1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BC605-88D4-0F9C-4F60-310EE2E37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DDE074-2B08-5145-AF9B-B16BFC605E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EBF8A8-94C3-7EA4-D45D-28A79090D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F1A773-C714-281A-5613-9B053EDD7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27342-3B72-1BDA-2FAE-1B9F8EE35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780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B36272-B555-A18A-4E91-55A0DA4CE0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DFAACA-DE2A-45E4-D950-C827C61CE4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C5816-E40E-64C9-39E4-531EA142D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B02264-0757-4D19-477B-631B634BA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4A300-0194-C143-7967-600097FE7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77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8A8022-576D-E637-28F0-3184AB871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BE467-9BFE-6AAE-001A-754EE5BD4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378178-8C14-256C-5E72-2D76BBCB69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CACD41-E2C3-4974-BF21-7012DD283AB9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C2F6E3-A01E-6FEB-F4E0-DC31DE4F98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900C8-10FC-D739-7E8D-A2939CC9DE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DFDFE6-3E14-4A66-A55D-A29C0C567A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9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ntronetworks.cs.luc.edu/current2/html/index.html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ook.systemsapproach.org/index.html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jpe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18" Type="http://schemas.openxmlformats.org/officeDocument/2006/relationships/image" Target="../media/image13.png"/><Relationship Id="rId3" Type="http://schemas.openxmlformats.org/officeDocument/2006/relationships/image" Target="../media/image3.png"/><Relationship Id="rId21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17" Type="http://schemas.openxmlformats.org/officeDocument/2006/relationships/image" Target="../media/image12.png"/><Relationship Id="rId2" Type="http://schemas.openxmlformats.org/officeDocument/2006/relationships/image" Target="../media/image17.png"/><Relationship Id="rId16" Type="http://schemas.openxmlformats.org/officeDocument/2006/relationships/image" Target="../media/image10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22.png"/><Relationship Id="rId10" Type="http://schemas.openxmlformats.org/officeDocument/2006/relationships/image" Target="../media/image14.png"/><Relationship Id="rId19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4" Type="http://schemas.openxmlformats.org/officeDocument/2006/relationships/image" Target="../media/image21.png"/><Relationship Id="rId22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0.png"/><Relationship Id="rId18" Type="http://schemas.openxmlformats.org/officeDocument/2006/relationships/image" Target="../media/image13.png"/><Relationship Id="rId3" Type="http://schemas.openxmlformats.org/officeDocument/2006/relationships/image" Target="../media/image3.png"/><Relationship Id="rId21" Type="http://schemas.openxmlformats.org/officeDocument/2006/relationships/image" Target="../media/image7.png"/><Relationship Id="rId7" Type="http://schemas.openxmlformats.org/officeDocument/2006/relationships/image" Target="../media/image15.png"/><Relationship Id="rId12" Type="http://schemas.openxmlformats.org/officeDocument/2006/relationships/image" Target="../media/image11.png"/><Relationship Id="rId17" Type="http://schemas.openxmlformats.org/officeDocument/2006/relationships/image" Target="../media/image12.png"/><Relationship Id="rId2" Type="http://schemas.openxmlformats.org/officeDocument/2006/relationships/image" Target="../media/image17.png"/><Relationship Id="rId16" Type="http://schemas.openxmlformats.org/officeDocument/2006/relationships/image" Target="../media/image10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6.png"/><Relationship Id="rId5" Type="http://schemas.openxmlformats.org/officeDocument/2006/relationships/image" Target="../media/image8.png"/><Relationship Id="rId15" Type="http://schemas.openxmlformats.org/officeDocument/2006/relationships/image" Target="../media/image22.png"/><Relationship Id="rId10" Type="http://schemas.openxmlformats.org/officeDocument/2006/relationships/image" Target="../media/image14.png"/><Relationship Id="rId19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9.png"/><Relationship Id="rId14" Type="http://schemas.openxmlformats.org/officeDocument/2006/relationships/image" Target="../media/image21.png"/><Relationship Id="rId22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0.jpeg"/><Relationship Id="rId5" Type="http://schemas.openxmlformats.org/officeDocument/2006/relationships/hyperlink" Target="https://www.wireshark.org/download.html" TargetMode="External"/><Relationship Id="rId4" Type="http://schemas.openxmlformats.org/officeDocument/2006/relationships/image" Target="../media/image2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e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A64E1-5610-7CF5-A8AC-8AACF97CA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6448" y="1122363"/>
            <a:ext cx="11119104" cy="2133599"/>
          </a:xfrm>
        </p:spPr>
        <p:txBody>
          <a:bodyPr/>
          <a:lstStyle/>
          <a:p>
            <a:r>
              <a:rPr lang="en-US" dirty="0"/>
              <a:t>CSC 3511 Security and Networking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E7C23-6E8B-EC33-B311-21148E5DBC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Week 1, Lecture 1: Course Overview</a:t>
            </a:r>
          </a:p>
        </p:txBody>
      </p:sp>
    </p:spTree>
    <p:extLst>
      <p:ext uri="{BB962C8B-B14F-4D97-AF65-F5344CB8AC3E}">
        <p14:creationId xmlns:p14="http://schemas.microsoft.com/office/powerpoint/2010/main" val="1291381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DF2479E5-31B4-4D25-4673-09690212CF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77875"/>
          </a:xfrm>
        </p:spPr>
        <p:txBody>
          <a:bodyPr/>
          <a:lstStyle/>
          <a:p>
            <a:r>
              <a:rPr lang="en-US" altLang="en-US" dirty="0"/>
              <a:t>Course Personnel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5ABE4C25-07C8-E7F4-E863-D32DE5BDF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09600" y="1600200"/>
            <a:ext cx="10058400" cy="4648200"/>
          </a:xfrm>
        </p:spPr>
        <p:txBody>
          <a:bodyPr/>
          <a:lstStyle/>
          <a:p>
            <a:r>
              <a:rPr lang="en-US" altLang="en-US" dirty="0"/>
              <a:t>Instructor: Dr. </a:t>
            </a:r>
            <a:r>
              <a:rPr lang="en-US" altLang="zh-CN" dirty="0"/>
              <a:t>Zhonghao Liao</a:t>
            </a:r>
            <a:endParaRPr lang="en-US" altLang="en-US" dirty="0"/>
          </a:p>
          <a:p>
            <a:pPr lvl="1"/>
            <a:r>
              <a:rPr lang="en-US" altLang="en-US" dirty="0"/>
              <a:t>Office: DH 436</a:t>
            </a:r>
          </a:p>
          <a:p>
            <a:pPr lvl="1"/>
            <a:r>
              <a:rPr lang="en-US" altLang="en-US" dirty="0"/>
              <a:t>Email: liao@msoe.edu</a:t>
            </a:r>
          </a:p>
          <a:p>
            <a:pPr lvl="1"/>
            <a:r>
              <a:rPr lang="en-US" altLang="en-US" dirty="0"/>
              <a:t>Office hours: </a:t>
            </a:r>
          </a:p>
          <a:p>
            <a:pPr lvl="2"/>
            <a:r>
              <a:rPr lang="en-US" altLang="en-US" dirty="0"/>
              <a:t>Monday, Tuesday: 10:00 am – 11:00 am, 2:00 pm - 3:00 pm	</a:t>
            </a:r>
          </a:p>
          <a:p>
            <a:pPr lvl="2"/>
            <a:r>
              <a:rPr lang="en-US" altLang="en-US" dirty="0"/>
              <a:t>Thursday: 10:00 am - 11:00 am </a:t>
            </a:r>
          </a:p>
          <a:p>
            <a:pPr lvl="2"/>
            <a:r>
              <a:rPr lang="en-US" altLang="en-US" dirty="0"/>
              <a:t>Wednesday, Friday: Knock on door or by appointment</a:t>
            </a:r>
          </a:p>
          <a:p>
            <a:pPr lvl="1"/>
            <a:r>
              <a:rPr lang="en-US" altLang="en-US" dirty="0"/>
              <a:t>Please feel free to come over when I'm in the office</a:t>
            </a:r>
          </a:p>
          <a:p>
            <a:r>
              <a:rPr lang="en-US" altLang="en-US" dirty="0"/>
              <a:t>Watch the Canvas</a:t>
            </a:r>
          </a:p>
          <a:p>
            <a:pPr lvl="2"/>
            <a:r>
              <a:rPr lang="en-US" altLang="en-US" dirty="0"/>
              <a:t>Assignments, reading materials, lecture notes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B661B15F-C2F8-06B8-82BF-D9B0415269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365125"/>
            <a:ext cx="10515600" cy="752475"/>
          </a:xfrm>
          <a:noFill/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Course Materials </a:t>
            </a:r>
          </a:p>
        </p:txBody>
      </p:sp>
      <p:sp>
        <p:nvSpPr>
          <p:cNvPr id="5124" name="Rectangle 3">
            <a:extLst>
              <a:ext uri="{FF2B5EF4-FFF2-40B4-BE49-F238E27FC236}">
                <a16:creationId xmlns:a16="http://schemas.microsoft.com/office/drawing/2014/main" id="{7AC53DBA-53BF-F080-1EA4-39B533DF4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8085" y="1507732"/>
            <a:ext cx="11835830" cy="5105400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  <a:normAutofit/>
          </a:bodyPr>
          <a:lstStyle/>
          <a:p>
            <a:pPr>
              <a:spcAft>
                <a:spcPts val="600"/>
              </a:spcAft>
            </a:pPr>
            <a:r>
              <a:rPr lang="en-US" altLang="en-US" dirty="0"/>
              <a:t>Textbook: 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Computer Networking A Top-Down Approach, 9th edition (ISBN: </a:t>
            </a:r>
            <a:r>
              <a:rPr lang="en-US" dirty="0"/>
              <a:t>9780135429334</a:t>
            </a:r>
            <a:r>
              <a:rPr lang="en-US" alt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Internet Security: A Hands-on Approach 3rd Edition (ISBN: 978-17330039-6-4)</a:t>
            </a:r>
          </a:p>
          <a:p>
            <a:pPr lvl="1">
              <a:spcAft>
                <a:spcPts val="600"/>
              </a:spcAft>
            </a:pPr>
            <a:r>
              <a:rPr lang="en-US" altLang="en-US" b="1" dirty="0">
                <a:solidFill>
                  <a:srgbClr val="C00000"/>
                </a:solidFill>
              </a:rPr>
              <a:t>Free</a:t>
            </a:r>
            <a:r>
              <a:rPr lang="en-US" altLang="en-US" dirty="0"/>
              <a:t>: An Introduction to Computer Networks by Peter L. Dordal</a:t>
            </a:r>
          </a:p>
          <a:p>
            <a:pPr marL="914400" lvl="2" indent="0">
              <a:spcAft>
                <a:spcPts val="600"/>
              </a:spcAft>
              <a:buNone/>
            </a:pPr>
            <a:r>
              <a:rPr lang="en-US" altLang="en-US" dirty="0"/>
              <a:t>          </a:t>
            </a:r>
            <a:r>
              <a:rPr lang="en-US" altLang="en-US" sz="2400" dirty="0"/>
              <a:t>Link: </a:t>
            </a:r>
            <a:r>
              <a:rPr lang="en-US" altLang="en-US" sz="2400" dirty="0">
                <a:hlinkClick r:id="rId3"/>
              </a:rPr>
              <a:t>https://intronetworks.cs.luc.edu/current2/html/index.html</a:t>
            </a:r>
            <a:r>
              <a:rPr lang="en-US" altLang="en-US" sz="2400" dirty="0"/>
              <a:t> </a:t>
            </a:r>
          </a:p>
          <a:p>
            <a:pPr lvl="1">
              <a:spcAft>
                <a:spcPts val="600"/>
              </a:spcAft>
            </a:pPr>
            <a:r>
              <a:rPr lang="en-US" altLang="en-US" b="1" dirty="0">
                <a:solidFill>
                  <a:srgbClr val="C00000"/>
                </a:solidFill>
              </a:rPr>
              <a:t>Free</a:t>
            </a:r>
            <a:r>
              <a:rPr lang="en-US" altLang="en-US" dirty="0"/>
              <a:t>: Computer Networks: A Systems Approach by Larry Peterson and Bruce Davie</a:t>
            </a:r>
          </a:p>
          <a:p>
            <a:pPr marL="457200" lvl="1" indent="0">
              <a:spcAft>
                <a:spcPts val="600"/>
              </a:spcAft>
              <a:buNone/>
            </a:pPr>
            <a:r>
              <a:rPr lang="en-US" altLang="en-US" dirty="0"/>
              <a:t>                Link: </a:t>
            </a:r>
            <a:r>
              <a:rPr lang="en-US" altLang="en-US" dirty="0">
                <a:hlinkClick r:id="rId4"/>
              </a:rPr>
              <a:t>https://book.systemsapproach.org/index.html</a:t>
            </a:r>
            <a:r>
              <a:rPr lang="en-US" altLang="en-US" dirty="0"/>
              <a:t> 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Lecture slides, notes, quizzes, homework, labs, etc.: Canvas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Prerequisites: working knowledge of Python and Linux </a:t>
            </a:r>
            <a:r>
              <a:rPr lang="en-US" altLang="en-US" dirty="0">
                <a:solidFill>
                  <a:schemeClr val="hlink"/>
                </a:solidFill>
              </a:rPr>
              <a:t>(Don’t worry if you don’t have a working knowledge)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8376764-E8EE-2343-BDE8-8A38CADB2B10}"/>
              </a:ext>
            </a:extLst>
          </p:cNvPr>
          <p:cNvSpPr txBox="1"/>
          <p:nvPr/>
        </p:nvSpPr>
        <p:spPr>
          <a:xfrm>
            <a:off x="9190439" y="3479610"/>
            <a:ext cx="13649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Internet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DBC9A-D563-454D-A345-7C56FB5C09DB}"/>
              </a:ext>
            </a:extLst>
          </p:cNvPr>
          <p:cNvSpPr/>
          <p:nvPr/>
        </p:nvSpPr>
        <p:spPr>
          <a:xfrm>
            <a:off x="9250302" y="3526527"/>
            <a:ext cx="1558255" cy="5389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29037"/>
            <a:ext cx="10515600" cy="894622"/>
          </a:xfrm>
        </p:spPr>
        <p:txBody>
          <a:bodyPr/>
          <a:lstStyle/>
          <a:p>
            <a:r>
              <a:rPr lang="en-US" altLang="ja-JP" dirty="0"/>
              <a:t>What’s the “Internet”?</a:t>
            </a:r>
            <a:endParaRPr lang="en-US" dirty="0"/>
          </a:p>
        </p:txBody>
      </p:sp>
      <p:grpSp>
        <p:nvGrpSpPr>
          <p:cNvPr id="801" name="Group 800">
            <a:extLst>
              <a:ext uri="{FF2B5EF4-FFF2-40B4-BE49-F238E27FC236}">
                <a16:creationId xmlns:a16="http://schemas.microsoft.com/office/drawing/2014/main" id="{120F2BC7-BB63-8D47-A127-7655CBFA7174}"/>
              </a:ext>
            </a:extLst>
          </p:cNvPr>
          <p:cNvGrpSpPr/>
          <p:nvPr/>
        </p:nvGrpSpPr>
        <p:grpSpPr>
          <a:xfrm>
            <a:off x="7205350" y="1488461"/>
            <a:ext cx="4525460" cy="4859961"/>
            <a:chOff x="7268561" y="1458365"/>
            <a:chExt cx="4525460" cy="4859961"/>
          </a:xfrm>
        </p:grpSpPr>
        <p:sp>
          <p:nvSpPr>
            <p:cNvPr id="371" name="Freeform 370">
              <a:extLst>
                <a:ext uri="{FF2B5EF4-FFF2-40B4-BE49-F238E27FC236}">
                  <a16:creationId xmlns:a16="http://schemas.microsoft.com/office/drawing/2014/main" id="{21662630-62BB-AE4A-A779-AEACD21E6D7C}"/>
                </a:ext>
              </a:extLst>
            </p:cNvPr>
            <p:cNvSpPr/>
            <p:nvPr/>
          </p:nvSpPr>
          <p:spPr>
            <a:xfrm>
              <a:off x="9048399" y="3035682"/>
              <a:ext cx="1124807" cy="133791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82604 w 1558990"/>
                <a:gd name="connsiteY0" fmla="*/ 534641 h 1810599"/>
                <a:gd name="connsiteX1" fmla="*/ 22252 w 1558990"/>
                <a:gd name="connsiteY1" fmla="*/ 940200 h 1810599"/>
                <a:gd name="connsiteX2" fmla="*/ 167457 w 1558990"/>
                <a:gd name="connsiteY2" fmla="*/ 1672556 h 1810599"/>
                <a:gd name="connsiteX3" fmla="*/ 1208772 w 1558990"/>
                <a:gd name="connsiteY3" fmla="*/ 1775650 h 1810599"/>
                <a:gd name="connsiteX4" fmla="*/ 1543003 w 1558990"/>
                <a:gd name="connsiteY4" fmla="*/ 1257671 h 1810599"/>
                <a:gd name="connsiteX5" fmla="*/ 1490762 w 1558990"/>
                <a:gd name="connsiteY5" fmla="*/ 672856 h 1810599"/>
                <a:gd name="connsiteX6" fmla="*/ 1359176 w 1558990"/>
                <a:gd name="connsiteY6" fmla="*/ 154877 h 1810599"/>
                <a:gd name="connsiteX7" fmla="*/ 861336 w 1558990"/>
                <a:gd name="connsiteY7" fmla="*/ 21205 h 1810599"/>
                <a:gd name="connsiteX8" fmla="*/ 382604 w 1558990"/>
                <a:gd name="connsiteY8" fmla="*/ 534641 h 1810599"/>
                <a:gd name="connsiteX0" fmla="*/ 393458 w 1593840"/>
                <a:gd name="connsiteY0" fmla="*/ 534641 h 1793264"/>
                <a:gd name="connsiteX1" fmla="*/ 33106 w 1593840"/>
                <a:gd name="connsiteY1" fmla="*/ 940200 h 1793264"/>
                <a:gd name="connsiteX2" fmla="*/ 178311 w 1593840"/>
                <a:gd name="connsiteY2" fmla="*/ 1672556 h 1793264"/>
                <a:gd name="connsiteX3" fmla="*/ 1464139 w 1593840"/>
                <a:gd name="connsiteY3" fmla="*/ 1752440 h 1793264"/>
                <a:gd name="connsiteX4" fmla="*/ 1553857 w 1593840"/>
                <a:gd name="connsiteY4" fmla="*/ 1257671 h 1793264"/>
                <a:gd name="connsiteX5" fmla="*/ 1501616 w 1593840"/>
                <a:gd name="connsiteY5" fmla="*/ 672856 h 1793264"/>
                <a:gd name="connsiteX6" fmla="*/ 1370030 w 1593840"/>
                <a:gd name="connsiteY6" fmla="*/ 154877 h 1793264"/>
                <a:gd name="connsiteX7" fmla="*/ 872190 w 1593840"/>
                <a:gd name="connsiteY7" fmla="*/ 21205 h 1793264"/>
                <a:gd name="connsiteX8" fmla="*/ 393458 w 1593840"/>
                <a:gd name="connsiteY8" fmla="*/ 534641 h 1793264"/>
                <a:gd name="connsiteX0" fmla="*/ 393458 w 1566550"/>
                <a:gd name="connsiteY0" fmla="*/ 534641 h 1840341"/>
                <a:gd name="connsiteX1" fmla="*/ 33106 w 1566550"/>
                <a:gd name="connsiteY1" fmla="*/ 940200 h 1840341"/>
                <a:gd name="connsiteX2" fmla="*/ 178311 w 1566550"/>
                <a:gd name="connsiteY2" fmla="*/ 1672556 h 1840341"/>
                <a:gd name="connsiteX3" fmla="*/ 1464139 w 1566550"/>
                <a:gd name="connsiteY3" fmla="*/ 1752440 h 1840341"/>
                <a:gd name="connsiteX4" fmla="*/ 1553857 w 1566550"/>
                <a:gd name="connsiteY4" fmla="*/ 1257671 h 1840341"/>
                <a:gd name="connsiteX5" fmla="*/ 1501616 w 1566550"/>
                <a:gd name="connsiteY5" fmla="*/ 672856 h 1840341"/>
                <a:gd name="connsiteX6" fmla="*/ 1370030 w 1566550"/>
                <a:gd name="connsiteY6" fmla="*/ 154877 h 1840341"/>
                <a:gd name="connsiteX7" fmla="*/ 872190 w 1566550"/>
                <a:gd name="connsiteY7" fmla="*/ 21205 h 1840341"/>
                <a:gd name="connsiteX8" fmla="*/ 393458 w 1566550"/>
                <a:gd name="connsiteY8" fmla="*/ 534641 h 1840341"/>
                <a:gd name="connsiteX0" fmla="*/ 393458 w 1555557"/>
                <a:gd name="connsiteY0" fmla="*/ 534641 h 1787187"/>
                <a:gd name="connsiteX1" fmla="*/ 33106 w 1555557"/>
                <a:gd name="connsiteY1" fmla="*/ 940200 h 1787187"/>
                <a:gd name="connsiteX2" fmla="*/ 178311 w 1555557"/>
                <a:gd name="connsiteY2" fmla="*/ 1672556 h 1787187"/>
                <a:gd name="connsiteX3" fmla="*/ 1464139 w 1555557"/>
                <a:gd name="connsiteY3" fmla="*/ 1752440 h 1787187"/>
                <a:gd name="connsiteX4" fmla="*/ 1553857 w 1555557"/>
                <a:gd name="connsiteY4" fmla="*/ 1257671 h 1787187"/>
                <a:gd name="connsiteX5" fmla="*/ 1501616 w 1555557"/>
                <a:gd name="connsiteY5" fmla="*/ 672856 h 1787187"/>
                <a:gd name="connsiteX6" fmla="*/ 1370030 w 1555557"/>
                <a:gd name="connsiteY6" fmla="*/ 154877 h 1787187"/>
                <a:gd name="connsiteX7" fmla="*/ 872190 w 1555557"/>
                <a:gd name="connsiteY7" fmla="*/ 21205 h 1787187"/>
                <a:gd name="connsiteX8" fmla="*/ 393458 w 1555557"/>
                <a:gd name="connsiteY8" fmla="*/ 534641 h 1787187"/>
                <a:gd name="connsiteX0" fmla="*/ 401126 w 1664928"/>
                <a:gd name="connsiteY0" fmla="*/ 534641 h 1783934"/>
                <a:gd name="connsiteX1" fmla="*/ 40774 w 1664928"/>
                <a:gd name="connsiteY1" fmla="*/ 940200 h 1783934"/>
                <a:gd name="connsiteX2" fmla="*/ 185979 w 1664928"/>
                <a:gd name="connsiteY2" fmla="*/ 1672556 h 1783934"/>
                <a:gd name="connsiteX3" fmla="*/ 1618513 w 1664928"/>
                <a:gd name="connsiteY3" fmla="*/ 1747798 h 1783934"/>
                <a:gd name="connsiteX4" fmla="*/ 1561525 w 1664928"/>
                <a:gd name="connsiteY4" fmla="*/ 1257671 h 1783934"/>
                <a:gd name="connsiteX5" fmla="*/ 1509284 w 1664928"/>
                <a:gd name="connsiteY5" fmla="*/ 672856 h 1783934"/>
                <a:gd name="connsiteX6" fmla="*/ 1377698 w 1664928"/>
                <a:gd name="connsiteY6" fmla="*/ 154877 h 1783934"/>
                <a:gd name="connsiteX7" fmla="*/ 879858 w 1664928"/>
                <a:gd name="connsiteY7" fmla="*/ 21205 h 1783934"/>
                <a:gd name="connsiteX8" fmla="*/ 401126 w 1664928"/>
                <a:gd name="connsiteY8" fmla="*/ 534641 h 1783934"/>
                <a:gd name="connsiteX0" fmla="*/ 408119 w 1718774"/>
                <a:gd name="connsiteY0" fmla="*/ 534641 h 1826522"/>
                <a:gd name="connsiteX1" fmla="*/ 47767 w 1718774"/>
                <a:gd name="connsiteY1" fmla="*/ 940200 h 1826522"/>
                <a:gd name="connsiteX2" fmla="*/ 179001 w 1718774"/>
                <a:gd name="connsiteY2" fmla="*/ 1742186 h 1826522"/>
                <a:gd name="connsiteX3" fmla="*/ 1625506 w 1718774"/>
                <a:gd name="connsiteY3" fmla="*/ 1747798 h 1826522"/>
                <a:gd name="connsiteX4" fmla="*/ 1568518 w 1718774"/>
                <a:gd name="connsiteY4" fmla="*/ 1257671 h 1826522"/>
                <a:gd name="connsiteX5" fmla="*/ 1516277 w 1718774"/>
                <a:gd name="connsiteY5" fmla="*/ 672856 h 1826522"/>
                <a:gd name="connsiteX6" fmla="*/ 1384691 w 1718774"/>
                <a:gd name="connsiteY6" fmla="*/ 154877 h 1826522"/>
                <a:gd name="connsiteX7" fmla="*/ 886851 w 1718774"/>
                <a:gd name="connsiteY7" fmla="*/ 21205 h 1826522"/>
                <a:gd name="connsiteX8" fmla="*/ 408119 w 1718774"/>
                <a:gd name="connsiteY8" fmla="*/ 534641 h 1826522"/>
                <a:gd name="connsiteX0" fmla="*/ 477759 w 1796623"/>
                <a:gd name="connsiteY0" fmla="*/ 534641 h 1818043"/>
                <a:gd name="connsiteX1" fmla="*/ 117407 w 1796623"/>
                <a:gd name="connsiteY1" fmla="*/ 940200 h 1818043"/>
                <a:gd name="connsiteX2" fmla="*/ 136864 w 1796623"/>
                <a:gd name="connsiteY2" fmla="*/ 1728260 h 1818043"/>
                <a:gd name="connsiteX3" fmla="*/ 1695146 w 1796623"/>
                <a:gd name="connsiteY3" fmla="*/ 1747798 h 1818043"/>
                <a:gd name="connsiteX4" fmla="*/ 1638158 w 1796623"/>
                <a:gd name="connsiteY4" fmla="*/ 1257671 h 1818043"/>
                <a:gd name="connsiteX5" fmla="*/ 1585917 w 1796623"/>
                <a:gd name="connsiteY5" fmla="*/ 672856 h 1818043"/>
                <a:gd name="connsiteX6" fmla="*/ 1454331 w 1796623"/>
                <a:gd name="connsiteY6" fmla="*/ 154877 h 1818043"/>
                <a:gd name="connsiteX7" fmla="*/ 956491 w 1796623"/>
                <a:gd name="connsiteY7" fmla="*/ 21205 h 1818043"/>
                <a:gd name="connsiteX8" fmla="*/ 477759 w 1796623"/>
                <a:gd name="connsiteY8" fmla="*/ 534641 h 1818043"/>
                <a:gd name="connsiteX0" fmla="*/ 396783 w 1688820"/>
                <a:gd name="connsiteY0" fmla="*/ 534641 h 1815615"/>
                <a:gd name="connsiteX1" fmla="*/ 36431 w 1688820"/>
                <a:gd name="connsiteY1" fmla="*/ 940200 h 1815615"/>
                <a:gd name="connsiteX2" fmla="*/ 55888 w 1688820"/>
                <a:gd name="connsiteY2" fmla="*/ 1728260 h 1815615"/>
                <a:gd name="connsiteX3" fmla="*/ 421834 w 1688820"/>
                <a:gd name="connsiteY3" fmla="*/ 1798118 h 1815615"/>
                <a:gd name="connsiteX4" fmla="*/ 1614170 w 1688820"/>
                <a:gd name="connsiteY4" fmla="*/ 1747798 h 1815615"/>
                <a:gd name="connsiteX5" fmla="*/ 1557182 w 1688820"/>
                <a:gd name="connsiteY5" fmla="*/ 1257671 h 1815615"/>
                <a:gd name="connsiteX6" fmla="*/ 1504941 w 1688820"/>
                <a:gd name="connsiteY6" fmla="*/ 672856 h 1815615"/>
                <a:gd name="connsiteX7" fmla="*/ 1373355 w 1688820"/>
                <a:gd name="connsiteY7" fmla="*/ 154877 h 1815615"/>
                <a:gd name="connsiteX8" fmla="*/ 875515 w 1688820"/>
                <a:gd name="connsiteY8" fmla="*/ 21205 h 1815615"/>
                <a:gd name="connsiteX9" fmla="*/ 396783 w 1688820"/>
                <a:gd name="connsiteY9" fmla="*/ 534641 h 1815615"/>
                <a:gd name="connsiteX0" fmla="*/ 394951 w 1689541"/>
                <a:gd name="connsiteY0" fmla="*/ 534641 h 1877271"/>
                <a:gd name="connsiteX1" fmla="*/ 34599 w 1689541"/>
                <a:gd name="connsiteY1" fmla="*/ 940200 h 1877271"/>
                <a:gd name="connsiteX2" fmla="*/ 54056 w 1689541"/>
                <a:gd name="connsiteY2" fmla="*/ 1728260 h 1877271"/>
                <a:gd name="connsiteX3" fmla="*/ 385071 w 1689541"/>
                <a:gd name="connsiteY3" fmla="*/ 1877032 h 1877271"/>
                <a:gd name="connsiteX4" fmla="*/ 1612338 w 1689541"/>
                <a:gd name="connsiteY4" fmla="*/ 1747798 h 1877271"/>
                <a:gd name="connsiteX5" fmla="*/ 1555350 w 1689541"/>
                <a:gd name="connsiteY5" fmla="*/ 1257671 h 1877271"/>
                <a:gd name="connsiteX6" fmla="*/ 1503109 w 1689541"/>
                <a:gd name="connsiteY6" fmla="*/ 672856 h 1877271"/>
                <a:gd name="connsiteX7" fmla="*/ 1371523 w 1689541"/>
                <a:gd name="connsiteY7" fmla="*/ 154877 h 1877271"/>
                <a:gd name="connsiteX8" fmla="*/ 873683 w 1689541"/>
                <a:gd name="connsiteY8" fmla="*/ 21205 h 1877271"/>
                <a:gd name="connsiteX9" fmla="*/ 394951 w 1689541"/>
                <a:gd name="connsiteY9" fmla="*/ 534641 h 1877271"/>
                <a:gd name="connsiteX0" fmla="*/ 394949 w 1689541"/>
                <a:gd name="connsiteY0" fmla="*/ 534641 h 1877032"/>
                <a:gd name="connsiteX1" fmla="*/ 34597 w 1689541"/>
                <a:gd name="connsiteY1" fmla="*/ 940200 h 1877032"/>
                <a:gd name="connsiteX2" fmla="*/ 54054 w 1689541"/>
                <a:gd name="connsiteY2" fmla="*/ 1728260 h 1877032"/>
                <a:gd name="connsiteX3" fmla="*/ 385069 w 1689541"/>
                <a:gd name="connsiteY3" fmla="*/ 1877032 h 1877032"/>
                <a:gd name="connsiteX4" fmla="*/ 1612336 w 1689541"/>
                <a:gd name="connsiteY4" fmla="*/ 1747798 h 1877032"/>
                <a:gd name="connsiteX5" fmla="*/ 1555348 w 1689541"/>
                <a:gd name="connsiteY5" fmla="*/ 1257671 h 1877032"/>
                <a:gd name="connsiteX6" fmla="*/ 1503107 w 1689541"/>
                <a:gd name="connsiteY6" fmla="*/ 672856 h 1877032"/>
                <a:gd name="connsiteX7" fmla="*/ 1371521 w 1689541"/>
                <a:gd name="connsiteY7" fmla="*/ 154877 h 1877032"/>
                <a:gd name="connsiteX8" fmla="*/ 873681 w 1689541"/>
                <a:gd name="connsiteY8" fmla="*/ 21205 h 1877032"/>
                <a:gd name="connsiteX9" fmla="*/ 394949 w 1689541"/>
                <a:gd name="connsiteY9" fmla="*/ 534641 h 1877032"/>
                <a:gd name="connsiteX0" fmla="*/ 394949 w 1683795"/>
                <a:gd name="connsiteY0" fmla="*/ 534641 h 1877032"/>
                <a:gd name="connsiteX1" fmla="*/ 34597 w 1683795"/>
                <a:gd name="connsiteY1" fmla="*/ 940200 h 1877032"/>
                <a:gd name="connsiteX2" fmla="*/ 54054 w 1683795"/>
                <a:gd name="connsiteY2" fmla="*/ 1728260 h 1877032"/>
                <a:gd name="connsiteX3" fmla="*/ 385069 w 1683795"/>
                <a:gd name="connsiteY3" fmla="*/ 1877032 h 1877032"/>
                <a:gd name="connsiteX4" fmla="*/ 1605349 w 1683795"/>
                <a:gd name="connsiteY4" fmla="*/ 1798860 h 1877032"/>
                <a:gd name="connsiteX5" fmla="*/ 1555348 w 1683795"/>
                <a:gd name="connsiteY5" fmla="*/ 1257671 h 1877032"/>
                <a:gd name="connsiteX6" fmla="*/ 1503107 w 1683795"/>
                <a:gd name="connsiteY6" fmla="*/ 672856 h 1877032"/>
                <a:gd name="connsiteX7" fmla="*/ 1371521 w 1683795"/>
                <a:gd name="connsiteY7" fmla="*/ 154877 h 1877032"/>
                <a:gd name="connsiteX8" fmla="*/ 873681 w 1683795"/>
                <a:gd name="connsiteY8" fmla="*/ 21205 h 1877032"/>
                <a:gd name="connsiteX9" fmla="*/ 394949 w 1683795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720794"/>
                <a:gd name="connsiteY0" fmla="*/ 534641 h 1877032"/>
                <a:gd name="connsiteX1" fmla="*/ 34597 w 1720794"/>
                <a:gd name="connsiteY1" fmla="*/ 940200 h 1877032"/>
                <a:gd name="connsiteX2" fmla="*/ 54054 w 1720794"/>
                <a:gd name="connsiteY2" fmla="*/ 1728260 h 1877032"/>
                <a:gd name="connsiteX3" fmla="*/ 385069 w 1720794"/>
                <a:gd name="connsiteY3" fmla="*/ 1877032 h 1877032"/>
                <a:gd name="connsiteX4" fmla="*/ 1605349 w 1720794"/>
                <a:gd name="connsiteY4" fmla="*/ 1798860 h 1877032"/>
                <a:gd name="connsiteX5" fmla="*/ 1555348 w 1720794"/>
                <a:gd name="connsiteY5" fmla="*/ 1257671 h 1877032"/>
                <a:gd name="connsiteX6" fmla="*/ 1503107 w 1720794"/>
                <a:gd name="connsiteY6" fmla="*/ 672856 h 1877032"/>
                <a:gd name="connsiteX7" fmla="*/ 1371521 w 1720794"/>
                <a:gd name="connsiteY7" fmla="*/ 154877 h 1877032"/>
                <a:gd name="connsiteX8" fmla="*/ 873681 w 1720794"/>
                <a:gd name="connsiteY8" fmla="*/ 21205 h 1877032"/>
                <a:gd name="connsiteX9" fmla="*/ 394949 w 1720794"/>
                <a:gd name="connsiteY9" fmla="*/ 534641 h 1877032"/>
                <a:gd name="connsiteX0" fmla="*/ 394949 w 1671512"/>
                <a:gd name="connsiteY0" fmla="*/ 534641 h 1877032"/>
                <a:gd name="connsiteX1" fmla="*/ 34597 w 1671512"/>
                <a:gd name="connsiteY1" fmla="*/ 940200 h 1877032"/>
                <a:gd name="connsiteX2" fmla="*/ 54054 w 1671512"/>
                <a:gd name="connsiteY2" fmla="*/ 1728260 h 1877032"/>
                <a:gd name="connsiteX3" fmla="*/ 385069 w 1671512"/>
                <a:gd name="connsiteY3" fmla="*/ 1877032 h 1877032"/>
                <a:gd name="connsiteX4" fmla="*/ 1605349 w 1671512"/>
                <a:gd name="connsiteY4" fmla="*/ 1798860 h 1877032"/>
                <a:gd name="connsiteX5" fmla="*/ 1555348 w 1671512"/>
                <a:gd name="connsiteY5" fmla="*/ 1257671 h 1877032"/>
                <a:gd name="connsiteX6" fmla="*/ 1503107 w 1671512"/>
                <a:gd name="connsiteY6" fmla="*/ 672856 h 1877032"/>
                <a:gd name="connsiteX7" fmla="*/ 1371521 w 1671512"/>
                <a:gd name="connsiteY7" fmla="*/ 154877 h 1877032"/>
                <a:gd name="connsiteX8" fmla="*/ 873681 w 1671512"/>
                <a:gd name="connsiteY8" fmla="*/ 21205 h 1877032"/>
                <a:gd name="connsiteX9" fmla="*/ 394949 w 1671512"/>
                <a:gd name="connsiteY9" fmla="*/ 534641 h 1877032"/>
                <a:gd name="connsiteX0" fmla="*/ 394949 w 1677296"/>
                <a:gd name="connsiteY0" fmla="*/ 534641 h 1877032"/>
                <a:gd name="connsiteX1" fmla="*/ 34597 w 1677296"/>
                <a:gd name="connsiteY1" fmla="*/ 940200 h 1877032"/>
                <a:gd name="connsiteX2" fmla="*/ 54054 w 1677296"/>
                <a:gd name="connsiteY2" fmla="*/ 1728260 h 1877032"/>
                <a:gd name="connsiteX3" fmla="*/ 385069 w 1677296"/>
                <a:gd name="connsiteY3" fmla="*/ 1877032 h 1877032"/>
                <a:gd name="connsiteX4" fmla="*/ 1612334 w 1677296"/>
                <a:gd name="connsiteY4" fmla="*/ 1840637 h 1877032"/>
                <a:gd name="connsiteX5" fmla="*/ 1555348 w 1677296"/>
                <a:gd name="connsiteY5" fmla="*/ 1257671 h 1877032"/>
                <a:gd name="connsiteX6" fmla="*/ 1503107 w 1677296"/>
                <a:gd name="connsiteY6" fmla="*/ 672856 h 1877032"/>
                <a:gd name="connsiteX7" fmla="*/ 1371521 w 1677296"/>
                <a:gd name="connsiteY7" fmla="*/ 154877 h 1877032"/>
                <a:gd name="connsiteX8" fmla="*/ 873681 w 1677296"/>
                <a:gd name="connsiteY8" fmla="*/ 21205 h 1877032"/>
                <a:gd name="connsiteX9" fmla="*/ 394949 w 1677296"/>
                <a:gd name="connsiteY9" fmla="*/ 534641 h 1877032"/>
                <a:gd name="connsiteX0" fmla="*/ 394949 w 1677298"/>
                <a:gd name="connsiteY0" fmla="*/ 534641 h 1877032"/>
                <a:gd name="connsiteX1" fmla="*/ 34597 w 1677298"/>
                <a:gd name="connsiteY1" fmla="*/ 940200 h 1877032"/>
                <a:gd name="connsiteX2" fmla="*/ 54054 w 1677298"/>
                <a:gd name="connsiteY2" fmla="*/ 1728260 h 1877032"/>
                <a:gd name="connsiteX3" fmla="*/ 385069 w 1677298"/>
                <a:gd name="connsiteY3" fmla="*/ 1877032 h 1877032"/>
                <a:gd name="connsiteX4" fmla="*/ 1612334 w 1677298"/>
                <a:gd name="connsiteY4" fmla="*/ 1840637 h 1877032"/>
                <a:gd name="connsiteX5" fmla="*/ 1555348 w 1677298"/>
                <a:gd name="connsiteY5" fmla="*/ 1257671 h 1877032"/>
                <a:gd name="connsiteX6" fmla="*/ 1503107 w 1677298"/>
                <a:gd name="connsiteY6" fmla="*/ 672856 h 1877032"/>
                <a:gd name="connsiteX7" fmla="*/ 1371521 w 1677298"/>
                <a:gd name="connsiteY7" fmla="*/ 154877 h 1877032"/>
                <a:gd name="connsiteX8" fmla="*/ 873681 w 1677298"/>
                <a:gd name="connsiteY8" fmla="*/ 21205 h 1877032"/>
                <a:gd name="connsiteX9" fmla="*/ 394949 w 1677298"/>
                <a:gd name="connsiteY9" fmla="*/ 534641 h 1877032"/>
                <a:gd name="connsiteX0" fmla="*/ 394949 w 1677296"/>
                <a:gd name="connsiteY0" fmla="*/ 534641 h 1904936"/>
                <a:gd name="connsiteX1" fmla="*/ 34597 w 1677296"/>
                <a:gd name="connsiteY1" fmla="*/ 940200 h 1904936"/>
                <a:gd name="connsiteX2" fmla="*/ 54054 w 1677296"/>
                <a:gd name="connsiteY2" fmla="*/ 1728260 h 1904936"/>
                <a:gd name="connsiteX3" fmla="*/ 385069 w 1677296"/>
                <a:gd name="connsiteY3" fmla="*/ 1877032 h 1904936"/>
                <a:gd name="connsiteX4" fmla="*/ 1612334 w 1677296"/>
                <a:gd name="connsiteY4" fmla="*/ 1840637 h 1904936"/>
                <a:gd name="connsiteX5" fmla="*/ 1555348 w 1677296"/>
                <a:gd name="connsiteY5" fmla="*/ 1257671 h 1904936"/>
                <a:gd name="connsiteX6" fmla="*/ 1503107 w 1677296"/>
                <a:gd name="connsiteY6" fmla="*/ 672856 h 1904936"/>
                <a:gd name="connsiteX7" fmla="*/ 1371521 w 1677296"/>
                <a:gd name="connsiteY7" fmla="*/ 154877 h 1904936"/>
                <a:gd name="connsiteX8" fmla="*/ 873681 w 1677296"/>
                <a:gd name="connsiteY8" fmla="*/ 21205 h 1904936"/>
                <a:gd name="connsiteX9" fmla="*/ 394949 w 1677296"/>
                <a:gd name="connsiteY9" fmla="*/ 534641 h 1904936"/>
                <a:gd name="connsiteX0" fmla="*/ 461539 w 1743887"/>
                <a:gd name="connsiteY0" fmla="*/ 534641 h 1904936"/>
                <a:gd name="connsiteX1" fmla="*/ 101187 w 1743887"/>
                <a:gd name="connsiteY1" fmla="*/ 940200 h 1904936"/>
                <a:gd name="connsiteX2" fmla="*/ 22840 w 1743887"/>
                <a:gd name="connsiteY2" fmla="*/ 1737812 h 1904936"/>
                <a:gd name="connsiteX3" fmla="*/ 451659 w 1743887"/>
                <a:gd name="connsiteY3" fmla="*/ 1877032 h 1904936"/>
                <a:gd name="connsiteX4" fmla="*/ 1678924 w 1743887"/>
                <a:gd name="connsiteY4" fmla="*/ 1840637 h 1904936"/>
                <a:gd name="connsiteX5" fmla="*/ 1621938 w 1743887"/>
                <a:gd name="connsiteY5" fmla="*/ 1257671 h 1904936"/>
                <a:gd name="connsiteX6" fmla="*/ 1569697 w 1743887"/>
                <a:gd name="connsiteY6" fmla="*/ 672856 h 1904936"/>
                <a:gd name="connsiteX7" fmla="*/ 1438111 w 1743887"/>
                <a:gd name="connsiteY7" fmla="*/ 154877 h 1904936"/>
                <a:gd name="connsiteX8" fmla="*/ 940271 w 1743887"/>
                <a:gd name="connsiteY8" fmla="*/ 21205 h 1904936"/>
                <a:gd name="connsiteX9" fmla="*/ 461539 w 1743887"/>
                <a:gd name="connsiteY9" fmla="*/ 534641 h 1904936"/>
                <a:gd name="connsiteX0" fmla="*/ 452050 w 1756359"/>
                <a:gd name="connsiteY0" fmla="*/ 534641 h 1891359"/>
                <a:gd name="connsiteX1" fmla="*/ 91698 w 1756359"/>
                <a:gd name="connsiteY1" fmla="*/ 940200 h 1891359"/>
                <a:gd name="connsiteX2" fmla="*/ 13351 w 1756359"/>
                <a:gd name="connsiteY2" fmla="*/ 1737812 h 1891359"/>
                <a:gd name="connsiteX3" fmla="*/ 309435 w 1756359"/>
                <a:gd name="connsiteY3" fmla="*/ 1891359 h 1891359"/>
                <a:gd name="connsiteX4" fmla="*/ 1669435 w 1756359"/>
                <a:gd name="connsiteY4" fmla="*/ 1840637 h 1891359"/>
                <a:gd name="connsiteX5" fmla="*/ 1612449 w 1756359"/>
                <a:gd name="connsiteY5" fmla="*/ 1257671 h 1891359"/>
                <a:gd name="connsiteX6" fmla="*/ 1560208 w 1756359"/>
                <a:gd name="connsiteY6" fmla="*/ 672856 h 1891359"/>
                <a:gd name="connsiteX7" fmla="*/ 1428622 w 1756359"/>
                <a:gd name="connsiteY7" fmla="*/ 154877 h 1891359"/>
                <a:gd name="connsiteX8" fmla="*/ 930782 w 1756359"/>
                <a:gd name="connsiteY8" fmla="*/ 21205 h 1891359"/>
                <a:gd name="connsiteX9" fmla="*/ 452050 w 1756359"/>
                <a:gd name="connsiteY9" fmla="*/ 534641 h 1891359"/>
                <a:gd name="connsiteX0" fmla="*/ 452050 w 1756257"/>
                <a:gd name="connsiteY0" fmla="*/ 534641 h 1891359"/>
                <a:gd name="connsiteX1" fmla="*/ 91698 w 1756257"/>
                <a:gd name="connsiteY1" fmla="*/ 940200 h 1891359"/>
                <a:gd name="connsiteX2" fmla="*/ 13351 w 1756257"/>
                <a:gd name="connsiteY2" fmla="*/ 1737812 h 1891359"/>
                <a:gd name="connsiteX3" fmla="*/ 309435 w 1756257"/>
                <a:gd name="connsiteY3" fmla="*/ 1891359 h 1891359"/>
                <a:gd name="connsiteX4" fmla="*/ 1669435 w 1756257"/>
                <a:gd name="connsiteY4" fmla="*/ 1840637 h 1891359"/>
                <a:gd name="connsiteX5" fmla="*/ 1612449 w 1756257"/>
                <a:gd name="connsiteY5" fmla="*/ 1257671 h 1891359"/>
                <a:gd name="connsiteX6" fmla="*/ 1563496 w 1756257"/>
                <a:gd name="connsiteY6" fmla="*/ 959631 h 1891359"/>
                <a:gd name="connsiteX7" fmla="*/ 1560208 w 1756257"/>
                <a:gd name="connsiteY7" fmla="*/ 672856 h 1891359"/>
                <a:gd name="connsiteX8" fmla="*/ 1428622 w 1756257"/>
                <a:gd name="connsiteY8" fmla="*/ 154877 h 1891359"/>
                <a:gd name="connsiteX9" fmla="*/ 930782 w 1756257"/>
                <a:gd name="connsiteY9" fmla="*/ 21205 h 1891359"/>
                <a:gd name="connsiteX10" fmla="*/ 452050 w 1756257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64592"/>
                <a:gd name="connsiteY0" fmla="*/ 534641 h 1891359"/>
                <a:gd name="connsiteX1" fmla="*/ 91698 w 1764592"/>
                <a:gd name="connsiteY1" fmla="*/ 940200 h 1891359"/>
                <a:gd name="connsiteX2" fmla="*/ 13351 w 1764592"/>
                <a:gd name="connsiteY2" fmla="*/ 1737812 h 1891359"/>
                <a:gd name="connsiteX3" fmla="*/ 309435 w 1764592"/>
                <a:gd name="connsiteY3" fmla="*/ 1891359 h 1891359"/>
                <a:gd name="connsiteX4" fmla="*/ 1669435 w 1764592"/>
                <a:gd name="connsiteY4" fmla="*/ 1840637 h 1891359"/>
                <a:gd name="connsiteX5" fmla="*/ 1612449 w 1764592"/>
                <a:gd name="connsiteY5" fmla="*/ 1257671 h 1891359"/>
                <a:gd name="connsiteX6" fmla="*/ 1309780 w 1764592"/>
                <a:gd name="connsiteY6" fmla="*/ 1046341 h 1891359"/>
                <a:gd name="connsiteX7" fmla="*/ 1560208 w 1764592"/>
                <a:gd name="connsiteY7" fmla="*/ 672856 h 1891359"/>
                <a:gd name="connsiteX8" fmla="*/ 1428622 w 1764592"/>
                <a:gd name="connsiteY8" fmla="*/ 154877 h 1891359"/>
                <a:gd name="connsiteX9" fmla="*/ 930782 w 1764592"/>
                <a:gd name="connsiteY9" fmla="*/ 21205 h 1891359"/>
                <a:gd name="connsiteX10" fmla="*/ 452050 w 1764592"/>
                <a:gd name="connsiteY10" fmla="*/ 534641 h 1891359"/>
                <a:gd name="connsiteX0" fmla="*/ 452050 w 1764590"/>
                <a:gd name="connsiteY0" fmla="*/ 534641 h 1891359"/>
                <a:gd name="connsiteX1" fmla="*/ 91698 w 1764590"/>
                <a:gd name="connsiteY1" fmla="*/ 940200 h 1891359"/>
                <a:gd name="connsiteX2" fmla="*/ 13351 w 1764590"/>
                <a:gd name="connsiteY2" fmla="*/ 1737812 h 1891359"/>
                <a:gd name="connsiteX3" fmla="*/ 309435 w 1764590"/>
                <a:gd name="connsiteY3" fmla="*/ 1891359 h 1891359"/>
                <a:gd name="connsiteX4" fmla="*/ 1669435 w 1764590"/>
                <a:gd name="connsiteY4" fmla="*/ 1840637 h 1891359"/>
                <a:gd name="connsiteX5" fmla="*/ 1612449 w 1764590"/>
                <a:gd name="connsiteY5" fmla="*/ 1257671 h 1891359"/>
                <a:gd name="connsiteX6" fmla="*/ 1309780 w 1764590"/>
                <a:gd name="connsiteY6" fmla="*/ 1046341 h 1891359"/>
                <a:gd name="connsiteX7" fmla="*/ 1560208 w 1764590"/>
                <a:gd name="connsiteY7" fmla="*/ 672856 h 1891359"/>
                <a:gd name="connsiteX8" fmla="*/ 1428622 w 1764590"/>
                <a:gd name="connsiteY8" fmla="*/ 154877 h 1891359"/>
                <a:gd name="connsiteX9" fmla="*/ 930782 w 1764590"/>
                <a:gd name="connsiteY9" fmla="*/ 21205 h 1891359"/>
                <a:gd name="connsiteX10" fmla="*/ 452050 w 1764590"/>
                <a:gd name="connsiteY10" fmla="*/ 534641 h 1891359"/>
                <a:gd name="connsiteX0" fmla="*/ 452050 w 1792731"/>
                <a:gd name="connsiteY0" fmla="*/ 534641 h 1891359"/>
                <a:gd name="connsiteX1" fmla="*/ 91698 w 1792731"/>
                <a:gd name="connsiteY1" fmla="*/ 940200 h 1891359"/>
                <a:gd name="connsiteX2" fmla="*/ 13351 w 1792731"/>
                <a:gd name="connsiteY2" fmla="*/ 1737812 h 1891359"/>
                <a:gd name="connsiteX3" fmla="*/ 309435 w 1792731"/>
                <a:gd name="connsiteY3" fmla="*/ 1891359 h 1891359"/>
                <a:gd name="connsiteX4" fmla="*/ 1669435 w 1792731"/>
                <a:gd name="connsiteY4" fmla="*/ 1840637 h 1891359"/>
                <a:gd name="connsiteX5" fmla="*/ 1688563 w 1792731"/>
                <a:gd name="connsiteY5" fmla="*/ 1292355 h 1891359"/>
                <a:gd name="connsiteX6" fmla="*/ 1309780 w 1792731"/>
                <a:gd name="connsiteY6" fmla="*/ 1046341 h 1891359"/>
                <a:gd name="connsiteX7" fmla="*/ 1560208 w 1792731"/>
                <a:gd name="connsiteY7" fmla="*/ 672856 h 1891359"/>
                <a:gd name="connsiteX8" fmla="*/ 1428622 w 1792731"/>
                <a:gd name="connsiteY8" fmla="*/ 154877 h 1891359"/>
                <a:gd name="connsiteX9" fmla="*/ 930782 w 1792731"/>
                <a:gd name="connsiteY9" fmla="*/ 21205 h 1891359"/>
                <a:gd name="connsiteX10" fmla="*/ 452050 w 1792731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560208 w 1814809"/>
                <a:gd name="connsiteY7" fmla="*/ 672856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34641 h 1891359"/>
                <a:gd name="connsiteX1" fmla="*/ 91698 w 1814809"/>
                <a:gd name="connsiteY1" fmla="*/ 940200 h 1891359"/>
                <a:gd name="connsiteX2" fmla="*/ 13351 w 1814809"/>
                <a:gd name="connsiteY2" fmla="*/ 1737812 h 1891359"/>
                <a:gd name="connsiteX3" fmla="*/ 309435 w 1814809"/>
                <a:gd name="connsiteY3" fmla="*/ 1891359 h 1891359"/>
                <a:gd name="connsiteX4" fmla="*/ 1669435 w 1814809"/>
                <a:gd name="connsiteY4" fmla="*/ 1840637 h 1891359"/>
                <a:gd name="connsiteX5" fmla="*/ 1688563 w 1814809"/>
                <a:gd name="connsiteY5" fmla="*/ 1292355 h 1891359"/>
                <a:gd name="connsiteX6" fmla="*/ 1309780 w 1814809"/>
                <a:gd name="connsiteY6" fmla="*/ 1046341 h 1891359"/>
                <a:gd name="connsiteX7" fmla="*/ 1619996 w 1814809"/>
                <a:gd name="connsiteY7" fmla="*/ 526399 h 1891359"/>
                <a:gd name="connsiteX8" fmla="*/ 1428622 w 1814809"/>
                <a:gd name="connsiteY8" fmla="*/ 154877 h 1891359"/>
                <a:gd name="connsiteX9" fmla="*/ 930782 w 1814809"/>
                <a:gd name="connsiteY9" fmla="*/ 21205 h 1891359"/>
                <a:gd name="connsiteX10" fmla="*/ 452050 w 1814809"/>
                <a:gd name="connsiteY10" fmla="*/ 534641 h 1891359"/>
                <a:gd name="connsiteX0" fmla="*/ 452050 w 1814809"/>
                <a:gd name="connsiteY0" fmla="*/ 542872 h 1899590"/>
                <a:gd name="connsiteX1" fmla="*/ 91698 w 1814809"/>
                <a:gd name="connsiteY1" fmla="*/ 948431 h 1899590"/>
                <a:gd name="connsiteX2" fmla="*/ 13351 w 1814809"/>
                <a:gd name="connsiteY2" fmla="*/ 1746043 h 1899590"/>
                <a:gd name="connsiteX3" fmla="*/ 309435 w 1814809"/>
                <a:gd name="connsiteY3" fmla="*/ 1899590 h 1899590"/>
                <a:gd name="connsiteX4" fmla="*/ 1669435 w 1814809"/>
                <a:gd name="connsiteY4" fmla="*/ 1848868 h 1899590"/>
                <a:gd name="connsiteX5" fmla="*/ 1688563 w 1814809"/>
                <a:gd name="connsiteY5" fmla="*/ 1300586 h 1899590"/>
                <a:gd name="connsiteX6" fmla="*/ 1309780 w 1814809"/>
                <a:gd name="connsiteY6" fmla="*/ 1054572 h 1899590"/>
                <a:gd name="connsiteX7" fmla="*/ 1619996 w 1814809"/>
                <a:gd name="connsiteY7" fmla="*/ 534630 h 1899590"/>
                <a:gd name="connsiteX8" fmla="*/ 1488411 w 1814809"/>
                <a:gd name="connsiteY8" fmla="*/ 129049 h 1899590"/>
                <a:gd name="connsiteX9" fmla="*/ 930782 w 1814809"/>
                <a:gd name="connsiteY9" fmla="*/ 29436 h 1899590"/>
                <a:gd name="connsiteX10" fmla="*/ 452050 w 1814809"/>
                <a:gd name="connsiteY10" fmla="*/ 542872 h 1899590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452050 w 1814809"/>
                <a:gd name="connsiteY0" fmla="*/ 540513 h 1897231"/>
                <a:gd name="connsiteX1" fmla="*/ 91698 w 1814809"/>
                <a:gd name="connsiteY1" fmla="*/ 946072 h 1897231"/>
                <a:gd name="connsiteX2" fmla="*/ 13351 w 1814809"/>
                <a:gd name="connsiteY2" fmla="*/ 1743684 h 1897231"/>
                <a:gd name="connsiteX3" fmla="*/ 309435 w 1814809"/>
                <a:gd name="connsiteY3" fmla="*/ 1897231 h 1897231"/>
                <a:gd name="connsiteX4" fmla="*/ 1669435 w 1814809"/>
                <a:gd name="connsiteY4" fmla="*/ 1846509 h 1897231"/>
                <a:gd name="connsiteX5" fmla="*/ 1688563 w 1814809"/>
                <a:gd name="connsiteY5" fmla="*/ 1298227 h 1897231"/>
                <a:gd name="connsiteX6" fmla="*/ 1309780 w 1814809"/>
                <a:gd name="connsiteY6" fmla="*/ 1052213 h 1897231"/>
                <a:gd name="connsiteX7" fmla="*/ 1619996 w 1814809"/>
                <a:gd name="connsiteY7" fmla="*/ 532271 h 1897231"/>
                <a:gd name="connsiteX8" fmla="*/ 1488411 w 1814809"/>
                <a:gd name="connsiteY8" fmla="*/ 126690 h 1897231"/>
                <a:gd name="connsiteX9" fmla="*/ 930782 w 1814809"/>
                <a:gd name="connsiteY9" fmla="*/ 27077 h 1897231"/>
                <a:gd name="connsiteX10" fmla="*/ 452050 w 1814809"/>
                <a:gd name="connsiteY10" fmla="*/ 540513 h 1897231"/>
                <a:gd name="connsiteX0" fmla="*/ 288567 w 1811701"/>
                <a:gd name="connsiteY0" fmla="*/ 555674 h 1898251"/>
                <a:gd name="connsiteX1" fmla="*/ 88590 w 1811701"/>
                <a:gd name="connsiteY1" fmla="*/ 947092 h 1898251"/>
                <a:gd name="connsiteX2" fmla="*/ 10243 w 1811701"/>
                <a:gd name="connsiteY2" fmla="*/ 1744704 h 1898251"/>
                <a:gd name="connsiteX3" fmla="*/ 306327 w 1811701"/>
                <a:gd name="connsiteY3" fmla="*/ 1898251 h 1898251"/>
                <a:gd name="connsiteX4" fmla="*/ 1666327 w 1811701"/>
                <a:gd name="connsiteY4" fmla="*/ 1847529 h 1898251"/>
                <a:gd name="connsiteX5" fmla="*/ 1685455 w 1811701"/>
                <a:gd name="connsiteY5" fmla="*/ 1299247 h 1898251"/>
                <a:gd name="connsiteX6" fmla="*/ 1306672 w 1811701"/>
                <a:gd name="connsiteY6" fmla="*/ 1053233 h 1898251"/>
                <a:gd name="connsiteX7" fmla="*/ 1616888 w 1811701"/>
                <a:gd name="connsiteY7" fmla="*/ 533291 h 1898251"/>
                <a:gd name="connsiteX8" fmla="*/ 1485303 w 1811701"/>
                <a:gd name="connsiteY8" fmla="*/ 127710 h 1898251"/>
                <a:gd name="connsiteX9" fmla="*/ 927674 w 1811701"/>
                <a:gd name="connsiteY9" fmla="*/ 28097 h 1898251"/>
                <a:gd name="connsiteX10" fmla="*/ 288567 w 1811701"/>
                <a:gd name="connsiteY10" fmla="*/ 555674 h 1898251"/>
                <a:gd name="connsiteX0" fmla="*/ 288567 w 1811701"/>
                <a:gd name="connsiteY0" fmla="*/ 479828 h 1822405"/>
                <a:gd name="connsiteX1" fmla="*/ 88590 w 1811701"/>
                <a:gd name="connsiteY1" fmla="*/ 871246 h 1822405"/>
                <a:gd name="connsiteX2" fmla="*/ 10243 w 1811701"/>
                <a:gd name="connsiteY2" fmla="*/ 1668858 h 1822405"/>
                <a:gd name="connsiteX3" fmla="*/ 306327 w 1811701"/>
                <a:gd name="connsiteY3" fmla="*/ 1822405 h 1822405"/>
                <a:gd name="connsiteX4" fmla="*/ 1666327 w 1811701"/>
                <a:gd name="connsiteY4" fmla="*/ 1771683 h 1822405"/>
                <a:gd name="connsiteX5" fmla="*/ 1685455 w 1811701"/>
                <a:gd name="connsiteY5" fmla="*/ 1223401 h 1822405"/>
                <a:gd name="connsiteX6" fmla="*/ 1306672 w 1811701"/>
                <a:gd name="connsiteY6" fmla="*/ 977387 h 1822405"/>
                <a:gd name="connsiteX7" fmla="*/ 1616888 w 1811701"/>
                <a:gd name="connsiteY7" fmla="*/ 457445 h 1822405"/>
                <a:gd name="connsiteX8" fmla="*/ 1485303 w 1811701"/>
                <a:gd name="connsiteY8" fmla="*/ 51864 h 1822405"/>
                <a:gd name="connsiteX9" fmla="*/ 895599 w 1811701"/>
                <a:gd name="connsiteY9" fmla="*/ 79530 h 1822405"/>
                <a:gd name="connsiteX10" fmla="*/ 288567 w 1811701"/>
                <a:gd name="connsiteY10" fmla="*/ 479828 h 182240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616888 w 1811701"/>
                <a:gd name="connsiteY7" fmla="*/ 396875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811701"/>
                <a:gd name="connsiteY0" fmla="*/ 419258 h 1761835"/>
                <a:gd name="connsiteX1" fmla="*/ 88590 w 1811701"/>
                <a:gd name="connsiteY1" fmla="*/ 810676 h 1761835"/>
                <a:gd name="connsiteX2" fmla="*/ 10243 w 1811701"/>
                <a:gd name="connsiteY2" fmla="*/ 1608288 h 1761835"/>
                <a:gd name="connsiteX3" fmla="*/ 306327 w 1811701"/>
                <a:gd name="connsiteY3" fmla="*/ 1761835 h 1761835"/>
                <a:gd name="connsiteX4" fmla="*/ 1666327 w 1811701"/>
                <a:gd name="connsiteY4" fmla="*/ 1711113 h 1761835"/>
                <a:gd name="connsiteX5" fmla="*/ 1685455 w 1811701"/>
                <a:gd name="connsiteY5" fmla="*/ 1162831 h 1761835"/>
                <a:gd name="connsiteX6" fmla="*/ 1306672 w 1811701"/>
                <a:gd name="connsiteY6" fmla="*/ 916817 h 1761835"/>
                <a:gd name="connsiteX7" fmla="*/ 1584814 w 1811701"/>
                <a:gd name="connsiteY7" fmla="*/ 510012 h 1761835"/>
                <a:gd name="connsiteX8" fmla="*/ 1373040 w 1811701"/>
                <a:gd name="connsiteY8" fmla="*/ 118574 h 1761835"/>
                <a:gd name="connsiteX9" fmla="*/ 895599 w 1811701"/>
                <a:gd name="connsiteY9" fmla="*/ 18960 h 1761835"/>
                <a:gd name="connsiteX10" fmla="*/ 288567 w 1811701"/>
                <a:gd name="connsiteY10" fmla="*/ 419258 h 1761835"/>
                <a:gd name="connsiteX0" fmla="*/ 288567 w 1770444"/>
                <a:gd name="connsiteY0" fmla="*/ 419258 h 1761835"/>
                <a:gd name="connsiteX1" fmla="*/ 88590 w 1770444"/>
                <a:gd name="connsiteY1" fmla="*/ 810676 h 1761835"/>
                <a:gd name="connsiteX2" fmla="*/ 10243 w 1770444"/>
                <a:gd name="connsiteY2" fmla="*/ 1608288 h 1761835"/>
                <a:gd name="connsiteX3" fmla="*/ 306327 w 1770444"/>
                <a:gd name="connsiteY3" fmla="*/ 1761835 h 1761835"/>
                <a:gd name="connsiteX4" fmla="*/ 1666327 w 1770444"/>
                <a:gd name="connsiteY4" fmla="*/ 1711113 h 1761835"/>
                <a:gd name="connsiteX5" fmla="*/ 1589229 w 1770444"/>
                <a:gd name="connsiteY5" fmla="*/ 1176973 h 1761835"/>
                <a:gd name="connsiteX6" fmla="*/ 1306672 w 1770444"/>
                <a:gd name="connsiteY6" fmla="*/ 916817 h 1761835"/>
                <a:gd name="connsiteX7" fmla="*/ 1584814 w 1770444"/>
                <a:gd name="connsiteY7" fmla="*/ 510012 h 1761835"/>
                <a:gd name="connsiteX8" fmla="*/ 1373040 w 1770444"/>
                <a:gd name="connsiteY8" fmla="*/ 118574 h 1761835"/>
                <a:gd name="connsiteX9" fmla="*/ 895599 w 1770444"/>
                <a:gd name="connsiteY9" fmla="*/ 18960 h 1761835"/>
                <a:gd name="connsiteX10" fmla="*/ 288567 w 1770444"/>
                <a:gd name="connsiteY10" fmla="*/ 419258 h 1761835"/>
                <a:gd name="connsiteX0" fmla="*/ 288567 w 1592514"/>
                <a:gd name="connsiteY0" fmla="*/ 419258 h 1863058"/>
                <a:gd name="connsiteX1" fmla="*/ 88590 w 1592514"/>
                <a:gd name="connsiteY1" fmla="*/ 810676 h 1863058"/>
                <a:gd name="connsiteX2" fmla="*/ 10243 w 1592514"/>
                <a:gd name="connsiteY2" fmla="*/ 1608288 h 1863058"/>
                <a:gd name="connsiteX3" fmla="*/ 306327 w 1592514"/>
                <a:gd name="connsiteY3" fmla="*/ 1761835 h 1863058"/>
                <a:gd name="connsiteX4" fmla="*/ 1377650 w 1592514"/>
                <a:gd name="connsiteY4" fmla="*/ 1838393 h 1863058"/>
                <a:gd name="connsiteX5" fmla="*/ 1589229 w 1592514"/>
                <a:gd name="connsiteY5" fmla="*/ 1176973 h 1863058"/>
                <a:gd name="connsiteX6" fmla="*/ 1306672 w 1592514"/>
                <a:gd name="connsiteY6" fmla="*/ 916817 h 1863058"/>
                <a:gd name="connsiteX7" fmla="*/ 1584814 w 1592514"/>
                <a:gd name="connsiteY7" fmla="*/ 510012 h 1863058"/>
                <a:gd name="connsiteX8" fmla="*/ 1373040 w 1592514"/>
                <a:gd name="connsiteY8" fmla="*/ 118574 h 1863058"/>
                <a:gd name="connsiteX9" fmla="*/ 895599 w 1592514"/>
                <a:gd name="connsiteY9" fmla="*/ 18960 h 1863058"/>
                <a:gd name="connsiteX10" fmla="*/ 288567 w 1592514"/>
                <a:gd name="connsiteY10" fmla="*/ 419258 h 1863058"/>
                <a:gd name="connsiteX0" fmla="*/ 421322 w 1594935"/>
                <a:gd name="connsiteY0" fmla="*/ 616342 h 1876292"/>
                <a:gd name="connsiteX1" fmla="*/ 91011 w 1594935"/>
                <a:gd name="connsiteY1" fmla="*/ 823910 h 1876292"/>
                <a:gd name="connsiteX2" fmla="*/ 12664 w 1594935"/>
                <a:gd name="connsiteY2" fmla="*/ 1621522 h 1876292"/>
                <a:gd name="connsiteX3" fmla="*/ 308748 w 1594935"/>
                <a:gd name="connsiteY3" fmla="*/ 1775069 h 1876292"/>
                <a:gd name="connsiteX4" fmla="*/ 1380071 w 1594935"/>
                <a:gd name="connsiteY4" fmla="*/ 1851627 h 1876292"/>
                <a:gd name="connsiteX5" fmla="*/ 1591650 w 1594935"/>
                <a:gd name="connsiteY5" fmla="*/ 1190207 h 1876292"/>
                <a:gd name="connsiteX6" fmla="*/ 1309093 w 1594935"/>
                <a:gd name="connsiteY6" fmla="*/ 930051 h 1876292"/>
                <a:gd name="connsiteX7" fmla="*/ 1587235 w 1594935"/>
                <a:gd name="connsiteY7" fmla="*/ 523246 h 1876292"/>
                <a:gd name="connsiteX8" fmla="*/ 1375461 w 1594935"/>
                <a:gd name="connsiteY8" fmla="*/ 131808 h 1876292"/>
                <a:gd name="connsiteX9" fmla="*/ 898020 w 1594935"/>
                <a:gd name="connsiteY9" fmla="*/ 32194 h 1876292"/>
                <a:gd name="connsiteX10" fmla="*/ 421322 w 1594935"/>
                <a:gd name="connsiteY10" fmla="*/ 616342 h 1876292"/>
                <a:gd name="connsiteX0" fmla="*/ 413257 w 1586870"/>
                <a:gd name="connsiteY0" fmla="*/ 616342 h 1876292"/>
                <a:gd name="connsiteX1" fmla="*/ 140873 w 1586870"/>
                <a:gd name="connsiteY1" fmla="*/ 993617 h 1876292"/>
                <a:gd name="connsiteX2" fmla="*/ 4599 w 1586870"/>
                <a:gd name="connsiteY2" fmla="*/ 1621522 h 1876292"/>
                <a:gd name="connsiteX3" fmla="*/ 300683 w 1586870"/>
                <a:gd name="connsiteY3" fmla="*/ 1775069 h 1876292"/>
                <a:gd name="connsiteX4" fmla="*/ 1372006 w 1586870"/>
                <a:gd name="connsiteY4" fmla="*/ 1851627 h 1876292"/>
                <a:gd name="connsiteX5" fmla="*/ 1583585 w 1586870"/>
                <a:gd name="connsiteY5" fmla="*/ 1190207 h 1876292"/>
                <a:gd name="connsiteX6" fmla="*/ 1301028 w 1586870"/>
                <a:gd name="connsiteY6" fmla="*/ 930051 h 1876292"/>
                <a:gd name="connsiteX7" fmla="*/ 1579170 w 1586870"/>
                <a:gd name="connsiteY7" fmla="*/ 523246 h 1876292"/>
                <a:gd name="connsiteX8" fmla="*/ 1367396 w 1586870"/>
                <a:gd name="connsiteY8" fmla="*/ 131808 h 1876292"/>
                <a:gd name="connsiteX9" fmla="*/ 889955 w 1586870"/>
                <a:gd name="connsiteY9" fmla="*/ 32194 h 1876292"/>
                <a:gd name="connsiteX10" fmla="*/ 413257 w 1586870"/>
                <a:gd name="connsiteY10" fmla="*/ 616342 h 1876292"/>
                <a:gd name="connsiteX0" fmla="*/ 284962 w 1458575"/>
                <a:gd name="connsiteY0" fmla="*/ 616342 h 1908017"/>
                <a:gd name="connsiteX1" fmla="*/ 12578 w 1458575"/>
                <a:gd name="connsiteY1" fmla="*/ 993617 h 1908017"/>
                <a:gd name="connsiteX2" fmla="*/ 172388 w 1458575"/>
                <a:gd name="connsiteY2" fmla="*/ 1775069 h 1908017"/>
                <a:gd name="connsiteX3" fmla="*/ 1243711 w 1458575"/>
                <a:gd name="connsiteY3" fmla="*/ 1851627 h 1908017"/>
                <a:gd name="connsiteX4" fmla="*/ 1455290 w 1458575"/>
                <a:gd name="connsiteY4" fmla="*/ 1190207 h 1908017"/>
                <a:gd name="connsiteX5" fmla="*/ 1172733 w 1458575"/>
                <a:gd name="connsiteY5" fmla="*/ 930051 h 1908017"/>
                <a:gd name="connsiteX6" fmla="*/ 1450875 w 1458575"/>
                <a:gd name="connsiteY6" fmla="*/ 523246 h 1908017"/>
                <a:gd name="connsiteX7" fmla="*/ 1239101 w 1458575"/>
                <a:gd name="connsiteY7" fmla="*/ 131808 h 1908017"/>
                <a:gd name="connsiteX8" fmla="*/ 761660 w 1458575"/>
                <a:gd name="connsiteY8" fmla="*/ 32194 h 1908017"/>
                <a:gd name="connsiteX9" fmla="*/ 284962 w 1458575"/>
                <a:gd name="connsiteY9" fmla="*/ 616342 h 1908017"/>
                <a:gd name="connsiteX0" fmla="*/ 343858 w 1519131"/>
                <a:gd name="connsiteY0" fmla="*/ 616342 h 1885036"/>
                <a:gd name="connsiteX1" fmla="*/ 71474 w 1519131"/>
                <a:gd name="connsiteY1" fmla="*/ 993617 h 1885036"/>
                <a:gd name="connsiteX2" fmla="*/ 115432 w 1519131"/>
                <a:gd name="connsiteY2" fmla="*/ 1704358 h 1885036"/>
                <a:gd name="connsiteX3" fmla="*/ 1302607 w 1519131"/>
                <a:gd name="connsiteY3" fmla="*/ 1851627 h 1885036"/>
                <a:gd name="connsiteX4" fmla="*/ 1514186 w 1519131"/>
                <a:gd name="connsiteY4" fmla="*/ 1190207 h 1885036"/>
                <a:gd name="connsiteX5" fmla="*/ 1231629 w 1519131"/>
                <a:gd name="connsiteY5" fmla="*/ 930051 h 1885036"/>
                <a:gd name="connsiteX6" fmla="*/ 1509771 w 1519131"/>
                <a:gd name="connsiteY6" fmla="*/ 523246 h 1885036"/>
                <a:gd name="connsiteX7" fmla="*/ 1297997 w 1519131"/>
                <a:gd name="connsiteY7" fmla="*/ 131808 h 1885036"/>
                <a:gd name="connsiteX8" fmla="*/ 820556 w 1519131"/>
                <a:gd name="connsiteY8" fmla="*/ 32194 h 1885036"/>
                <a:gd name="connsiteX9" fmla="*/ 343858 w 1519131"/>
                <a:gd name="connsiteY9" fmla="*/ 616342 h 1885036"/>
                <a:gd name="connsiteX0" fmla="*/ 343858 w 1549812"/>
                <a:gd name="connsiteY0" fmla="*/ 616342 h 1800235"/>
                <a:gd name="connsiteX1" fmla="*/ 71474 w 1549812"/>
                <a:gd name="connsiteY1" fmla="*/ 993617 h 1800235"/>
                <a:gd name="connsiteX2" fmla="*/ 115432 w 1549812"/>
                <a:gd name="connsiteY2" fmla="*/ 1704358 h 1800235"/>
                <a:gd name="connsiteX3" fmla="*/ 1389496 w 1549812"/>
                <a:gd name="connsiteY3" fmla="*/ 1724347 h 1800235"/>
                <a:gd name="connsiteX4" fmla="*/ 1514186 w 1549812"/>
                <a:gd name="connsiteY4" fmla="*/ 1190207 h 1800235"/>
                <a:gd name="connsiteX5" fmla="*/ 1231629 w 1549812"/>
                <a:gd name="connsiteY5" fmla="*/ 930051 h 1800235"/>
                <a:gd name="connsiteX6" fmla="*/ 1509771 w 1549812"/>
                <a:gd name="connsiteY6" fmla="*/ 523246 h 1800235"/>
                <a:gd name="connsiteX7" fmla="*/ 1297997 w 1549812"/>
                <a:gd name="connsiteY7" fmla="*/ 131808 h 1800235"/>
                <a:gd name="connsiteX8" fmla="*/ 820556 w 1549812"/>
                <a:gd name="connsiteY8" fmla="*/ 32194 h 1800235"/>
                <a:gd name="connsiteX9" fmla="*/ 343858 w 1549812"/>
                <a:gd name="connsiteY9" fmla="*/ 616342 h 1800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49812" h="1800235">
                  <a:moveTo>
                    <a:pt x="343858" y="616342"/>
                  </a:moveTo>
                  <a:cubicBezTo>
                    <a:pt x="219011" y="776579"/>
                    <a:pt x="109545" y="812281"/>
                    <a:pt x="71474" y="993617"/>
                  </a:cubicBezTo>
                  <a:cubicBezTo>
                    <a:pt x="33403" y="1174953"/>
                    <a:pt x="-89757" y="1561356"/>
                    <a:pt x="115432" y="1704358"/>
                  </a:cubicBezTo>
                  <a:cubicBezTo>
                    <a:pt x="320621" y="1847360"/>
                    <a:pt x="1156371" y="1810039"/>
                    <a:pt x="1389496" y="1724347"/>
                  </a:cubicBezTo>
                  <a:cubicBezTo>
                    <a:pt x="1622621" y="1638655"/>
                    <a:pt x="1540497" y="1322590"/>
                    <a:pt x="1514186" y="1190207"/>
                  </a:cubicBezTo>
                  <a:cubicBezTo>
                    <a:pt x="1487875" y="1057824"/>
                    <a:pt x="1240336" y="1148914"/>
                    <a:pt x="1231629" y="930051"/>
                  </a:cubicBezTo>
                  <a:cubicBezTo>
                    <a:pt x="1248292" y="693847"/>
                    <a:pt x="1498710" y="656286"/>
                    <a:pt x="1509771" y="523246"/>
                  </a:cubicBezTo>
                  <a:cubicBezTo>
                    <a:pt x="1520832" y="390206"/>
                    <a:pt x="1431655" y="305130"/>
                    <a:pt x="1297997" y="131808"/>
                  </a:cubicBezTo>
                  <a:cubicBezTo>
                    <a:pt x="1189251" y="36824"/>
                    <a:pt x="979579" y="-48562"/>
                    <a:pt x="820556" y="32194"/>
                  </a:cubicBezTo>
                  <a:cubicBezTo>
                    <a:pt x="661533" y="112950"/>
                    <a:pt x="468705" y="456105"/>
                    <a:pt x="343858" y="616342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417">
              <a:extLst>
                <a:ext uri="{FF2B5EF4-FFF2-40B4-BE49-F238E27FC236}">
                  <a16:creationId xmlns:a16="http://schemas.microsoft.com/office/drawing/2014/main" id="{22352293-C7A6-4C41-9DD8-CAA48CB29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7287" y="1795939"/>
              <a:ext cx="1736725" cy="1317704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4" name="Group 418">
              <a:extLst>
                <a:ext uri="{FF2B5EF4-FFF2-40B4-BE49-F238E27FC236}">
                  <a16:creationId xmlns:a16="http://schemas.microsoft.com/office/drawing/2014/main" id="{BE0D451A-5CE4-4C4B-B3DF-A408288ED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68561" y="3259155"/>
              <a:ext cx="1458912" cy="933450"/>
              <a:chOff x="2889" y="1631"/>
              <a:chExt cx="980" cy="743"/>
            </a:xfrm>
          </p:grpSpPr>
          <p:sp>
            <p:nvSpPr>
              <p:cNvPr id="369" name="Rectangle 419">
                <a:extLst>
                  <a:ext uri="{FF2B5EF4-FFF2-40B4-BE49-F238E27FC236}">
                    <a16:creationId xmlns:a16="http://schemas.microsoft.com/office/drawing/2014/main" id="{F39DA03D-3BDA-2344-B3D3-3A95FB5EE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6" y="1841"/>
                <a:ext cx="663" cy="533"/>
              </a:xfrm>
              <a:prstGeom prst="rect">
                <a:avLst/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370" name="AutoShape 420">
                <a:extLst>
                  <a:ext uri="{FF2B5EF4-FFF2-40B4-BE49-F238E27FC236}">
                    <a16:creationId xmlns:a16="http://schemas.microsoft.com/office/drawing/2014/main" id="{579866B0-F884-A84A-B74A-EFEA50EBF8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9" y="1631"/>
                <a:ext cx="980" cy="253"/>
              </a:xfrm>
              <a:prstGeom prst="triangle">
                <a:avLst>
                  <a:gd name="adj" fmla="val 50000"/>
                </a:avLst>
              </a:prstGeom>
              <a:solidFill>
                <a:srgbClr val="9CDF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solidFill>
                    <a:srgbClr val="00CCFF"/>
                  </a:solidFill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" name="Freeform 427">
              <a:extLst>
                <a:ext uri="{FF2B5EF4-FFF2-40B4-BE49-F238E27FC236}">
                  <a16:creationId xmlns:a16="http://schemas.microsoft.com/office/drawing/2014/main" id="{3F97D486-CCD5-C043-940C-EC1740EC7BA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5612" y="4653038"/>
              <a:ext cx="3079750" cy="1665288"/>
            </a:xfrm>
            <a:custGeom>
              <a:avLst/>
              <a:gdLst>
                <a:gd name="T0" fmla="*/ 2147483646 w 1940"/>
                <a:gd name="T1" fmla="*/ 2147483646 h 1049"/>
                <a:gd name="T2" fmla="*/ 2147483646 w 1940"/>
                <a:gd name="T3" fmla="*/ 2147483646 h 1049"/>
                <a:gd name="T4" fmla="*/ 2147483646 w 1940"/>
                <a:gd name="T5" fmla="*/ 2147483646 h 1049"/>
                <a:gd name="T6" fmla="*/ 2147483646 w 1940"/>
                <a:gd name="T7" fmla="*/ 2147483646 h 1049"/>
                <a:gd name="T8" fmla="*/ 2147483646 w 1940"/>
                <a:gd name="T9" fmla="*/ 2147483646 h 1049"/>
                <a:gd name="T10" fmla="*/ 2147483646 w 1940"/>
                <a:gd name="T11" fmla="*/ 2147483646 h 1049"/>
                <a:gd name="T12" fmla="*/ 2147483646 w 1940"/>
                <a:gd name="T13" fmla="*/ 2147483646 h 1049"/>
                <a:gd name="T14" fmla="*/ 2147483646 w 1940"/>
                <a:gd name="T15" fmla="*/ 2147483646 h 1049"/>
                <a:gd name="T16" fmla="*/ 2147483646 w 1940"/>
                <a:gd name="T17" fmla="*/ 2147483646 h 1049"/>
                <a:gd name="T18" fmla="*/ 2147483646 w 1940"/>
                <a:gd name="T19" fmla="*/ 2147483646 h 1049"/>
                <a:gd name="T20" fmla="*/ 2147483646 w 1940"/>
                <a:gd name="T21" fmla="*/ 2147483646 h 1049"/>
                <a:gd name="T22" fmla="*/ 2147483646 w 1940"/>
                <a:gd name="T23" fmla="*/ 2147483646 h 1049"/>
                <a:gd name="T24" fmla="*/ 2147483646 w 1940"/>
                <a:gd name="T25" fmla="*/ 2147483646 h 1049"/>
                <a:gd name="T26" fmla="*/ 2147483646 w 1940"/>
                <a:gd name="T27" fmla="*/ 2147483646 h 1049"/>
                <a:gd name="T28" fmla="*/ 2147483646 w 1940"/>
                <a:gd name="T29" fmla="*/ 2147483646 h 1049"/>
                <a:gd name="T30" fmla="*/ 2147483646 w 1940"/>
                <a:gd name="T31" fmla="*/ 2147483646 h 104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940"/>
                <a:gd name="T49" fmla="*/ 0 h 1049"/>
                <a:gd name="T50" fmla="*/ 1940 w 1940"/>
                <a:gd name="T51" fmla="*/ 1049 h 1049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940" h="1049">
                  <a:moveTo>
                    <a:pt x="952" y="26"/>
                  </a:moveTo>
                  <a:cubicBezTo>
                    <a:pt x="867" y="45"/>
                    <a:pt x="832" y="118"/>
                    <a:pt x="755" y="125"/>
                  </a:cubicBezTo>
                  <a:cubicBezTo>
                    <a:pt x="678" y="132"/>
                    <a:pt x="587" y="72"/>
                    <a:pt x="488" y="68"/>
                  </a:cubicBezTo>
                  <a:cubicBezTo>
                    <a:pt x="389" y="64"/>
                    <a:pt x="237" y="48"/>
                    <a:pt x="158" y="101"/>
                  </a:cubicBezTo>
                  <a:cubicBezTo>
                    <a:pt x="79" y="154"/>
                    <a:pt x="28" y="298"/>
                    <a:pt x="14" y="389"/>
                  </a:cubicBezTo>
                  <a:cubicBezTo>
                    <a:pt x="0" y="480"/>
                    <a:pt x="25" y="595"/>
                    <a:pt x="71" y="648"/>
                  </a:cubicBezTo>
                  <a:cubicBezTo>
                    <a:pt x="117" y="701"/>
                    <a:pt x="205" y="665"/>
                    <a:pt x="288" y="706"/>
                  </a:cubicBezTo>
                  <a:cubicBezTo>
                    <a:pt x="371" y="747"/>
                    <a:pt x="450" y="842"/>
                    <a:pt x="568" y="893"/>
                  </a:cubicBezTo>
                  <a:cubicBezTo>
                    <a:pt x="686" y="944"/>
                    <a:pt x="852" y="991"/>
                    <a:pt x="996" y="1014"/>
                  </a:cubicBezTo>
                  <a:cubicBezTo>
                    <a:pt x="1140" y="1036"/>
                    <a:pt x="1309" y="1049"/>
                    <a:pt x="1433" y="1031"/>
                  </a:cubicBezTo>
                  <a:cubicBezTo>
                    <a:pt x="1557" y="1012"/>
                    <a:pt x="1657" y="960"/>
                    <a:pt x="1739" y="907"/>
                  </a:cubicBezTo>
                  <a:cubicBezTo>
                    <a:pt x="1821" y="855"/>
                    <a:pt x="1906" y="824"/>
                    <a:pt x="1923" y="714"/>
                  </a:cubicBezTo>
                  <a:cubicBezTo>
                    <a:pt x="1940" y="604"/>
                    <a:pt x="1898" y="350"/>
                    <a:pt x="1839" y="251"/>
                  </a:cubicBezTo>
                  <a:cubicBezTo>
                    <a:pt x="1780" y="151"/>
                    <a:pt x="1662" y="153"/>
                    <a:pt x="1566" y="114"/>
                  </a:cubicBezTo>
                  <a:cubicBezTo>
                    <a:pt x="1470" y="76"/>
                    <a:pt x="1365" y="30"/>
                    <a:pt x="1263" y="15"/>
                  </a:cubicBezTo>
                  <a:cubicBezTo>
                    <a:pt x="1161" y="0"/>
                    <a:pt x="1037" y="8"/>
                    <a:pt x="952" y="26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6" name="Text Box 580">
              <a:extLst>
                <a:ext uri="{FF2B5EF4-FFF2-40B4-BE49-F238E27FC236}">
                  <a16:creationId xmlns:a16="http://schemas.microsoft.com/office/drawing/2014/main" id="{16C4E384-62E0-DC41-883F-EB2C4C99F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2485" y="1458365"/>
              <a:ext cx="1339406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mobile network</a:t>
              </a:r>
            </a:p>
          </p:txBody>
        </p:sp>
        <p:sp>
          <p:nvSpPr>
            <p:cNvPr id="69" name="Text Box 580">
              <a:extLst>
                <a:ext uri="{FF2B5EF4-FFF2-40B4-BE49-F238E27FC236}">
                  <a16:creationId xmlns:a16="http://schemas.microsoft.com/office/drawing/2014/main" id="{9AC056F8-729E-D344-BD7D-9178102179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94046" y="4161826"/>
              <a:ext cx="1955646" cy="2689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home network</a:t>
              </a:r>
            </a:p>
          </p:txBody>
        </p:sp>
        <p:sp>
          <p:nvSpPr>
            <p:cNvPr id="70" name="Text Box 580">
              <a:extLst>
                <a:ext uri="{FF2B5EF4-FFF2-40B4-BE49-F238E27FC236}">
                  <a16:creationId xmlns:a16="http://schemas.microsoft.com/office/drawing/2014/main" id="{8A1A4F41-0243-4946-9F02-F301CBD596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70119" y="5749679"/>
              <a:ext cx="1195135" cy="441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enterprise</a:t>
              </a:r>
            </a:p>
            <a:p>
              <a:pPr>
                <a:lnSpc>
                  <a:spcPct val="8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400" dirty="0">
                  <a:latin typeface="+mn-lt"/>
                </a:rPr>
                <a:t>          network</a:t>
              </a:r>
            </a:p>
          </p:txBody>
        </p:sp>
        <p:sp>
          <p:nvSpPr>
            <p:cNvPr id="372" name="Freeform 371">
              <a:extLst>
                <a:ext uri="{FF2B5EF4-FFF2-40B4-BE49-F238E27FC236}">
                  <a16:creationId xmlns:a16="http://schemas.microsoft.com/office/drawing/2014/main" id="{C89E7C56-1DE4-7143-8EEB-E5965035CC42}"/>
                </a:ext>
              </a:extLst>
            </p:cNvPr>
            <p:cNvSpPr/>
            <p:nvPr/>
          </p:nvSpPr>
          <p:spPr>
            <a:xfrm>
              <a:off x="10285357" y="3149444"/>
              <a:ext cx="1273167" cy="1935748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534770"/>
                <a:gd name="connsiteY0" fmla="*/ 553225 h 1800672"/>
                <a:gd name="connsiteX1" fmla="*/ 3 w 1534770"/>
                <a:gd name="connsiteY1" fmla="*/ 958784 h 1800672"/>
                <a:gd name="connsiteX2" fmla="*/ 367657 w 1534770"/>
                <a:gd name="connsiteY2" fmla="*/ 1526890 h 1800672"/>
                <a:gd name="connsiteX3" fmla="*/ 1186523 w 1534770"/>
                <a:gd name="connsiteY3" fmla="*/ 1794234 h 1800672"/>
                <a:gd name="connsiteX4" fmla="*/ 1520754 w 1534770"/>
                <a:gd name="connsiteY4" fmla="*/ 1276255 h 1800672"/>
                <a:gd name="connsiteX5" fmla="*/ 1468513 w 1534770"/>
                <a:gd name="connsiteY5" fmla="*/ 691440 h 1800672"/>
                <a:gd name="connsiteX6" fmla="*/ 1435794 w 1534770"/>
                <a:gd name="connsiteY6" fmla="*/ 107761 h 1800672"/>
                <a:gd name="connsiteX7" fmla="*/ 839087 w 1534770"/>
                <a:gd name="connsiteY7" fmla="*/ 39789 h 1800672"/>
                <a:gd name="connsiteX8" fmla="*/ 360355 w 1534770"/>
                <a:gd name="connsiteY8" fmla="*/ 553225 h 1800672"/>
                <a:gd name="connsiteX0" fmla="*/ 360355 w 1580585"/>
                <a:gd name="connsiteY0" fmla="*/ 553225 h 1880420"/>
                <a:gd name="connsiteX1" fmla="*/ 3 w 1580585"/>
                <a:gd name="connsiteY1" fmla="*/ 958784 h 1880420"/>
                <a:gd name="connsiteX2" fmla="*/ 367657 w 1580585"/>
                <a:gd name="connsiteY2" fmla="*/ 1526890 h 1880420"/>
                <a:gd name="connsiteX3" fmla="*/ 1186523 w 1580585"/>
                <a:gd name="connsiteY3" fmla="*/ 1794234 h 1880420"/>
                <a:gd name="connsiteX4" fmla="*/ 1570188 w 1580585"/>
                <a:gd name="connsiteY4" fmla="*/ 1785433 h 1880420"/>
                <a:gd name="connsiteX5" fmla="*/ 1468513 w 1580585"/>
                <a:gd name="connsiteY5" fmla="*/ 691440 h 1880420"/>
                <a:gd name="connsiteX6" fmla="*/ 1435794 w 1580585"/>
                <a:gd name="connsiteY6" fmla="*/ 107761 h 1880420"/>
                <a:gd name="connsiteX7" fmla="*/ 839087 w 1580585"/>
                <a:gd name="connsiteY7" fmla="*/ 39789 h 1880420"/>
                <a:gd name="connsiteX8" fmla="*/ 360355 w 1580585"/>
                <a:gd name="connsiteY8" fmla="*/ 553225 h 1880420"/>
                <a:gd name="connsiteX0" fmla="*/ 316588 w 1580732"/>
                <a:gd name="connsiteY0" fmla="*/ 359285 h 1867156"/>
                <a:gd name="connsiteX1" fmla="*/ 150 w 1580732"/>
                <a:gd name="connsiteY1" fmla="*/ 945520 h 1867156"/>
                <a:gd name="connsiteX2" fmla="*/ 367804 w 1580732"/>
                <a:gd name="connsiteY2" fmla="*/ 1513626 h 1867156"/>
                <a:gd name="connsiteX3" fmla="*/ 1186670 w 1580732"/>
                <a:gd name="connsiteY3" fmla="*/ 1780970 h 1867156"/>
                <a:gd name="connsiteX4" fmla="*/ 1570335 w 1580732"/>
                <a:gd name="connsiteY4" fmla="*/ 1772169 h 1867156"/>
                <a:gd name="connsiteX5" fmla="*/ 1468660 w 1580732"/>
                <a:gd name="connsiteY5" fmla="*/ 678176 h 1867156"/>
                <a:gd name="connsiteX6" fmla="*/ 1435941 w 1580732"/>
                <a:gd name="connsiteY6" fmla="*/ 94497 h 1867156"/>
                <a:gd name="connsiteX7" fmla="*/ 839234 w 1580732"/>
                <a:gd name="connsiteY7" fmla="*/ 26525 h 1867156"/>
                <a:gd name="connsiteX8" fmla="*/ 316588 w 1580732"/>
                <a:gd name="connsiteY8" fmla="*/ 359285 h 1867156"/>
                <a:gd name="connsiteX0" fmla="*/ 163575 w 1427719"/>
                <a:gd name="connsiteY0" fmla="*/ 359285 h 1867156"/>
                <a:gd name="connsiteX1" fmla="*/ 836 w 1427719"/>
                <a:gd name="connsiteY1" fmla="*/ 1076921 h 1867156"/>
                <a:gd name="connsiteX2" fmla="*/ 214791 w 1427719"/>
                <a:gd name="connsiteY2" fmla="*/ 1513626 h 1867156"/>
                <a:gd name="connsiteX3" fmla="*/ 1033657 w 1427719"/>
                <a:gd name="connsiteY3" fmla="*/ 1780970 h 1867156"/>
                <a:gd name="connsiteX4" fmla="*/ 1417322 w 1427719"/>
                <a:gd name="connsiteY4" fmla="*/ 1772169 h 1867156"/>
                <a:gd name="connsiteX5" fmla="*/ 1315647 w 1427719"/>
                <a:gd name="connsiteY5" fmla="*/ 678176 h 1867156"/>
                <a:gd name="connsiteX6" fmla="*/ 1282928 w 1427719"/>
                <a:gd name="connsiteY6" fmla="*/ 94497 h 1867156"/>
                <a:gd name="connsiteX7" fmla="*/ 686221 w 1427719"/>
                <a:gd name="connsiteY7" fmla="*/ 26525 h 1867156"/>
                <a:gd name="connsiteX8" fmla="*/ 163575 w 1427719"/>
                <a:gd name="connsiteY8" fmla="*/ 359285 h 1867156"/>
                <a:gd name="connsiteX0" fmla="*/ 163575 w 1426632"/>
                <a:gd name="connsiteY0" fmla="*/ 394322 h 1902193"/>
                <a:gd name="connsiteX1" fmla="*/ 836 w 1426632"/>
                <a:gd name="connsiteY1" fmla="*/ 1111958 h 1902193"/>
                <a:gd name="connsiteX2" fmla="*/ 214791 w 1426632"/>
                <a:gd name="connsiteY2" fmla="*/ 1548663 h 1902193"/>
                <a:gd name="connsiteX3" fmla="*/ 1033657 w 1426632"/>
                <a:gd name="connsiteY3" fmla="*/ 1816007 h 1902193"/>
                <a:gd name="connsiteX4" fmla="*/ 1417322 w 1426632"/>
                <a:gd name="connsiteY4" fmla="*/ 1807206 h 1902193"/>
                <a:gd name="connsiteX5" fmla="*/ 1315647 w 1426632"/>
                <a:gd name="connsiteY5" fmla="*/ 713213 h 1902193"/>
                <a:gd name="connsiteX6" fmla="*/ 1401843 w 1426632"/>
                <a:gd name="connsiteY6" fmla="*/ 63834 h 1902193"/>
                <a:gd name="connsiteX7" fmla="*/ 686221 w 1426632"/>
                <a:gd name="connsiteY7" fmla="*/ 61562 h 1902193"/>
                <a:gd name="connsiteX8" fmla="*/ 163575 w 1426632"/>
                <a:gd name="connsiteY8" fmla="*/ 394322 h 1902193"/>
                <a:gd name="connsiteX0" fmla="*/ 163575 w 1435249"/>
                <a:gd name="connsiteY0" fmla="*/ 394322 h 1885560"/>
                <a:gd name="connsiteX1" fmla="*/ 836 w 1435249"/>
                <a:gd name="connsiteY1" fmla="*/ 1111958 h 1885560"/>
                <a:gd name="connsiteX2" fmla="*/ 214791 w 1435249"/>
                <a:gd name="connsiteY2" fmla="*/ 1548663 h 1885560"/>
                <a:gd name="connsiteX3" fmla="*/ 1033657 w 1435249"/>
                <a:gd name="connsiteY3" fmla="*/ 1816007 h 1885560"/>
                <a:gd name="connsiteX4" fmla="*/ 1417322 w 1435249"/>
                <a:gd name="connsiteY4" fmla="*/ 1807206 h 1885560"/>
                <a:gd name="connsiteX5" fmla="*/ 1375103 w 1435249"/>
                <a:gd name="connsiteY5" fmla="*/ 943164 h 1885560"/>
                <a:gd name="connsiteX6" fmla="*/ 1401843 w 1435249"/>
                <a:gd name="connsiteY6" fmla="*/ 63834 h 1885560"/>
                <a:gd name="connsiteX7" fmla="*/ 686221 w 1435249"/>
                <a:gd name="connsiteY7" fmla="*/ 61562 h 1885560"/>
                <a:gd name="connsiteX8" fmla="*/ 163575 w 1435249"/>
                <a:gd name="connsiteY8" fmla="*/ 394322 h 1885560"/>
                <a:gd name="connsiteX0" fmla="*/ 128947 w 1438213"/>
                <a:gd name="connsiteY0" fmla="*/ 345176 h 1883146"/>
                <a:gd name="connsiteX1" fmla="*/ 3802 w 1438213"/>
                <a:gd name="connsiteY1" fmla="*/ 1109544 h 1883146"/>
                <a:gd name="connsiteX2" fmla="*/ 217757 w 1438213"/>
                <a:gd name="connsiteY2" fmla="*/ 1546249 h 1883146"/>
                <a:gd name="connsiteX3" fmla="*/ 1036623 w 1438213"/>
                <a:gd name="connsiteY3" fmla="*/ 1813593 h 1883146"/>
                <a:gd name="connsiteX4" fmla="*/ 1420288 w 1438213"/>
                <a:gd name="connsiteY4" fmla="*/ 1804792 h 1883146"/>
                <a:gd name="connsiteX5" fmla="*/ 1378069 w 1438213"/>
                <a:gd name="connsiteY5" fmla="*/ 940750 h 1883146"/>
                <a:gd name="connsiteX6" fmla="*/ 1404809 w 1438213"/>
                <a:gd name="connsiteY6" fmla="*/ 61420 h 1883146"/>
                <a:gd name="connsiteX7" fmla="*/ 689187 w 1438213"/>
                <a:gd name="connsiteY7" fmla="*/ 59148 h 1883146"/>
                <a:gd name="connsiteX8" fmla="*/ 128947 w 1438213"/>
                <a:gd name="connsiteY8" fmla="*/ 345176 h 1883146"/>
                <a:gd name="connsiteX0" fmla="*/ 126587 w 1435854"/>
                <a:gd name="connsiteY0" fmla="*/ 353278 h 1891248"/>
                <a:gd name="connsiteX1" fmla="*/ 1442 w 1435854"/>
                <a:gd name="connsiteY1" fmla="*/ 1117646 h 1891248"/>
                <a:gd name="connsiteX2" fmla="*/ 215397 w 1435854"/>
                <a:gd name="connsiteY2" fmla="*/ 1554351 h 1891248"/>
                <a:gd name="connsiteX3" fmla="*/ 1034263 w 1435854"/>
                <a:gd name="connsiteY3" fmla="*/ 1821695 h 1891248"/>
                <a:gd name="connsiteX4" fmla="*/ 1417928 w 1435854"/>
                <a:gd name="connsiteY4" fmla="*/ 1812894 h 1891248"/>
                <a:gd name="connsiteX5" fmla="*/ 1375709 w 1435854"/>
                <a:gd name="connsiteY5" fmla="*/ 948852 h 1891248"/>
                <a:gd name="connsiteX6" fmla="*/ 1402449 w 1435854"/>
                <a:gd name="connsiteY6" fmla="*/ 69522 h 1891248"/>
                <a:gd name="connsiteX7" fmla="*/ 221605 w 1435854"/>
                <a:gd name="connsiteY7" fmla="*/ 47778 h 1891248"/>
                <a:gd name="connsiteX8" fmla="*/ 126587 w 1435854"/>
                <a:gd name="connsiteY8" fmla="*/ 353278 h 1891248"/>
                <a:gd name="connsiteX0" fmla="*/ 35803 w 1453152"/>
                <a:gd name="connsiteY0" fmla="*/ 439993 h 1896181"/>
                <a:gd name="connsiteX1" fmla="*/ 18740 w 1453152"/>
                <a:gd name="connsiteY1" fmla="*/ 1122579 h 1896181"/>
                <a:gd name="connsiteX2" fmla="*/ 232695 w 1453152"/>
                <a:gd name="connsiteY2" fmla="*/ 1559284 h 1896181"/>
                <a:gd name="connsiteX3" fmla="*/ 1051561 w 1453152"/>
                <a:gd name="connsiteY3" fmla="*/ 1826628 h 1896181"/>
                <a:gd name="connsiteX4" fmla="*/ 1435226 w 1453152"/>
                <a:gd name="connsiteY4" fmla="*/ 1817827 h 1896181"/>
                <a:gd name="connsiteX5" fmla="*/ 1393007 w 1453152"/>
                <a:gd name="connsiteY5" fmla="*/ 953785 h 1896181"/>
                <a:gd name="connsiteX6" fmla="*/ 1419747 w 1453152"/>
                <a:gd name="connsiteY6" fmla="*/ 74455 h 1896181"/>
                <a:gd name="connsiteX7" fmla="*/ 238903 w 1453152"/>
                <a:gd name="connsiteY7" fmla="*/ 52711 h 1896181"/>
                <a:gd name="connsiteX8" fmla="*/ 35803 w 1453152"/>
                <a:gd name="connsiteY8" fmla="*/ 439993 h 1896181"/>
                <a:gd name="connsiteX0" fmla="*/ 35803 w 1447873"/>
                <a:gd name="connsiteY0" fmla="*/ 439993 h 1952840"/>
                <a:gd name="connsiteX1" fmla="*/ 18740 w 1447873"/>
                <a:gd name="connsiteY1" fmla="*/ 1122579 h 1952840"/>
                <a:gd name="connsiteX2" fmla="*/ 232695 w 1447873"/>
                <a:gd name="connsiteY2" fmla="*/ 1559284 h 1952840"/>
                <a:gd name="connsiteX3" fmla="*/ 1130848 w 1447873"/>
                <a:gd name="connsiteY3" fmla="*/ 1925181 h 1952840"/>
                <a:gd name="connsiteX4" fmla="*/ 1435226 w 1447873"/>
                <a:gd name="connsiteY4" fmla="*/ 1817827 h 1952840"/>
                <a:gd name="connsiteX5" fmla="*/ 1393007 w 1447873"/>
                <a:gd name="connsiteY5" fmla="*/ 953785 h 1952840"/>
                <a:gd name="connsiteX6" fmla="*/ 1419747 w 1447873"/>
                <a:gd name="connsiteY6" fmla="*/ 74455 h 1952840"/>
                <a:gd name="connsiteX7" fmla="*/ 238903 w 1447873"/>
                <a:gd name="connsiteY7" fmla="*/ 52711 h 1952840"/>
                <a:gd name="connsiteX8" fmla="*/ 35803 w 1447873"/>
                <a:gd name="connsiteY8" fmla="*/ 439993 h 1952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47873" h="1952840">
                  <a:moveTo>
                    <a:pt x="35803" y="439993"/>
                  </a:moveTo>
                  <a:cubicBezTo>
                    <a:pt x="-891" y="618304"/>
                    <a:pt x="-14075" y="936031"/>
                    <a:pt x="18740" y="1122579"/>
                  </a:cubicBezTo>
                  <a:cubicBezTo>
                    <a:pt x="51555" y="1309127"/>
                    <a:pt x="47344" y="1425517"/>
                    <a:pt x="232695" y="1559284"/>
                  </a:cubicBezTo>
                  <a:cubicBezTo>
                    <a:pt x="418046" y="1693051"/>
                    <a:pt x="930426" y="1882091"/>
                    <a:pt x="1130848" y="1925181"/>
                  </a:cubicBezTo>
                  <a:cubicBezTo>
                    <a:pt x="1331270" y="1968271"/>
                    <a:pt x="1391533" y="1979726"/>
                    <a:pt x="1435226" y="1817827"/>
                  </a:cubicBezTo>
                  <a:cubicBezTo>
                    <a:pt x="1478919" y="1655928"/>
                    <a:pt x="1395587" y="1244347"/>
                    <a:pt x="1393007" y="953785"/>
                  </a:cubicBezTo>
                  <a:cubicBezTo>
                    <a:pt x="1390427" y="663223"/>
                    <a:pt x="1458740" y="183063"/>
                    <a:pt x="1419747" y="74455"/>
                  </a:cubicBezTo>
                  <a:cubicBezTo>
                    <a:pt x="1380754" y="-34153"/>
                    <a:pt x="469560" y="-8212"/>
                    <a:pt x="238903" y="52711"/>
                  </a:cubicBezTo>
                  <a:cubicBezTo>
                    <a:pt x="8246" y="113634"/>
                    <a:pt x="72497" y="261682"/>
                    <a:pt x="35803" y="439993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9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374" name="Group 373">
              <a:extLst>
                <a:ext uri="{FF2B5EF4-FFF2-40B4-BE49-F238E27FC236}">
                  <a16:creationId xmlns:a16="http://schemas.microsoft.com/office/drawing/2014/main" id="{96BCCD85-1D07-EF4E-A878-EC23CD23096A}"/>
                </a:ext>
              </a:extLst>
            </p:cNvPr>
            <p:cNvGrpSpPr/>
            <p:nvPr/>
          </p:nvGrpSpPr>
          <p:grpSpPr>
            <a:xfrm>
              <a:off x="10900911" y="3897954"/>
              <a:ext cx="687393" cy="721548"/>
              <a:chOff x="5203089" y="1751190"/>
              <a:chExt cx="858331" cy="662414"/>
            </a:xfrm>
          </p:grpSpPr>
          <p:sp>
            <p:nvSpPr>
              <p:cNvPr id="382" name="Freeform 381">
                <a:extLst>
                  <a:ext uri="{FF2B5EF4-FFF2-40B4-BE49-F238E27FC236}">
                    <a16:creationId xmlns:a16="http://schemas.microsoft.com/office/drawing/2014/main" id="{D6FAD5AB-6E93-5E47-BE32-4993FD767B8F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383" name="Freeform 382">
                <a:extLst>
                  <a:ext uri="{FF2B5EF4-FFF2-40B4-BE49-F238E27FC236}">
                    <a16:creationId xmlns:a16="http://schemas.microsoft.com/office/drawing/2014/main" id="{2A115C8B-7EC0-084D-A3CF-7AEF0487F301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384" name="Straight Connector 383">
                <a:extLst>
                  <a:ext uri="{FF2B5EF4-FFF2-40B4-BE49-F238E27FC236}">
                    <a16:creationId xmlns:a16="http://schemas.microsoft.com/office/drawing/2014/main" id="{16F8043F-8502-904C-9632-B3658D71B8BE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5" name="Straight Connector 384">
                <a:extLst>
                  <a:ext uri="{FF2B5EF4-FFF2-40B4-BE49-F238E27FC236}">
                    <a16:creationId xmlns:a16="http://schemas.microsoft.com/office/drawing/2014/main" id="{B4B3A6DE-2E70-F74C-8CA1-13247C912682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6" name="Straight Connector 385">
                <a:extLst>
                  <a:ext uri="{FF2B5EF4-FFF2-40B4-BE49-F238E27FC236}">
                    <a16:creationId xmlns:a16="http://schemas.microsoft.com/office/drawing/2014/main" id="{4B9DB078-BD58-F64A-B873-E1187205EB94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7" name="Straight Connector 386">
                <a:extLst>
                  <a:ext uri="{FF2B5EF4-FFF2-40B4-BE49-F238E27FC236}">
                    <a16:creationId xmlns:a16="http://schemas.microsoft.com/office/drawing/2014/main" id="{D321DD82-9D22-0B49-ADF9-8BE310E97E71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8" name="Straight Connector 387">
                <a:extLst>
                  <a:ext uri="{FF2B5EF4-FFF2-40B4-BE49-F238E27FC236}">
                    <a16:creationId xmlns:a16="http://schemas.microsoft.com/office/drawing/2014/main" id="{18A2FB0C-53B9-5248-AA65-9BA9B429FC4C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9" name="Straight Connector 388">
                <a:extLst>
                  <a:ext uri="{FF2B5EF4-FFF2-40B4-BE49-F238E27FC236}">
                    <a16:creationId xmlns:a16="http://schemas.microsoft.com/office/drawing/2014/main" id="{44FBB965-69F3-F546-AE9F-4AD14078F37E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91" name="Group 390">
              <a:extLst>
                <a:ext uri="{FF2B5EF4-FFF2-40B4-BE49-F238E27FC236}">
                  <a16:creationId xmlns:a16="http://schemas.microsoft.com/office/drawing/2014/main" id="{BDA3EF41-5873-7D4B-8A04-F8D62DFD2DB6}"/>
                </a:ext>
              </a:extLst>
            </p:cNvPr>
            <p:cNvGrpSpPr/>
            <p:nvPr/>
          </p:nvGrpSpPr>
          <p:grpSpPr>
            <a:xfrm>
              <a:off x="10834382" y="3164075"/>
              <a:ext cx="594613" cy="648336"/>
              <a:chOff x="5203089" y="1751190"/>
              <a:chExt cx="858331" cy="662414"/>
            </a:xfrm>
          </p:grpSpPr>
          <p:sp>
            <p:nvSpPr>
              <p:cNvPr id="399" name="Freeform 398">
                <a:extLst>
                  <a:ext uri="{FF2B5EF4-FFF2-40B4-BE49-F238E27FC236}">
                    <a16:creationId xmlns:a16="http://schemas.microsoft.com/office/drawing/2014/main" id="{325473B9-6F55-684D-B22D-FF70325540CE}"/>
                  </a:ext>
                </a:extLst>
              </p:cNvPr>
              <p:cNvSpPr/>
              <p:nvPr/>
            </p:nvSpPr>
            <p:spPr>
              <a:xfrm>
                <a:off x="5536769" y="1751190"/>
                <a:ext cx="524651" cy="662124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  <a:gd name="connsiteX0" fmla="*/ 3618 w 651290"/>
                  <a:gd name="connsiteY0" fmla="*/ 593378 h 593378"/>
                  <a:gd name="connsiteX1" fmla="*/ 0 w 651290"/>
                  <a:gd name="connsiteY1" fmla="*/ 242416 h 593378"/>
                  <a:gd name="connsiteX2" fmla="*/ 423338 w 651290"/>
                  <a:gd name="connsiteY2" fmla="*/ 101308 h 593378"/>
                  <a:gd name="connsiteX3" fmla="*/ 647672 w 651290"/>
                  <a:gd name="connsiteY3" fmla="*/ 0 h 593378"/>
                  <a:gd name="connsiteX4" fmla="*/ 651290 w 651290"/>
                  <a:gd name="connsiteY4" fmla="*/ 593378 h 593378"/>
                  <a:gd name="connsiteX5" fmla="*/ 3618 w 651290"/>
                  <a:gd name="connsiteY5" fmla="*/ 593378 h 593378"/>
                  <a:gd name="connsiteX0" fmla="*/ 3618 w 651290"/>
                  <a:gd name="connsiteY0" fmla="*/ 662124 h 662124"/>
                  <a:gd name="connsiteX1" fmla="*/ 0 w 651290"/>
                  <a:gd name="connsiteY1" fmla="*/ 311162 h 662124"/>
                  <a:gd name="connsiteX2" fmla="*/ 376300 w 651290"/>
                  <a:gd name="connsiteY2" fmla="*/ 0 h 662124"/>
                  <a:gd name="connsiteX3" fmla="*/ 647672 w 651290"/>
                  <a:gd name="connsiteY3" fmla="*/ 68746 h 662124"/>
                  <a:gd name="connsiteX4" fmla="*/ 651290 w 651290"/>
                  <a:gd name="connsiteY4" fmla="*/ 662124 h 662124"/>
                  <a:gd name="connsiteX5" fmla="*/ 3618 w 651290"/>
                  <a:gd name="connsiteY5" fmla="*/ 662124 h 662124"/>
                  <a:gd name="connsiteX0" fmla="*/ 0 w 647672"/>
                  <a:gd name="connsiteY0" fmla="*/ 662124 h 662124"/>
                  <a:gd name="connsiteX1" fmla="*/ 123021 w 647672"/>
                  <a:gd name="connsiteY1" fmla="*/ 83217 h 662124"/>
                  <a:gd name="connsiteX2" fmla="*/ 372682 w 647672"/>
                  <a:gd name="connsiteY2" fmla="*/ 0 h 662124"/>
                  <a:gd name="connsiteX3" fmla="*/ 644054 w 647672"/>
                  <a:gd name="connsiteY3" fmla="*/ 68746 h 662124"/>
                  <a:gd name="connsiteX4" fmla="*/ 647672 w 647672"/>
                  <a:gd name="connsiteY4" fmla="*/ 662124 h 662124"/>
                  <a:gd name="connsiteX5" fmla="*/ 0 w 647672"/>
                  <a:gd name="connsiteY5" fmla="*/ 662124 h 662124"/>
                  <a:gd name="connsiteX0" fmla="*/ 7238 w 524651"/>
                  <a:gd name="connsiteY0" fmla="*/ 669360 h 669360"/>
                  <a:gd name="connsiteX1" fmla="*/ 0 w 524651"/>
                  <a:gd name="connsiteY1" fmla="*/ 83217 h 669360"/>
                  <a:gd name="connsiteX2" fmla="*/ 249661 w 524651"/>
                  <a:gd name="connsiteY2" fmla="*/ 0 h 669360"/>
                  <a:gd name="connsiteX3" fmla="*/ 521033 w 524651"/>
                  <a:gd name="connsiteY3" fmla="*/ 68746 h 669360"/>
                  <a:gd name="connsiteX4" fmla="*/ 524651 w 524651"/>
                  <a:gd name="connsiteY4" fmla="*/ 662124 h 669360"/>
                  <a:gd name="connsiteX5" fmla="*/ 7238 w 524651"/>
                  <a:gd name="connsiteY5" fmla="*/ 669360 h 669360"/>
                  <a:gd name="connsiteX0" fmla="*/ 438 w 528706"/>
                  <a:gd name="connsiteY0" fmla="*/ 665742 h 665742"/>
                  <a:gd name="connsiteX1" fmla="*/ 4055 w 528706"/>
                  <a:gd name="connsiteY1" fmla="*/ 83217 h 665742"/>
                  <a:gd name="connsiteX2" fmla="*/ 253716 w 528706"/>
                  <a:gd name="connsiteY2" fmla="*/ 0 h 665742"/>
                  <a:gd name="connsiteX3" fmla="*/ 525088 w 528706"/>
                  <a:gd name="connsiteY3" fmla="*/ 68746 h 665742"/>
                  <a:gd name="connsiteX4" fmla="*/ 528706 w 528706"/>
                  <a:gd name="connsiteY4" fmla="*/ 662124 h 665742"/>
                  <a:gd name="connsiteX5" fmla="*/ 438 w 528706"/>
                  <a:gd name="connsiteY5" fmla="*/ 665742 h 665742"/>
                  <a:gd name="connsiteX0" fmla="*/ 155 w 546514"/>
                  <a:gd name="connsiteY0" fmla="*/ 662124 h 662124"/>
                  <a:gd name="connsiteX1" fmla="*/ 21863 w 546514"/>
                  <a:gd name="connsiteY1" fmla="*/ 83217 h 662124"/>
                  <a:gd name="connsiteX2" fmla="*/ 271524 w 546514"/>
                  <a:gd name="connsiteY2" fmla="*/ 0 h 662124"/>
                  <a:gd name="connsiteX3" fmla="*/ 542896 w 546514"/>
                  <a:gd name="connsiteY3" fmla="*/ 68746 h 662124"/>
                  <a:gd name="connsiteX4" fmla="*/ 546514 w 546514"/>
                  <a:gd name="connsiteY4" fmla="*/ 662124 h 662124"/>
                  <a:gd name="connsiteX5" fmla="*/ 155 w 546514"/>
                  <a:gd name="connsiteY5" fmla="*/ 662124 h 662124"/>
                  <a:gd name="connsiteX0" fmla="*/ 10856 w 524651"/>
                  <a:gd name="connsiteY0" fmla="*/ 658506 h 662124"/>
                  <a:gd name="connsiteX1" fmla="*/ 0 w 524651"/>
                  <a:gd name="connsiteY1" fmla="*/ 83217 h 662124"/>
                  <a:gd name="connsiteX2" fmla="*/ 249661 w 524651"/>
                  <a:gd name="connsiteY2" fmla="*/ 0 h 662124"/>
                  <a:gd name="connsiteX3" fmla="*/ 521033 w 524651"/>
                  <a:gd name="connsiteY3" fmla="*/ 68746 h 662124"/>
                  <a:gd name="connsiteX4" fmla="*/ 524651 w 524651"/>
                  <a:gd name="connsiteY4" fmla="*/ 662124 h 662124"/>
                  <a:gd name="connsiteX5" fmla="*/ 10856 w 524651"/>
                  <a:gd name="connsiteY5" fmla="*/ 658506 h 662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24651" h="662124">
                    <a:moveTo>
                      <a:pt x="10856" y="658506"/>
                    </a:moveTo>
                    <a:cubicBezTo>
                      <a:pt x="8443" y="463125"/>
                      <a:pt x="2413" y="278598"/>
                      <a:pt x="0" y="83217"/>
                    </a:cubicBezTo>
                    <a:lnTo>
                      <a:pt x="249661" y="0"/>
                    </a:lnTo>
                    <a:lnTo>
                      <a:pt x="521033" y="68746"/>
                    </a:lnTo>
                    <a:lnTo>
                      <a:pt x="524651" y="662124"/>
                    </a:lnTo>
                    <a:lnTo>
                      <a:pt x="10856" y="658506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400" name="Freeform 399">
                <a:extLst>
                  <a:ext uri="{FF2B5EF4-FFF2-40B4-BE49-F238E27FC236}">
                    <a16:creationId xmlns:a16="http://schemas.microsoft.com/office/drawing/2014/main" id="{06CE85F7-18B2-3947-975F-CEA32EE2FBA7}"/>
                  </a:ext>
                </a:extLst>
              </p:cNvPr>
              <p:cNvSpPr/>
              <p:nvPr/>
            </p:nvSpPr>
            <p:spPr>
              <a:xfrm>
                <a:off x="5203089" y="1921244"/>
                <a:ext cx="651290" cy="492070"/>
              </a:xfrm>
              <a:custGeom>
                <a:avLst/>
                <a:gdLst>
                  <a:gd name="connsiteX0" fmla="*/ 3618 w 651290"/>
                  <a:gd name="connsiteY0" fmla="*/ 492070 h 492070"/>
                  <a:gd name="connsiteX1" fmla="*/ 0 w 651290"/>
                  <a:gd name="connsiteY1" fmla="*/ 141108 h 492070"/>
                  <a:gd name="connsiteX2" fmla="*/ 423338 w 651290"/>
                  <a:gd name="connsiteY2" fmla="*/ 0 h 492070"/>
                  <a:gd name="connsiteX3" fmla="*/ 647672 w 651290"/>
                  <a:gd name="connsiteY3" fmla="*/ 57891 h 492070"/>
                  <a:gd name="connsiteX4" fmla="*/ 651290 w 651290"/>
                  <a:gd name="connsiteY4" fmla="*/ 492070 h 492070"/>
                  <a:gd name="connsiteX5" fmla="*/ 3618 w 651290"/>
                  <a:gd name="connsiteY5" fmla="*/ 492070 h 4920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51290" h="492070">
                    <a:moveTo>
                      <a:pt x="3618" y="492070"/>
                    </a:moveTo>
                    <a:lnTo>
                      <a:pt x="0" y="141108"/>
                    </a:lnTo>
                    <a:lnTo>
                      <a:pt x="423338" y="0"/>
                    </a:lnTo>
                    <a:lnTo>
                      <a:pt x="647672" y="57891"/>
                    </a:lnTo>
                    <a:lnTo>
                      <a:pt x="651290" y="492070"/>
                    </a:lnTo>
                    <a:lnTo>
                      <a:pt x="3618" y="492070"/>
                    </a:lnTo>
                    <a:close/>
                  </a:path>
                </a:pathLst>
              </a:custGeom>
              <a:solidFill>
                <a:srgbClr val="E0EBF1"/>
              </a:solidFill>
              <a:ln w="12700">
                <a:solidFill>
                  <a:srgbClr val="0000A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  <p:cxnSp>
            <p:nvCxnSpPr>
              <p:cNvPr id="401" name="Straight Connector 400">
                <a:extLst>
                  <a:ext uri="{FF2B5EF4-FFF2-40B4-BE49-F238E27FC236}">
                    <a16:creationId xmlns:a16="http://schemas.microsoft.com/office/drawing/2014/main" id="{F3F3D0FA-374D-9147-8047-2B7B3AAF05DF}"/>
                  </a:ext>
                </a:extLst>
              </p:cNvPr>
              <p:cNvCxnSpPr/>
              <p:nvPr/>
            </p:nvCxnSpPr>
            <p:spPr>
              <a:xfrm flipV="1">
                <a:off x="5270526" y="2029553"/>
                <a:ext cx="295249" cy="73468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2" name="Straight Connector 401">
                <a:extLst>
                  <a:ext uri="{FF2B5EF4-FFF2-40B4-BE49-F238E27FC236}">
                    <a16:creationId xmlns:a16="http://schemas.microsoft.com/office/drawing/2014/main" id="{AFF00F79-7128-E243-BBD5-A97200EABABC}"/>
                  </a:ext>
                </a:extLst>
              </p:cNvPr>
              <p:cNvCxnSpPr/>
              <p:nvPr/>
            </p:nvCxnSpPr>
            <p:spPr>
              <a:xfrm flipV="1">
                <a:off x="5275406" y="2261710"/>
                <a:ext cx="290369" cy="1675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3" name="Straight Connector 402">
                <a:extLst>
                  <a:ext uri="{FF2B5EF4-FFF2-40B4-BE49-F238E27FC236}">
                    <a16:creationId xmlns:a16="http://schemas.microsoft.com/office/drawing/2014/main" id="{729D9C8D-B396-A049-9B7A-BE878812629D}"/>
                  </a:ext>
                </a:extLst>
              </p:cNvPr>
              <p:cNvCxnSpPr/>
              <p:nvPr/>
            </p:nvCxnSpPr>
            <p:spPr>
              <a:xfrm flipV="1">
                <a:off x="5275406" y="2151772"/>
                <a:ext cx="290369" cy="48402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4" name="Straight Connector 403">
                <a:extLst>
                  <a:ext uri="{FF2B5EF4-FFF2-40B4-BE49-F238E27FC236}">
                    <a16:creationId xmlns:a16="http://schemas.microsoft.com/office/drawing/2014/main" id="{4B32C41F-58E3-CC4F-9625-B6688BEB2140}"/>
                  </a:ext>
                </a:extLst>
              </p:cNvPr>
              <p:cNvCxnSpPr/>
              <p:nvPr/>
            </p:nvCxnSpPr>
            <p:spPr>
              <a:xfrm>
                <a:off x="5270094" y="2354086"/>
                <a:ext cx="295681" cy="0"/>
              </a:xfrm>
              <a:prstGeom prst="line">
                <a:avLst/>
              </a:prstGeom>
              <a:ln w="44450">
                <a:solidFill>
                  <a:schemeClr val="bg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5" name="Straight Connector 404">
                <a:extLst>
                  <a:ext uri="{FF2B5EF4-FFF2-40B4-BE49-F238E27FC236}">
                    <a16:creationId xmlns:a16="http://schemas.microsoft.com/office/drawing/2014/main" id="{58933865-B1C6-3244-A0F5-136E4C6DD92E}"/>
                  </a:ext>
                </a:extLst>
              </p:cNvPr>
              <p:cNvCxnSpPr/>
              <p:nvPr/>
            </p:nvCxnSpPr>
            <p:spPr>
              <a:xfrm flipV="1">
                <a:off x="5950242" y="1866900"/>
                <a:ext cx="0" cy="465273"/>
              </a:xfrm>
              <a:prstGeom prst="line">
                <a:avLst/>
              </a:prstGeom>
              <a:ln w="44450">
                <a:solidFill>
                  <a:schemeClr val="bg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6" name="Straight Connector 405">
                <a:extLst>
                  <a:ext uri="{FF2B5EF4-FFF2-40B4-BE49-F238E27FC236}">
                    <a16:creationId xmlns:a16="http://schemas.microsoft.com/office/drawing/2014/main" id="{76C939A7-C3F0-5A45-B81D-4E775CF1C92C}"/>
                  </a:ext>
                </a:extLst>
              </p:cNvPr>
              <p:cNvCxnSpPr/>
              <p:nvPr/>
            </p:nvCxnSpPr>
            <p:spPr>
              <a:xfrm>
                <a:off x="5628589" y="1936750"/>
                <a:ext cx="0" cy="476854"/>
              </a:xfrm>
              <a:prstGeom prst="line">
                <a:avLst/>
              </a:prstGeom>
              <a:ln w="15875">
                <a:solidFill>
                  <a:srgbClr val="0000A8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62" name="Freeform 561">
              <a:extLst>
                <a:ext uri="{FF2B5EF4-FFF2-40B4-BE49-F238E27FC236}">
                  <a16:creationId xmlns:a16="http://schemas.microsoft.com/office/drawing/2014/main" id="{BE088278-C41B-3E4A-87CE-FD65749FA13D}"/>
                </a:ext>
              </a:extLst>
            </p:cNvPr>
            <p:cNvSpPr/>
            <p:nvPr/>
          </p:nvSpPr>
          <p:spPr>
            <a:xfrm>
              <a:off x="9604024" y="1751946"/>
              <a:ext cx="1497864" cy="1386455"/>
            </a:xfrm>
            <a:custGeom>
              <a:avLst/>
              <a:gdLst>
                <a:gd name="connsiteX0" fmla="*/ 434989 w 1523031"/>
                <a:gd name="connsiteY0" fmla="*/ 253346 h 1763594"/>
                <a:gd name="connsiteX1" fmla="*/ 488 w 1523031"/>
                <a:gd name="connsiteY1" fmla="*/ 921706 h 1763594"/>
                <a:gd name="connsiteX2" fmla="*/ 368142 w 1523031"/>
                <a:gd name="connsiteY2" fmla="*/ 1489812 h 1763594"/>
                <a:gd name="connsiteX3" fmla="*/ 1187008 w 1523031"/>
                <a:gd name="connsiteY3" fmla="*/ 1757156 h 1763594"/>
                <a:gd name="connsiteX4" fmla="*/ 1521239 w 1523031"/>
                <a:gd name="connsiteY4" fmla="*/ 1239177 h 1763594"/>
                <a:gd name="connsiteX5" fmla="*/ 1320700 w 1523031"/>
                <a:gd name="connsiteY5" fmla="*/ 654362 h 1763594"/>
                <a:gd name="connsiteX6" fmla="*/ 1337412 w 1523031"/>
                <a:gd name="connsiteY6" fmla="*/ 136383 h 1763594"/>
                <a:gd name="connsiteX7" fmla="*/ 1086739 w 1523031"/>
                <a:gd name="connsiteY7" fmla="*/ 2711 h 1763594"/>
                <a:gd name="connsiteX8" fmla="*/ 434989 w 1523031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1086739 w 1537226"/>
                <a:gd name="connsiteY7" fmla="*/ 2711 h 1763594"/>
                <a:gd name="connsiteX8" fmla="*/ 434989 w 1537226"/>
                <a:gd name="connsiteY8" fmla="*/ 253346 h 1763594"/>
                <a:gd name="connsiteX0" fmla="*/ 434989 w 1537226"/>
                <a:gd name="connsiteY0" fmla="*/ 253346 h 1763594"/>
                <a:gd name="connsiteX1" fmla="*/ 488 w 1537226"/>
                <a:gd name="connsiteY1" fmla="*/ 921706 h 1763594"/>
                <a:gd name="connsiteX2" fmla="*/ 368142 w 1537226"/>
                <a:gd name="connsiteY2" fmla="*/ 1489812 h 1763594"/>
                <a:gd name="connsiteX3" fmla="*/ 1187008 w 1537226"/>
                <a:gd name="connsiteY3" fmla="*/ 1757156 h 1763594"/>
                <a:gd name="connsiteX4" fmla="*/ 1521239 w 1537226"/>
                <a:gd name="connsiteY4" fmla="*/ 1239177 h 1763594"/>
                <a:gd name="connsiteX5" fmla="*/ 1468998 w 1537226"/>
                <a:gd name="connsiteY5" fmla="*/ 654362 h 1763594"/>
                <a:gd name="connsiteX6" fmla="*/ 1337412 w 1537226"/>
                <a:gd name="connsiteY6" fmla="*/ 136383 h 1763594"/>
                <a:gd name="connsiteX7" fmla="*/ 839572 w 1537226"/>
                <a:gd name="connsiteY7" fmla="*/ 2711 h 1763594"/>
                <a:gd name="connsiteX8" fmla="*/ 434989 w 1537226"/>
                <a:gd name="connsiteY8" fmla="*/ 253346 h 1763594"/>
                <a:gd name="connsiteX0" fmla="*/ 360357 w 1536743"/>
                <a:gd name="connsiteY0" fmla="*/ 534641 h 1782088"/>
                <a:gd name="connsiteX1" fmla="*/ 5 w 1536743"/>
                <a:gd name="connsiteY1" fmla="*/ 940200 h 1782088"/>
                <a:gd name="connsiteX2" fmla="*/ 367659 w 1536743"/>
                <a:gd name="connsiteY2" fmla="*/ 1508306 h 1782088"/>
                <a:gd name="connsiteX3" fmla="*/ 1186525 w 1536743"/>
                <a:gd name="connsiteY3" fmla="*/ 1775650 h 1782088"/>
                <a:gd name="connsiteX4" fmla="*/ 1520756 w 1536743"/>
                <a:gd name="connsiteY4" fmla="*/ 1257671 h 1782088"/>
                <a:gd name="connsiteX5" fmla="*/ 1468515 w 1536743"/>
                <a:gd name="connsiteY5" fmla="*/ 672856 h 1782088"/>
                <a:gd name="connsiteX6" fmla="*/ 1336929 w 1536743"/>
                <a:gd name="connsiteY6" fmla="*/ 154877 h 1782088"/>
                <a:gd name="connsiteX7" fmla="*/ 839089 w 1536743"/>
                <a:gd name="connsiteY7" fmla="*/ 21205 h 1782088"/>
                <a:gd name="connsiteX8" fmla="*/ 360357 w 1536743"/>
                <a:gd name="connsiteY8" fmla="*/ 534641 h 1782088"/>
                <a:gd name="connsiteX0" fmla="*/ 360355 w 1536741"/>
                <a:gd name="connsiteY0" fmla="*/ 534641 h 1782088"/>
                <a:gd name="connsiteX1" fmla="*/ 3 w 1536741"/>
                <a:gd name="connsiteY1" fmla="*/ 940200 h 1782088"/>
                <a:gd name="connsiteX2" fmla="*/ 367657 w 1536741"/>
                <a:gd name="connsiteY2" fmla="*/ 1508306 h 1782088"/>
                <a:gd name="connsiteX3" fmla="*/ 1186523 w 1536741"/>
                <a:gd name="connsiteY3" fmla="*/ 1775650 h 1782088"/>
                <a:gd name="connsiteX4" fmla="*/ 1520754 w 1536741"/>
                <a:gd name="connsiteY4" fmla="*/ 1257671 h 1782088"/>
                <a:gd name="connsiteX5" fmla="*/ 1468513 w 1536741"/>
                <a:gd name="connsiteY5" fmla="*/ 672856 h 1782088"/>
                <a:gd name="connsiteX6" fmla="*/ 1336927 w 1536741"/>
                <a:gd name="connsiteY6" fmla="*/ 154877 h 1782088"/>
                <a:gd name="connsiteX7" fmla="*/ 839087 w 1536741"/>
                <a:gd name="connsiteY7" fmla="*/ 21205 h 1782088"/>
                <a:gd name="connsiteX8" fmla="*/ 360355 w 1536741"/>
                <a:gd name="connsiteY8" fmla="*/ 534641 h 1782088"/>
                <a:gd name="connsiteX0" fmla="*/ 360355 w 1494463"/>
                <a:gd name="connsiteY0" fmla="*/ 534641 h 1775651"/>
                <a:gd name="connsiteX1" fmla="*/ 3 w 1494463"/>
                <a:gd name="connsiteY1" fmla="*/ 940200 h 1775651"/>
                <a:gd name="connsiteX2" fmla="*/ 367657 w 1494463"/>
                <a:gd name="connsiteY2" fmla="*/ 1508306 h 1775651"/>
                <a:gd name="connsiteX3" fmla="*/ 1186523 w 1494463"/>
                <a:gd name="connsiteY3" fmla="*/ 1775650 h 1775651"/>
                <a:gd name="connsiteX4" fmla="*/ 1467465 w 1494463"/>
                <a:gd name="connsiteY4" fmla="*/ 1510813 h 1775651"/>
                <a:gd name="connsiteX5" fmla="*/ 1468513 w 1494463"/>
                <a:gd name="connsiteY5" fmla="*/ 672856 h 1775651"/>
                <a:gd name="connsiteX6" fmla="*/ 1336927 w 1494463"/>
                <a:gd name="connsiteY6" fmla="*/ 154877 h 1775651"/>
                <a:gd name="connsiteX7" fmla="*/ 839087 w 1494463"/>
                <a:gd name="connsiteY7" fmla="*/ 21205 h 1775651"/>
                <a:gd name="connsiteX8" fmla="*/ 360355 w 1494463"/>
                <a:gd name="connsiteY8" fmla="*/ 534641 h 1775651"/>
                <a:gd name="connsiteX0" fmla="*/ 360355 w 1491064"/>
                <a:gd name="connsiteY0" fmla="*/ 552327 h 1793337"/>
                <a:gd name="connsiteX1" fmla="*/ 3 w 1491064"/>
                <a:gd name="connsiteY1" fmla="*/ 957886 h 1793337"/>
                <a:gd name="connsiteX2" fmla="*/ 367657 w 1491064"/>
                <a:gd name="connsiteY2" fmla="*/ 1525992 h 1793337"/>
                <a:gd name="connsiteX3" fmla="*/ 1186523 w 1491064"/>
                <a:gd name="connsiteY3" fmla="*/ 1793336 h 1793337"/>
                <a:gd name="connsiteX4" fmla="*/ 1467465 w 1491064"/>
                <a:gd name="connsiteY4" fmla="*/ 1528499 h 1793337"/>
                <a:gd name="connsiteX5" fmla="*/ 1468513 w 1491064"/>
                <a:gd name="connsiteY5" fmla="*/ 690542 h 1793337"/>
                <a:gd name="connsiteX6" fmla="*/ 1407977 w 1491064"/>
                <a:gd name="connsiteY6" fmla="*/ 109278 h 1793337"/>
                <a:gd name="connsiteX7" fmla="*/ 839087 w 1491064"/>
                <a:gd name="connsiteY7" fmla="*/ 38891 h 1793337"/>
                <a:gd name="connsiteX8" fmla="*/ 360355 w 1491064"/>
                <a:gd name="connsiteY8" fmla="*/ 552327 h 1793337"/>
                <a:gd name="connsiteX0" fmla="*/ 360355 w 1502818"/>
                <a:gd name="connsiteY0" fmla="*/ 552327 h 1612281"/>
                <a:gd name="connsiteX1" fmla="*/ 3 w 1502818"/>
                <a:gd name="connsiteY1" fmla="*/ 957886 h 1612281"/>
                <a:gd name="connsiteX2" fmla="*/ 367657 w 1502818"/>
                <a:gd name="connsiteY2" fmla="*/ 1525992 h 1612281"/>
                <a:gd name="connsiteX3" fmla="*/ 1026659 w 1502818"/>
                <a:gd name="connsiteY3" fmla="*/ 1582385 h 1612281"/>
                <a:gd name="connsiteX4" fmla="*/ 1467465 w 1502818"/>
                <a:gd name="connsiteY4" fmla="*/ 1528499 h 1612281"/>
                <a:gd name="connsiteX5" fmla="*/ 1468513 w 1502818"/>
                <a:gd name="connsiteY5" fmla="*/ 690542 h 1612281"/>
                <a:gd name="connsiteX6" fmla="*/ 1407977 w 1502818"/>
                <a:gd name="connsiteY6" fmla="*/ 109278 h 1612281"/>
                <a:gd name="connsiteX7" fmla="*/ 839087 w 1502818"/>
                <a:gd name="connsiteY7" fmla="*/ 38891 h 1612281"/>
                <a:gd name="connsiteX8" fmla="*/ 360355 w 1502818"/>
                <a:gd name="connsiteY8" fmla="*/ 552327 h 1612281"/>
                <a:gd name="connsiteX0" fmla="*/ 360384 w 1502847"/>
                <a:gd name="connsiteY0" fmla="*/ 552327 h 1803602"/>
                <a:gd name="connsiteX1" fmla="*/ 32 w 1502847"/>
                <a:gd name="connsiteY1" fmla="*/ 957886 h 1803602"/>
                <a:gd name="connsiteX2" fmla="*/ 385448 w 1502847"/>
                <a:gd name="connsiteY2" fmla="*/ 1779134 h 1803602"/>
                <a:gd name="connsiteX3" fmla="*/ 1026688 w 1502847"/>
                <a:gd name="connsiteY3" fmla="*/ 1582385 h 1803602"/>
                <a:gd name="connsiteX4" fmla="*/ 1467494 w 1502847"/>
                <a:gd name="connsiteY4" fmla="*/ 1528499 h 1803602"/>
                <a:gd name="connsiteX5" fmla="*/ 1468542 w 1502847"/>
                <a:gd name="connsiteY5" fmla="*/ 690542 h 1803602"/>
                <a:gd name="connsiteX6" fmla="*/ 1408006 w 1502847"/>
                <a:gd name="connsiteY6" fmla="*/ 109278 h 1803602"/>
                <a:gd name="connsiteX7" fmla="*/ 839116 w 1502847"/>
                <a:gd name="connsiteY7" fmla="*/ 38891 h 1803602"/>
                <a:gd name="connsiteX8" fmla="*/ 360384 w 1502847"/>
                <a:gd name="connsiteY8" fmla="*/ 552327 h 1803602"/>
                <a:gd name="connsiteX0" fmla="*/ 360384 w 1502847"/>
                <a:gd name="connsiteY0" fmla="*/ 552327 h 1826319"/>
                <a:gd name="connsiteX1" fmla="*/ 32 w 1502847"/>
                <a:gd name="connsiteY1" fmla="*/ 957886 h 1826319"/>
                <a:gd name="connsiteX2" fmla="*/ 385448 w 1502847"/>
                <a:gd name="connsiteY2" fmla="*/ 1779134 h 1826319"/>
                <a:gd name="connsiteX3" fmla="*/ 1026688 w 1502847"/>
                <a:gd name="connsiteY3" fmla="*/ 1582385 h 1826319"/>
                <a:gd name="connsiteX4" fmla="*/ 1467494 w 1502847"/>
                <a:gd name="connsiteY4" fmla="*/ 1528499 h 1826319"/>
                <a:gd name="connsiteX5" fmla="*/ 1468542 w 1502847"/>
                <a:gd name="connsiteY5" fmla="*/ 690542 h 1826319"/>
                <a:gd name="connsiteX6" fmla="*/ 1408006 w 1502847"/>
                <a:gd name="connsiteY6" fmla="*/ 109278 h 1826319"/>
                <a:gd name="connsiteX7" fmla="*/ 839116 w 1502847"/>
                <a:gd name="connsiteY7" fmla="*/ 38891 h 1826319"/>
                <a:gd name="connsiteX8" fmla="*/ 360384 w 1502847"/>
                <a:gd name="connsiteY8" fmla="*/ 552327 h 1826319"/>
                <a:gd name="connsiteX0" fmla="*/ 289852 w 1503366"/>
                <a:gd name="connsiteY0" fmla="*/ 461730 h 1820101"/>
                <a:gd name="connsiteX1" fmla="*/ 551 w 1503366"/>
                <a:gd name="connsiteY1" fmla="*/ 951668 h 1820101"/>
                <a:gd name="connsiteX2" fmla="*/ 385967 w 1503366"/>
                <a:gd name="connsiteY2" fmla="*/ 1772916 h 1820101"/>
                <a:gd name="connsiteX3" fmla="*/ 1027207 w 1503366"/>
                <a:gd name="connsiteY3" fmla="*/ 1576167 h 1820101"/>
                <a:gd name="connsiteX4" fmla="*/ 1468013 w 1503366"/>
                <a:gd name="connsiteY4" fmla="*/ 1522281 h 1820101"/>
                <a:gd name="connsiteX5" fmla="*/ 1469061 w 1503366"/>
                <a:gd name="connsiteY5" fmla="*/ 684324 h 1820101"/>
                <a:gd name="connsiteX6" fmla="*/ 1408525 w 1503366"/>
                <a:gd name="connsiteY6" fmla="*/ 103060 h 1820101"/>
                <a:gd name="connsiteX7" fmla="*/ 839635 w 1503366"/>
                <a:gd name="connsiteY7" fmla="*/ 32673 h 1820101"/>
                <a:gd name="connsiteX8" fmla="*/ 289852 w 1503366"/>
                <a:gd name="connsiteY8" fmla="*/ 461730 h 1820101"/>
                <a:gd name="connsiteX0" fmla="*/ 293376 w 1506890"/>
                <a:gd name="connsiteY0" fmla="*/ 461730 h 1820101"/>
                <a:gd name="connsiteX1" fmla="*/ 4075 w 1506890"/>
                <a:gd name="connsiteY1" fmla="*/ 951668 h 1820101"/>
                <a:gd name="connsiteX2" fmla="*/ 389491 w 1506890"/>
                <a:gd name="connsiteY2" fmla="*/ 1772916 h 1820101"/>
                <a:gd name="connsiteX3" fmla="*/ 1030731 w 1506890"/>
                <a:gd name="connsiteY3" fmla="*/ 1576167 h 1820101"/>
                <a:gd name="connsiteX4" fmla="*/ 1471537 w 1506890"/>
                <a:gd name="connsiteY4" fmla="*/ 1522281 h 1820101"/>
                <a:gd name="connsiteX5" fmla="*/ 1472585 w 1506890"/>
                <a:gd name="connsiteY5" fmla="*/ 684324 h 1820101"/>
                <a:gd name="connsiteX6" fmla="*/ 1412049 w 1506890"/>
                <a:gd name="connsiteY6" fmla="*/ 103060 h 1820101"/>
                <a:gd name="connsiteX7" fmla="*/ 843159 w 1506890"/>
                <a:gd name="connsiteY7" fmla="*/ 32673 h 1820101"/>
                <a:gd name="connsiteX8" fmla="*/ 293376 w 1506890"/>
                <a:gd name="connsiteY8" fmla="*/ 461730 h 1820101"/>
                <a:gd name="connsiteX0" fmla="*/ 203955 w 1545103"/>
                <a:gd name="connsiteY0" fmla="*/ 206126 h 1802639"/>
                <a:gd name="connsiteX1" fmla="*/ 42288 w 1545103"/>
                <a:gd name="connsiteY1" fmla="*/ 934206 h 1802639"/>
                <a:gd name="connsiteX2" fmla="*/ 427704 w 1545103"/>
                <a:gd name="connsiteY2" fmla="*/ 1755454 h 1802639"/>
                <a:gd name="connsiteX3" fmla="*/ 1068944 w 1545103"/>
                <a:gd name="connsiteY3" fmla="*/ 1558705 h 1802639"/>
                <a:gd name="connsiteX4" fmla="*/ 1509750 w 1545103"/>
                <a:gd name="connsiteY4" fmla="*/ 1504819 h 1802639"/>
                <a:gd name="connsiteX5" fmla="*/ 1510798 w 1545103"/>
                <a:gd name="connsiteY5" fmla="*/ 666862 h 1802639"/>
                <a:gd name="connsiteX6" fmla="*/ 1450262 w 1545103"/>
                <a:gd name="connsiteY6" fmla="*/ 85598 h 1802639"/>
                <a:gd name="connsiteX7" fmla="*/ 881372 w 1545103"/>
                <a:gd name="connsiteY7" fmla="*/ 15211 h 1802639"/>
                <a:gd name="connsiteX8" fmla="*/ 203955 w 1545103"/>
                <a:gd name="connsiteY8" fmla="*/ 206126 h 1802639"/>
                <a:gd name="connsiteX0" fmla="*/ 147252 w 1634267"/>
                <a:gd name="connsiteY0" fmla="*/ 113266 h 1796376"/>
                <a:gd name="connsiteX1" fmla="*/ 131452 w 1634267"/>
                <a:gd name="connsiteY1" fmla="*/ 927943 h 1796376"/>
                <a:gd name="connsiteX2" fmla="*/ 516868 w 1634267"/>
                <a:gd name="connsiteY2" fmla="*/ 1749191 h 1796376"/>
                <a:gd name="connsiteX3" fmla="*/ 1158108 w 1634267"/>
                <a:gd name="connsiteY3" fmla="*/ 1552442 h 1796376"/>
                <a:gd name="connsiteX4" fmla="*/ 1598914 w 1634267"/>
                <a:gd name="connsiteY4" fmla="*/ 1498556 h 1796376"/>
                <a:gd name="connsiteX5" fmla="*/ 1599962 w 1634267"/>
                <a:gd name="connsiteY5" fmla="*/ 660599 h 1796376"/>
                <a:gd name="connsiteX6" fmla="*/ 1539426 w 1634267"/>
                <a:gd name="connsiteY6" fmla="*/ 79335 h 1796376"/>
                <a:gd name="connsiteX7" fmla="*/ 970536 w 1634267"/>
                <a:gd name="connsiteY7" fmla="*/ 8948 h 1796376"/>
                <a:gd name="connsiteX8" fmla="*/ 147252 w 1634267"/>
                <a:gd name="connsiteY8" fmla="*/ 113266 h 1796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34267" h="1796376">
                  <a:moveTo>
                    <a:pt x="147252" y="113266"/>
                  </a:moveTo>
                  <a:cubicBezTo>
                    <a:pt x="-139307" y="245497"/>
                    <a:pt x="69849" y="655289"/>
                    <a:pt x="131452" y="927943"/>
                  </a:cubicBezTo>
                  <a:cubicBezTo>
                    <a:pt x="193055" y="1200597"/>
                    <a:pt x="345759" y="1645108"/>
                    <a:pt x="516868" y="1749191"/>
                  </a:cubicBezTo>
                  <a:cubicBezTo>
                    <a:pt x="687977" y="1853274"/>
                    <a:pt x="1013294" y="1784070"/>
                    <a:pt x="1158108" y="1552442"/>
                  </a:cubicBezTo>
                  <a:cubicBezTo>
                    <a:pt x="1302922" y="1320814"/>
                    <a:pt x="1525272" y="1647197"/>
                    <a:pt x="1598914" y="1498556"/>
                  </a:cubicBezTo>
                  <a:cubicBezTo>
                    <a:pt x="1672556" y="1349916"/>
                    <a:pt x="1609877" y="897136"/>
                    <a:pt x="1599962" y="660599"/>
                  </a:cubicBezTo>
                  <a:cubicBezTo>
                    <a:pt x="1590047" y="424062"/>
                    <a:pt x="1578419" y="187943"/>
                    <a:pt x="1539426" y="79335"/>
                  </a:cubicBezTo>
                  <a:cubicBezTo>
                    <a:pt x="1500433" y="-29273"/>
                    <a:pt x="1202565" y="3293"/>
                    <a:pt x="970536" y="8948"/>
                  </a:cubicBezTo>
                  <a:cubicBezTo>
                    <a:pt x="738507" y="14603"/>
                    <a:pt x="433811" y="-18965"/>
                    <a:pt x="147252" y="113266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9CDFF9"/>
                </a:gs>
                <a:gs pos="100000">
                  <a:schemeClr val="bg1"/>
                </a:gs>
                <a:gs pos="57000">
                  <a:schemeClr val="accent5">
                    <a:lumMod val="20000"/>
                    <a:lumOff val="8000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73" name="TextBox 572">
              <a:extLst>
                <a:ext uri="{FF2B5EF4-FFF2-40B4-BE49-F238E27FC236}">
                  <a16:creationId xmlns:a16="http://schemas.microsoft.com/office/drawing/2014/main" id="{59DB778E-F23D-6C41-8A2D-8F08BD46CBCB}"/>
                </a:ext>
              </a:extLst>
            </p:cNvPr>
            <p:cNvSpPr txBox="1"/>
            <p:nvPr/>
          </p:nvSpPr>
          <p:spPr>
            <a:xfrm>
              <a:off x="9490412" y="1821099"/>
              <a:ext cx="1725088" cy="2862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national or global ISP</a:t>
              </a:r>
            </a:p>
          </p:txBody>
        </p:sp>
        <p:sp>
          <p:nvSpPr>
            <p:cNvPr id="655" name="Rectangle 654">
              <a:extLst>
                <a:ext uri="{FF2B5EF4-FFF2-40B4-BE49-F238E27FC236}">
                  <a16:creationId xmlns:a16="http://schemas.microsoft.com/office/drawing/2014/main" id="{2DCB9395-41DC-D844-A0B1-59B5BDD3151F}"/>
                </a:ext>
              </a:extLst>
            </p:cNvPr>
            <p:cNvSpPr/>
            <p:nvPr/>
          </p:nvSpPr>
          <p:spPr>
            <a:xfrm>
              <a:off x="9342279" y="3647812"/>
              <a:ext cx="305749" cy="197847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3" name="TextBox 652">
              <a:extLst>
                <a:ext uri="{FF2B5EF4-FFF2-40B4-BE49-F238E27FC236}">
                  <a16:creationId xmlns:a16="http://schemas.microsoft.com/office/drawing/2014/main" id="{C34CA97E-4007-3540-925A-3C739C254049}"/>
                </a:ext>
              </a:extLst>
            </p:cNvPr>
            <p:cNvSpPr txBox="1"/>
            <p:nvPr/>
          </p:nvSpPr>
          <p:spPr>
            <a:xfrm>
              <a:off x="8829373" y="3417823"/>
              <a:ext cx="1040639" cy="4801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local or regional ISP</a:t>
              </a:r>
            </a:p>
          </p:txBody>
        </p:sp>
        <p:sp>
          <p:nvSpPr>
            <p:cNvPr id="657" name="TextBox 656">
              <a:extLst>
                <a:ext uri="{FF2B5EF4-FFF2-40B4-BE49-F238E27FC236}">
                  <a16:creationId xmlns:a16="http://schemas.microsoft.com/office/drawing/2014/main" id="{7DCF99E9-1DFC-0241-B2E7-471998268663}"/>
                </a:ext>
              </a:extLst>
            </p:cNvPr>
            <p:cNvSpPr txBox="1"/>
            <p:nvPr/>
          </p:nvSpPr>
          <p:spPr>
            <a:xfrm>
              <a:off x="10980978" y="4647841"/>
              <a:ext cx="813043" cy="38318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050" dirty="0"/>
                <a:t>datacenter </a:t>
              </a:r>
            </a:p>
            <a:p>
              <a:pPr>
                <a:lnSpc>
                  <a:spcPct val="90000"/>
                </a:lnSpc>
              </a:pPr>
              <a:r>
                <a:rPr lang="en-US" sz="1050" dirty="0"/>
                <a:t>network</a:t>
              </a:r>
            </a:p>
          </p:txBody>
        </p:sp>
        <p:sp>
          <p:nvSpPr>
            <p:cNvPr id="658" name="TextBox 657">
              <a:extLst>
                <a:ext uri="{FF2B5EF4-FFF2-40B4-BE49-F238E27FC236}">
                  <a16:creationId xmlns:a16="http://schemas.microsoft.com/office/drawing/2014/main" id="{173BD163-3F4D-944E-B86B-3275B779D5A8}"/>
                </a:ext>
              </a:extLst>
            </p:cNvPr>
            <p:cNvSpPr txBox="1"/>
            <p:nvPr/>
          </p:nvSpPr>
          <p:spPr>
            <a:xfrm>
              <a:off x="10126229" y="4198152"/>
              <a:ext cx="843051" cy="674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90000"/>
                </a:lnSpc>
              </a:pPr>
              <a:r>
                <a:rPr lang="en-US" sz="1400" dirty="0"/>
                <a:t>content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provider </a:t>
              </a:r>
            </a:p>
            <a:p>
              <a:pPr>
                <a:lnSpc>
                  <a:spcPct val="90000"/>
                </a:lnSpc>
              </a:pPr>
              <a:r>
                <a:rPr lang="en-US" sz="1400" dirty="0"/>
                <a:t>network</a:t>
              </a:r>
              <a:endParaRPr lang="en-US" sz="1000" dirty="0"/>
            </a:p>
          </p:txBody>
        </p:sp>
      </p:grpSp>
      <p:grpSp>
        <p:nvGrpSpPr>
          <p:cNvPr id="1030" name="Group 1029">
            <a:extLst>
              <a:ext uri="{FF2B5EF4-FFF2-40B4-BE49-F238E27FC236}">
                <a16:creationId xmlns:a16="http://schemas.microsoft.com/office/drawing/2014/main" id="{54348108-FD66-5941-95B5-3AA9BB3E9A2D}"/>
              </a:ext>
            </a:extLst>
          </p:cNvPr>
          <p:cNvGrpSpPr/>
          <p:nvPr/>
        </p:nvGrpSpPr>
        <p:grpSpPr>
          <a:xfrm>
            <a:off x="1447836" y="2931463"/>
            <a:ext cx="5623201" cy="1369603"/>
            <a:chOff x="1297913" y="3209940"/>
            <a:chExt cx="5623201" cy="1369603"/>
          </a:xfrm>
        </p:grpSpPr>
        <p:sp>
          <p:nvSpPr>
            <p:cNvPr id="666" name="Content Placeholder 2">
              <a:extLst>
                <a:ext uri="{FF2B5EF4-FFF2-40B4-BE49-F238E27FC236}">
                  <a16:creationId xmlns:a16="http://schemas.microsoft.com/office/drawing/2014/main" id="{B356736A-B49C-8045-8159-87CAE4974452}"/>
                </a:ext>
              </a:extLst>
            </p:cNvPr>
            <p:cNvSpPr txBox="1">
              <a:spLocks/>
            </p:cNvSpPr>
            <p:nvPr/>
          </p:nvSpPr>
          <p:spPr>
            <a:xfrm>
              <a:off x="3142962" y="3209940"/>
              <a:ext cx="3778152" cy="1369603"/>
            </a:xfrm>
            <a:prstGeom prst="rect">
              <a:avLst/>
            </a:prstGeom>
          </p:spPr>
          <p:txBody>
            <a:bodyPr>
              <a:normAutofit fontScale="85000" lnSpcReduction="20000"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858" indent="0">
                <a:spcAft>
                  <a:spcPts val="600"/>
                </a:spcAft>
                <a:buNone/>
              </a:pPr>
              <a:r>
                <a:rPr lang="en-US" altLang="en-US" sz="2400" i="1" dirty="0">
                  <a:solidFill>
                    <a:srgbClr val="C00000"/>
                  </a:solidFill>
                  <a:latin typeface="+mn-lt"/>
                </a:rPr>
                <a:t>Packet switches</a:t>
              </a:r>
              <a:r>
                <a:rPr lang="en-US" altLang="en-US" sz="2400" dirty="0">
                  <a:latin typeface="+mn-lt"/>
                </a:rPr>
                <a:t>: </a:t>
              </a:r>
            </a:p>
            <a:p>
              <a:pPr marL="457200" indent="-342900"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altLang="en-US" sz="2400" dirty="0">
                  <a:latin typeface="+mn-lt"/>
                </a:rPr>
                <a:t>forward packets (chunks of data) as </a:t>
              </a:r>
              <a:r>
                <a:rPr lang="en-US" altLang="en-US" sz="2400" b="1" i="1" dirty="0">
                  <a:solidFill>
                    <a:srgbClr val="C00000"/>
                  </a:solidFill>
                  <a:latin typeface="+mn-lt"/>
                </a:rPr>
                <a:t>“network core”</a:t>
              </a:r>
            </a:p>
            <a:p>
              <a:pPr marL="457200" lvl="1" indent="-342900">
                <a:spcAft>
                  <a:spcPts val="600"/>
                </a:spcAft>
                <a:buClrTx/>
                <a:buFont typeface="Arial" panose="020B0604020202020204" pitchFamily="34" charset="0"/>
                <a:buChar char="•"/>
              </a:pPr>
              <a:r>
                <a:rPr lang="en-US" altLang="en-US" i="1" dirty="0">
                  <a:solidFill>
                    <a:schemeClr val="tx1"/>
                  </a:solidFill>
                  <a:latin typeface="+mn-lt"/>
                </a:rPr>
                <a:t>routers</a:t>
              </a:r>
              <a:r>
                <a:rPr lang="en-US" altLang="en-US" dirty="0">
                  <a:solidFill>
                    <a:schemeClr val="tx1"/>
                  </a:solidFill>
                  <a:latin typeface="+mn-lt"/>
                </a:rPr>
                <a:t>, </a:t>
              </a:r>
              <a:r>
                <a:rPr lang="en-US" altLang="en-US" i="1" dirty="0">
                  <a:solidFill>
                    <a:schemeClr val="tx1"/>
                  </a:solidFill>
                  <a:latin typeface="+mn-lt"/>
                </a:rPr>
                <a:t>switches</a:t>
              </a:r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324B3D7B-0A87-684A-8AD5-E426CBAB8D91}"/>
                </a:ext>
              </a:extLst>
            </p:cNvPr>
            <p:cNvGrpSpPr/>
            <p:nvPr/>
          </p:nvGrpSpPr>
          <p:grpSpPr>
            <a:xfrm>
              <a:off x="1297913" y="3389820"/>
              <a:ext cx="1370315" cy="390629"/>
              <a:chOff x="1220207" y="3379800"/>
              <a:chExt cx="1448022" cy="400649"/>
            </a:xfrm>
          </p:grpSpPr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BBA75EB6-A2DF-8442-902E-889D709A01F1}"/>
                  </a:ext>
                </a:extLst>
              </p:cNvPr>
              <p:cNvGrpSpPr/>
              <p:nvPr/>
            </p:nvGrpSpPr>
            <p:grpSpPr>
              <a:xfrm>
                <a:off x="1220207" y="3403733"/>
                <a:ext cx="608897" cy="339238"/>
                <a:chOff x="7493876" y="2774731"/>
                <a:chExt cx="1481958" cy="894622"/>
              </a:xfrm>
            </p:grpSpPr>
            <p:sp>
              <p:nvSpPr>
                <p:cNvPr id="746" name="Freeform 745">
                  <a:extLst>
                    <a:ext uri="{FF2B5EF4-FFF2-40B4-BE49-F238E27FC236}">
                      <a16:creationId xmlns:a16="http://schemas.microsoft.com/office/drawing/2014/main" id="{57ECBDF9-CECF-C743-928A-01551F1149AC}"/>
                    </a:ext>
                  </a:extLst>
                </p:cNvPr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avLst/>
                  <a:gdLst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17076"/>
                    <a:gd name="connsiteX1" fmla="*/ 8187558 w 8187558"/>
                    <a:gd name="connsiteY1" fmla="*/ 1271752 h 2617076"/>
                    <a:gd name="connsiteX2" fmla="*/ 4025462 w 8187558"/>
                    <a:gd name="connsiteY2" fmla="*/ 2617076 h 2617076"/>
                    <a:gd name="connsiteX3" fmla="*/ 0 w 8187558"/>
                    <a:gd name="connsiteY3" fmla="*/ 1229711 h 2617076"/>
                    <a:gd name="connsiteX4" fmla="*/ 31531 w 8187558"/>
                    <a:gd name="connsiteY4" fmla="*/ 147145 h 2617076"/>
                    <a:gd name="connsiteX5" fmla="*/ 4046482 w 8187558"/>
                    <a:gd name="connsiteY5" fmla="*/ 1576552 h 2617076"/>
                    <a:gd name="connsiteX6" fmla="*/ 8187558 w 8187558"/>
                    <a:gd name="connsiteY6" fmla="*/ 0 h 2617076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46482 w 8187558"/>
                    <a:gd name="connsiteY5" fmla="*/ 157655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88524 w 8187558"/>
                    <a:gd name="connsiteY5" fmla="*/ 1597573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87558 w 8187558"/>
                    <a:gd name="connsiteY0" fmla="*/ 0 h 2638097"/>
                    <a:gd name="connsiteX1" fmla="*/ 8187558 w 8187558"/>
                    <a:gd name="connsiteY1" fmla="*/ 1271752 h 2638097"/>
                    <a:gd name="connsiteX2" fmla="*/ 4099035 w 8187558"/>
                    <a:gd name="connsiteY2" fmla="*/ 2638097 h 2638097"/>
                    <a:gd name="connsiteX3" fmla="*/ 0 w 8187558"/>
                    <a:gd name="connsiteY3" fmla="*/ 1229711 h 2638097"/>
                    <a:gd name="connsiteX4" fmla="*/ 31531 w 8187558"/>
                    <a:gd name="connsiteY4" fmla="*/ 147145 h 2638097"/>
                    <a:gd name="connsiteX5" fmla="*/ 4099035 w 8187558"/>
                    <a:gd name="connsiteY5" fmla="*/ 1566042 h 2638097"/>
                    <a:gd name="connsiteX6" fmla="*/ 8187558 w 8187558"/>
                    <a:gd name="connsiteY6" fmla="*/ 0 h 2638097"/>
                    <a:gd name="connsiteX0" fmla="*/ 8176538 w 8176538"/>
                    <a:gd name="connsiteY0" fmla="*/ 0 h 2638097"/>
                    <a:gd name="connsiteX1" fmla="*/ 8176538 w 8176538"/>
                    <a:gd name="connsiteY1" fmla="*/ 1271752 h 2638097"/>
                    <a:gd name="connsiteX2" fmla="*/ 4088015 w 8176538"/>
                    <a:gd name="connsiteY2" fmla="*/ 2638097 h 2638097"/>
                    <a:gd name="connsiteX3" fmla="*/ 0 w 8176538"/>
                    <a:gd name="connsiteY3" fmla="*/ 1269888 h 2638097"/>
                    <a:gd name="connsiteX4" fmla="*/ 20511 w 8176538"/>
                    <a:gd name="connsiteY4" fmla="*/ 147145 h 2638097"/>
                    <a:gd name="connsiteX5" fmla="*/ 4088015 w 8176538"/>
                    <a:gd name="connsiteY5" fmla="*/ 1566042 h 2638097"/>
                    <a:gd name="connsiteX6" fmla="*/ 8176538 w 8176538"/>
                    <a:gd name="connsiteY6" fmla="*/ 0 h 2638097"/>
                    <a:gd name="connsiteX0" fmla="*/ 8176538 w 8176538"/>
                    <a:gd name="connsiteY0" fmla="*/ 0 h 2772020"/>
                    <a:gd name="connsiteX1" fmla="*/ 8176538 w 8176538"/>
                    <a:gd name="connsiteY1" fmla="*/ 1271752 h 2772020"/>
                    <a:gd name="connsiteX2" fmla="*/ 4099034 w 8176538"/>
                    <a:gd name="connsiteY2" fmla="*/ 2772020 h 2772020"/>
                    <a:gd name="connsiteX3" fmla="*/ 0 w 8176538"/>
                    <a:gd name="connsiteY3" fmla="*/ 1269888 h 2772020"/>
                    <a:gd name="connsiteX4" fmla="*/ 20511 w 8176538"/>
                    <a:gd name="connsiteY4" fmla="*/ 147145 h 2772020"/>
                    <a:gd name="connsiteX5" fmla="*/ 4088015 w 8176538"/>
                    <a:gd name="connsiteY5" fmla="*/ 1566042 h 2772020"/>
                    <a:gd name="connsiteX6" fmla="*/ 8176538 w 8176538"/>
                    <a:gd name="connsiteY6" fmla="*/ 0 h 2772020"/>
                    <a:gd name="connsiteX0" fmla="*/ 8176538 w 8176538"/>
                    <a:gd name="connsiteY0" fmla="*/ 0 h 2772339"/>
                    <a:gd name="connsiteX1" fmla="*/ 8176538 w 8176538"/>
                    <a:gd name="connsiteY1" fmla="*/ 1378890 h 2772339"/>
                    <a:gd name="connsiteX2" fmla="*/ 4099034 w 8176538"/>
                    <a:gd name="connsiteY2" fmla="*/ 2772020 h 2772339"/>
                    <a:gd name="connsiteX3" fmla="*/ 0 w 8176538"/>
                    <a:gd name="connsiteY3" fmla="*/ 1269888 h 2772339"/>
                    <a:gd name="connsiteX4" fmla="*/ 20511 w 8176538"/>
                    <a:gd name="connsiteY4" fmla="*/ 147145 h 2772339"/>
                    <a:gd name="connsiteX5" fmla="*/ 4088015 w 8176538"/>
                    <a:gd name="connsiteY5" fmla="*/ 1566042 h 2772339"/>
                    <a:gd name="connsiteX6" fmla="*/ 8176538 w 8176538"/>
                    <a:gd name="connsiteY6" fmla="*/ 0 h 2772339"/>
                    <a:gd name="connsiteX0" fmla="*/ 8176538 w 8176538"/>
                    <a:gd name="connsiteY0" fmla="*/ 0 h 2825888"/>
                    <a:gd name="connsiteX1" fmla="*/ 8176538 w 8176538"/>
                    <a:gd name="connsiteY1" fmla="*/ 1378890 h 2825888"/>
                    <a:gd name="connsiteX2" fmla="*/ 4099034 w 8176538"/>
                    <a:gd name="connsiteY2" fmla="*/ 2825590 h 2825888"/>
                    <a:gd name="connsiteX3" fmla="*/ 0 w 8176538"/>
                    <a:gd name="connsiteY3" fmla="*/ 1269888 h 2825888"/>
                    <a:gd name="connsiteX4" fmla="*/ 20511 w 8176538"/>
                    <a:gd name="connsiteY4" fmla="*/ 147145 h 2825888"/>
                    <a:gd name="connsiteX5" fmla="*/ 4088015 w 8176538"/>
                    <a:gd name="connsiteY5" fmla="*/ 1566042 h 2825888"/>
                    <a:gd name="connsiteX6" fmla="*/ 8176538 w 8176538"/>
                    <a:gd name="connsiteY6" fmla="*/ 0 h 2825888"/>
                    <a:gd name="connsiteX0" fmla="*/ 8165518 w 8165518"/>
                    <a:gd name="connsiteY0" fmla="*/ 0 h 2825606"/>
                    <a:gd name="connsiteX1" fmla="*/ 8165518 w 8165518"/>
                    <a:gd name="connsiteY1" fmla="*/ 1378890 h 2825606"/>
                    <a:gd name="connsiteX2" fmla="*/ 4088014 w 8165518"/>
                    <a:gd name="connsiteY2" fmla="*/ 2825590 h 2825606"/>
                    <a:gd name="connsiteX3" fmla="*/ 0 w 8165518"/>
                    <a:gd name="connsiteY3" fmla="*/ 1403811 h 2825606"/>
                    <a:gd name="connsiteX4" fmla="*/ 9491 w 8165518"/>
                    <a:gd name="connsiteY4" fmla="*/ 147145 h 2825606"/>
                    <a:gd name="connsiteX5" fmla="*/ 4076995 w 8165518"/>
                    <a:gd name="connsiteY5" fmla="*/ 1566042 h 2825606"/>
                    <a:gd name="connsiteX6" fmla="*/ 8165518 w 8165518"/>
                    <a:gd name="connsiteY6" fmla="*/ 0 h 2825606"/>
                    <a:gd name="connsiteX0" fmla="*/ 8165518 w 8165518"/>
                    <a:gd name="connsiteY0" fmla="*/ 0 h 2879174"/>
                    <a:gd name="connsiteX1" fmla="*/ 8165518 w 8165518"/>
                    <a:gd name="connsiteY1" fmla="*/ 1378890 h 2879174"/>
                    <a:gd name="connsiteX2" fmla="*/ 4132092 w 8165518"/>
                    <a:gd name="connsiteY2" fmla="*/ 2879159 h 2879174"/>
                    <a:gd name="connsiteX3" fmla="*/ 0 w 8165518"/>
                    <a:gd name="connsiteY3" fmla="*/ 1403811 h 2879174"/>
                    <a:gd name="connsiteX4" fmla="*/ 9491 w 8165518"/>
                    <a:gd name="connsiteY4" fmla="*/ 147145 h 2879174"/>
                    <a:gd name="connsiteX5" fmla="*/ 4076995 w 8165518"/>
                    <a:gd name="connsiteY5" fmla="*/ 1566042 h 2879174"/>
                    <a:gd name="connsiteX6" fmla="*/ 8165518 w 8165518"/>
                    <a:gd name="connsiteY6" fmla="*/ 0 h 2879174"/>
                    <a:gd name="connsiteX0" fmla="*/ 8165518 w 8176537"/>
                    <a:gd name="connsiteY0" fmla="*/ 0 h 2879410"/>
                    <a:gd name="connsiteX1" fmla="*/ 8176537 w 8176537"/>
                    <a:gd name="connsiteY1" fmla="*/ 1499420 h 2879410"/>
                    <a:gd name="connsiteX2" fmla="*/ 4132092 w 8176537"/>
                    <a:gd name="connsiteY2" fmla="*/ 2879159 h 2879410"/>
                    <a:gd name="connsiteX3" fmla="*/ 0 w 8176537"/>
                    <a:gd name="connsiteY3" fmla="*/ 1403811 h 2879410"/>
                    <a:gd name="connsiteX4" fmla="*/ 9491 w 8176537"/>
                    <a:gd name="connsiteY4" fmla="*/ 147145 h 2879410"/>
                    <a:gd name="connsiteX5" fmla="*/ 4076995 w 8176537"/>
                    <a:gd name="connsiteY5" fmla="*/ 1566042 h 2879410"/>
                    <a:gd name="connsiteX6" fmla="*/ 8165518 w 8176537"/>
                    <a:gd name="connsiteY6" fmla="*/ 0 h 2879410"/>
                    <a:gd name="connsiteX0" fmla="*/ 8165518 w 8176537"/>
                    <a:gd name="connsiteY0" fmla="*/ 0 h 2879262"/>
                    <a:gd name="connsiteX1" fmla="*/ 8176537 w 8176537"/>
                    <a:gd name="connsiteY1" fmla="*/ 1499420 h 2879262"/>
                    <a:gd name="connsiteX2" fmla="*/ 4132092 w 8176537"/>
                    <a:gd name="connsiteY2" fmla="*/ 2879159 h 2879262"/>
                    <a:gd name="connsiteX3" fmla="*/ 0 w 8176537"/>
                    <a:gd name="connsiteY3" fmla="*/ 1403811 h 2879262"/>
                    <a:gd name="connsiteX4" fmla="*/ 9491 w 8176537"/>
                    <a:gd name="connsiteY4" fmla="*/ 147145 h 2879262"/>
                    <a:gd name="connsiteX5" fmla="*/ 4076995 w 8176537"/>
                    <a:gd name="connsiteY5" fmla="*/ 1566042 h 2879262"/>
                    <a:gd name="connsiteX6" fmla="*/ 8165518 w 8176537"/>
                    <a:gd name="connsiteY6" fmla="*/ 0 h 2879262"/>
                    <a:gd name="connsiteX0" fmla="*/ 8165518 w 8176537"/>
                    <a:gd name="connsiteY0" fmla="*/ 0 h 2879163"/>
                    <a:gd name="connsiteX1" fmla="*/ 8176537 w 8176537"/>
                    <a:gd name="connsiteY1" fmla="*/ 1499420 h 2879163"/>
                    <a:gd name="connsiteX2" fmla="*/ 4132092 w 8176537"/>
                    <a:gd name="connsiteY2" fmla="*/ 2879159 h 2879163"/>
                    <a:gd name="connsiteX3" fmla="*/ 0 w 8176537"/>
                    <a:gd name="connsiteY3" fmla="*/ 1510948 h 2879163"/>
                    <a:gd name="connsiteX4" fmla="*/ 9491 w 8176537"/>
                    <a:gd name="connsiteY4" fmla="*/ 147145 h 2879163"/>
                    <a:gd name="connsiteX5" fmla="*/ 4076995 w 8176537"/>
                    <a:gd name="connsiteY5" fmla="*/ 1566042 h 2879163"/>
                    <a:gd name="connsiteX6" fmla="*/ 8165518 w 8176537"/>
                    <a:gd name="connsiteY6" fmla="*/ 0 h 2879163"/>
                    <a:gd name="connsiteX0" fmla="*/ 8165518 w 8198577"/>
                    <a:gd name="connsiteY0" fmla="*/ 0 h 2879451"/>
                    <a:gd name="connsiteX1" fmla="*/ 8198577 w 8198577"/>
                    <a:gd name="connsiteY1" fmla="*/ 1606558 h 2879451"/>
                    <a:gd name="connsiteX2" fmla="*/ 4132092 w 8198577"/>
                    <a:gd name="connsiteY2" fmla="*/ 2879159 h 2879451"/>
                    <a:gd name="connsiteX3" fmla="*/ 0 w 8198577"/>
                    <a:gd name="connsiteY3" fmla="*/ 1510948 h 2879451"/>
                    <a:gd name="connsiteX4" fmla="*/ 9491 w 8198577"/>
                    <a:gd name="connsiteY4" fmla="*/ 147145 h 2879451"/>
                    <a:gd name="connsiteX5" fmla="*/ 4076995 w 8198577"/>
                    <a:gd name="connsiteY5" fmla="*/ 1566042 h 2879451"/>
                    <a:gd name="connsiteX6" fmla="*/ 8165518 w 8198577"/>
                    <a:gd name="connsiteY6" fmla="*/ 0 h 2879451"/>
                    <a:gd name="connsiteX0" fmla="*/ 8165518 w 8165518"/>
                    <a:gd name="connsiteY0" fmla="*/ 0 h 2880066"/>
                    <a:gd name="connsiteX1" fmla="*/ 8165518 w 8165518"/>
                    <a:gd name="connsiteY1" fmla="*/ 1673520 h 2880066"/>
                    <a:gd name="connsiteX2" fmla="*/ 4132092 w 8165518"/>
                    <a:gd name="connsiteY2" fmla="*/ 2879159 h 2880066"/>
                    <a:gd name="connsiteX3" fmla="*/ 0 w 8165518"/>
                    <a:gd name="connsiteY3" fmla="*/ 1510948 h 2880066"/>
                    <a:gd name="connsiteX4" fmla="*/ 9491 w 8165518"/>
                    <a:gd name="connsiteY4" fmla="*/ 147145 h 2880066"/>
                    <a:gd name="connsiteX5" fmla="*/ 4076995 w 8165518"/>
                    <a:gd name="connsiteY5" fmla="*/ 1566042 h 2880066"/>
                    <a:gd name="connsiteX6" fmla="*/ 8165518 w 8165518"/>
                    <a:gd name="connsiteY6" fmla="*/ 0 h 2880066"/>
                    <a:gd name="connsiteX0" fmla="*/ 8156794 w 8156794"/>
                    <a:gd name="connsiteY0" fmla="*/ 0 h 2879270"/>
                    <a:gd name="connsiteX1" fmla="*/ 8156794 w 8156794"/>
                    <a:gd name="connsiteY1" fmla="*/ 1673520 h 2879270"/>
                    <a:gd name="connsiteX2" fmla="*/ 4123368 w 8156794"/>
                    <a:gd name="connsiteY2" fmla="*/ 2879159 h 2879270"/>
                    <a:gd name="connsiteX3" fmla="*/ 2295 w 8156794"/>
                    <a:gd name="connsiteY3" fmla="*/ 1618086 h 2879270"/>
                    <a:gd name="connsiteX4" fmla="*/ 767 w 8156794"/>
                    <a:gd name="connsiteY4" fmla="*/ 147145 h 2879270"/>
                    <a:gd name="connsiteX5" fmla="*/ 4068271 w 8156794"/>
                    <a:gd name="connsiteY5" fmla="*/ 1566042 h 2879270"/>
                    <a:gd name="connsiteX6" fmla="*/ 8156794 w 8156794"/>
                    <a:gd name="connsiteY6" fmla="*/ 0 h 287927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00"/>
                    <a:gd name="connsiteX1" fmla="*/ 8156794 w 8156794"/>
                    <a:gd name="connsiteY1" fmla="*/ 1673520 h 2973000"/>
                    <a:gd name="connsiteX2" fmla="*/ 4134388 w 8156794"/>
                    <a:gd name="connsiteY2" fmla="*/ 2972904 h 2973000"/>
                    <a:gd name="connsiteX3" fmla="*/ 2295 w 8156794"/>
                    <a:gd name="connsiteY3" fmla="*/ 1618086 h 2973000"/>
                    <a:gd name="connsiteX4" fmla="*/ 767 w 8156794"/>
                    <a:gd name="connsiteY4" fmla="*/ 147145 h 2973000"/>
                    <a:gd name="connsiteX5" fmla="*/ 4068271 w 8156794"/>
                    <a:gd name="connsiteY5" fmla="*/ 1566042 h 2973000"/>
                    <a:gd name="connsiteX6" fmla="*/ 8156794 w 8156794"/>
                    <a:gd name="connsiteY6" fmla="*/ 0 h 2973000"/>
                    <a:gd name="connsiteX0" fmla="*/ 8156794 w 8156794"/>
                    <a:gd name="connsiteY0" fmla="*/ 0 h 2973020"/>
                    <a:gd name="connsiteX1" fmla="*/ 8156794 w 8156794"/>
                    <a:gd name="connsiteY1" fmla="*/ 1673520 h 2973020"/>
                    <a:gd name="connsiteX2" fmla="*/ 4134388 w 8156794"/>
                    <a:gd name="connsiteY2" fmla="*/ 2972904 h 2973020"/>
                    <a:gd name="connsiteX3" fmla="*/ 2295 w 8156794"/>
                    <a:gd name="connsiteY3" fmla="*/ 1618086 h 2973020"/>
                    <a:gd name="connsiteX4" fmla="*/ 767 w 8156794"/>
                    <a:gd name="connsiteY4" fmla="*/ 147145 h 2973020"/>
                    <a:gd name="connsiteX5" fmla="*/ 4068271 w 8156794"/>
                    <a:gd name="connsiteY5" fmla="*/ 1566042 h 2973020"/>
                    <a:gd name="connsiteX6" fmla="*/ 8156794 w 8156794"/>
                    <a:gd name="connsiteY6" fmla="*/ 0 h 2973020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021"/>
                    <a:gd name="connsiteX1" fmla="*/ 8156794 w 8156794"/>
                    <a:gd name="connsiteY1" fmla="*/ 1673520 h 2973021"/>
                    <a:gd name="connsiteX2" fmla="*/ 4134388 w 8156794"/>
                    <a:gd name="connsiteY2" fmla="*/ 2972904 h 2973021"/>
                    <a:gd name="connsiteX3" fmla="*/ 2295 w 8156794"/>
                    <a:gd name="connsiteY3" fmla="*/ 1618086 h 2973021"/>
                    <a:gd name="connsiteX4" fmla="*/ 767 w 8156794"/>
                    <a:gd name="connsiteY4" fmla="*/ 147145 h 2973021"/>
                    <a:gd name="connsiteX5" fmla="*/ 4068271 w 8156794"/>
                    <a:gd name="connsiteY5" fmla="*/ 1566042 h 2973021"/>
                    <a:gd name="connsiteX6" fmla="*/ 8156794 w 8156794"/>
                    <a:gd name="connsiteY6" fmla="*/ 0 h 2973021"/>
                    <a:gd name="connsiteX0" fmla="*/ 8156794 w 8156794"/>
                    <a:gd name="connsiteY0" fmla="*/ 0 h 2973141"/>
                    <a:gd name="connsiteX1" fmla="*/ 8156794 w 8156794"/>
                    <a:gd name="connsiteY1" fmla="*/ 1673520 h 2973141"/>
                    <a:gd name="connsiteX2" fmla="*/ 4134388 w 8156794"/>
                    <a:gd name="connsiteY2" fmla="*/ 2972904 h 2973141"/>
                    <a:gd name="connsiteX3" fmla="*/ 2295 w 8156794"/>
                    <a:gd name="connsiteY3" fmla="*/ 1618086 h 2973141"/>
                    <a:gd name="connsiteX4" fmla="*/ 767 w 8156794"/>
                    <a:gd name="connsiteY4" fmla="*/ 147145 h 2973141"/>
                    <a:gd name="connsiteX5" fmla="*/ 4068271 w 8156794"/>
                    <a:gd name="connsiteY5" fmla="*/ 1566042 h 2973141"/>
                    <a:gd name="connsiteX6" fmla="*/ 8156794 w 8156794"/>
                    <a:gd name="connsiteY6" fmla="*/ 0 h 2973141"/>
                    <a:gd name="connsiteX0" fmla="*/ 8156794 w 8156794"/>
                    <a:gd name="connsiteY0" fmla="*/ 0 h 3066827"/>
                    <a:gd name="connsiteX1" fmla="*/ 8156794 w 8156794"/>
                    <a:gd name="connsiteY1" fmla="*/ 1673520 h 3066827"/>
                    <a:gd name="connsiteX2" fmla="*/ 4123353 w 8156794"/>
                    <a:gd name="connsiteY2" fmla="*/ 3066650 h 3066827"/>
                    <a:gd name="connsiteX3" fmla="*/ 2295 w 8156794"/>
                    <a:gd name="connsiteY3" fmla="*/ 1618086 h 3066827"/>
                    <a:gd name="connsiteX4" fmla="*/ 767 w 8156794"/>
                    <a:gd name="connsiteY4" fmla="*/ 147145 h 3066827"/>
                    <a:gd name="connsiteX5" fmla="*/ 4068271 w 8156794"/>
                    <a:gd name="connsiteY5" fmla="*/ 1566042 h 3066827"/>
                    <a:gd name="connsiteX6" fmla="*/ 8156794 w 8156794"/>
                    <a:gd name="connsiteY6" fmla="*/ 0 h 3066827"/>
                    <a:gd name="connsiteX0" fmla="*/ 8123689 w 8156794"/>
                    <a:gd name="connsiteY0" fmla="*/ 0 h 2999866"/>
                    <a:gd name="connsiteX1" fmla="*/ 8156794 w 8156794"/>
                    <a:gd name="connsiteY1" fmla="*/ 1606559 h 2999866"/>
                    <a:gd name="connsiteX2" fmla="*/ 4123353 w 8156794"/>
                    <a:gd name="connsiteY2" fmla="*/ 2999689 h 2999866"/>
                    <a:gd name="connsiteX3" fmla="*/ 2295 w 8156794"/>
                    <a:gd name="connsiteY3" fmla="*/ 1551125 h 2999866"/>
                    <a:gd name="connsiteX4" fmla="*/ 767 w 8156794"/>
                    <a:gd name="connsiteY4" fmla="*/ 80184 h 2999866"/>
                    <a:gd name="connsiteX5" fmla="*/ 4068271 w 8156794"/>
                    <a:gd name="connsiteY5" fmla="*/ 1499081 h 2999866"/>
                    <a:gd name="connsiteX6" fmla="*/ 8123689 w 8156794"/>
                    <a:gd name="connsiteY6" fmla="*/ 0 h 2999866"/>
                    <a:gd name="connsiteX0" fmla="*/ 8167828 w 8167828"/>
                    <a:gd name="connsiteY0" fmla="*/ 0 h 3026651"/>
                    <a:gd name="connsiteX1" fmla="*/ 8156794 w 8167828"/>
                    <a:gd name="connsiteY1" fmla="*/ 1633344 h 3026651"/>
                    <a:gd name="connsiteX2" fmla="*/ 4123353 w 8167828"/>
                    <a:gd name="connsiteY2" fmla="*/ 3026474 h 3026651"/>
                    <a:gd name="connsiteX3" fmla="*/ 2295 w 8167828"/>
                    <a:gd name="connsiteY3" fmla="*/ 1577910 h 3026651"/>
                    <a:gd name="connsiteX4" fmla="*/ 767 w 8167828"/>
                    <a:gd name="connsiteY4" fmla="*/ 106969 h 3026651"/>
                    <a:gd name="connsiteX5" fmla="*/ 4068271 w 8167828"/>
                    <a:gd name="connsiteY5" fmla="*/ 1525866 h 3026651"/>
                    <a:gd name="connsiteX6" fmla="*/ 8167828 w 8167828"/>
                    <a:gd name="connsiteY6" fmla="*/ 0 h 3026651"/>
                    <a:gd name="connsiteX0" fmla="*/ 8167828 w 8167828"/>
                    <a:gd name="connsiteY0" fmla="*/ 0 h 3027228"/>
                    <a:gd name="connsiteX1" fmla="*/ 8145760 w 8167828"/>
                    <a:gd name="connsiteY1" fmla="*/ 1686913 h 3027228"/>
                    <a:gd name="connsiteX2" fmla="*/ 4123353 w 8167828"/>
                    <a:gd name="connsiteY2" fmla="*/ 3026474 h 3027228"/>
                    <a:gd name="connsiteX3" fmla="*/ 2295 w 8167828"/>
                    <a:gd name="connsiteY3" fmla="*/ 1577910 h 3027228"/>
                    <a:gd name="connsiteX4" fmla="*/ 767 w 8167828"/>
                    <a:gd name="connsiteY4" fmla="*/ 106969 h 3027228"/>
                    <a:gd name="connsiteX5" fmla="*/ 4068271 w 8167828"/>
                    <a:gd name="connsiteY5" fmla="*/ 1525866 h 3027228"/>
                    <a:gd name="connsiteX6" fmla="*/ 8167828 w 8167828"/>
                    <a:gd name="connsiteY6" fmla="*/ 0 h 3027228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56794 w 8156794"/>
                    <a:gd name="connsiteY0" fmla="*/ 0 h 2933483"/>
                    <a:gd name="connsiteX1" fmla="*/ 8145760 w 8156794"/>
                    <a:gd name="connsiteY1" fmla="*/ 1593168 h 2933483"/>
                    <a:gd name="connsiteX2" fmla="*/ 4123353 w 8156794"/>
                    <a:gd name="connsiteY2" fmla="*/ 2932729 h 2933483"/>
                    <a:gd name="connsiteX3" fmla="*/ 2295 w 8156794"/>
                    <a:gd name="connsiteY3" fmla="*/ 1484165 h 2933483"/>
                    <a:gd name="connsiteX4" fmla="*/ 767 w 8156794"/>
                    <a:gd name="connsiteY4" fmla="*/ 13224 h 2933483"/>
                    <a:gd name="connsiteX5" fmla="*/ 4068271 w 8156794"/>
                    <a:gd name="connsiteY5" fmla="*/ 1432121 h 2933483"/>
                    <a:gd name="connsiteX6" fmla="*/ 8156794 w 8156794"/>
                    <a:gd name="connsiteY6" fmla="*/ 0 h 2933483"/>
                    <a:gd name="connsiteX0" fmla="*/ 8123689 w 8145760"/>
                    <a:gd name="connsiteY0" fmla="*/ 13560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9 w 8145760"/>
                    <a:gd name="connsiteY6" fmla="*/ 13560 h 2920259"/>
                    <a:gd name="connsiteX0" fmla="*/ 8178863 w 8178863"/>
                    <a:gd name="connsiteY0" fmla="*/ 26952 h 2920259"/>
                    <a:gd name="connsiteX1" fmla="*/ 8145760 w 8178863"/>
                    <a:gd name="connsiteY1" fmla="*/ 1579944 h 2920259"/>
                    <a:gd name="connsiteX2" fmla="*/ 4123353 w 8178863"/>
                    <a:gd name="connsiteY2" fmla="*/ 2919505 h 2920259"/>
                    <a:gd name="connsiteX3" fmla="*/ 2295 w 8178863"/>
                    <a:gd name="connsiteY3" fmla="*/ 1470941 h 2920259"/>
                    <a:gd name="connsiteX4" fmla="*/ 767 w 8178863"/>
                    <a:gd name="connsiteY4" fmla="*/ 0 h 2920259"/>
                    <a:gd name="connsiteX5" fmla="*/ 4068271 w 8178863"/>
                    <a:gd name="connsiteY5" fmla="*/ 1418897 h 2920259"/>
                    <a:gd name="connsiteX6" fmla="*/ 8178863 w 8178863"/>
                    <a:gd name="connsiteY6" fmla="*/ 26952 h 2920259"/>
                    <a:gd name="connsiteX0" fmla="*/ 8167827 w 8167827"/>
                    <a:gd name="connsiteY0" fmla="*/ 40343 h 2920259"/>
                    <a:gd name="connsiteX1" fmla="*/ 8145760 w 8167827"/>
                    <a:gd name="connsiteY1" fmla="*/ 1579944 h 2920259"/>
                    <a:gd name="connsiteX2" fmla="*/ 4123353 w 8167827"/>
                    <a:gd name="connsiteY2" fmla="*/ 2919505 h 2920259"/>
                    <a:gd name="connsiteX3" fmla="*/ 2295 w 8167827"/>
                    <a:gd name="connsiteY3" fmla="*/ 1470941 h 2920259"/>
                    <a:gd name="connsiteX4" fmla="*/ 767 w 8167827"/>
                    <a:gd name="connsiteY4" fmla="*/ 0 h 2920259"/>
                    <a:gd name="connsiteX5" fmla="*/ 4068271 w 8167827"/>
                    <a:gd name="connsiteY5" fmla="*/ 1418897 h 2920259"/>
                    <a:gd name="connsiteX6" fmla="*/ 8167827 w 8167827"/>
                    <a:gd name="connsiteY6" fmla="*/ 40343 h 2920259"/>
                    <a:gd name="connsiteX0" fmla="*/ 8123687 w 8145760"/>
                    <a:gd name="connsiteY0" fmla="*/ 53735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23687 w 8145760"/>
                    <a:gd name="connsiteY6" fmla="*/ 53735 h 2920259"/>
                    <a:gd name="connsiteX0" fmla="*/ 8161918 w 8161918"/>
                    <a:gd name="connsiteY0" fmla="*/ 0 h 2943855"/>
                    <a:gd name="connsiteX1" fmla="*/ 8145760 w 8161918"/>
                    <a:gd name="connsiteY1" fmla="*/ 1603540 h 2943855"/>
                    <a:gd name="connsiteX2" fmla="*/ 4123353 w 8161918"/>
                    <a:gd name="connsiteY2" fmla="*/ 2943101 h 2943855"/>
                    <a:gd name="connsiteX3" fmla="*/ 2295 w 8161918"/>
                    <a:gd name="connsiteY3" fmla="*/ 1494537 h 2943855"/>
                    <a:gd name="connsiteX4" fmla="*/ 767 w 8161918"/>
                    <a:gd name="connsiteY4" fmla="*/ 23596 h 2943855"/>
                    <a:gd name="connsiteX5" fmla="*/ 4068271 w 8161918"/>
                    <a:gd name="connsiteY5" fmla="*/ 1442493 h 2943855"/>
                    <a:gd name="connsiteX6" fmla="*/ 8161918 w 8161918"/>
                    <a:gd name="connsiteY6" fmla="*/ 0 h 2943855"/>
                    <a:gd name="connsiteX0" fmla="*/ 8144926 w 8145760"/>
                    <a:gd name="connsiteY0" fmla="*/ 43424 h 2920259"/>
                    <a:gd name="connsiteX1" fmla="*/ 8145760 w 8145760"/>
                    <a:gd name="connsiteY1" fmla="*/ 1579944 h 2920259"/>
                    <a:gd name="connsiteX2" fmla="*/ 4123353 w 8145760"/>
                    <a:gd name="connsiteY2" fmla="*/ 2919505 h 2920259"/>
                    <a:gd name="connsiteX3" fmla="*/ 2295 w 8145760"/>
                    <a:gd name="connsiteY3" fmla="*/ 1470941 h 2920259"/>
                    <a:gd name="connsiteX4" fmla="*/ 767 w 8145760"/>
                    <a:gd name="connsiteY4" fmla="*/ 0 h 2920259"/>
                    <a:gd name="connsiteX5" fmla="*/ 4068271 w 8145760"/>
                    <a:gd name="connsiteY5" fmla="*/ 1418897 h 2920259"/>
                    <a:gd name="connsiteX6" fmla="*/ 8144926 w 8145760"/>
                    <a:gd name="connsiteY6" fmla="*/ 43424 h 2920259"/>
                    <a:gd name="connsiteX0" fmla="*/ 8161918 w 8161918"/>
                    <a:gd name="connsiteY0" fmla="*/ 0 h 2959321"/>
                    <a:gd name="connsiteX1" fmla="*/ 8145760 w 8161918"/>
                    <a:gd name="connsiteY1" fmla="*/ 1619006 h 2959321"/>
                    <a:gd name="connsiteX2" fmla="*/ 4123353 w 8161918"/>
                    <a:gd name="connsiteY2" fmla="*/ 2958567 h 2959321"/>
                    <a:gd name="connsiteX3" fmla="*/ 2295 w 8161918"/>
                    <a:gd name="connsiteY3" fmla="*/ 1510003 h 2959321"/>
                    <a:gd name="connsiteX4" fmla="*/ 767 w 8161918"/>
                    <a:gd name="connsiteY4" fmla="*/ 39062 h 2959321"/>
                    <a:gd name="connsiteX5" fmla="*/ 4068271 w 8161918"/>
                    <a:gd name="connsiteY5" fmla="*/ 1457959 h 2959321"/>
                    <a:gd name="connsiteX6" fmla="*/ 8161918 w 8161918"/>
                    <a:gd name="connsiteY6" fmla="*/ 0 h 2959321"/>
                    <a:gd name="connsiteX0" fmla="*/ 8161918 w 8162752"/>
                    <a:gd name="connsiteY0" fmla="*/ 0 h 2959488"/>
                    <a:gd name="connsiteX1" fmla="*/ 8162752 w 8162752"/>
                    <a:gd name="connsiteY1" fmla="*/ 1629317 h 2959488"/>
                    <a:gd name="connsiteX2" fmla="*/ 4123353 w 8162752"/>
                    <a:gd name="connsiteY2" fmla="*/ 2958567 h 2959488"/>
                    <a:gd name="connsiteX3" fmla="*/ 2295 w 8162752"/>
                    <a:gd name="connsiteY3" fmla="*/ 1510003 h 2959488"/>
                    <a:gd name="connsiteX4" fmla="*/ 767 w 8162752"/>
                    <a:gd name="connsiteY4" fmla="*/ 39062 h 2959488"/>
                    <a:gd name="connsiteX5" fmla="*/ 4068271 w 8162752"/>
                    <a:gd name="connsiteY5" fmla="*/ 1457959 h 2959488"/>
                    <a:gd name="connsiteX6" fmla="*/ 8161918 w 8162752"/>
                    <a:gd name="connsiteY6" fmla="*/ 0 h 2959488"/>
                    <a:gd name="connsiteX0" fmla="*/ 8165930 w 8166764"/>
                    <a:gd name="connsiteY0" fmla="*/ 7337 h 2966825"/>
                    <a:gd name="connsiteX1" fmla="*/ 8166764 w 8166764"/>
                    <a:gd name="connsiteY1" fmla="*/ 1636654 h 2966825"/>
                    <a:gd name="connsiteX2" fmla="*/ 4127365 w 8166764"/>
                    <a:gd name="connsiteY2" fmla="*/ 2965904 h 2966825"/>
                    <a:gd name="connsiteX3" fmla="*/ 6307 w 8166764"/>
                    <a:gd name="connsiteY3" fmla="*/ 1517340 h 2966825"/>
                    <a:gd name="connsiteX4" fmla="*/ 532 w 8166764"/>
                    <a:gd name="connsiteY4" fmla="*/ 0 h 2966825"/>
                    <a:gd name="connsiteX5" fmla="*/ 4072283 w 8166764"/>
                    <a:gd name="connsiteY5" fmla="*/ 1465296 h 2966825"/>
                    <a:gd name="connsiteX6" fmla="*/ 8165930 w 8166764"/>
                    <a:gd name="connsiteY6" fmla="*/ 7337 h 2966825"/>
                    <a:gd name="connsiteX0" fmla="*/ 8168119 w 8168953"/>
                    <a:gd name="connsiteY0" fmla="*/ 7337 h 2966682"/>
                    <a:gd name="connsiteX1" fmla="*/ 8168953 w 8168953"/>
                    <a:gd name="connsiteY1" fmla="*/ 1636654 h 2966682"/>
                    <a:gd name="connsiteX2" fmla="*/ 4129554 w 8168953"/>
                    <a:gd name="connsiteY2" fmla="*/ 2965904 h 2966682"/>
                    <a:gd name="connsiteX3" fmla="*/ 0 w 8168953"/>
                    <a:gd name="connsiteY3" fmla="*/ 1527651 h 2966682"/>
                    <a:gd name="connsiteX4" fmla="*/ 2721 w 8168953"/>
                    <a:gd name="connsiteY4" fmla="*/ 0 h 2966682"/>
                    <a:gd name="connsiteX5" fmla="*/ 4074472 w 8168953"/>
                    <a:gd name="connsiteY5" fmla="*/ 1465296 h 2966682"/>
                    <a:gd name="connsiteX6" fmla="*/ 8168119 w 8168953"/>
                    <a:gd name="connsiteY6" fmla="*/ 7337 h 2966682"/>
                    <a:gd name="connsiteX0" fmla="*/ 8168119 w 8168953"/>
                    <a:gd name="connsiteY0" fmla="*/ 7337 h 3100377"/>
                    <a:gd name="connsiteX1" fmla="*/ 8168953 w 8168953"/>
                    <a:gd name="connsiteY1" fmla="*/ 1636654 h 3100377"/>
                    <a:gd name="connsiteX2" fmla="*/ 4118520 w 8168953"/>
                    <a:gd name="connsiteY2" fmla="*/ 3099826 h 3100377"/>
                    <a:gd name="connsiteX3" fmla="*/ 0 w 8168953"/>
                    <a:gd name="connsiteY3" fmla="*/ 1527651 h 3100377"/>
                    <a:gd name="connsiteX4" fmla="*/ 2721 w 8168953"/>
                    <a:gd name="connsiteY4" fmla="*/ 0 h 3100377"/>
                    <a:gd name="connsiteX5" fmla="*/ 4074472 w 8168953"/>
                    <a:gd name="connsiteY5" fmla="*/ 1465296 h 3100377"/>
                    <a:gd name="connsiteX6" fmla="*/ 8168119 w 8168953"/>
                    <a:gd name="connsiteY6" fmla="*/ 7337 h 3100377"/>
                    <a:gd name="connsiteX0" fmla="*/ 8168119 w 8168953"/>
                    <a:gd name="connsiteY0" fmla="*/ 7337 h 3100429"/>
                    <a:gd name="connsiteX1" fmla="*/ 8168953 w 8168953"/>
                    <a:gd name="connsiteY1" fmla="*/ 1636654 h 3100429"/>
                    <a:gd name="connsiteX2" fmla="*/ 4118520 w 8168953"/>
                    <a:gd name="connsiteY2" fmla="*/ 3099826 h 3100429"/>
                    <a:gd name="connsiteX3" fmla="*/ 0 w 8168953"/>
                    <a:gd name="connsiteY3" fmla="*/ 1527651 h 3100429"/>
                    <a:gd name="connsiteX4" fmla="*/ 2721 w 8168953"/>
                    <a:gd name="connsiteY4" fmla="*/ 0 h 3100429"/>
                    <a:gd name="connsiteX5" fmla="*/ 4074472 w 8168953"/>
                    <a:gd name="connsiteY5" fmla="*/ 1465296 h 3100429"/>
                    <a:gd name="connsiteX6" fmla="*/ 8168119 w 8168953"/>
                    <a:gd name="connsiteY6" fmla="*/ 7337 h 3100429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72202 w 8166683"/>
                    <a:gd name="connsiteY5" fmla="*/ 1465296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  <a:gd name="connsiteX0" fmla="*/ 8165849 w 8166683"/>
                    <a:gd name="connsiteY0" fmla="*/ 7337 h 3099826"/>
                    <a:gd name="connsiteX1" fmla="*/ 8166683 w 8166683"/>
                    <a:gd name="connsiteY1" fmla="*/ 1636654 h 3099826"/>
                    <a:gd name="connsiteX2" fmla="*/ 4116250 w 8166683"/>
                    <a:gd name="connsiteY2" fmla="*/ 3099826 h 3099826"/>
                    <a:gd name="connsiteX3" fmla="*/ 8764 w 8166683"/>
                    <a:gd name="connsiteY3" fmla="*/ 1634789 h 3099826"/>
                    <a:gd name="connsiteX4" fmla="*/ 451 w 8166683"/>
                    <a:gd name="connsiteY4" fmla="*/ 0 h 3099826"/>
                    <a:gd name="connsiteX5" fmla="*/ 4061168 w 8166683"/>
                    <a:gd name="connsiteY5" fmla="*/ 1438511 h 3099826"/>
                    <a:gd name="connsiteX6" fmla="*/ 8165849 w 8166683"/>
                    <a:gd name="connsiteY6" fmla="*/ 7337 h 309982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166683" h="3099826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                  </a:t>
                  </a:r>
                </a:p>
              </p:txBody>
            </p:sp>
            <p:sp>
              <p:nvSpPr>
                <p:cNvPr id="747" name="Oval 746">
                  <a:extLst>
                    <a:ext uri="{FF2B5EF4-FFF2-40B4-BE49-F238E27FC236}">
                      <a16:creationId xmlns:a16="http://schemas.microsoft.com/office/drawing/2014/main" id="{2CED8E12-8866-B24C-8ADD-B298A9E92CB3}"/>
                    </a:ext>
                  </a:extLst>
                </p:cNvPr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             </a:t>
                  </a:r>
                </a:p>
              </p:txBody>
            </p:sp>
            <p:grpSp>
              <p:nvGrpSpPr>
                <p:cNvPr id="748" name="Group 747">
                  <a:extLst>
                    <a:ext uri="{FF2B5EF4-FFF2-40B4-BE49-F238E27FC236}">
                      <a16:creationId xmlns:a16="http://schemas.microsoft.com/office/drawing/2014/main" id="{B88578A5-178A-394F-A0E8-E56A6CA32F70}"/>
                    </a:ext>
                  </a:extLst>
                </p:cNvPr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749" name="Freeform 748">
                    <a:extLst>
                      <a:ext uri="{FF2B5EF4-FFF2-40B4-BE49-F238E27FC236}">
                        <a16:creationId xmlns:a16="http://schemas.microsoft.com/office/drawing/2014/main" id="{C0BC3D29-EE76-8343-B65A-EA82E9B3D477}"/>
                      </a:ext>
                    </a:extLst>
                  </p:cNvPr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50" name="Freeform 749">
                    <a:extLst>
                      <a:ext uri="{FF2B5EF4-FFF2-40B4-BE49-F238E27FC236}">
                        <a16:creationId xmlns:a16="http://schemas.microsoft.com/office/drawing/2014/main" id="{0CE947DD-742E-DB41-8709-8C742E1F3157}"/>
                      </a:ext>
                    </a:extLst>
                  </p:cNvPr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51" name="Freeform 750">
                    <a:extLst>
                      <a:ext uri="{FF2B5EF4-FFF2-40B4-BE49-F238E27FC236}">
                        <a16:creationId xmlns:a16="http://schemas.microsoft.com/office/drawing/2014/main" id="{4327083F-593C-164C-8B48-4EAC6FFF6263}"/>
                      </a:ext>
                    </a:extLst>
                  </p:cNvPr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52" name="Freeform 751">
                    <a:extLst>
                      <a:ext uri="{FF2B5EF4-FFF2-40B4-BE49-F238E27FC236}">
                        <a16:creationId xmlns:a16="http://schemas.microsoft.com/office/drawing/2014/main" id="{872F4F49-B007-CF47-9AE7-A2818399B5A0}"/>
                      </a:ext>
                    </a:extLst>
                  </p:cNvPr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  <p:grpSp>
            <p:nvGrpSpPr>
              <p:cNvPr id="753" name="Group 752">
                <a:extLst>
                  <a:ext uri="{FF2B5EF4-FFF2-40B4-BE49-F238E27FC236}">
                    <a16:creationId xmlns:a16="http://schemas.microsoft.com/office/drawing/2014/main" id="{ABB80B22-84B3-E44D-B158-999620842AA7}"/>
                  </a:ext>
                </a:extLst>
              </p:cNvPr>
              <p:cNvGrpSpPr/>
              <p:nvPr/>
            </p:nvGrpSpPr>
            <p:grpSpPr>
              <a:xfrm>
                <a:off x="2172962" y="3379800"/>
                <a:ext cx="495267" cy="400649"/>
                <a:chOff x="3668110" y="2448910"/>
                <a:chExt cx="3794234" cy="2165130"/>
              </a:xfrm>
            </p:grpSpPr>
            <p:sp>
              <p:nvSpPr>
                <p:cNvPr id="754" name="Rectangle 753">
                  <a:extLst>
                    <a:ext uri="{FF2B5EF4-FFF2-40B4-BE49-F238E27FC236}">
                      <a16:creationId xmlns:a16="http://schemas.microsoft.com/office/drawing/2014/main" id="{87ED6994-8AAE-CE4F-9382-5B72DC8DF390}"/>
                    </a:ext>
                  </a:extLst>
                </p:cNvPr>
                <p:cNvSpPr/>
                <p:nvPr/>
              </p:nvSpPr>
              <p:spPr>
                <a:xfrm>
                  <a:off x="3668110" y="3741409"/>
                  <a:ext cx="3780587" cy="872631"/>
                </a:xfrm>
                <a:prstGeom prst="rect">
                  <a:avLst/>
                </a:prstGeom>
                <a:gradFill>
                  <a:gsLst>
                    <a:gs pos="0">
                      <a:srgbClr val="B8C2C9"/>
                    </a:gs>
                    <a:gs pos="21000">
                      <a:schemeClr val="bg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w="63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755" name="Freeform 754">
                  <a:extLst>
                    <a:ext uri="{FF2B5EF4-FFF2-40B4-BE49-F238E27FC236}">
                      <a16:creationId xmlns:a16="http://schemas.microsoft.com/office/drawing/2014/main" id="{784A6571-0523-1D4B-BC2E-19620F5C60E1}"/>
                    </a:ext>
                  </a:extLst>
                </p:cNvPr>
                <p:cNvSpPr/>
                <p:nvPr/>
              </p:nvSpPr>
              <p:spPr>
                <a:xfrm>
                  <a:off x="3678620" y="2448910"/>
                  <a:ext cx="3783724" cy="1324303"/>
                </a:xfrm>
                <a:custGeom>
                  <a:avLst/>
                  <a:gdLst>
                    <a:gd name="connsiteX0" fmla="*/ 0 w 3783724"/>
                    <a:gd name="connsiteY0" fmla="*/ 1313793 h 1324303"/>
                    <a:gd name="connsiteX1" fmla="*/ 0 w 3783724"/>
                    <a:gd name="connsiteY1" fmla="*/ 1313793 h 1324303"/>
                    <a:gd name="connsiteX2" fmla="*/ 252248 w 3783724"/>
                    <a:gd name="connsiteY2" fmla="*/ 0 h 1324303"/>
                    <a:gd name="connsiteX3" fmla="*/ 3415862 w 3783724"/>
                    <a:gd name="connsiteY3" fmla="*/ 21020 h 1324303"/>
                    <a:gd name="connsiteX4" fmla="*/ 3783724 w 3783724"/>
                    <a:gd name="connsiteY4" fmla="*/ 1324303 h 1324303"/>
                    <a:gd name="connsiteX5" fmla="*/ 0 w 3783724"/>
                    <a:gd name="connsiteY5" fmla="*/ 1313793 h 132430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3783724" h="1324303">
                      <a:moveTo>
                        <a:pt x="0" y="1313793"/>
                      </a:moveTo>
                      <a:lnTo>
                        <a:pt x="0" y="1313793"/>
                      </a:lnTo>
                      <a:lnTo>
                        <a:pt x="252248" y="0"/>
                      </a:lnTo>
                      <a:lnTo>
                        <a:pt x="3415862" y="21020"/>
                      </a:lnTo>
                      <a:lnTo>
                        <a:pt x="3783724" y="1324303"/>
                      </a:lnTo>
                      <a:lnTo>
                        <a:pt x="0" y="1313793"/>
                      </a:lnTo>
                      <a:close/>
                    </a:path>
                  </a:pathLst>
                </a:custGeom>
                <a:solidFill>
                  <a:srgbClr val="B8C2C9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040EF2EE-7544-044B-8B2E-5E76FBF3EC47}"/>
                    </a:ext>
                  </a:extLst>
                </p:cNvPr>
                <p:cNvGrpSpPr/>
                <p:nvPr/>
              </p:nvGrpSpPr>
              <p:grpSpPr>
                <a:xfrm>
                  <a:off x="3941378" y="2603243"/>
                  <a:ext cx="3202061" cy="1066110"/>
                  <a:chOff x="7939341" y="3037317"/>
                  <a:chExt cx="897649" cy="353919"/>
                </a:xfrm>
              </p:grpSpPr>
              <p:sp>
                <p:nvSpPr>
                  <p:cNvPr id="757" name="Freeform 756">
                    <a:extLst>
                      <a:ext uri="{FF2B5EF4-FFF2-40B4-BE49-F238E27FC236}">
                        <a16:creationId xmlns:a16="http://schemas.microsoft.com/office/drawing/2014/main" id="{E671E855-462B-9F48-9621-5EEE15B39357}"/>
                      </a:ext>
                    </a:extLst>
                  </p:cNvPr>
                  <p:cNvSpPr/>
                  <p:nvPr/>
                </p:nvSpPr>
                <p:spPr>
                  <a:xfrm>
                    <a:off x="7964170" y="3037317"/>
                    <a:ext cx="849158" cy="198115"/>
                  </a:xfrm>
                  <a:custGeom>
                    <a:avLst/>
                    <a:gdLst>
                      <a:gd name="connsiteX0" fmla="*/ 3725333 w 4588933"/>
                      <a:gd name="connsiteY0" fmla="*/ 0 h 1049866"/>
                      <a:gd name="connsiteX1" fmla="*/ 4588933 w 4588933"/>
                      <a:gd name="connsiteY1" fmla="*/ 270933 h 1049866"/>
                      <a:gd name="connsiteX2" fmla="*/ 3962400 w 4588933"/>
                      <a:gd name="connsiteY2" fmla="*/ 541866 h 1049866"/>
                      <a:gd name="connsiteX3" fmla="*/ 3742267 w 4588933"/>
                      <a:gd name="connsiteY3" fmla="*/ 457200 h 1049866"/>
                      <a:gd name="connsiteX4" fmla="*/ 2269067 w 4588933"/>
                      <a:gd name="connsiteY4" fmla="*/ 1049866 h 1049866"/>
                      <a:gd name="connsiteX5" fmla="*/ 880533 w 4588933"/>
                      <a:gd name="connsiteY5" fmla="*/ 457200 h 1049866"/>
                      <a:gd name="connsiteX6" fmla="*/ 592667 w 4588933"/>
                      <a:gd name="connsiteY6" fmla="*/ 541866 h 1049866"/>
                      <a:gd name="connsiteX7" fmla="*/ 0 w 4588933"/>
                      <a:gd name="connsiteY7" fmla="*/ 254000 h 1049866"/>
                      <a:gd name="connsiteX8" fmla="*/ 880533 w 4588933"/>
                      <a:gd name="connsiteY8" fmla="*/ 16933 h 1049866"/>
                      <a:gd name="connsiteX9" fmla="*/ 2302933 w 4588933"/>
                      <a:gd name="connsiteY9" fmla="*/ 626533 h 1049866"/>
                      <a:gd name="connsiteX10" fmla="*/ 3725333 w 4588933"/>
                      <a:gd name="connsiteY10" fmla="*/ 0 h 1049866"/>
                      <a:gd name="connsiteX0" fmla="*/ 3725333 w 4641485"/>
                      <a:gd name="connsiteY0" fmla="*/ 0 h 1049866"/>
                      <a:gd name="connsiteX1" fmla="*/ 4641485 w 4641485"/>
                      <a:gd name="connsiteY1" fmla="*/ 239402 h 1049866"/>
                      <a:gd name="connsiteX2" fmla="*/ 3962400 w 4641485"/>
                      <a:gd name="connsiteY2" fmla="*/ 541866 h 1049866"/>
                      <a:gd name="connsiteX3" fmla="*/ 3742267 w 4641485"/>
                      <a:gd name="connsiteY3" fmla="*/ 457200 h 1049866"/>
                      <a:gd name="connsiteX4" fmla="*/ 2269067 w 4641485"/>
                      <a:gd name="connsiteY4" fmla="*/ 1049866 h 1049866"/>
                      <a:gd name="connsiteX5" fmla="*/ 880533 w 4641485"/>
                      <a:gd name="connsiteY5" fmla="*/ 457200 h 1049866"/>
                      <a:gd name="connsiteX6" fmla="*/ 592667 w 4641485"/>
                      <a:gd name="connsiteY6" fmla="*/ 541866 h 1049866"/>
                      <a:gd name="connsiteX7" fmla="*/ 0 w 4641485"/>
                      <a:gd name="connsiteY7" fmla="*/ 254000 h 1049866"/>
                      <a:gd name="connsiteX8" fmla="*/ 880533 w 4641485"/>
                      <a:gd name="connsiteY8" fmla="*/ 16933 h 1049866"/>
                      <a:gd name="connsiteX9" fmla="*/ 2302933 w 4641485"/>
                      <a:gd name="connsiteY9" fmla="*/ 626533 h 1049866"/>
                      <a:gd name="connsiteX10" fmla="*/ 3725333 w 4641485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73798 w 4673016"/>
                      <a:gd name="connsiteY3" fmla="*/ 45720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84308 w 4673016"/>
                      <a:gd name="connsiteY3" fmla="*/ 404648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34464 w 4673016"/>
                      <a:gd name="connsiteY9" fmla="*/ 62653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32979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794818 w 4673016"/>
                      <a:gd name="connsiteY3" fmla="*/ 436179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  <a:gd name="connsiteX0" fmla="*/ 3756864 w 4673016"/>
                      <a:gd name="connsiteY0" fmla="*/ 0 h 1049866"/>
                      <a:gd name="connsiteX1" fmla="*/ 4673016 w 4673016"/>
                      <a:gd name="connsiteY1" fmla="*/ 239402 h 1049866"/>
                      <a:gd name="connsiteX2" fmla="*/ 3993931 w 4673016"/>
                      <a:gd name="connsiteY2" fmla="*/ 541866 h 1049866"/>
                      <a:gd name="connsiteX3" fmla="*/ 3815839 w 4673016"/>
                      <a:gd name="connsiteY3" fmla="*/ 467710 h 1049866"/>
                      <a:gd name="connsiteX4" fmla="*/ 2300598 w 4673016"/>
                      <a:gd name="connsiteY4" fmla="*/ 1049866 h 1049866"/>
                      <a:gd name="connsiteX5" fmla="*/ 912064 w 4673016"/>
                      <a:gd name="connsiteY5" fmla="*/ 457200 h 1049866"/>
                      <a:gd name="connsiteX6" fmla="*/ 624198 w 4673016"/>
                      <a:gd name="connsiteY6" fmla="*/ 541866 h 1049866"/>
                      <a:gd name="connsiteX7" fmla="*/ 0 w 4673016"/>
                      <a:gd name="connsiteY7" fmla="*/ 275021 h 1049866"/>
                      <a:gd name="connsiteX8" fmla="*/ 912064 w 4673016"/>
                      <a:gd name="connsiteY8" fmla="*/ 16933 h 1049866"/>
                      <a:gd name="connsiteX9" fmla="*/ 2323954 w 4673016"/>
                      <a:gd name="connsiteY9" fmla="*/ 616023 h 1049866"/>
                      <a:gd name="connsiteX10" fmla="*/ 3756864 w 4673016"/>
                      <a:gd name="connsiteY10" fmla="*/ 0 h 104986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4673016" h="104986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58" name="Freeform 757">
                    <a:extLst>
                      <a:ext uri="{FF2B5EF4-FFF2-40B4-BE49-F238E27FC236}">
                        <a16:creationId xmlns:a16="http://schemas.microsoft.com/office/drawing/2014/main" id="{E5AE17A8-6FB1-3241-8C26-DCA5087F65E5}"/>
                      </a:ext>
                    </a:extLst>
                  </p:cNvPr>
                  <p:cNvSpPr/>
                  <p:nvPr/>
                </p:nvSpPr>
                <p:spPr>
                  <a:xfrm>
                    <a:off x="8519948" y="3206783"/>
                    <a:ext cx="317042" cy="170569"/>
                  </a:xfrm>
                  <a:custGeom>
                    <a:avLst/>
                    <a:gdLst>
                      <a:gd name="connsiteX0" fmla="*/ 21021 w 1744718"/>
                      <a:gd name="connsiteY0" fmla="*/ 0 h 903890"/>
                      <a:gd name="connsiteX1" fmla="*/ 1744718 w 1744718"/>
                      <a:gd name="connsiteY1" fmla="*/ 693683 h 903890"/>
                      <a:gd name="connsiteX2" fmla="*/ 1145628 w 1744718"/>
                      <a:gd name="connsiteY2" fmla="*/ 903890 h 903890"/>
                      <a:gd name="connsiteX3" fmla="*/ 0 w 1744718"/>
                      <a:gd name="connsiteY3" fmla="*/ 451945 h 903890"/>
                      <a:gd name="connsiteX4" fmla="*/ 21021 w 1744718"/>
                      <a:gd name="connsiteY4" fmla="*/ 0 h 90389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44718" h="903890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59" name="Freeform 758">
                    <a:extLst>
                      <a:ext uri="{FF2B5EF4-FFF2-40B4-BE49-F238E27FC236}">
                        <a16:creationId xmlns:a16="http://schemas.microsoft.com/office/drawing/2014/main" id="{105030C8-02D0-8E46-B13A-AC9E5D59E2C5}"/>
                      </a:ext>
                    </a:extLst>
                  </p:cNvPr>
                  <p:cNvSpPr/>
                  <p:nvPr/>
                </p:nvSpPr>
                <p:spPr>
                  <a:xfrm>
                    <a:off x="7939341" y="3206783"/>
                    <a:ext cx="311312" cy="168585"/>
                  </a:xfrm>
                  <a:custGeom>
                    <a:avLst/>
                    <a:gdLst>
                      <a:gd name="connsiteX0" fmla="*/ 1702676 w 1713187"/>
                      <a:gd name="connsiteY0" fmla="*/ 0 h 893380"/>
                      <a:gd name="connsiteX1" fmla="*/ 1713187 w 1713187"/>
                      <a:gd name="connsiteY1" fmla="*/ 472966 h 893380"/>
                      <a:gd name="connsiteX2" fmla="*/ 578069 w 1713187"/>
                      <a:gd name="connsiteY2" fmla="*/ 893380 h 893380"/>
                      <a:gd name="connsiteX3" fmla="*/ 0 w 1713187"/>
                      <a:gd name="connsiteY3" fmla="*/ 693683 h 893380"/>
                      <a:gd name="connsiteX4" fmla="*/ 1702676 w 1713187"/>
                      <a:gd name="connsiteY4" fmla="*/ 0 h 8933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1713187" h="893380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760" name="Freeform 759">
                    <a:extLst>
                      <a:ext uri="{FF2B5EF4-FFF2-40B4-BE49-F238E27FC236}">
                        <a16:creationId xmlns:a16="http://schemas.microsoft.com/office/drawing/2014/main" id="{F4B9D081-C772-7E49-BCB3-B3BD733377DA}"/>
                      </a:ext>
                    </a:extLst>
                  </p:cNvPr>
                  <p:cNvSpPr/>
                  <p:nvPr/>
                </p:nvSpPr>
                <p:spPr>
                  <a:xfrm>
                    <a:off x="8047413" y="3123483"/>
                    <a:ext cx="676892" cy="267753"/>
                  </a:xfrm>
                  <a:custGeom>
                    <a:avLst/>
                    <a:gdLst>
                      <a:gd name="connsiteX0" fmla="*/ 599089 w 4162096"/>
                      <a:gd name="connsiteY0" fmla="*/ 273269 h 1618593"/>
                      <a:gd name="connsiteX1" fmla="*/ 882869 w 4162096"/>
                      <a:gd name="connsiteY1" fmla="*/ 199697 h 1618593"/>
                      <a:gd name="connsiteX2" fmla="*/ 2312276 w 4162096"/>
                      <a:gd name="connsiteY2" fmla="*/ 798786 h 1618593"/>
                      <a:gd name="connsiteX3" fmla="*/ 3794234 w 4162096"/>
                      <a:gd name="connsiteY3" fmla="*/ 199697 h 1618593"/>
                      <a:gd name="connsiteX4" fmla="*/ 4014951 w 4162096"/>
                      <a:gd name="connsiteY4" fmla="*/ 273269 h 1618593"/>
                      <a:gd name="connsiteX5" fmla="*/ 3058510 w 4162096"/>
                      <a:gd name="connsiteY5" fmla="*/ 641131 h 1618593"/>
                      <a:gd name="connsiteX6" fmla="*/ 3026979 w 4162096"/>
                      <a:gd name="connsiteY6" fmla="*/ 1114097 h 1618593"/>
                      <a:gd name="connsiteX7" fmla="*/ 4162096 w 4162096"/>
                      <a:gd name="connsiteY7" fmla="*/ 1545021 h 1618593"/>
                      <a:gd name="connsiteX8" fmla="*/ 3878317 w 4162096"/>
                      <a:gd name="connsiteY8" fmla="*/ 1608083 h 1618593"/>
                      <a:gd name="connsiteX9" fmla="*/ 2301765 w 4162096"/>
                      <a:gd name="connsiteY9" fmla="*/ 945931 h 1618593"/>
                      <a:gd name="connsiteX10" fmla="*/ 693682 w 4162096"/>
                      <a:gd name="connsiteY10" fmla="*/ 1618593 h 1618593"/>
                      <a:gd name="connsiteX11" fmla="*/ 430924 w 4162096"/>
                      <a:gd name="connsiteY11" fmla="*/ 1524000 h 1618593"/>
                      <a:gd name="connsiteX12" fmla="*/ 1576551 w 4162096"/>
                      <a:gd name="connsiteY12" fmla="*/ 1082566 h 1618593"/>
                      <a:gd name="connsiteX13" fmla="*/ 1545020 w 4162096"/>
                      <a:gd name="connsiteY13" fmla="*/ 609600 h 1618593"/>
                      <a:gd name="connsiteX14" fmla="*/ 0 w 4162096"/>
                      <a:gd name="connsiteY14" fmla="*/ 0 h 1618593"/>
                      <a:gd name="connsiteX15" fmla="*/ 872358 w 4162096"/>
                      <a:gd name="connsiteY15" fmla="*/ 210207 h 1618593"/>
                      <a:gd name="connsiteX16" fmla="*/ 872358 w 4162096"/>
                      <a:gd name="connsiteY16" fmla="*/ 210207 h 1618593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15" fmla="*/ 441434 w 3731172"/>
                      <a:gd name="connsiteY15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441434 w 3731172"/>
                      <a:gd name="connsiteY14" fmla="*/ 10510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357351 w 3731172"/>
                      <a:gd name="connsiteY14" fmla="*/ 115613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0990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47144 w 3731172"/>
                      <a:gd name="connsiteY14" fmla="*/ 6306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14096 w 3731172"/>
                      <a:gd name="connsiteY13" fmla="*/ 420413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56137 w 3731172"/>
                      <a:gd name="connsiteY13" fmla="*/ 441434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882869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68165 w 3731172"/>
                      <a:gd name="connsiteY0" fmla="*/ 73572 h 1418896"/>
                      <a:gd name="connsiteX1" fmla="*/ 451945 w 3731172"/>
                      <a:gd name="connsiteY1" fmla="*/ 0 h 1418896"/>
                      <a:gd name="connsiteX2" fmla="*/ 1881352 w 3731172"/>
                      <a:gd name="connsiteY2" fmla="*/ 599089 h 1418896"/>
                      <a:gd name="connsiteX3" fmla="*/ 3363310 w 3731172"/>
                      <a:gd name="connsiteY3" fmla="*/ 0 h 1418896"/>
                      <a:gd name="connsiteX4" fmla="*/ 3584027 w 3731172"/>
                      <a:gd name="connsiteY4" fmla="*/ 73572 h 1418896"/>
                      <a:gd name="connsiteX5" fmla="*/ 2627586 w 3731172"/>
                      <a:gd name="connsiteY5" fmla="*/ 441434 h 1418896"/>
                      <a:gd name="connsiteX6" fmla="*/ 2596055 w 3731172"/>
                      <a:gd name="connsiteY6" fmla="*/ 914400 h 1418896"/>
                      <a:gd name="connsiteX7" fmla="*/ 3731172 w 3731172"/>
                      <a:gd name="connsiteY7" fmla="*/ 1345324 h 1418896"/>
                      <a:gd name="connsiteX8" fmla="*/ 3447393 w 3731172"/>
                      <a:gd name="connsiteY8" fmla="*/ 1408386 h 1418896"/>
                      <a:gd name="connsiteX9" fmla="*/ 1870841 w 3731172"/>
                      <a:gd name="connsiteY9" fmla="*/ 746234 h 1418896"/>
                      <a:gd name="connsiteX10" fmla="*/ 262758 w 3731172"/>
                      <a:gd name="connsiteY10" fmla="*/ 1418896 h 1418896"/>
                      <a:gd name="connsiteX11" fmla="*/ 0 w 3731172"/>
                      <a:gd name="connsiteY11" fmla="*/ 1324303 h 1418896"/>
                      <a:gd name="connsiteX12" fmla="*/ 1145627 w 3731172"/>
                      <a:gd name="connsiteY12" fmla="*/ 903890 h 1418896"/>
                      <a:gd name="connsiteX13" fmla="*/ 1145626 w 3731172"/>
                      <a:gd name="connsiteY13" fmla="*/ 451945 h 1418896"/>
                      <a:gd name="connsiteX14" fmla="*/ 189185 w 3731172"/>
                      <a:gd name="connsiteY14" fmla="*/ 84081 h 1418896"/>
                      <a:gd name="connsiteX15" fmla="*/ 168165 w 3731172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575034 w 3710151"/>
                      <a:gd name="connsiteY6" fmla="*/ 91440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06565 w 3710151"/>
                      <a:gd name="connsiteY6" fmla="*/ 924910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06565 w 3710151"/>
                      <a:gd name="connsiteY5" fmla="*/ 441434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5151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60331 w 3710151"/>
                      <a:gd name="connsiteY2" fmla="*/ 599089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124605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12460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47144 w 3710151"/>
                      <a:gd name="connsiteY0" fmla="*/ 73572 h 1418896"/>
                      <a:gd name="connsiteX1" fmla="*/ 430924 w 3710151"/>
                      <a:gd name="connsiteY1" fmla="*/ 0 h 1418896"/>
                      <a:gd name="connsiteX2" fmla="*/ 1838028 w 3710151"/>
                      <a:gd name="connsiteY2" fmla="*/ 591655 h 1418896"/>
                      <a:gd name="connsiteX3" fmla="*/ 3342289 w 3710151"/>
                      <a:gd name="connsiteY3" fmla="*/ 0 h 1418896"/>
                      <a:gd name="connsiteX4" fmla="*/ 3563006 w 3710151"/>
                      <a:gd name="connsiteY4" fmla="*/ 73572 h 1418896"/>
                      <a:gd name="connsiteX5" fmla="*/ 2617717 w 3710151"/>
                      <a:gd name="connsiteY5" fmla="*/ 448868 h 1418896"/>
                      <a:gd name="connsiteX6" fmla="*/ 2610282 w 3710151"/>
                      <a:gd name="connsiteY6" fmla="*/ 902607 h 1418896"/>
                      <a:gd name="connsiteX7" fmla="*/ 3710151 w 3710151"/>
                      <a:gd name="connsiteY7" fmla="*/ 1345324 h 1418896"/>
                      <a:gd name="connsiteX8" fmla="*/ 3426372 w 3710151"/>
                      <a:gd name="connsiteY8" fmla="*/ 1408386 h 1418896"/>
                      <a:gd name="connsiteX9" fmla="*/ 1849820 w 3710151"/>
                      <a:gd name="connsiteY9" fmla="*/ 746234 h 1418896"/>
                      <a:gd name="connsiteX10" fmla="*/ 241737 w 3710151"/>
                      <a:gd name="connsiteY10" fmla="*/ 1418896 h 1418896"/>
                      <a:gd name="connsiteX11" fmla="*/ 0 w 3710151"/>
                      <a:gd name="connsiteY11" fmla="*/ 1334814 h 1418896"/>
                      <a:gd name="connsiteX12" fmla="*/ 1098586 w 3710151"/>
                      <a:gd name="connsiteY12" fmla="*/ 903890 h 1418896"/>
                      <a:gd name="connsiteX13" fmla="*/ 1087434 w 3710151"/>
                      <a:gd name="connsiteY13" fmla="*/ 451945 h 1418896"/>
                      <a:gd name="connsiteX14" fmla="*/ 168164 w 3710151"/>
                      <a:gd name="connsiteY14" fmla="*/ 84081 h 1418896"/>
                      <a:gd name="connsiteX15" fmla="*/ 147144 w 3710151"/>
                      <a:gd name="connsiteY15" fmla="*/ 73572 h 1418896"/>
                      <a:gd name="connsiteX0" fmla="*/ 162012 w 3725019"/>
                      <a:gd name="connsiteY0" fmla="*/ 73572 h 1418896"/>
                      <a:gd name="connsiteX1" fmla="*/ 445792 w 3725019"/>
                      <a:gd name="connsiteY1" fmla="*/ 0 h 1418896"/>
                      <a:gd name="connsiteX2" fmla="*/ 1852896 w 3725019"/>
                      <a:gd name="connsiteY2" fmla="*/ 591655 h 1418896"/>
                      <a:gd name="connsiteX3" fmla="*/ 3357157 w 3725019"/>
                      <a:gd name="connsiteY3" fmla="*/ 0 h 1418896"/>
                      <a:gd name="connsiteX4" fmla="*/ 3577874 w 3725019"/>
                      <a:gd name="connsiteY4" fmla="*/ 73572 h 1418896"/>
                      <a:gd name="connsiteX5" fmla="*/ 2632585 w 3725019"/>
                      <a:gd name="connsiteY5" fmla="*/ 448868 h 1418896"/>
                      <a:gd name="connsiteX6" fmla="*/ 2625150 w 3725019"/>
                      <a:gd name="connsiteY6" fmla="*/ 902607 h 1418896"/>
                      <a:gd name="connsiteX7" fmla="*/ 3725019 w 3725019"/>
                      <a:gd name="connsiteY7" fmla="*/ 1345324 h 1418896"/>
                      <a:gd name="connsiteX8" fmla="*/ 3441240 w 3725019"/>
                      <a:gd name="connsiteY8" fmla="*/ 1408386 h 1418896"/>
                      <a:gd name="connsiteX9" fmla="*/ 1864688 w 3725019"/>
                      <a:gd name="connsiteY9" fmla="*/ 746234 h 1418896"/>
                      <a:gd name="connsiteX10" fmla="*/ 256605 w 3725019"/>
                      <a:gd name="connsiteY10" fmla="*/ 1418896 h 1418896"/>
                      <a:gd name="connsiteX11" fmla="*/ 0 w 3725019"/>
                      <a:gd name="connsiteY11" fmla="*/ 1331097 h 1418896"/>
                      <a:gd name="connsiteX12" fmla="*/ 1113454 w 3725019"/>
                      <a:gd name="connsiteY12" fmla="*/ 903890 h 1418896"/>
                      <a:gd name="connsiteX13" fmla="*/ 1102302 w 3725019"/>
                      <a:gd name="connsiteY13" fmla="*/ 451945 h 1418896"/>
                      <a:gd name="connsiteX14" fmla="*/ 183032 w 3725019"/>
                      <a:gd name="connsiteY14" fmla="*/ 84081 h 1418896"/>
                      <a:gd name="connsiteX15" fmla="*/ 162012 w 3725019"/>
                      <a:gd name="connsiteY15" fmla="*/ 73572 h 1418896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</a:cxnLst>
                    <a:rect l="l" t="t" r="r" b="b"/>
                    <a:pathLst>
                      <a:path w="3725019" h="1418896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chemeClr val="accent1">
                      <a:lumMod val="60000"/>
                      <a:lumOff val="40000"/>
                    </a:schemeClr>
                  </a:solidFill>
                  <a:ln w="12700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</p:grpSp>
        </p:grpSp>
      </p:grp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D0CE68AC-9608-4542-887A-2F687C3134E7}"/>
              </a:ext>
            </a:extLst>
          </p:cNvPr>
          <p:cNvGrpSpPr/>
          <p:nvPr/>
        </p:nvGrpSpPr>
        <p:grpSpPr>
          <a:xfrm>
            <a:off x="1132837" y="4349752"/>
            <a:ext cx="6028780" cy="1149445"/>
            <a:chOff x="972848" y="3990787"/>
            <a:chExt cx="6028780" cy="1249969"/>
          </a:xfrm>
        </p:grpSpPr>
        <p:sp>
          <p:nvSpPr>
            <p:cNvPr id="665" name="Content Placeholder 2">
              <a:extLst>
                <a:ext uri="{FF2B5EF4-FFF2-40B4-BE49-F238E27FC236}">
                  <a16:creationId xmlns:a16="http://schemas.microsoft.com/office/drawing/2014/main" id="{56DCFF71-4A93-554C-87E6-E1CF58A6C86F}"/>
                </a:ext>
              </a:extLst>
            </p:cNvPr>
            <p:cNvSpPr txBox="1">
              <a:spLocks/>
            </p:cNvSpPr>
            <p:nvPr/>
          </p:nvSpPr>
          <p:spPr>
            <a:xfrm>
              <a:off x="3140953" y="3990787"/>
              <a:ext cx="3860675" cy="1249969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858" indent="0">
                <a:buClr>
                  <a:srgbClr val="0000A8"/>
                </a:buClr>
                <a:buNone/>
              </a:pPr>
              <a:r>
                <a:rPr lang="en-US" altLang="en-US" sz="20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Communication links</a:t>
              </a:r>
            </a:p>
            <a:p>
              <a:pPr marL="457200" lvl="1" indent="-342900">
                <a:buClrTx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fiber, copper, radio, satellite</a:t>
              </a:r>
            </a:p>
            <a:p>
              <a:pPr marL="457200" lvl="1" indent="-342900">
                <a:buClrTx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transmission rate: </a:t>
              </a:r>
              <a:r>
                <a:rPr lang="en-US" altLang="en-US" sz="2000" i="1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bandwidth</a:t>
              </a:r>
              <a:endParaRPr lang="en-US" sz="2000" dirty="0">
                <a:solidFill>
                  <a:schemeClr val="tx1"/>
                </a:solidFill>
                <a:latin typeface="+mn-lt"/>
              </a:endParaRPr>
            </a:p>
          </p:txBody>
        </p:sp>
        <p:grpSp>
          <p:nvGrpSpPr>
            <p:cNvPr id="761" name="Group 523">
              <a:extLst>
                <a:ext uri="{FF2B5EF4-FFF2-40B4-BE49-F238E27FC236}">
                  <a16:creationId xmlns:a16="http://schemas.microsoft.com/office/drawing/2014/main" id="{3CE85344-DD21-5E4F-AD4D-61319F4B7B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28229" y="4382136"/>
              <a:ext cx="457200" cy="733152"/>
              <a:chOff x="6061075" y="1844675"/>
              <a:chExt cx="457200" cy="733152"/>
            </a:xfrm>
          </p:grpSpPr>
          <p:sp>
            <p:nvSpPr>
              <p:cNvPr id="762" name="Line 426">
                <a:extLst>
                  <a:ext uri="{FF2B5EF4-FFF2-40B4-BE49-F238E27FC236}">
                    <a16:creationId xmlns:a16="http://schemas.microsoft.com/office/drawing/2014/main" id="{9888E198-7917-2646-B0B1-5204D8AB12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89675" y="2403475"/>
                <a:ext cx="227964" cy="17435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763" name="Group 782">
                <a:extLst>
                  <a:ext uri="{FF2B5EF4-FFF2-40B4-BE49-F238E27FC236}">
                    <a16:creationId xmlns:a16="http://schemas.microsoft.com/office/drawing/2014/main" id="{58FC930D-315E-7643-B53D-BAC68BA2395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61075" y="1844675"/>
                <a:ext cx="457200" cy="631825"/>
                <a:chOff x="742" y="2409"/>
                <a:chExt cx="576" cy="881"/>
              </a:xfrm>
            </p:grpSpPr>
            <p:grpSp>
              <p:nvGrpSpPr>
                <p:cNvPr id="764" name="Group 783">
                  <a:extLst>
                    <a:ext uri="{FF2B5EF4-FFF2-40B4-BE49-F238E27FC236}">
                      <a16:creationId xmlns:a16="http://schemas.microsoft.com/office/drawing/2014/main" id="{A47EEDDE-0CD1-D349-A579-20E32B19F1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32" y="2643"/>
                  <a:ext cx="376" cy="647"/>
                  <a:chOff x="3130" y="3288"/>
                  <a:chExt cx="410" cy="742"/>
                </a:xfrm>
              </p:grpSpPr>
              <p:sp>
                <p:nvSpPr>
                  <p:cNvPr id="767" name="Line 270">
                    <a:extLst>
                      <a:ext uri="{FF2B5EF4-FFF2-40B4-BE49-F238E27FC236}">
                        <a16:creationId xmlns:a16="http://schemas.microsoft.com/office/drawing/2014/main" id="{3180512C-4B0B-7F46-8A7F-667DFFD95C9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130" y="3288"/>
                    <a:ext cx="205" cy="6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68" name="Line 271">
                    <a:extLst>
                      <a:ext uri="{FF2B5EF4-FFF2-40B4-BE49-F238E27FC236}">
                        <a16:creationId xmlns:a16="http://schemas.microsoft.com/office/drawing/2014/main" id="{1D8B57FC-DE75-6140-998D-E59C7767794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288"/>
                    <a:ext cx="205" cy="6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69" name="Line 272">
                    <a:extLst>
                      <a:ext uri="{FF2B5EF4-FFF2-40B4-BE49-F238E27FC236}">
                        <a16:creationId xmlns:a16="http://schemas.microsoft.com/office/drawing/2014/main" id="{0E3A10FA-121E-8F49-BD9A-8D316F46440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30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0" name="Line 273">
                    <a:extLst>
                      <a:ext uri="{FF2B5EF4-FFF2-40B4-BE49-F238E27FC236}">
                        <a16:creationId xmlns:a16="http://schemas.microsoft.com/office/drawing/2014/main" id="{B03955E7-72EA-E645-BD1F-3A51313D1C0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3335" y="3957"/>
                    <a:ext cx="205" cy="73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1" name="Line 274">
                    <a:extLst>
                      <a:ext uri="{FF2B5EF4-FFF2-40B4-BE49-F238E27FC236}">
                        <a16:creationId xmlns:a16="http://schemas.microsoft.com/office/drawing/2014/main" id="{987291A3-F28E-B54C-9A3A-6A39ECE4F6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335" y="3303"/>
                    <a:ext cx="0" cy="7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2" name="Line 275">
                    <a:extLst>
                      <a:ext uri="{FF2B5EF4-FFF2-40B4-BE49-F238E27FC236}">
                        <a16:creationId xmlns:a16="http://schemas.microsoft.com/office/drawing/2014/main" id="{628A289C-66A4-B640-8048-E92DF98B9F4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130" y="3888"/>
                    <a:ext cx="205" cy="72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3" name="Line 276">
                    <a:extLst>
                      <a:ext uri="{FF2B5EF4-FFF2-40B4-BE49-F238E27FC236}">
                        <a16:creationId xmlns:a16="http://schemas.microsoft.com/office/drawing/2014/main" id="{D4C14A7E-7E0D-1A4E-BDD8-CE26384AD6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335" y="3888"/>
                    <a:ext cx="205" cy="69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4" name="Line 277">
                    <a:extLst>
                      <a:ext uri="{FF2B5EF4-FFF2-40B4-BE49-F238E27FC236}">
                        <a16:creationId xmlns:a16="http://schemas.microsoft.com/office/drawing/2014/main" id="{4292F8B0-C0F4-1245-BD1E-5A8D246809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17" y="3668"/>
                    <a:ext cx="118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5" name="Line 278">
                    <a:extLst>
                      <a:ext uri="{FF2B5EF4-FFF2-40B4-BE49-F238E27FC236}">
                        <a16:creationId xmlns:a16="http://schemas.microsoft.com/office/drawing/2014/main" id="{86843223-BFA3-8941-8F39-7E3A1DF198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668"/>
                    <a:ext cx="124" cy="5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6" name="Line 279">
                    <a:extLst>
                      <a:ext uri="{FF2B5EF4-FFF2-40B4-BE49-F238E27FC236}">
                        <a16:creationId xmlns:a16="http://schemas.microsoft.com/office/drawing/2014/main" id="{EB2A9D49-3E36-D849-8C87-89AF5AD76B5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178" y="3766"/>
                    <a:ext cx="152" cy="7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7" name="Line 280">
                    <a:extLst>
                      <a:ext uri="{FF2B5EF4-FFF2-40B4-BE49-F238E27FC236}">
                        <a16:creationId xmlns:a16="http://schemas.microsoft.com/office/drawing/2014/main" id="{76DF3186-C8BB-8C47-B549-17970E80E67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781"/>
                    <a:ext cx="153" cy="6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8" name="Line 281">
                    <a:extLst>
                      <a:ext uri="{FF2B5EF4-FFF2-40B4-BE49-F238E27FC236}">
                        <a16:creationId xmlns:a16="http://schemas.microsoft.com/office/drawing/2014/main" id="{5B3421DE-180E-CD4B-B22F-7BCD908C8CB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567"/>
                    <a:ext cx="78" cy="27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79" name="Line 282">
                    <a:extLst>
                      <a:ext uri="{FF2B5EF4-FFF2-40B4-BE49-F238E27FC236}">
                        <a16:creationId xmlns:a16="http://schemas.microsoft.com/office/drawing/2014/main" id="{8771C100-8213-7D42-865F-6E0936A209A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3335" y="3428"/>
                    <a:ext cx="49" cy="21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80" name="Line 283">
                    <a:extLst>
                      <a:ext uri="{FF2B5EF4-FFF2-40B4-BE49-F238E27FC236}">
                        <a16:creationId xmlns:a16="http://schemas.microsoft.com/office/drawing/2014/main" id="{D8E2062E-A026-E143-A095-B86CAAABCA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47" y="3558"/>
                    <a:ext cx="9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  <p:sp>
                <p:nvSpPr>
                  <p:cNvPr id="781" name="Line 284">
                    <a:extLst>
                      <a:ext uri="{FF2B5EF4-FFF2-40B4-BE49-F238E27FC236}">
                        <a16:creationId xmlns:a16="http://schemas.microsoft.com/office/drawing/2014/main" id="{EA0BC754-B5B5-1E4B-B9C6-EAFBFE7E448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289" y="3422"/>
                    <a:ext cx="55" cy="3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pic>
              <p:nvPicPr>
                <p:cNvPr id="765" name="Picture 799" descr="cell_tower_radiation copy">
                  <a:extLst>
                    <a:ext uri="{FF2B5EF4-FFF2-40B4-BE49-F238E27FC236}">
                      <a16:creationId xmlns:a16="http://schemas.microsoft.com/office/drawing/2014/main" id="{AED3D0BD-C212-E844-B1BC-E1FA00DEC09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2" y="2409"/>
                  <a:ext cx="576" cy="4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66" name="Oval 800">
                  <a:extLst>
                    <a:ext uri="{FF2B5EF4-FFF2-40B4-BE49-F238E27FC236}">
                      <a16:creationId xmlns:a16="http://schemas.microsoft.com/office/drawing/2014/main" id="{36C4F605-E562-D44F-B04E-2154B84D38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986" y="2597"/>
                  <a:ext cx="66" cy="69"/>
                </a:xfrm>
                <a:prstGeom prst="ellipse">
                  <a:avLst/>
                </a:prstGeom>
                <a:solidFill>
                  <a:schemeClr val="tx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782" name="Group 779">
              <a:extLst>
                <a:ext uri="{FF2B5EF4-FFF2-40B4-BE49-F238E27FC236}">
                  <a16:creationId xmlns:a16="http://schemas.microsoft.com/office/drawing/2014/main" id="{4D090097-C44B-8A45-AB77-7AF215F1B54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2848" y="4585926"/>
              <a:ext cx="452014" cy="316353"/>
              <a:chOff x="2967" y="478"/>
              <a:chExt cx="788" cy="625"/>
            </a:xfrm>
          </p:grpSpPr>
          <p:pic>
            <p:nvPicPr>
              <p:cNvPr id="783" name="Picture 780" descr="access_point_stylized_small">
                <a:extLst>
                  <a:ext uri="{FF2B5EF4-FFF2-40B4-BE49-F238E27FC236}">
                    <a16:creationId xmlns:a16="http://schemas.microsoft.com/office/drawing/2014/main" id="{1F07554B-D715-0D4E-AAF0-488CEBA86E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012" y="559"/>
                <a:ext cx="576" cy="5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84" name="Picture 781" descr="antenna_radiation_stylized">
                <a:extLst>
                  <a:ext uri="{FF2B5EF4-FFF2-40B4-BE49-F238E27FC236}">
                    <a16:creationId xmlns:a16="http://schemas.microsoft.com/office/drawing/2014/main" id="{8C3F87E8-E561-1F45-A0CC-59530C690E7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67" y="478"/>
                <a:ext cx="788" cy="1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1028" name="Picture 4" descr="Image result for Ethernet cable">
              <a:extLst>
                <a:ext uri="{FF2B5EF4-FFF2-40B4-BE49-F238E27FC236}">
                  <a16:creationId xmlns:a16="http://schemas.microsoft.com/office/drawing/2014/main" id="{4D6709F1-B65B-CB40-900E-0CC03ABDCB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310" y="4560750"/>
              <a:ext cx="874495" cy="51335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8E9854E9-7803-5740-9C99-B136AC17E35E}"/>
              </a:ext>
            </a:extLst>
          </p:cNvPr>
          <p:cNvGrpSpPr/>
          <p:nvPr/>
        </p:nvGrpSpPr>
        <p:grpSpPr>
          <a:xfrm>
            <a:off x="584213" y="1106530"/>
            <a:ext cx="6618129" cy="1705461"/>
            <a:chOff x="413554" y="1318241"/>
            <a:chExt cx="6618129" cy="1705461"/>
          </a:xfrm>
        </p:grpSpPr>
        <p:sp>
          <p:nvSpPr>
            <p:cNvPr id="664" name="Content Placeholder 2">
              <a:extLst>
                <a:ext uri="{FF2B5EF4-FFF2-40B4-BE49-F238E27FC236}">
                  <a16:creationId xmlns:a16="http://schemas.microsoft.com/office/drawing/2014/main" id="{DCE6B56E-C2B5-5B4B-AB11-E2D353C0D14D}"/>
                </a:ext>
              </a:extLst>
            </p:cNvPr>
            <p:cNvSpPr txBox="1">
              <a:spLocks/>
            </p:cNvSpPr>
            <p:nvPr/>
          </p:nvSpPr>
          <p:spPr>
            <a:xfrm>
              <a:off x="3142484" y="1318241"/>
              <a:ext cx="3889199" cy="1705461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spcBef>
                  <a:spcPct val="15000"/>
                </a:spcBef>
                <a:buClr>
                  <a:srgbClr val="0000A8"/>
                </a:buClr>
                <a:buNone/>
              </a:pPr>
              <a:r>
                <a:rPr lang="en-US" altLang="en-US" sz="2000" dirty="0">
                  <a:latin typeface="+mn-lt"/>
                </a:rPr>
                <a:t>Billions of connected computing </a:t>
              </a:r>
              <a:r>
                <a:rPr lang="en-US" altLang="en-US" sz="2000" i="1" dirty="0">
                  <a:solidFill>
                    <a:srgbClr val="C00000"/>
                  </a:solidFill>
                  <a:latin typeface="+mn-lt"/>
                </a:rPr>
                <a:t>devices</a:t>
              </a:r>
              <a:r>
                <a:rPr lang="en-US" altLang="en-US" sz="2000" dirty="0">
                  <a:latin typeface="+mn-lt"/>
                </a:rPr>
                <a:t>: </a:t>
              </a:r>
            </a:p>
            <a:p>
              <a:pPr marL="457200" lvl="1" indent="-342900">
                <a:spcBef>
                  <a:spcPct val="15000"/>
                </a:spcBef>
                <a:buClrTx/>
                <a:buFont typeface="Arial" panose="020B0604020202020204" pitchFamily="34" charset="0"/>
                <a:buChar char="•"/>
              </a:pPr>
              <a:r>
                <a:rPr lang="en-US" altLang="en-US" sz="2000" i="1" dirty="0">
                  <a:solidFill>
                    <a:srgbClr val="C00000"/>
                  </a:solidFill>
                  <a:latin typeface="+mn-lt"/>
                  <a:ea typeface="MS PGothic" panose="020B0600070205080204" pitchFamily="34" charset="-128"/>
                </a:rPr>
                <a:t>hosts</a:t>
              </a:r>
              <a:r>
                <a:rPr lang="en-US" altLang="en-US" sz="2000" i="1" dirty="0">
                  <a:solidFill>
                    <a:srgbClr val="CC0000"/>
                  </a:solidFill>
                  <a:latin typeface="+mn-lt"/>
                  <a:ea typeface="MS PGothic" panose="020B0600070205080204" pitchFamily="34" charset="-128"/>
                </a:rPr>
                <a:t> </a:t>
              </a:r>
              <a:r>
                <a:rPr lang="en-US" altLang="en-US" sz="2000" i="1" dirty="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rPr>
                <a:t>= end systems </a:t>
              </a:r>
            </a:p>
            <a:p>
              <a:pPr marL="457200" lvl="1" indent="-342900">
                <a:buClrTx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running </a:t>
              </a:r>
              <a:r>
                <a:rPr lang="en-US" altLang="en-US" sz="2000" i="1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network apps</a:t>
              </a:r>
              <a:r>
                <a:rPr lang="en-US" altLang="en-US" sz="20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 </a:t>
              </a:r>
              <a:r>
                <a:rPr lang="en-US" altLang="en-US" sz="20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as </a:t>
              </a:r>
              <a:r>
                <a:rPr lang="en-US" altLang="en-US" sz="2000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“</a:t>
              </a:r>
              <a:r>
                <a:rPr lang="en-US" altLang="en-US" sz="2000" b="1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network edge</a:t>
              </a:r>
              <a:r>
                <a:rPr lang="en-US" altLang="en-US" sz="2000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”</a:t>
              </a:r>
            </a:p>
          </p:txBody>
        </p:sp>
        <p:grpSp>
          <p:nvGrpSpPr>
            <p:cNvPr id="1027" name="Group 1026">
              <a:extLst>
                <a:ext uri="{FF2B5EF4-FFF2-40B4-BE49-F238E27FC236}">
                  <a16:creationId xmlns:a16="http://schemas.microsoft.com/office/drawing/2014/main" id="{8BBA7298-062F-6A4B-87BC-7B7336FE4AE0}"/>
                </a:ext>
              </a:extLst>
            </p:cNvPr>
            <p:cNvGrpSpPr/>
            <p:nvPr/>
          </p:nvGrpSpPr>
          <p:grpSpPr>
            <a:xfrm>
              <a:off x="413554" y="1342201"/>
              <a:ext cx="2520730" cy="1345159"/>
              <a:chOff x="177500" y="1428021"/>
              <a:chExt cx="2679234" cy="1453172"/>
            </a:xfrm>
          </p:grpSpPr>
          <p:grpSp>
            <p:nvGrpSpPr>
              <p:cNvPr id="667" name="Group 1064">
                <a:extLst>
                  <a:ext uri="{FF2B5EF4-FFF2-40B4-BE49-F238E27FC236}">
                    <a16:creationId xmlns:a16="http://schemas.microsoft.com/office/drawing/2014/main" id="{5022FF17-4E4A-B546-8D5E-67340101EFB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28805" y="1490654"/>
                <a:ext cx="627929" cy="611023"/>
                <a:chOff x="877" y="1008"/>
                <a:chExt cx="2747" cy="2591"/>
              </a:xfrm>
            </p:grpSpPr>
            <p:pic>
              <p:nvPicPr>
                <p:cNvPr id="668" name="Picture 1065" descr="antenna_stylized">
                  <a:extLst>
                    <a:ext uri="{FF2B5EF4-FFF2-40B4-BE49-F238E27FC236}">
                      <a16:creationId xmlns:a16="http://schemas.microsoft.com/office/drawing/2014/main" id="{B702F2D6-4760-AE4A-8D39-6444C3C22B6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7" y="1008"/>
                  <a:ext cx="2725" cy="142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69" name="Picture 1066" descr="laptop_keyboard">
                  <a:extLst>
                    <a:ext uri="{FF2B5EF4-FFF2-40B4-BE49-F238E27FC236}">
                      <a16:creationId xmlns:a16="http://schemas.microsoft.com/office/drawing/2014/main" id="{6F83D117-2593-C242-A397-BA633102C76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1009" y="2586"/>
                  <a:ext cx="2245" cy="101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0" name="Freeform 1067">
                  <a:extLst>
                    <a:ext uri="{FF2B5EF4-FFF2-40B4-BE49-F238E27FC236}">
                      <a16:creationId xmlns:a16="http://schemas.microsoft.com/office/drawing/2014/main" id="{A08BD328-7EC2-6143-96A3-54C445A893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3" y="1603"/>
                  <a:ext cx="1807" cy="1322"/>
                </a:xfrm>
                <a:custGeom>
                  <a:avLst/>
                  <a:gdLst>
                    <a:gd name="T0" fmla="*/ 1 w 2982"/>
                    <a:gd name="T1" fmla="*/ 0 h 2442"/>
                    <a:gd name="T2" fmla="*/ 0 w 2982"/>
                    <a:gd name="T3" fmla="*/ 1 h 2442"/>
                    <a:gd name="T4" fmla="*/ 2 w 2982"/>
                    <a:gd name="T5" fmla="*/ 1 h 2442"/>
                    <a:gd name="T6" fmla="*/ 2 w 2982"/>
                    <a:gd name="T7" fmla="*/ 1 h 2442"/>
                    <a:gd name="T8" fmla="*/ 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671" name="Picture 1068" descr="screen">
                  <a:extLst>
                    <a:ext uri="{FF2B5EF4-FFF2-40B4-BE49-F238E27FC236}">
                      <a16:creationId xmlns:a16="http://schemas.microsoft.com/office/drawing/2014/main" id="{2730AE22-E399-F741-992E-07BB830613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42" y="1637"/>
                  <a:ext cx="1642" cy="12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672" name="Freeform 1069">
                  <a:extLst>
                    <a:ext uri="{FF2B5EF4-FFF2-40B4-BE49-F238E27FC236}">
                      <a16:creationId xmlns:a16="http://schemas.microsoft.com/office/drawing/2014/main" id="{A44AEC1A-DDEF-8649-ACEF-C31525DC4F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82" y="1564"/>
                  <a:ext cx="1531" cy="246"/>
                </a:xfrm>
                <a:custGeom>
                  <a:avLst/>
                  <a:gdLst>
                    <a:gd name="T0" fmla="*/ 1 w 2528"/>
                    <a:gd name="T1" fmla="*/ 0 h 455"/>
                    <a:gd name="T2" fmla="*/ 2 w 2528"/>
                    <a:gd name="T3" fmla="*/ 1 h 455"/>
                    <a:gd name="T4" fmla="*/ 2 w 2528"/>
                    <a:gd name="T5" fmla="*/ 1 h 455"/>
                    <a:gd name="T6" fmla="*/ 0 w 2528"/>
                    <a:gd name="T7" fmla="*/ 1 h 455"/>
                    <a:gd name="T8" fmla="*/ 1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3" name="Freeform 1070">
                  <a:extLst>
                    <a:ext uri="{FF2B5EF4-FFF2-40B4-BE49-F238E27FC236}">
                      <a16:creationId xmlns:a16="http://schemas.microsoft.com/office/drawing/2014/main" id="{5853CB23-D335-0343-9001-8E1A2BD6E23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7" y="1562"/>
                  <a:ext cx="425" cy="1024"/>
                </a:xfrm>
                <a:custGeom>
                  <a:avLst/>
                  <a:gdLst>
                    <a:gd name="T0" fmla="*/ 1 w 702"/>
                    <a:gd name="T1" fmla="*/ 0 h 1893"/>
                    <a:gd name="T2" fmla="*/ 0 w 702"/>
                    <a:gd name="T3" fmla="*/ 1 h 1893"/>
                    <a:gd name="T4" fmla="*/ 1 w 702"/>
                    <a:gd name="T5" fmla="*/ 1 h 1893"/>
                    <a:gd name="T6" fmla="*/ 1 w 702"/>
                    <a:gd name="T7" fmla="*/ 1 h 1893"/>
                    <a:gd name="T8" fmla="*/ 1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4" name="Freeform 1071">
                  <a:extLst>
                    <a:ext uri="{FF2B5EF4-FFF2-40B4-BE49-F238E27FC236}">
                      <a16:creationId xmlns:a16="http://schemas.microsoft.com/office/drawing/2014/main" id="{9B0951B7-0F7D-9C4B-B650-994FE73C23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44" y="1745"/>
                  <a:ext cx="458" cy="1182"/>
                </a:xfrm>
                <a:custGeom>
                  <a:avLst/>
                  <a:gdLst>
                    <a:gd name="T0" fmla="*/ 1 w 756"/>
                    <a:gd name="T1" fmla="*/ 0 h 2184"/>
                    <a:gd name="T2" fmla="*/ 1 w 756"/>
                    <a:gd name="T3" fmla="*/ 1 h 2184"/>
                    <a:gd name="T4" fmla="*/ 0 w 756"/>
                    <a:gd name="T5" fmla="*/ 1 h 2184"/>
                    <a:gd name="T6" fmla="*/ 1 w 756"/>
                    <a:gd name="T7" fmla="*/ 1 h 2184"/>
                    <a:gd name="T8" fmla="*/ 1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5" name="Freeform 1072">
                  <a:extLst>
                    <a:ext uri="{FF2B5EF4-FFF2-40B4-BE49-F238E27FC236}">
                      <a16:creationId xmlns:a16="http://schemas.microsoft.com/office/drawing/2014/main" id="{33FCA0B6-1595-5249-B422-13CD8769D4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2" y="2534"/>
                  <a:ext cx="1680" cy="399"/>
                </a:xfrm>
                <a:custGeom>
                  <a:avLst/>
                  <a:gdLst>
                    <a:gd name="T0" fmla="*/ 1 w 2773"/>
                    <a:gd name="T1" fmla="*/ 0 h 738"/>
                    <a:gd name="T2" fmla="*/ 0 w 2773"/>
                    <a:gd name="T3" fmla="*/ 1 h 738"/>
                    <a:gd name="T4" fmla="*/ 2 w 2773"/>
                    <a:gd name="T5" fmla="*/ 1 h 738"/>
                    <a:gd name="T6" fmla="*/ 2 w 2773"/>
                    <a:gd name="T7" fmla="*/ 1 h 738"/>
                    <a:gd name="T8" fmla="*/ 1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6" name="Freeform 1073">
                  <a:extLst>
                    <a:ext uri="{FF2B5EF4-FFF2-40B4-BE49-F238E27FC236}">
                      <a16:creationId xmlns:a16="http://schemas.microsoft.com/office/drawing/2014/main" id="{F62240FB-2C21-464F-A37A-3A22AA3F60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195" y="1755"/>
                  <a:ext cx="429" cy="1187"/>
                </a:xfrm>
                <a:custGeom>
                  <a:avLst/>
                  <a:gdLst>
                    <a:gd name="T0" fmla="*/ 2 w 637"/>
                    <a:gd name="T1" fmla="*/ 0 h 1659"/>
                    <a:gd name="T2" fmla="*/ 2 w 637"/>
                    <a:gd name="T3" fmla="*/ 0 h 1659"/>
                    <a:gd name="T4" fmla="*/ 1 w 637"/>
                    <a:gd name="T5" fmla="*/ 15 h 1659"/>
                    <a:gd name="T6" fmla="*/ 0 w 637"/>
                    <a:gd name="T7" fmla="*/ 15 h 1659"/>
                    <a:gd name="T8" fmla="*/ 2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77" name="Freeform 1074">
                  <a:extLst>
                    <a:ext uri="{FF2B5EF4-FFF2-40B4-BE49-F238E27FC236}">
                      <a16:creationId xmlns:a16="http://schemas.microsoft.com/office/drawing/2014/main" id="{1C4D12B9-3576-0C40-A5F3-E88CED5A65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4" y="2587"/>
                  <a:ext cx="1494" cy="394"/>
                </a:xfrm>
                <a:custGeom>
                  <a:avLst/>
                  <a:gdLst>
                    <a:gd name="T0" fmla="*/ 0 w 2216"/>
                    <a:gd name="T1" fmla="*/ 0 h 550"/>
                    <a:gd name="T2" fmla="*/ 1 w 2216"/>
                    <a:gd name="T3" fmla="*/ 1 h 550"/>
                    <a:gd name="T4" fmla="*/ 9 w 2216"/>
                    <a:gd name="T5" fmla="*/ 5 h 550"/>
                    <a:gd name="T6" fmla="*/ 9 w 2216"/>
                    <a:gd name="T7" fmla="*/ 4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678" name="Group 1075">
                  <a:extLst>
                    <a:ext uri="{FF2B5EF4-FFF2-40B4-BE49-F238E27FC236}">
                      <a16:creationId xmlns:a16="http://schemas.microsoft.com/office/drawing/2014/main" id="{ED887E1E-DD70-534D-8096-6A84457968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709" y="3008"/>
                  <a:ext cx="507" cy="234"/>
                  <a:chOff x="1740" y="2642"/>
                  <a:chExt cx="752" cy="327"/>
                </a:xfrm>
              </p:grpSpPr>
              <p:sp>
                <p:nvSpPr>
                  <p:cNvPr id="685" name="Freeform 1076">
                    <a:extLst>
                      <a:ext uri="{FF2B5EF4-FFF2-40B4-BE49-F238E27FC236}">
                        <a16:creationId xmlns:a16="http://schemas.microsoft.com/office/drawing/2014/main" id="{16EAA6DD-B1A8-144B-9226-221860B2C21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86" name="Freeform 1077">
                    <a:extLst>
                      <a:ext uri="{FF2B5EF4-FFF2-40B4-BE49-F238E27FC236}">
                        <a16:creationId xmlns:a16="http://schemas.microsoft.com/office/drawing/2014/main" id="{66B6CABD-230C-7243-A78E-898BA47EF04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87" name="Freeform 1078">
                    <a:extLst>
                      <a:ext uri="{FF2B5EF4-FFF2-40B4-BE49-F238E27FC236}">
                        <a16:creationId xmlns:a16="http://schemas.microsoft.com/office/drawing/2014/main" id="{4CC52902-7299-9D44-8559-C2ED9AE5E8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88" name="Freeform 1079">
                    <a:extLst>
                      <a:ext uri="{FF2B5EF4-FFF2-40B4-BE49-F238E27FC236}">
                        <a16:creationId xmlns:a16="http://schemas.microsoft.com/office/drawing/2014/main" id="{11ABD305-4F14-BC40-BD6A-352B5CDB30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89" name="Freeform 1080">
                    <a:extLst>
                      <a:ext uri="{FF2B5EF4-FFF2-40B4-BE49-F238E27FC236}">
                        <a16:creationId xmlns:a16="http://schemas.microsoft.com/office/drawing/2014/main" id="{17190967-E1E6-5043-B08E-8AC745D8F29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690" name="Freeform 1081">
                    <a:extLst>
                      <a:ext uri="{FF2B5EF4-FFF2-40B4-BE49-F238E27FC236}">
                        <a16:creationId xmlns:a16="http://schemas.microsoft.com/office/drawing/2014/main" id="{263B67CA-6E08-194D-A17F-B5F081E960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679" name="Freeform 1082">
                  <a:extLst>
                    <a:ext uri="{FF2B5EF4-FFF2-40B4-BE49-F238E27FC236}">
                      <a16:creationId xmlns:a16="http://schemas.microsoft.com/office/drawing/2014/main" id="{0B9D92C1-58EA-3545-8372-C7FB45D459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577" y="3043"/>
                  <a:ext cx="614" cy="514"/>
                </a:xfrm>
                <a:custGeom>
                  <a:avLst/>
                  <a:gdLst>
                    <a:gd name="T0" fmla="*/ 1 w 990"/>
                    <a:gd name="T1" fmla="*/ 2 h 792"/>
                    <a:gd name="T2" fmla="*/ 1 w 990"/>
                    <a:gd name="T3" fmla="*/ 0 h 792"/>
                    <a:gd name="T4" fmla="*/ 1 w 990"/>
                    <a:gd name="T5" fmla="*/ 1 h 792"/>
                    <a:gd name="T6" fmla="*/ 0 w 990"/>
                    <a:gd name="T7" fmla="*/ 2 h 792"/>
                    <a:gd name="T8" fmla="*/ 1 w 990"/>
                    <a:gd name="T9" fmla="*/ 2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0" name="Freeform 1083">
                  <a:extLst>
                    <a:ext uri="{FF2B5EF4-FFF2-40B4-BE49-F238E27FC236}">
                      <a16:creationId xmlns:a16="http://schemas.microsoft.com/office/drawing/2014/main" id="{8891C4B3-775A-5D4B-8605-353D88CA8F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0" y="3084"/>
                  <a:ext cx="1571" cy="469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4 w 2532"/>
                    <a:gd name="T5" fmla="*/ 2 h 723"/>
                    <a:gd name="T6" fmla="*/ 4 w 2532"/>
                    <a:gd name="T7" fmla="*/ 2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1" name="Freeform 1084">
                  <a:extLst>
                    <a:ext uri="{FF2B5EF4-FFF2-40B4-BE49-F238E27FC236}">
                      <a16:creationId xmlns:a16="http://schemas.microsoft.com/office/drawing/2014/main" id="{15D3C69E-0271-3E43-9366-2C696E0D69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1" y="2998"/>
                  <a:ext cx="17" cy="95"/>
                </a:xfrm>
                <a:custGeom>
                  <a:avLst/>
                  <a:gdLst>
                    <a:gd name="T0" fmla="*/ 1 w 26"/>
                    <a:gd name="T1" fmla="*/ 1 h 147"/>
                    <a:gd name="T2" fmla="*/ 1 w 26"/>
                    <a:gd name="T3" fmla="*/ 1 h 147"/>
                    <a:gd name="T4" fmla="*/ 0 w 26"/>
                    <a:gd name="T5" fmla="*/ 1 h 147"/>
                    <a:gd name="T6" fmla="*/ 1 w 26"/>
                    <a:gd name="T7" fmla="*/ 0 h 147"/>
                    <a:gd name="T8" fmla="*/ 1 w 26"/>
                    <a:gd name="T9" fmla="*/ 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2" name="Freeform 1085">
                  <a:extLst>
                    <a:ext uri="{FF2B5EF4-FFF2-40B4-BE49-F238E27FC236}">
                      <a16:creationId xmlns:a16="http://schemas.microsoft.com/office/drawing/2014/main" id="{ADD26EEC-6896-C548-A843-E80F9DCD71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12" y="2611"/>
                  <a:ext cx="730" cy="393"/>
                </a:xfrm>
                <a:custGeom>
                  <a:avLst/>
                  <a:gdLst>
                    <a:gd name="T0" fmla="*/ 1 w 1176"/>
                    <a:gd name="T1" fmla="*/ 0 h 606"/>
                    <a:gd name="T2" fmla="*/ 0 w 1176"/>
                    <a:gd name="T3" fmla="*/ 1 h 606"/>
                    <a:gd name="T4" fmla="*/ 1 w 1176"/>
                    <a:gd name="T5" fmla="*/ 1 h 606"/>
                    <a:gd name="T6" fmla="*/ 1 w 1176"/>
                    <a:gd name="T7" fmla="*/ 1 h 606"/>
                    <a:gd name="T8" fmla="*/ 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3" name="Freeform 1086">
                  <a:extLst>
                    <a:ext uri="{FF2B5EF4-FFF2-40B4-BE49-F238E27FC236}">
                      <a16:creationId xmlns:a16="http://schemas.microsoft.com/office/drawing/2014/main" id="{E53FD945-5CCA-D946-AE8F-F0FAEF2D22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061" y="3018"/>
                  <a:ext cx="1490" cy="451"/>
                </a:xfrm>
                <a:custGeom>
                  <a:avLst/>
                  <a:gdLst>
                    <a:gd name="T0" fmla="*/ 1 w 2532"/>
                    <a:gd name="T1" fmla="*/ 0 h 723"/>
                    <a:gd name="T2" fmla="*/ 1 w 2532"/>
                    <a:gd name="T3" fmla="*/ 0 h 723"/>
                    <a:gd name="T4" fmla="*/ 1 w 2532"/>
                    <a:gd name="T5" fmla="*/ 1 h 723"/>
                    <a:gd name="T6" fmla="*/ 1 w 2532"/>
                    <a:gd name="T7" fmla="*/ 1 h 723"/>
                    <a:gd name="T8" fmla="*/ 0 w 2532"/>
                    <a:gd name="T9" fmla="*/ 1 h 723"/>
                    <a:gd name="T10" fmla="*/ 1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684" name="Freeform 1087">
                  <a:extLst>
                    <a:ext uri="{FF2B5EF4-FFF2-40B4-BE49-F238E27FC236}">
                      <a16:creationId xmlns:a16="http://schemas.microsoft.com/office/drawing/2014/main" id="{0F3817C7-9A9B-0646-B0B3-A73EFFAB4B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2549" y="2986"/>
                  <a:ext cx="608" cy="467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2 h 723"/>
                    <a:gd name="T6" fmla="*/ 0 w 2532"/>
                    <a:gd name="T7" fmla="*/ 2 h 723"/>
                    <a:gd name="T8" fmla="*/ 0 w 2532"/>
                    <a:gd name="T9" fmla="*/ 1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691" name="Group 652">
                <a:extLst>
                  <a:ext uri="{FF2B5EF4-FFF2-40B4-BE49-F238E27FC236}">
                    <a16:creationId xmlns:a16="http://schemas.microsoft.com/office/drawing/2014/main" id="{9D2EACAC-DF98-DA4A-AE3F-51E8DD2B4C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87669" y="1611378"/>
                <a:ext cx="511595" cy="419441"/>
                <a:chOff x="2751" y="1851"/>
                <a:chExt cx="462" cy="478"/>
              </a:xfrm>
            </p:grpSpPr>
            <p:pic>
              <p:nvPicPr>
                <p:cNvPr id="692" name="Picture 653" descr="iphone_stylized_small">
                  <a:extLst>
                    <a:ext uri="{FF2B5EF4-FFF2-40B4-BE49-F238E27FC236}">
                      <a16:creationId xmlns:a16="http://schemas.microsoft.com/office/drawing/2014/main" id="{740341C1-662D-A34D-8611-03419E53377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93" name="Picture 654" descr="antenna_radiation_stylized">
                  <a:extLst>
                    <a:ext uri="{FF2B5EF4-FFF2-40B4-BE49-F238E27FC236}">
                      <a16:creationId xmlns:a16="http://schemas.microsoft.com/office/drawing/2014/main" id="{91137A94-E2FE-3745-A6A1-7032FFAD308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95" name="Group 694">
                <a:extLst>
                  <a:ext uri="{FF2B5EF4-FFF2-40B4-BE49-F238E27FC236}">
                    <a16:creationId xmlns:a16="http://schemas.microsoft.com/office/drawing/2014/main" id="{8A1A4F59-101C-5A44-9353-F4F7B7B5C271}"/>
                  </a:ext>
                </a:extLst>
              </p:cNvPr>
              <p:cNvGrpSpPr/>
              <p:nvPr/>
            </p:nvGrpSpPr>
            <p:grpSpPr>
              <a:xfrm>
                <a:off x="1346422" y="2111586"/>
                <a:ext cx="580012" cy="769607"/>
                <a:chOff x="7797061" y="3296104"/>
                <a:chExt cx="347997" cy="396620"/>
              </a:xfrm>
            </p:grpSpPr>
            <p:pic>
              <p:nvPicPr>
                <p:cNvPr id="696" name="Picture 571" descr="fridge2.png">
                  <a:extLst>
                    <a:ext uri="{FF2B5EF4-FFF2-40B4-BE49-F238E27FC236}">
                      <a16:creationId xmlns:a16="http://schemas.microsoft.com/office/drawing/2014/main" id="{E4504F14-C086-2648-AE25-9099DA319E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697" name="Picture 1115" descr="antenna_stylized">
                  <a:extLst>
                    <a:ext uri="{FF2B5EF4-FFF2-40B4-BE49-F238E27FC236}">
                      <a16:creationId xmlns:a16="http://schemas.microsoft.com/office/drawing/2014/main" id="{DBC8EDC7-746D-2C4D-9A17-8EB8D63AD79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698" name="Group 950">
                <a:extLst>
                  <a:ext uri="{FF2B5EF4-FFF2-40B4-BE49-F238E27FC236}">
                    <a16:creationId xmlns:a16="http://schemas.microsoft.com/office/drawing/2014/main" id="{7B618E2E-A39F-B846-A9D4-9090544DC38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18136" y="2414197"/>
                <a:ext cx="228492" cy="436354"/>
                <a:chOff x="4140" y="429"/>
                <a:chExt cx="1425" cy="2396"/>
              </a:xfrm>
            </p:grpSpPr>
            <p:sp>
              <p:nvSpPr>
                <p:cNvPr id="699" name="Freeform 951">
                  <a:extLst>
                    <a:ext uri="{FF2B5EF4-FFF2-40B4-BE49-F238E27FC236}">
                      <a16:creationId xmlns:a16="http://schemas.microsoft.com/office/drawing/2014/main" id="{81580889-B794-4446-8951-1A0DB18A08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0" name="Rectangle 952">
                  <a:extLst>
                    <a:ext uri="{FF2B5EF4-FFF2-40B4-BE49-F238E27FC236}">
                      <a16:creationId xmlns:a16="http://schemas.microsoft.com/office/drawing/2014/main" id="{13058817-CDE6-2646-BD08-C280F500014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1" name="Freeform 953">
                  <a:extLst>
                    <a:ext uri="{FF2B5EF4-FFF2-40B4-BE49-F238E27FC236}">
                      <a16:creationId xmlns:a16="http://schemas.microsoft.com/office/drawing/2014/main" id="{0ECC32FC-E1D8-2F43-935A-C6D3F86236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2" name="Freeform 954">
                  <a:extLst>
                    <a:ext uri="{FF2B5EF4-FFF2-40B4-BE49-F238E27FC236}">
                      <a16:creationId xmlns:a16="http://schemas.microsoft.com/office/drawing/2014/main" id="{F5DA1565-D316-C449-BE52-133DC9DB436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03" name="Rectangle 955">
                  <a:extLst>
                    <a:ext uri="{FF2B5EF4-FFF2-40B4-BE49-F238E27FC236}">
                      <a16:creationId xmlns:a16="http://schemas.microsoft.com/office/drawing/2014/main" id="{5F33C1DF-29B7-2D44-990C-5CEAB47571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04" name="Group 956">
                  <a:extLst>
                    <a:ext uri="{FF2B5EF4-FFF2-40B4-BE49-F238E27FC236}">
                      <a16:creationId xmlns:a16="http://schemas.microsoft.com/office/drawing/2014/main" id="{9F311C1D-F353-2947-854E-B69FE0FD865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729" name="AutoShape 957">
                    <a:extLst>
                      <a:ext uri="{FF2B5EF4-FFF2-40B4-BE49-F238E27FC236}">
                        <a16:creationId xmlns:a16="http://schemas.microsoft.com/office/drawing/2014/main" id="{516D1518-AD10-9A4F-9242-B6A1E5270E6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30" name="AutoShape 958">
                    <a:extLst>
                      <a:ext uri="{FF2B5EF4-FFF2-40B4-BE49-F238E27FC236}">
                        <a16:creationId xmlns:a16="http://schemas.microsoft.com/office/drawing/2014/main" id="{13A777B3-EDB4-DE4D-867B-3D1BAB79C47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05" name="Rectangle 959">
                  <a:extLst>
                    <a:ext uri="{FF2B5EF4-FFF2-40B4-BE49-F238E27FC236}">
                      <a16:creationId xmlns:a16="http://schemas.microsoft.com/office/drawing/2014/main" id="{ABBF2549-7C28-A54A-92DF-235966861A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06" name="Group 960">
                  <a:extLst>
                    <a:ext uri="{FF2B5EF4-FFF2-40B4-BE49-F238E27FC236}">
                      <a16:creationId xmlns:a16="http://schemas.microsoft.com/office/drawing/2014/main" id="{0F04C3BD-023C-EC43-A70A-3034892DB3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727" name="AutoShape 961">
                    <a:extLst>
                      <a:ext uri="{FF2B5EF4-FFF2-40B4-BE49-F238E27FC236}">
                        <a16:creationId xmlns:a16="http://schemas.microsoft.com/office/drawing/2014/main" id="{296AE61C-5065-8B46-9B82-47F15AF7FD4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8" name="AutoShape 962">
                    <a:extLst>
                      <a:ext uri="{FF2B5EF4-FFF2-40B4-BE49-F238E27FC236}">
                        <a16:creationId xmlns:a16="http://schemas.microsoft.com/office/drawing/2014/main" id="{53D8E0CC-D820-E146-A130-C72FC95E308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07" name="Rectangle 963">
                  <a:extLst>
                    <a:ext uri="{FF2B5EF4-FFF2-40B4-BE49-F238E27FC236}">
                      <a16:creationId xmlns:a16="http://schemas.microsoft.com/office/drawing/2014/main" id="{4B57531B-B596-5544-9528-BFD23FCF400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08" name="Rectangle 964">
                  <a:extLst>
                    <a:ext uri="{FF2B5EF4-FFF2-40B4-BE49-F238E27FC236}">
                      <a16:creationId xmlns:a16="http://schemas.microsoft.com/office/drawing/2014/main" id="{50D26A27-3EA2-6740-9E67-0818730A88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709" name="Group 965">
                  <a:extLst>
                    <a:ext uri="{FF2B5EF4-FFF2-40B4-BE49-F238E27FC236}">
                      <a16:creationId xmlns:a16="http://schemas.microsoft.com/office/drawing/2014/main" id="{778BB7A9-22A2-1048-B18B-F862B259842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725" name="AutoShape 966">
                    <a:extLst>
                      <a:ext uri="{FF2B5EF4-FFF2-40B4-BE49-F238E27FC236}">
                        <a16:creationId xmlns:a16="http://schemas.microsoft.com/office/drawing/2014/main" id="{3CF2188D-8154-074B-A17A-44933C64F2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6" name="AutoShape 967">
                    <a:extLst>
                      <a:ext uri="{FF2B5EF4-FFF2-40B4-BE49-F238E27FC236}">
                        <a16:creationId xmlns:a16="http://schemas.microsoft.com/office/drawing/2014/main" id="{2C883BF5-FF0C-B44B-861D-11BD20501B3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10" name="Freeform 968">
                  <a:extLst>
                    <a:ext uri="{FF2B5EF4-FFF2-40B4-BE49-F238E27FC236}">
                      <a16:creationId xmlns:a16="http://schemas.microsoft.com/office/drawing/2014/main" id="{90E801C3-1EB3-074D-9BBD-AE81B8AAAF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711" name="Group 969">
                  <a:extLst>
                    <a:ext uri="{FF2B5EF4-FFF2-40B4-BE49-F238E27FC236}">
                      <a16:creationId xmlns:a16="http://schemas.microsoft.com/office/drawing/2014/main" id="{0B861F6D-6B6D-3044-B744-64935AA2588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723" name="AutoShape 970">
                    <a:extLst>
                      <a:ext uri="{FF2B5EF4-FFF2-40B4-BE49-F238E27FC236}">
                        <a16:creationId xmlns:a16="http://schemas.microsoft.com/office/drawing/2014/main" id="{588E0EB5-C704-6646-A7DF-17C2C9237B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724" name="AutoShape 971">
                    <a:extLst>
                      <a:ext uri="{FF2B5EF4-FFF2-40B4-BE49-F238E27FC236}">
                        <a16:creationId xmlns:a16="http://schemas.microsoft.com/office/drawing/2014/main" id="{125E70E5-5E94-EA4C-8970-6D8BC99D31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712" name="Rectangle 972">
                  <a:extLst>
                    <a:ext uri="{FF2B5EF4-FFF2-40B4-BE49-F238E27FC236}">
                      <a16:creationId xmlns:a16="http://schemas.microsoft.com/office/drawing/2014/main" id="{E5D3AE86-3AA9-6E46-BE96-5D22107EF0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3" name="Freeform 973">
                  <a:extLst>
                    <a:ext uri="{FF2B5EF4-FFF2-40B4-BE49-F238E27FC236}">
                      <a16:creationId xmlns:a16="http://schemas.microsoft.com/office/drawing/2014/main" id="{56DA0D9F-D49E-8E40-A05B-A591E516A4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4" name="Freeform 974">
                  <a:extLst>
                    <a:ext uri="{FF2B5EF4-FFF2-40B4-BE49-F238E27FC236}">
                      <a16:creationId xmlns:a16="http://schemas.microsoft.com/office/drawing/2014/main" id="{B1BD6DC2-2442-7F40-8912-04AD0AD66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5" name="Oval 975">
                  <a:extLst>
                    <a:ext uri="{FF2B5EF4-FFF2-40B4-BE49-F238E27FC236}">
                      <a16:creationId xmlns:a16="http://schemas.microsoft.com/office/drawing/2014/main" id="{2F05989C-6D89-364A-BB82-89E681188A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6" name="Freeform 976">
                  <a:extLst>
                    <a:ext uri="{FF2B5EF4-FFF2-40B4-BE49-F238E27FC236}">
                      <a16:creationId xmlns:a16="http://schemas.microsoft.com/office/drawing/2014/main" id="{68D8E8F3-FC40-184B-B332-4DA27CFDD0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17" name="AutoShape 977">
                  <a:extLst>
                    <a:ext uri="{FF2B5EF4-FFF2-40B4-BE49-F238E27FC236}">
                      <a16:creationId xmlns:a16="http://schemas.microsoft.com/office/drawing/2014/main" id="{0EDECD8B-0333-B945-A0B9-EB923B0561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8" name="AutoShape 978">
                  <a:extLst>
                    <a:ext uri="{FF2B5EF4-FFF2-40B4-BE49-F238E27FC236}">
                      <a16:creationId xmlns:a16="http://schemas.microsoft.com/office/drawing/2014/main" id="{6C701197-39E1-9342-985C-C17B4CD970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19" name="Oval 979">
                  <a:extLst>
                    <a:ext uri="{FF2B5EF4-FFF2-40B4-BE49-F238E27FC236}">
                      <a16:creationId xmlns:a16="http://schemas.microsoft.com/office/drawing/2014/main" id="{36907BAD-35A5-864D-9BC0-D6AB6AE515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0" name="Oval 980">
                  <a:extLst>
                    <a:ext uri="{FF2B5EF4-FFF2-40B4-BE49-F238E27FC236}">
                      <a16:creationId xmlns:a16="http://schemas.microsoft.com/office/drawing/2014/main" id="{D2A4BDF5-240B-A547-A854-A8E54F6A668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1" name="Oval 981">
                  <a:extLst>
                    <a:ext uri="{FF2B5EF4-FFF2-40B4-BE49-F238E27FC236}">
                      <a16:creationId xmlns:a16="http://schemas.microsoft.com/office/drawing/2014/main" id="{36A0FAEF-6623-0246-9799-BED3E56C97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722" name="Rectangle 982">
                  <a:extLst>
                    <a:ext uri="{FF2B5EF4-FFF2-40B4-BE49-F238E27FC236}">
                      <a16:creationId xmlns:a16="http://schemas.microsoft.com/office/drawing/2014/main" id="{2C86DB95-9A39-144E-82C0-930EAC6C34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33" name="Group 732">
                <a:extLst>
                  <a:ext uri="{FF2B5EF4-FFF2-40B4-BE49-F238E27FC236}">
                    <a16:creationId xmlns:a16="http://schemas.microsoft.com/office/drawing/2014/main" id="{4599802E-5DCE-8740-82B3-1318B6412EC2}"/>
                  </a:ext>
                </a:extLst>
              </p:cNvPr>
              <p:cNvGrpSpPr/>
              <p:nvPr/>
            </p:nvGrpSpPr>
            <p:grpSpPr>
              <a:xfrm>
                <a:off x="2053502" y="2245186"/>
                <a:ext cx="672582" cy="617342"/>
                <a:chOff x="5275406" y="2711455"/>
                <a:chExt cx="452949" cy="405518"/>
              </a:xfrm>
            </p:grpSpPr>
            <p:pic>
              <p:nvPicPr>
                <p:cNvPr id="734" name="Picture 733" descr="server_rack.png">
                  <a:extLst>
                    <a:ext uri="{FF2B5EF4-FFF2-40B4-BE49-F238E27FC236}">
                      <a16:creationId xmlns:a16="http://schemas.microsoft.com/office/drawing/2014/main" id="{E7A5369B-12BA-534E-89DB-EC5EDF954D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735" name="Picture 734" descr="server_rack.png">
                  <a:extLst>
                    <a:ext uri="{FF2B5EF4-FFF2-40B4-BE49-F238E27FC236}">
                      <a16:creationId xmlns:a16="http://schemas.microsoft.com/office/drawing/2014/main" id="{A1A7AD27-600E-554D-ACF5-603AB2D208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736" name="Picture 735" descr="server_rack.png">
                  <a:extLst>
                    <a:ext uri="{FF2B5EF4-FFF2-40B4-BE49-F238E27FC236}">
                      <a16:creationId xmlns:a16="http://schemas.microsoft.com/office/drawing/2014/main" id="{6352AB59-3424-1947-A902-45E2FFF24C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  <p:grpSp>
            <p:nvGrpSpPr>
              <p:cNvPr id="737" name="Group 590">
                <a:extLst>
                  <a:ext uri="{FF2B5EF4-FFF2-40B4-BE49-F238E27FC236}">
                    <a16:creationId xmlns:a16="http://schemas.microsoft.com/office/drawing/2014/main" id="{572BBB3E-35BE-7341-92D5-A1D830B307C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618085" y="1595547"/>
                <a:ext cx="517401" cy="503916"/>
                <a:chOff x="2839" y="3501"/>
                <a:chExt cx="755" cy="803"/>
              </a:xfrm>
            </p:grpSpPr>
            <p:pic>
              <p:nvPicPr>
                <p:cNvPr id="738" name="Picture 591" descr="desktop_computer_stylized_medium">
                  <a:extLst>
                    <a:ext uri="{FF2B5EF4-FFF2-40B4-BE49-F238E27FC236}">
                      <a16:creationId xmlns:a16="http://schemas.microsoft.com/office/drawing/2014/main" id="{4B6339C5-8B14-B747-B25F-54A251041EA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5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39" name="Freeform 592">
                  <a:extLst>
                    <a:ext uri="{FF2B5EF4-FFF2-40B4-BE49-F238E27FC236}">
                      <a16:creationId xmlns:a16="http://schemas.microsoft.com/office/drawing/2014/main" id="{C8A47756-1909-F941-BDCB-37836D9801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741" name="Group 740">
                <a:extLst>
                  <a:ext uri="{FF2B5EF4-FFF2-40B4-BE49-F238E27FC236}">
                    <a16:creationId xmlns:a16="http://schemas.microsoft.com/office/drawing/2014/main" id="{0CD6FDAC-4A62-F644-A898-08237435CEE7}"/>
                  </a:ext>
                </a:extLst>
              </p:cNvPr>
              <p:cNvGrpSpPr/>
              <p:nvPr/>
            </p:nvGrpSpPr>
            <p:grpSpPr>
              <a:xfrm>
                <a:off x="1609415" y="1428021"/>
                <a:ext cx="748578" cy="712374"/>
                <a:chOff x="8631407" y="2290407"/>
                <a:chExt cx="530702" cy="478009"/>
              </a:xfrm>
            </p:grpSpPr>
            <p:pic>
              <p:nvPicPr>
                <p:cNvPr id="742" name="Picture 568" descr="light2.png">
                  <a:extLst>
                    <a:ext uri="{FF2B5EF4-FFF2-40B4-BE49-F238E27FC236}">
                      <a16:creationId xmlns:a16="http://schemas.microsoft.com/office/drawing/2014/main" id="{80F2F245-5874-164C-BC9E-BD1DF1724A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3" name="Picture 1017" descr="antenna_stylized">
                  <a:extLst>
                    <a:ext uri="{FF2B5EF4-FFF2-40B4-BE49-F238E27FC236}">
                      <a16:creationId xmlns:a16="http://schemas.microsoft.com/office/drawing/2014/main" id="{1AD2A78D-F97F-784F-ACAD-B716A9EDAFB5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9" name="Group 788">
                <a:extLst>
                  <a:ext uri="{FF2B5EF4-FFF2-40B4-BE49-F238E27FC236}">
                    <a16:creationId xmlns:a16="http://schemas.microsoft.com/office/drawing/2014/main" id="{8BE00D22-4F3C-6E49-97D4-F851E2CC6728}"/>
                  </a:ext>
                </a:extLst>
              </p:cNvPr>
              <p:cNvGrpSpPr/>
              <p:nvPr/>
            </p:nvGrpSpPr>
            <p:grpSpPr>
              <a:xfrm>
                <a:off x="177500" y="2082690"/>
                <a:ext cx="849312" cy="226109"/>
                <a:chOff x="8493165" y="2029804"/>
                <a:chExt cx="849312" cy="226109"/>
              </a:xfrm>
            </p:grpSpPr>
            <p:pic>
              <p:nvPicPr>
                <p:cNvPr id="790" name="Picture 603" descr="car_icon_small">
                  <a:extLst>
                    <a:ext uri="{FF2B5EF4-FFF2-40B4-BE49-F238E27FC236}">
                      <a16:creationId xmlns:a16="http://schemas.microsoft.com/office/drawing/2014/main" id="{6DCAB099-A51A-9A49-B92D-E7B09B08E02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91" name="Picture 1017" descr="antenna_stylized">
                  <a:extLst>
                    <a:ext uri="{FF2B5EF4-FFF2-40B4-BE49-F238E27FC236}">
                      <a16:creationId xmlns:a16="http://schemas.microsoft.com/office/drawing/2014/main" id="{02B73421-B1D6-C74B-BF10-DBF86596B99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97" name="Group 796">
            <a:extLst>
              <a:ext uri="{FF2B5EF4-FFF2-40B4-BE49-F238E27FC236}">
                <a16:creationId xmlns:a16="http://schemas.microsoft.com/office/drawing/2014/main" id="{D383E01F-FA6F-5647-A6B1-D5444F12E4E2}"/>
              </a:ext>
            </a:extLst>
          </p:cNvPr>
          <p:cNvGrpSpPr/>
          <p:nvPr/>
        </p:nvGrpSpPr>
        <p:grpSpPr>
          <a:xfrm>
            <a:off x="7414072" y="1891912"/>
            <a:ext cx="4144321" cy="4300892"/>
            <a:chOff x="7432700" y="1830405"/>
            <a:chExt cx="4144321" cy="4300892"/>
          </a:xfrm>
        </p:grpSpPr>
        <p:grpSp>
          <p:nvGrpSpPr>
            <p:cNvPr id="787" name="Group 786">
              <a:extLst>
                <a:ext uri="{FF2B5EF4-FFF2-40B4-BE49-F238E27FC236}">
                  <a16:creationId xmlns:a16="http://schemas.microsoft.com/office/drawing/2014/main" id="{C944F5F4-7AD1-AE48-9769-ABE2F95B5A26}"/>
                </a:ext>
              </a:extLst>
            </p:cNvPr>
            <p:cNvGrpSpPr/>
            <p:nvPr/>
          </p:nvGrpSpPr>
          <p:grpSpPr>
            <a:xfrm>
              <a:off x="7432700" y="1830405"/>
              <a:ext cx="1909777" cy="938011"/>
              <a:chOff x="7432700" y="1830405"/>
              <a:chExt cx="1909777" cy="938011"/>
            </a:xfrm>
          </p:grpSpPr>
          <p:grpSp>
            <p:nvGrpSpPr>
              <p:cNvPr id="49" name="Group 652">
                <a:extLst>
                  <a:ext uri="{FF2B5EF4-FFF2-40B4-BE49-F238E27FC236}">
                    <a16:creationId xmlns:a16="http://schemas.microsoft.com/office/drawing/2014/main" id="{F4E63F52-683B-8244-A48E-D8CF833CC0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43850" y="1830405"/>
                <a:ext cx="415925" cy="385763"/>
                <a:chOff x="2751" y="1851"/>
                <a:chExt cx="462" cy="478"/>
              </a:xfrm>
            </p:grpSpPr>
            <p:pic>
              <p:nvPicPr>
                <p:cNvPr id="359" name="Picture 653" descr="iphone_stylized_small">
                  <a:extLst>
                    <a:ext uri="{FF2B5EF4-FFF2-40B4-BE49-F238E27FC236}">
                      <a16:creationId xmlns:a16="http://schemas.microsoft.com/office/drawing/2014/main" id="{EDF1EC93-A6E5-964F-B0D6-EE56B282AEB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0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928" y="1922"/>
                  <a:ext cx="152" cy="40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360" name="Picture 654" descr="antenna_radiation_stylized">
                  <a:extLst>
                    <a:ext uri="{FF2B5EF4-FFF2-40B4-BE49-F238E27FC236}">
                      <a16:creationId xmlns:a16="http://schemas.microsoft.com/office/drawing/2014/main" id="{0A17C594-505E-6F41-AEEB-272A31DFD2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751" y="1851"/>
                  <a:ext cx="462" cy="11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91E02B81-5B35-4545-A954-B7E923AB7286}"/>
                  </a:ext>
                </a:extLst>
              </p:cNvPr>
              <p:cNvGrpSpPr/>
              <p:nvPr/>
            </p:nvGrpSpPr>
            <p:grpSpPr>
              <a:xfrm>
                <a:off x="7432700" y="2327293"/>
                <a:ext cx="534987" cy="407988"/>
                <a:chOff x="7432700" y="2327293"/>
                <a:chExt cx="534987" cy="407988"/>
              </a:xfrm>
            </p:grpSpPr>
            <p:pic>
              <p:nvPicPr>
                <p:cNvPr id="73" name="Picture 1017" descr="antenna_stylized">
                  <a:extLst>
                    <a:ext uri="{FF2B5EF4-FFF2-40B4-BE49-F238E27FC236}">
                      <a16:creationId xmlns:a16="http://schemas.microsoft.com/office/drawing/2014/main" id="{27A537F5-5D99-BF4C-9B11-E9782673F1A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32700" y="2327293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74" name="Picture 1018" descr="laptop_keyboard">
                  <a:extLst>
                    <a:ext uri="{FF2B5EF4-FFF2-40B4-BE49-F238E27FC236}">
                      <a16:creationId xmlns:a16="http://schemas.microsoft.com/office/drawing/2014/main" id="{7087B8D0-FFCB-0746-A889-28909002C2F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458407" y="2575770"/>
                  <a:ext cx="437221" cy="1595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5" name="Freeform 1019">
                  <a:extLst>
                    <a:ext uri="{FF2B5EF4-FFF2-40B4-BE49-F238E27FC236}">
                      <a16:creationId xmlns:a16="http://schemas.microsoft.com/office/drawing/2014/main" id="{7C75BC30-0808-D44D-AF7A-A72B4A529E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3304" y="2420984"/>
                  <a:ext cx="351919" cy="208167"/>
                </a:xfrm>
                <a:custGeom>
                  <a:avLst/>
                  <a:gdLst>
                    <a:gd name="T0" fmla="*/ 775798119 w 2982"/>
                    <a:gd name="T1" fmla="*/ 0 h 2442"/>
                    <a:gd name="T2" fmla="*/ 0 w 2982"/>
                    <a:gd name="T3" fmla="*/ 211226083 h 2442"/>
                    <a:gd name="T4" fmla="*/ 2147483646 w 2982"/>
                    <a:gd name="T5" fmla="*/ 263880059 h 2442"/>
                    <a:gd name="T6" fmla="*/ 2147483646 w 2982"/>
                    <a:gd name="T7" fmla="*/ 52653891 h 2442"/>
                    <a:gd name="T8" fmla="*/ 775798119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76" name="Picture 1020" descr="screen">
                  <a:extLst>
                    <a:ext uri="{FF2B5EF4-FFF2-40B4-BE49-F238E27FC236}">
                      <a16:creationId xmlns:a16="http://schemas.microsoft.com/office/drawing/2014/main" id="{2D732B7A-74CB-D547-ADB5-C721526D5E9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20637" y="2426338"/>
                  <a:ext cx="319785" cy="18942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77" name="Freeform 1021">
                  <a:extLst>
                    <a:ext uri="{FF2B5EF4-FFF2-40B4-BE49-F238E27FC236}">
                      <a16:creationId xmlns:a16="http://schemas.microsoft.com/office/drawing/2014/main" id="{FBD1A429-9B8F-F940-AD09-4638CC3167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67378" y="2414843"/>
                  <a:ext cx="298167" cy="38736"/>
                </a:xfrm>
                <a:custGeom>
                  <a:avLst/>
                  <a:gdLst>
                    <a:gd name="T0" fmla="*/ 193616298 w 2528"/>
                    <a:gd name="T1" fmla="*/ 0 h 455"/>
                    <a:gd name="T2" fmla="*/ 2147483646 w 2528"/>
                    <a:gd name="T3" fmla="*/ 52445139 h 455"/>
                    <a:gd name="T4" fmla="*/ 2147483646 w 2528"/>
                    <a:gd name="T5" fmla="*/ 52445139 h 455"/>
                    <a:gd name="T6" fmla="*/ 0 w 2528"/>
                    <a:gd name="T7" fmla="*/ 52445139 h 455"/>
                    <a:gd name="T8" fmla="*/ 193616298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8" name="Freeform 1022">
                  <a:extLst>
                    <a:ext uri="{FF2B5EF4-FFF2-40B4-BE49-F238E27FC236}">
                      <a16:creationId xmlns:a16="http://schemas.microsoft.com/office/drawing/2014/main" id="{376C8B48-3441-F643-B92D-5DC759EDA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00188" y="2414528"/>
                  <a:ext cx="82770" cy="161243"/>
                </a:xfrm>
                <a:custGeom>
                  <a:avLst/>
                  <a:gdLst>
                    <a:gd name="T0" fmla="*/ 773664160 w 702"/>
                    <a:gd name="T1" fmla="*/ 0 h 1893"/>
                    <a:gd name="T2" fmla="*/ 0 w 702"/>
                    <a:gd name="T3" fmla="*/ 210739916 h 1893"/>
                    <a:gd name="T4" fmla="*/ 193416040 w 702"/>
                    <a:gd name="T5" fmla="*/ 210739916 h 1893"/>
                    <a:gd name="T6" fmla="*/ 967080200 w 702"/>
                    <a:gd name="T7" fmla="*/ 52529017 h 1893"/>
                    <a:gd name="T8" fmla="*/ 773664160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79" name="Freeform 1023">
                  <a:extLst>
                    <a:ext uri="{FF2B5EF4-FFF2-40B4-BE49-F238E27FC236}">
                      <a16:creationId xmlns:a16="http://schemas.microsoft.com/office/drawing/2014/main" id="{4DFECD03-4AF0-1342-8138-6CEC8249A28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74205" y="2443344"/>
                  <a:ext cx="89197" cy="186122"/>
                </a:xfrm>
                <a:custGeom>
                  <a:avLst/>
                  <a:gdLst>
                    <a:gd name="T0" fmla="*/ 969024527 w 756"/>
                    <a:gd name="T1" fmla="*/ 0 h 2184"/>
                    <a:gd name="T2" fmla="*/ 193802074 w 756"/>
                    <a:gd name="T3" fmla="*/ 263660221 h 2184"/>
                    <a:gd name="T4" fmla="*/ 0 w 756"/>
                    <a:gd name="T5" fmla="*/ 263660221 h 2184"/>
                    <a:gd name="T6" fmla="*/ 775222454 w 756"/>
                    <a:gd name="T7" fmla="*/ 52610059 h 2184"/>
                    <a:gd name="T8" fmla="*/ 969024527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0" name="Freeform 1024">
                  <a:extLst>
                    <a:ext uri="{FF2B5EF4-FFF2-40B4-BE49-F238E27FC236}">
                      <a16:creationId xmlns:a16="http://schemas.microsoft.com/office/drawing/2014/main" id="{8AA57D4B-3E9B-994B-AF13-DB646178BD1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214" y="2567582"/>
                  <a:ext cx="327185" cy="62828"/>
                </a:xfrm>
                <a:custGeom>
                  <a:avLst/>
                  <a:gdLst>
                    <a:gd name="T0" fmla="*/ 193829444 w 2773"/>
                    <a:gd name="T1" fmla="*/ 0 h 738"/>
                    <a:gd name="T2" fmla="*/ 0 w 2773"/>
                    <a:gd name="T3" fmla="*/ 52443587 h 738"/>
                    <a:gd name="T4" fmla="*/ 2147483646 w 2773"/>
                    <a:gd name="T5" fmla="*/ 104894411 h 738"/>
                    <a:gd name="T6" fmla="*/ 2147483646 w 2773"/>
                    <a:gd name="T7" fmla="*/ 52443587 h 738"/>
                    <a:gd name="T8" fmla="*/ 193829444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1" name="Freeform 1025">
                  <a:extLst>
                    <a:ext uri="{FF2B5EF4-FFF2-40B4-BE49-F238E27FC236}">
                      <a16:creationId xmlns:a16="http://schemas.microsoft.com/office/drawing/2014/main" id="{59DA24E7-1981-0E44-8060-2B7CE58EB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884138" y="2444918"/>
                  <a:ext cx="83549" cy="186909"/>
                </a:xfrm>
                <a:custGeom>
                  <a:avLst/>
                  <a:gdLst>
                    <a:gd name="T0" fmla="*/ 2147483646 w 637"/>
                    <a:gd name="T1" fmla="*/ 0 h 1659"/>
                    <a:gd name="T2" fmla="*/ 2147483646 w 637"/>
                    <a:gd name="T3" fmla="*/ 0 h 1659"/>
                    <a:gd name="T4" fmla="*/ 295581541 w 637"/>
                    <a:gd name="T5" fmla="*/ 2147483646 h 1659"/>
                    <a:gd name="T6" fmla="*/ 0 w 637"/>
                    <a:gd name="T7" fmla="*/ 2147483646 h 1659"/>
                    <a:gd name="T8" fmla="*/ 214748364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2" name="Freeform 1026">
                  <a:extLst>
                    <a:ext uri="{FF2B5EF4-FFF2-40B4-BE49-F238E27FC236}">
                      <a16:creationId xmlns:a16="http://schemas.microsoft.com/office/drawing/2014/main" id="{DB3D3129-2B70-5643-96C2-83638DE57F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603" y="2575928"/>
                  <a:ext cx="290961" cy="62041"/>
                </a:xfrm>
                <a:custGeom>
                  <a:avLst/>
                  <a:gdLst>
                    <a:gd name="T0" fmla="*/ 0 w 2216"/>
                    <a:gd name="T1" fmla="*/ 0 h 550"/>
                    <a:gd name="T2" fmla="*/ 296523134 w 2216"/>
                    <a:gd name="T3" fmla="*/ 324379338 h 550"/>
                    <a:gd name="T4" fmla="*/ 2147483646 w 2216"/>
                    <a:gd name="T5" fmla="*/ 2147483646 h 550"/>
                    <a:gd name="T6" fmla="*/ 2147483646 w 2216"/>
                    <a:gd name="T7" fmla="*/ 2147483646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83" name="Group 1027">
                  <a:extLst>
                    <a:ext uri="{FF2B5EF4-FFF2-40B4-BE49-F238E27FC236}">
                      <a16:creationId xmlns:a16="http://schemas.microsoft.com/office/drawing/2014/main" id="{8C6DEC60-5C97-D546-9977-EBD182221DD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4735" y="2642220"/>
                  <a:ext cx="98740" cy="36846"/>
                  <a:chOff x="1740" y="2642"/>
                  <a:chExt cx="752" cy="327"/>
                </a:xfrm>
              </p:grpSpPr>
              <p:sp>
                <p:nvSpPr>
                  <p:cNvPr id="169" name="Freeform 1028">
                    <a:extLst>
                      <a:ext uri="{FF2B5EF4-FFF2-40B4-BE49-F238E27FC236}">
                        <a16:creationId xmlns:a16="http://schemas.microsoft.com/office/drawing/2014/main" id="{5D16627E-DE34-BC4F-9513-7A7D4707F7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0" name="Freeform 1029">
                    <a:extLst>
                      <a:ext uri="{FF2B5EF4-FFF2-40B4-BE49-F238E27FC236}">
                        <a16:creationId xmlns:a16="http://schemas.microsoft.com/office/drawing/2014/main" id="{D8D65D68-18A4-E54D-8916-1DEF36844C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1" name="Freeform 1030">
                    <a:extLst>
                      <a:ext uri="{FF2B5EF4-FFF2-40B4-BE49-F238E27FC236}">
                        <a16:creationId xmlns:a16="http://schemas.microsoft.com/office/drawing/2014/main" id="{3C79D147-9974-F341-96E9-F9AD19F1404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2" name="Freeform 1031">
                    <a:extLst>
                      <a:ext uri="{FF2B5EF4-FFF2-40B4-BE49-F238E27FC236}">
                        <a16:creationId xmlns:a16="http://schemas.microsoft.com/office/drawing/2014/main" id="{5E0CE9D2-21FD-2644-9691-743CC3E130F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3" name="Freeform 1032">
                    <a:extLst>
                      <a:ext uri="{FF2B5EF4-FFF2-40B4-BE49-F238E27FC236}">
                        <a16:creationId xmlns:a16="http://schemas.microsoft.com/office/drawing/2014/main" id="{5691098F-1432-0D44-8573-312C3A566A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74" name="Freeform 1033">
                    <a:extLst>
                      <a:ext uri="{FF2B5EF4-FFF2-40B4-BE49-F238E27FC236}">
                        <a16:creationId xmlns:a16="http://schemas.microsoft.com/office/drawing/2014/main" id="{2D4A77A2-D0F1-164A-A67D-A509543869C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84" name="Freeform 1034">
                  <a:extLst>
                    <a:ext uri="{FF2B5EF4-FFF2-40B4-BE49-F238E27FC236}">
                      <a16:creationId xmlns:a16="http://schemas.microsoft.com/office/drawing/2014/main" id="{A283BD8E-0AD2-B743-8237-483C3A6A6C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63780" y="2647731"/>
                  <a:ext cx="119578" cy="80936"/>
                </a:xfrm>
                <a:custGeom>
                  <a:avLst/>
                  <a:gdLst>
                    <a:gd name="T0" fmla="*/ 213221464 w 990"/>
                    <a:gd name="T1" fmla="*/ 1090686587 h 792"/>
                    <a:gd name="T2" fmla="*/ 1915477586 w 990"/>
                    <a:gd name="T3" fmla="*/ 0 h 792"/>
                    <a:gd name="T4" fmla="*/ 1915477586 w 990"/>
                    <a:gd name="T5" fmla="*/ 108859840 h 792"/>
                    <a:gd name="T6" fmla="*/ 0 w 990"/>
                    <a:gd name="T7" fmla="*/ 1090686587 h 792"/>
                    <a:gd name="T8" fmla="*/ 213221464 w 990"/>
                    <a:gd name="T9" fmla="*/ 1090686587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5" name="Freeform 1035">
                  <a:extLst>
                    <a:ext uri="{FF2B5EF4-FFF2-40B4-BE49-F238E27FC236}">
                      <a16:creationId xmlns:a16="http://schemas.microsoft.com/office/drawing/2014/main" id="{AA215C2D-4069-DE48-884E-A1816F7D4D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602" y="2654187"/>
                  <a:ext cx="305957" cy="73850"/>
                </a:xfrm>
                <a:custGeom>
                  <a:avLst/>
                  <a:gdLst>
                    <a:gd name="T0" fmla="*/ 213486572 w 2532"/>
                    <a:gd name="T1" fmla="*/ 0 h 723"/>
                    <a:gd name="T2" fmla="*/ 213486572 w 2532"/>
                    <a:gd name="T3" fmla="*/ 0 h 723"/>
                    <a:gd name="T4" fmla="*/ 2147483646 w 2532"/>
                    <a:gd name="T5" fmla="*/ 979380008 h 723"/>
                    <a:gd name="T6" fmla="*/ 2147483646 w 2532"/>
                    <a:gd name="T7" fmla="*/ 1088085165 h 723"/>
                    <a:gd name="T8" fmla="*/ 0 w 2532"/>
                    <a:gd name="T9" fmla="*/ 108705259 h 723"/>
                    <a:gd name="T10" fmla="*/ 21348657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6" name="Freeform 1036">
                  <a:extLst>
                    <a:ext uri="{FF2B5EF4-FFF2-40B4-BE49-F238E27FC236}">
                      <a16:creationId xmlns:a16="http://schemas.microsoft.com/office/drawing/2014/main" id="{421821F5-5AD5-4D4E-A4F9-5D46E41A4E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797" y="2640645"/>
                  <a:ext cx="3311" cy="14959"/>
                </a:xfrm>
                <a:custGeom>
                  <a:avLst/>
                  <a:gdLst>
                    <a:gd name="T0" fmla="*/ 262278191 w 26"/>
                    <a:gd name="T1" fmla="*/ 107489981 h 147"/>
                    <a:gd name="T2" fmla="*/ 262278191 w 26"/>
                    <a:gd name="T3" fmla="*/ 214969480 h 147"/>
                    <a:gd name="T4" fmla="*/ 0 w 26"/>
                    <a:gd name="T5" fmla="*/ 214969480 h 147"/>
                    <a:gd name="T6" fmla="*/ 262278191 w 26"/>
                    <a:gd name="T7" fmla="*/ 0 h 147"/>
                    <a:gd name="T8" fmla="*/ 262278191 w 26"/>
                    <a:gd name="T9" fmla="*/ 107489981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7" name="Freeform 1037">
                  <a:extLst>
                    <a:ext uri="{FF2B5EF4-FFF2-40B4-BE49-F238E27FC236}">
                      <a16:creationId xmlns:a16="http://schemas.microsoft.com/office/drawing/2014/main" id="{499D2FC7-7022-A944-98B2-E74E9B2E52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58992" y="2579707"/>
                  <a:ext cx="142170" cy="61883"/>
                </a:xfrm>
                <a:custGeom>
                  <a:avLst/>
                  <a:gdLst>
                    <a:gd name="T0" fmla="*/ 2136125890 w 1176"/>
                    <a:gd name="T1" fmla="*/ 0 h 606"/>
                    <a:gd name="T2" fmla="*/ 0 w 1176"/>
                    <a:gd name="T3" fmla="*/ 870000945 h 606"/>
                    <a:gd name="T4" fmla="*/ 213789467 w 1176"/>
                    <a:gd name="T5" fmla="*/ 870000945 h 606"/>
                    <a:gd name="T6" fmla="*/ 2136125890 w 1176"/>
                    <a:gd name="T7" fmla="*/ 108617123 h 606"/>
                    <a:gd name="T8" fmla="*/ 2136125890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8" name="Freeform 1038">
                  <a:extLst>
                    <a:ext uri="{FF2B5EF4-FFF2-40B4-BE49-F238E27FC236}">
                      <a16:creationId xmlns:a16="http://schemas.microsoft.com/office/drawing/2014/main" id="{37918171-6E71-A846-A2B5-7C65DD7456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468535" y="2643795"/>
                  <a:ext cx="290182" cy="71016"/>
                </a:xfrm>
                <a:custGeom>
                  <a:avLst/>
                  <a:gdLst>
                    <a:gd name="T0" fmla="*/ 173112702 w 2532"/>
                    <a:gd name="T1" fmla="*/ 0 h 723"/>
                    <a:gd name="T2" fmla="*/ 173112702 w 2532"/>
                    <a:gd name="T3" fmla="*/ 0 h 723"/>
                    <a:gd name="T4" fmla="*/ 2069773885 w 2532"/>
                    <a:gd name="T5" fmla="*/ 558173482 h 723"/>
                    <a:gd name="T6" fmla="*/ 2069773885 w 2532"/>
                    <a:gd name="T7" fmla="*/ 558173482 h 723"/>
                    <a:gd name="T8" fmla="*/ 0 w 2532"/>
                    <a:gd name="T9" fmla="*/ 92871346 h 723"/>
                    <a:gd name="T10" fmla="*/ 173112702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89" name="Freeform 1039">
                  <a:extLst>
                    <a:ext uri="{FF2B5EF4-FFF2-40B4-BE49-F238E27FC236}">
                      <a16:creationId xmlns:a16="http://schemas.microsoft.com/office/drawing/2014/main" id="{68ECFF60-AA48-2D4C-9A67-90DB18F81D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58327" y="2638756"/>
                  <a:ext cx="118410" cy="73535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962694895 h 723"/>
                    <a:gd name="T6" fmla="*/ 0 w 2532"/>
                    <a:gd name="T7" fmla="*/ 962694895 h 723"/>
                    <a:gd name="T8" fmla="*/ 0 w 2532"/>
                    <a:gd name="T9" fmla="*/ 107314314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740" name="Group 739">
                <a:extLst>
                  <a:ext uri="{FF2B5EF4-FFF2-40B4-BE49-F238E27FC236}">
                    <a16:creationId xmlns:a16="http://schemas.microsoft.com/office/drawing/2014/main" id="{504BAA5F-BBD8-8242-BC48-7D0E761F340A}"/>
                  </a:ext>
                </a:extLst>
              </p:cNvPr>
              <p:cNvGrpSpPr/>
              <p:nvPr/>
            </p:nvGrpSpPr>
            <p:grpSpPr>
              <a:xfrm>
                <a:off x="8631407" y="2290407"/>
                <a:ext cx="530702" cy="478009"/>
                <a:chOff x="8631407" y="2290407"/>
                <a:chExt cx="530702" cy="478009"/>
              </a:xfrm>
            </p:grpSpPr>
            <p:pic>
              <p:nvPicPr>
                <p:cNvPr id="110" name="Picture 568" descr="light2.png">
                  <a:extLst>
                    <a:ext uri="{FF2B5EF4-FFF2-40B4-BE49-F238E27FC236}">
                      <a16:creationId xmlns:a16="http://schemas.microsoft.com/office/drawing/2014/main" id="{D96B693D-26FC-E443-A112-C4AFFE90DC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flipH="1">
                  <a:off x="8825293" y="2362969"/>
                  <a:ext cx="92772" cy="40544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1" name="Picture 1017" descr="antenna_stylized">
                  <a:extLst>
                    <a:ext uri="{FF2B5EF4-FFF2-40B4-BE49-F238E27FC236}">
                      <a16:creationId xmlns:a16="http://schemas.microsoft.com/office/drawing/2014/main" id="{F4E4C4C0-89A6-D74D-B25C-228CE5BC1DB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631407" y="2290407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46F998A3-3B85-214A-927A-3BF067B7C2A0}"/>
                  </a:ext>
                </a:extLst>
              </p:cNvPr>
              <p:cNvGrpSpPr/>
              <p:nvPr/>
            </p:nvGrpSpPr>
            <p:grpSpPr>
              <a:xfrm>
                <a:off x="8493165" y="2029804"/>
                <a:ext cx="849312" cy="226109"/>
                <a:chOff x="8493165" y="2029804"/>
                <a:chExt cx="849312" cy="226109"/>
              </a:xfrm>
            </p:grpSpPr>
            <p:pic>
              <p:nvPicPr>
                <p:cNvPr id="48" name="Picture 603" descr="car_icon_small">
                  <a:extLst>
                    <a:ext uri="{FF2B5EF4-FFF2-40B4-BE49-F238E27FC236}">
                      <a16:creationId xmlns:a16="http://schemas.microsoft.com/office/drawing/2014/main" id="{147E2796-D425-6645-93B3-B97E69B1461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493165" y="2087638"/>
                  <a:ext cx="849312" cy="1682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2" name="Picture 1017" descr="antenna_stylized">
                  <a:extLst>
                    <a:ext uri="{FF2B5EF4-FFF2-40B4-BE49-F238E27FC236}">
                      <a16:creationId xmlns:a16="http://schemas.microsoft.com/office/drawing/2014/main" id="{F0886BE8-9B0B-F046-92AA-1AC818378EA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7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704645" y="2029804"/>
                  <a:ext cx="530702" cy="2237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3" name="Group 792">
              <a:extLst>
                <a:ext uri="{FF2B5EF4-FFF2-40B4-BE49-F238E27FC236}">
                  <a16:creationId xmlns:a16="http://schemas.microsoft.com/office/drawing/2014/main" id="{93351559-0D4C-F04C-928E-5CDA57B5EB47}"/>
                </a:ext>
              </a:extLst>
            </p:cNvPr>
            <p:cNvGrpSpPr/>
            <p:nvPr/>
          </p:nvGrpSpPr>
          <p:grpSpPr>
            <a:xfrm>
              <a:off x="7487144" y="3296104"/>
              <a:ext cx="857739" cy="583764"/>
              <a:chOff x="7487144" y="3296104"/>
              <a:chExt cx="857739" cy="583764"/>
            </a:xfrm>
          </p:grpSpPr>
          <p:grpSp>
            <p:nvGrpSpPr>
              <p:cNvPr id="792" name="Group 791">
                <a:extLst>
                  <a:ext uri="{FF2B5EF4-FFF2-40B4-BE49-F238E27FC236}">
                    <a16:creationId xmlns:a16="http://schemas.microsoft.com/office/drawing/2014/main" id="{084B6293-559E-5D43-AF2B-4CB5E09EC6C5}"/>
                  </a:ext>
                </a:extLst>
              </p:cNvPr>
              <p:cNvGrpSpPr/>
              <p:nvPr/>
            </p:nvGrpSpPr>
            <p:grpSpPr>
              <a:xfrm>
                <a:off x="7487144" y="3389820"/>
                <a:ext cx="350807" cy="305517"/>
                <a:chOff x="7487144" y="3389820"/>
                <a:chExt cx="350807" cy="305517"/>
              </a:xfrm>
            </p:grpSpPr>
            <p:pic>
              <p:nvPicPr>
                <p:cNvPr id="91" name="Picture 1115" descr="antenna_stylized">
                  <a:extLst>
                    <a:ext uri="{FF2B5EF4-FFF2-40B4-BE49-F238E27FC236}">
                      <a16:creationId xmlns:a16="http://schemas.microsoft.com/office/drawing/2014/main" id="{1821BC3E-6137-D844-92B9-4BA4CFF41F6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487144" y="3389820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92" name="Picture 1116" descr="laptop_keyboard">
                  <a:extLst>
                    <a:ext uri="{FF2B5EF4-FFF2-40B4-BE49-F238E27FC236}">
                      <a16:creationId xmlns:a16="http://schemas.microsoft.com/office/drawing/2014/main" id="{7F05CE3B-E67B-1B40-9D5B-2914F0B9BFB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 rot="109064" flipH="1">
                  <a:off x="7504001" y="3575889"/>
                  <a:ext cx="286699" cy="11944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3" name="Freeform 1117">
                  <a:extLst>
                    <a:ext uri="{FF2B5EF4-FFF2-40B4-BE49-F238E27FC236}">
                      <a16:creationId xmlns:a16="http://schemas.microsoft.com/office/drawing/2014/main" id="{B52A07C5-D801-5B41-BD20-C20958925D0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9014" y="3459979"/>
                  <a:ext cx="230764" cy="155883"/>
                </a:xfrm>
                <a:custGeom>
                  <a:avLst/>
                  <a:gdLst>
                    <a:gd name="T0" fmla="*/ 143665061 w 2982"/>
                    <a:gd name="T1" fmla="*/ 0 h 2442"/>
                    <a:gd name="T2" fmla="*/ 0 w 2982"/>
                    <a:gd name="T3" fmla="*/ 66329557 h 2442"/>
                    <a:gd name="T4" fmla="*/ 573719931 w 2982"/>
                    <a:gd name="T5" fmla="*/ 82975142 h 2442"/>
                    <a:gd name="T6" fmla="*/ 717384993 w 2982"/>
                    <a:gd name="T7" fmla="*/ 16645585 h 2442"/>
                    <a:gd name="T8" fmla="*/ 143665061 w 2982"/>
                    <a:gd name="T9" fmla="*/ 0 h 24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82"/>
                    <a:gd name="T16" fmla="*/ 0 h 2442"/>
                    <a:gd name="T17" fmla="*/ 2982 w 2982"/>
                    <a:gd name="T18" fmla="*/ 2442 h 24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82" h="2442">
                      <a:moveTo>
                        <a:pt x="540" y="0"/>
                      </a:moveTo>
                      <a:lnTo>
                        <a:pt x="0" y="1734"/>
                      </a:lnTo>
                      <a:lnTo>
                        <a:pt x="2394" y="2442"/>
                      </a:lnTo>
                      <a:lnTo>
                        <a:pt x="2982" y="318"/>
                      </a:lnTo>
                      <a:lnTo>
                        <a:pt x="540" y="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 dirty="0"/>
                </a:p>
              </p:txBody>
            </p:sp>
            <p:pic>
              <p:nvPicPr>
                <p:cNvPr id="94" name="Picture 1118" descr="screen">
                  <a:extLst>
                    <a:ext uri="{FF2B5EF4-FFF2-40B4-BE49-F238E27FC236}">
                      <a16:creationId xmlns:a16="http://schemas.microsoft.com/office/drawing/2014/main" id="{2EA30B4E-5447-0340-8DAD-349A843F2AC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610380" y="3463988"/>
                  <a:ext cx="209692" cy="14185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95" name="Freeform 1119">
                  <a:extLst>
                    <a:ext uri="{FF2B5EF4-FFF2-40B4-BE49-F238E27FC236}">
                      <a16:creationId xmlns:a16="http://schemas.microsoft.com/office/drawing/2014/main" id="{1137F6C6-A7C9-9A4D-BCE3-048DB90EF7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41029" y="3455381"/>
                  <a:ext cx="195517" cy="29007"/>
                </a:xfrm>
                <a:custGeom>
                  <a:avLst/>
                  <a:gdLst>
                    <a:gd name="T0" fmla="*/ 35620212 w 2528"/>
                    <a:gd name="T1" fmla="*/ 0 h 455"/>
                    <a:gd name="T2" fmla="*/ 608343257 w 2528"/>
                    <a:gd name="T3" fmla="*/ 16582250 h 455"/>
                    <a:gd name="T4" fmla="*/ 572256449 w 2528"/>
                    <a:gd name="T5" fmla="*/ 16582250 h 455"/>
                    <a:gd name="T6" fmla="*/ 0 w 2528"/>
                    <a:gd name="T7" fmla="*/ 16582250 h 455"/>
                    <a:gd name="T8" fmla="*/ 35620212 w 2528"/>
                    <a:gd name="T9" fmla="*/ 0 h 4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28"/>
                    <a:gd name="T16" fmla="*/ 0 h 455"/>
                    <a:gd name="T17" fmla="*/ 2528 w 2528"/>
                    <a:gd name="T18" fmla="*/ 455 h 4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28" h="455">
                      <a:moveTo>
                        <a:pt x="14" y="0"/>
                      </a:moveTo>
                      <a:lnTo>
                        <a:pt x="2528" y="341"/>
                      </a:lnTo>
                      <a:lnTo>
                        <a:pt x="2480" y="455"/>
                      </a:lnTo>
                      <a:lnTo>
                        <a:pt x="0" y="86"/>
                      </a:lnTo>
                      <a:lnTo>
                        <a:pt x="14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EAEAEA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6" name="Freeform 1120">
                  <a:extLst>
                    <a:ext uri="{FF2B5EF4-FFF2-40B4-BE49-F238E27FC236}">
                      <a16:creationId xmlns:a16="http://schemas.microsoft.com/office/drawing/2014/main" id="{7A0060E2-767D-1545-8656-29ED1A47125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971" y="3455145"/>
                  <a:ext cx="54275" cy="120745"/>
                </a:xfrm>
                <a:custGeom>
                  <a:avLst/>
                  <a:gdLst>
                    <a:gd name="T0" fmla="*/ 142804406 w 702"/>
                    <a:gd name="T1" fmla="*/ 0 h 1893"/>
                    <a:gd name="T2" fmla="*/ 0 w 702"/>
                    <a:gd name="T3" fmla="*/ 66174575 h 1893"/>
                    <a:gd name="T4" fmla="*/ 35584530 w 702"/>
                    <a:gd name="T5" fmla="*/ 66174575 h 1893"/>
                    <a:gd name="T6" fmla="*/ 178855222 w 702"/>
                    <a:gd name="T7" fmla="*/ 16607700 h 1893"/>
                    <a:gd name="T8" fmla="*/ 142804406 w 702"/>
                    <a:gd name="T9" fmla="*/ 0 h 18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02"/>
                    <a:gd name="T16" fmla="*/ 0 h 1893"/>
                    <a:gd name="T17" fmla="*/ 702 w 702"/>
                    <a:gd name="T18" fmla="*/ 1893 h 18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02" h="1893">
                      <a:moveTo>
                        <a:pt x="579" y="0"/>
                      </a:moveTo>
                      <a:lnTo>
                        <a:pt x="0" y="1869"/>
                      </a:lnTo>
                      <a:lnTo>
                        <a:pt x="114" y="1893"/>
                      </a:lnTo>
                      <a:lnTo>
                        <a:pt x="702" y="51"/>
                      </a:lnTo>
                      <a:lnTo>
                        <a:pt x="579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7" name="Freeform 1121">
                  <a:extLst>
                    <a:ext uri="{FF2B5EF4-FFF2-40B4-BE49-F238E27FC236}">
                      <a16:creationId xmlns:a16="http://schemas.microsoft.com/office/drawing/2014/main" id="{15790F5A-ABAC-8D49-A4F9-E2F576550D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76652" y="3476723"/>
                  <a:ext cx="58489" cy="139375"/>
                </a:xfrm>
                <a:custGeom>
                  <a:avLst/>
                  <a:gdLst>
                    <a:gd name="T0" fmla="*/ 179213623 w 756"/>
                    <a:gd name="T1" fmla="*/ 0 h 2184"/>
                    <a:gd name="T2" fmla="*/ 35656008 w 756"/>
                    <a:gd name="T3" fmla="*/ 82904513 h 2184"/>
                    <a:gd name="T4" fmla="*/ 0 w 756"/>
                    <a:gd name="T5" fmla="*/ 82904513 h 2184"/>
                    <a:gd name="T6" fmla="*/ 143090785 w 756"/>
                    <a:gd name="T7" fmla="*/ 16632211 h 2184"/>
                    <a:gd name="T8" fmla="*/ 179213623 w 756"/>
                    <a:gd name="T9" fmla="*/ 0 h 2184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6"/>
                    <a:gd name="T16" fmla="*/ 0 h 2184"/>
                    <a:gd name="T17" fmla="*/ 756 w 756"/>
                    <a:gd name="T18" fmla="*/ 2184 h 2184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6" h="2184">
                      <a:moveTo>
                        <a:pt x="756" y="0"/>
                      </a:moveTo>
                      <a:lnTo>
                        <a:pt x="138" y="2184"/>
                      </a:lnTo>
                      <a:lnTo>
                        <a:pt x="0" y="2148"/>
                      </a:lnTo>
                      <a:lnTo>
                        <a:pt x="606" y="78"/>
                      </a:lnTo>
                      <a:lnTo>
                        <a:pt x="756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chemeClr val="bg1"/>
                    </a:gs>
                  </a:gsLst>
                  <a:lin ang="54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8" name="Freeform 1122">
                  <a:extLst>
                    <a:ext uri="{FF2B5EF4-FFF2-40B4-BE49-F238E27FC236}">
                      <a16:creationId xmlns:a16="http://schemas.microsoft.com/office/drawing/2014/main" id="{8898B7ED-5BCF-8C4E-B1AA-B82AD50FD1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332" y="3569758"/>
                  <a:ext cx="214545" cy="47048"/>
                </a:xfrm>
                <a:custGeom>
                  <a:avLst/>
                  <a:gdLst>
                    <a:gd name="T0" fmla="*/ 35658648 w 2773"/>
                    <a:gd name="T1" fmla="*/ 0 h 738"/>
                    <a:gd name="T2" fmla="*/ 0 w 2773"/>
                    <a:gd name="T3" fmla="*/ 16581742 h 738"/>
                    <a:gd name="T4" fmla="*/ 573357470 w 2773"/>
                    <a:gd name="T5" fmla="*/ 33163485 h 738"/>
                    <a:gd name="T6" fmla="*/ 573357470 w 2773"/>
                    <a:gd name="T7" fmla="*/ 16581742 h 738"/>
                    <a:gd name="T8" fmla="*/ 35658648 w 2773"/>
                    <a:gd name="T9" fmla="*/ 0 h 73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773"/>
                    <a:gd name="T16" fmla="*/ 0 h 738"/>
                    <a:gd name="T17" fmla="*/ 2773 w 2773"/>
                    <a:gd name="T18" fmla="*/ 738 h 73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773" h="738">
                      <a:moveTo>
                        <a:pt x="33" y="0"/>
                      </a:moveTo>
                      <a:lnTo>
                        <a:pt x="0" y="99"/>
                      </a:lnTo>
                      <a:lnTo>
                        <a:pt x="2436" y="738"/>
                      </a:lnTo>
                      <a:cubicBezTo>
                        <a:pt x="2499" y="501"/>
                        <a:pt x="2773" y="727"/>
                        <a:pt x="2373" y="603"/>
                      </a:cubicBezTo>
                      <a:lnTo>
                        <a:pt x="3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CC"/>
                    </a:gs>
                    <a:gs pos="100000">
                      <a:schemeClr val="bg1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99" name="Freeform 1123">
                  <a:extLst>
                    <a:ext uri="{FF2B5EF4-FFF2-40B4-BE49-F238E27FC236}">
                      <a16:creationId xmlns:a16="http://schemas.microsoft.com/office/drawing/2014/main" id="{5A7F91EF-AD6B-D64E-B73E-C762D73A7A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83165" y="3477902"/>
                  <a:ext cx="54786" cy="139965"/>
                </a:xfrm>
                <a:custGeom>
                  <a:avLst/>
                  <a:gdLst>
                    <a:gd name="T0" fmla="*/ 656550006 w 637"/>
                    <a:gd name="T1" fmla="*/ 0 h 1659"/>
                    <a:gd name="T2" fmla="*/ 656550006 w 637"/>
                    <a:gd name="T3" fmla="*/ 0 h 1659"/>
                    <a:gd name="T4" fmla="*/ 54716163 w 637"/>
                    <a:gd name="T5" fmla="*/ 2147483646 h 1659"/>
                    <a:gd name="T6" fmla="*/ 0 w 637"/>
                    <a:gd name="T7" fmla="*/ 2147483646 h 1659"/>
                    <a:gd name="T8" fmla="*/ 656550006 w 637"/>
                    <a:gd name="T9" fmla="*/ 0 h 1659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637"/>
                    <a:gd name="T16" fmla="*/ 0 h 1659"/>
                    <a:gd name="T17" fmla="*/ 637 w 637"/>
                    <a:gd name="T18" fmla="*/ 1659 h 1659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637" h="1659">
                      <a:moveTo>
                        <a:pt x="615" y="0"/>
                      </a:moveTo>
                      <a:lnTo>
                        <a:pt x="637" y="0"/>
                      </a:lnTo>
                      <a:lnTo>
                        <a:pt x="68" y="1659"/>
                      </a:lnTo>
                      <a:lnTo>
                        <a:pt x="0" y="1647"/>
                      </a:lnTo>
                      <a:lnTo>
                        <a:pt x="615" y="0"/>
                      </a:lnTo>
                      <a:close/>
                    </a:path>
                  </a:pathLst>
                </a:custGeom>
                <a:solidFill>
                  <a:srgbClr val="4D4D4D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0" name="Freeform 1124">
                  <a:extLst>
                    <a:ext uri="{FF2B5EF4-FFF2-40B4-BE49-F238E27FC236}">
                      <a16:creationId xmlns:a16="http://schemas.microsoft.com/office/drawing/2014/main" id="{BBB1B153-2E6F-7246-9B11-B68D01DF60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96588" y="3576007"/>
                  <a:ext cx="190792" cy="46458"/>
                </a:xfrm>
                <a:custGeom>
                  <a:avLst/>
                  <a:gdLst>
                    <a:gd name="T0" fmla="*/ 0 w 2216"/>
                    <a:gd name="T1" fmla="*/ 0 h 550"/>
                    <a:gd name="T2" fmla="*/ 54884212 w 2216"/>
                    <a:gd name="T3" fmla="*/ 101852492 h 550"/>
                    <a:gd name="T4" fmla="*/ 2147483646 w 2216"/>
                    <a:gd name="T5" fmla="*/ 1017940055 h 550"/>
                    <a:gd name="T6" fmla="*/ 2147483646 w 2216"/>
                    <a:gd name="T7" fmla="*/ 865464562 h 550"/>
                    <a:gd name="T8" fmla="*/ 0 w 2216"/>
                    <a:gd name="T9" fmla="*/ 0 h 55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216"/>
                    <a:gd name="T16" fmla="*/ 0 h 550"/>
                    <a:gd name="T17" fmla="*/ 2216 w 2216"/>
                    <a:gd name="T18" fmla="*/ 550 h 55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216" h="550">
                      <a:moveTo>
                        <a:pt x="0" y="0"/>
                      </a:moveTo>
                      <a:lnTo>
                        <a:pt x="9" y="57"/>
                      </a:lnTo>
                      <a:lnTo>
                        <a:pt x="2164" y="550"/>
                      </a:lnTo>
                      <a:lnTo>
                        <a:pt x="2216" y="4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01" name="Group 1125">
                  <a:extLst>
                    <a:ext uri="{FF2B5EF4-FFF2-40B4-BE49-F238E27FC236}">
                      <a16:creationId xmlns:a16="http://schemas.microsoft.com/office/drawing/2014/main" id="{57060979-075D-9D4D-B12E-DA0CCD4C6B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593395" y="3625649"/>
                  <a:ext cx="64747" cy="27592"/>
                  <a:chOff x="1740" y="2642"/>
                  <a:chExt cx="752" cy="327"/>
                </a:xfrm>
              </p:grpSpPr>
              <p:sp>
                <p:nvSpPr>
                  <p:cNvPr id="140" name="Freeform 1126">
                    <a:extLst>
                      <a:ext uri="{FF2B5EF4-FFF2-40B4-BE49-F238E27FC236}">
                        <a16:creationId xmlns:a16="http://schemas.microsoft.com/office/drawing/2014/main" id="{8DFFF656-1361-C546-8336-177F79E4691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40" y="2642"/>
                    <a:ext cx="752" cy="327"/>
                  </a:xfrm>
                  <a:custGeom>
                    <a:avLst/>
                    <a:gdLst>
                      <a:gd name="T0" fmla="*/ 293 w 752"/>
                      <a:gd name="T1" fmla="*/ 0 h 327"/>
                      <a:gd name="T2" fmla="*/ 752 w 752"/>
                      <a:gd name="T3" fmla="*/ 124 h 327"/>
                      <a:gd name="T4" fmla="*/ 470 w 752"/>
                      <a:gd name="T5" fmla="*/ 327 h 327"/>
                      <a:gd name="T6" fmla="*/ 0 w 752"/>
                      <a:gd name="T7" fmla="*/ 183 h 327"/>
                      <a:gd name="T8" fmla="*/ 293 w 752"/>
                      <a:gd name="T9" fmla="*/ 0 h 32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2"/>
                      <a:gd name="T16" fmla="*/ 0 h 327"/>
                      <a:gd name="T17" fmla="*/ 752 w 752"/>
                      <a:gd name="T18" fmla="*/ 327 h 32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2" h="327">
                        <a:moveTo>
                          <a:pt x="293" y="0"/>
                        </a:moveTo>
                        <a:lnTo>
                          <a:pt x="752" y="124"/>
                        </a:lnTo>
                        <a:lnTo>
                          <a:pt x="470" y="327"/>
                        </a:lnTo>
                        <a:lnTo>
                          <a:pt x="0" y="183"/>
                        </a:lnTo>
                        <a:lnTo>
                          <a:pt x="293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1" name="Freeform 1127">
                    <a:extLst>
                      <a:ext uri="{FF2B5EF4-FFF2-40B4-BE49-F238E27FC236}">
                        <a16:creationId xmlns:a16="http://schemas.microsoft.com/office/drawing/2014/main" id="{60C6C6B3-72DE-664B-B4DE-3C04B0C5BFE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4" y="2649"/>
                    <a:ext cx="726" cy="311"/>
                  </a:xfrm>
                  <a:custGeom>
                    <a:avLst/>
                    <a:gdLst>
                      <a:gd name="T0" fmla="*/ 282 w 726"/>
                      <a:gd name="T1" fmla="*/ 0 h 311"/>
                      <a:gd name="T2" fmla="*/ 726 w 726"/>
                      <a:gd name="T3" fmla="*/ 119 h 311"/>
                      <a:gd name="T4" fmla="*/ 457 w 726"/>
                      <a:gd name="T5" fmla="*/ 311 h 311"/>
                      <a:gd name="T6" fmla="*/ 0 w 726"/>
                      <a:gd name="T7" fmla="*/ 173 h 311"/>
                      <a:gd name="T8" fmla="*/ 282 w 726"/>
                      <a:gd name="T9" fmla="*/ 0 h 311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26"/>
                      <a:gd name="T16" fmla="*/ 0 h 311"/>
                      <a:gd name="T17" fmla="*/ 726 w 726"/>
                      <a:gd name="T18" fmla="*/ 311 h 311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26" h="311">
                        <a:moveTo>
                          <a:pt x="282" y="0"/>
                        </a:moveTo>
                        <a:lnTo>
                          <a:pt x="726" y="119"/>
                        </a:lnTo>
                        <a:lnTo>
                          <a:pt x="457" y="311"/>
                        </a:lnTo>
                        <a:lnTo>
                          <a:pt x="0" y="173"/>
                        </a:lnTo>
                        <a:lnTo>
                          <a:pt x="282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4D4D4D"/>
                      </a:gs>
                      <a:gs pos="100000">
                        <a:srgbClr val="DDDDDD"/>
                      </a:gs>
                    </a:gsLst>
                    <a:lin ang="189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2" name="Freeform 1128">
                    <a:extLst>
                      <a:ext uri="{FF2B5EF4-FFF2-40B4-BE49-F238E27FC236}">
                        <a16:creationId xmlns:a16="http://schemas.microsoft.com/office/drawing/2014/main" id="{0D48292A-917D-D046-A974-043CEE5A41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808" y="2770"/>
                    <a:ext cx="258" cy="100"/>
                  </a:xfrm>
                  <a:custGeom>
                    <a:avLst/>
                    <a:gdLst>
                      <a:gd name="T0" fmla="*/ 0 w 258"/>
                      <a:gd name="T1" fmla="*/ 44 h 100"/>
                      <a:gd name="T2" fmla="*/ 75 w 258"/>
                      <a:gd name="T3" fmla="*/ 0 h 100"/>
                      <a:gd name="T4" fmla="*/ 258 w 258"/>
                      <a:gd name="T5" fmla="*/ 50 h 100"/>
                      <a:gd name="T6" fmla="*/ 183 w 258"/>
                      <a:gd name="T7" fmla="*/ 100 h 100"/>
                      <a:gd name="T8" fmla="*/ 0 w 258"/>
                      <a:gd name="T9" fmla="*/ 44 h 10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0"/>
                      <a:gd name="T17" fmla="*/ 258 w 258"/>
                      <a:gd name="T18" fmla="*/ 100 h 10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0">
                        <a:moveTo>
                          <a:pt x="0" y="44"/>
                        </a:moveTo>
                        <a:lnTo>
                          <a:pt x="75" y="0"/>
                        </a:lnTo>
                        <a:lnTo>
                          <a:pt x="258" y="50"/>
                        </a:lnTo>
                        <a:lnTo>
                          <a:pt x="183" y="100"/>
                        </a:lnTo>
                        <a:lnTo>
                          <a:pt x="0" y="44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3" name="Freeform 1129">
                    <a:extLst>
                      <a:ext uri="{FF2B5EF4-FFF2-40B4-BE49-F238E27FC236}">
                        <a16:creationId xmlns:a16="http://schemas.microsoft.com/office/drawing/2014/main" id="{DB6BAAEB-BADD-0A4F-8A9D-D72AFCA99A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9" y="2816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4" name="Freeform 1130">
                    <a:extLst>
                      <a:ext uri="{FF2B5EF4-FFF2-40B4-BE49-F238E27FC236}">
                        <a16:creationId xmlns:a16="http://schemas.microsoft.com/office/drawing/2014/main" id="{05D5969F-F3B9-414D-975E-A6700098F2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20" y="2834"/>
                    <a:ext cx="258" cy="102"/>
                  </a:xfrm>
                  <a:custGeom>
                    <a:avLst/>
                    <a:gdLst>
                      <a:gd name="T0" fmla="*/ 0 w 258"/>
                      <a:gd name="T1" fmla="*/ 46 h 102"/>
                      <a:gd name="T2" fmla="*/ 71 w 258"/>
                      <a:gd name="T3" fmla="*/ 0 h 102"/>
                      <a:gd name="T4" fmla="*/ 258 w 258"/>
                      <a:gd name="T5" fmla="*/ 52 h 102"/>
                      <a:gd name="T6" fmla="*/ 183 w 258"/>
                      <a:gd name="T7" fmla="*/ 102 h 102"/>
                      <a:gd name="T8" fmla="*/ 0 w 258"/>
                      <a:gd name="T9" fmla="*/ 46 h 10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8"/>
                      <a:gd name="T16" fmla="*/ 0 h 102"/>
                      <a:gd name="T17" fmla="*/ 258 w 258"/>
                      <a:gd name="T18" fmla="*/ 102 h 10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8" h="102">
                        <a:moveTo>
                          <a:pt x="0" y="46"/>
                        </a:moveTo>
                        <a:lnTo>
                          <a:pt x="71" y="0"/>
                        </a:lnTo>
                        <a:lnTo>
                          <a:pt x="258" y="52"/>
                        </a:lnTo>
                        <a:lnTo>
                          <a:pt x="183" y="102"/>
                        </a:lnTo>
                        <a:lnTo>
                          <a:pt x="0" y="46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45" name="Freeform 1131">
                    <a:extLst>
                      <a:ext uri="{FF2B5EF4-FFF2-40B4-BE49-F238E27FC236}">
                        <a16:creationId xmlns:a16="http://schemas.microsoft.com/office/drawing/2014/main" id="{41BB174D-6019-384D-A5AC-1B4D92D938B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11" y="2882"/>
                    <a:ext cx="194" cy="63"/>
                  </a:xfrm>
                  <a:custGeom>
                    <a:avLst/>
                    <a:gdLst>
                      <a:gd name="T0" fmla="*/ 12 w 194"/>
                      <a:gd name="T1" fmla="*/ 0 h 63"/>
                      <a:gd name="T2" fmla="*/ 194 w 194"/>
                      <a:gd name="T3" fmla="*/ 53 h 63"/>
                      <a:gd name="T4" fmla="*/ 180 w 194"/>
                      <a:gd name="T5" fmla="*/ 63 h 63"/>
                      <a:gd name="T6" fmla="*/ 0 w 194"/>
                      <a:gd name="T7" fmla="*/ 9 h 63"/>
                      <a:gd name="T8" fmla="*/ 12 w 194"/>
                      <a:gd name="T9" fmla="*/ 0 h 6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94"/>
                      <a:gd name="T16" fmla="*/ 0 h 63"/>
                      <a:gd name="T17" fmla="*/ 194 w 194"/>
                      <a:gd name="T18" fmla="*/ 63 h 6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94" h="63">
                        <a:moveTo>
                          <a:pt x="12" y="0"/>
                        </a:moveTo>
                        <a:lnTo>
                          <a:pt x="194" y="53"/>
                        </a:lnTo>
                        <a:lnTo>
                          <a:pt x="180" y="63"/>
                        </a:lnTo>
                        <a:lnTo>
                          <a:pt x="0" y="9"/>
                        </a:lnTo>
                        <a:lnTo>
                          <a:pt x="12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02" name="Freeform 1132">
                  <a:extLst>
                    <a:ext uri="{FF2B5EF4-FFF2-40B4-BE49-F238E27FC236}">
                      <a16:creationId xmlns:a16="http://schemas.microsoft.com/office/drawing/2014/main" id="{F8739864-4836-E447-8FC8-5886923FF49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243" y="3629776"/>
                  <a:ext cx="78411" cy="60608"/>
                </a:xfrm>
                <a:custGeom>
                  <a:avLst/>
                  <a:gdLst>
                    <a:gd name="T0" fmla="*/ 39250883 w 990"/>
                    <a:gd name="T1" fmla="*/ 342828616 h 792"/>
                    <a:gd name="T2" fmla="*/ 354255671 w 990"/>
                    <a:gd name="T3" fmla="*/ 0 h 792"/>
                    <a:gd name="T4" fmla="*/ 354255671 w 990"/>
                    <a:gd name="T5" fmla="*/ 34504242 h 792"/>
                    <a:gd name="T6" fmla="*/ 0 w 990"/>
                    <a:gd name="T7" fmla="*/ 342828616 h 792"/>
                    <a:gd name="T8" fmla="*/ 39250883 w 990"/>
                    <a:gd name="T9" fmla="*/ 342828616 h 79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990"/>
                    <a:gd name="T16" fmla="*/ 0 h 792"/>
                    <a:gd name="T17" fmla="*/ 990 w 990"/>
                    <a:gd name="T18" fmla="*/ 792 h 79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990" h="792">
                      <a:moveTo>
                        <a:pt x="3" y="738"/>
                      </a:moveTo>
                      <a:lnTo>
                        <a:pt x="990" y="0"/>
                      </a:lnTo>
                      <a:lnTo>
                        <a:pt x="987" y="60"/>
                      </a:lnTo>
                      <a:lnTo>
                        <a:pt x="0" y="792"/>
                      </a:lnTo>
                      <a:lnTo>
                        <a:pt x="3" y="738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3" name="Freeform 1133">
                  <a:extLst>
                    <a:ext uri="{FF2B5EF4-FFF2-40B4-BE49-F238E27FC236}">
                      <a16:creationId xmlns:a16="http://schemas.microsoft.com/office/drawing/2014/main" id="{C59CADF3-CD09-FB48-A672-C2C50B66CE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129" y="3634611"/>
                  <a:ext cx="200625" cy="55302"/>
                </a:xfrm>
                <a:custGeom>
                  <a:avLst/>
                  <a:gdLst>
                    <a:gd name="T0" fmla="*/ 39302216 w 2532"/>
                    <a:gd name="T1" fmla="*/ 0 h 723"/>
                    <a:gd name="T2" fmla="*/ 39302216 w 2532"/>
                    <a:gd name="T3" fmla="*/ 0 h 723"/>
                    <a:gd name="T4" fmla="*/ 867084690 w 2532"/>
                    <a:gd name="T5" fmla="*/ 307891170 h 723"/>
                    <a:gd name="T6" fmla="*/ 867084690 w 2532"/>
                    <a:gd name="T7" fmla="*/ 342351506 h 723"/>
                    <a:gd name="T8" fmla="*/ 0 w 2532"/>
                    <a:gd name="T9" fmla="*/ 34009889 h 723"/>
                    <a:gd name="T10" fmla="*/ 39302216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4" name="Freeform 1134">
                  <a:extLst>
                    <a:ext uri="{FF2B5EF4-FFF2-40B4-BE49-F238E27FC236}">
                      <a16:creationId xmlns:a16="http://schemas.microsoft.com/office/drawing/2014/main" id="{628AB6FD-35F6-0345-BD13-22EAAF9EC2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257" y="3624470"/>
                  <a:ext cx="2171" cy="11202"/>
                </a:xfrm>
                <a:custGeom>
                  <a:avLst/>
                  <a:gdLst>
                    <a:gd name="T0" fmla="*/ 48903362 w 26"/>
                    <a:gd name="T1" fmla="*/ 33634500 h 147"/>
                    <a:gd name="T2" fmla="*/ 48903362 w 26"/>
                    <a:gd name="T3" fmla="*/ 67263209 h 147"/>
                    <a:gd name="T4" fmla="*/ 0 w 26"/>
                    <a:gd name="T5" fmla="*/ 67263209 h 147"/>
                    <a:gd name="T6" fmla="*/ 48903362 w 26"/>
                    <a:gd name="T7" fmla="*/ 0 h 147"/>
                    <a:gd name="T8" fmla="*/ 48903362 w 26"/>
                    <a:gd name="T9" fmla="*/ 33634500 h 14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6"/>
                    <a:gd name="T16" fmla="*/ 0 h 147"/>
                    <a:gd name="T17" fmla="*/ 26 w 26"/>
                    <a:gd name="T18" fmla="*/ 147 h 14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6" h="147">
                      <a:moveTo>
                        <a:pt x="26" y="10"/>
                      </a:moveTo>
                      <a:lnTo>
                        <a:pt x="23" y="147"/>
                      </a:lnTo>
                      <a:lnTo>
                        <a:pt x="0" y="144"/>
                      </a:lnTo>
                      <a:lnTo>
                        <a:pt x="3" y="0"/>
                      </a:lnTo>
                      <a:lnTo>
                        <a:pt x="26" y="1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5" name="Freeform 1135">
                  <a:extLst>
                    <a:ext uri="{FF2B5EF4-FFF2-40B4-BE49-F238E27FC236}">
                      <a16:creationId xmlns:a16="http://schemas.microsoft.com/office/drawing/2014/main" id="{76529D44-B4FD-DE4D-812E-E461A0FCC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04384" y="3578837"/>
                  <a:ext cx="93225" cy="46340"/>
                </a:xfrm>
                <a:custGeom>
                  <a:avLst/>
                  <a:gdLst>
                    <a:gd name="T0" fmla="*/ 395043791 w 1176"/>
                    <a:gd name="T1" fmla="*/ 0 h 606"/>
                    <a:gd name="T2" fmla="*/ 0 w 1176"/>
                    <a:gd name="T3" fmla="*/ 273654982 h 606"/>
                    <a:gd name="T4" fmla="*/ 39357994 w 1176"/>
                    <a:gd name="T5" fmla="*/ 273654982 h 606"/>
                    <a:gd name="T6" fmla="*/ 395043791 w 1176"/>
                    <a:gd name="T7" fmla="*/ 33985420 h 606"/>
                    <a:gd name="T8" fmla="*/ 395043791 w 1176"/>
                    <a:gd name="T9" fmla="*/ 0 h 60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176"/>
                    <a:gd name="T16" fmla="*/ 0 h 606"/>
                    <a:gd name="T17" fmla="*/ 1176 w 1176"/>
                    <a:gd name="T18" fmla="*/ 606 h 60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176" h="606">
                      <a:moveTo>
                        <a:pt x="1170" y="0"/>
                      </a:moveTo>
                      <a:lnTo>
                        <a:pt x="0" y="597"/>
                      </a:lnTo>
                      <a:lnTo>
                        <a:pt x="30" y="606"/>
                      </a:lnTo>
                      <a:lnTo>
                        <a:pt x="1176" y="18"/>
                      </a:lnTo>
                      <a:lnTo>
                        <a:pt x="1170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6" name="Freeform 1136">
                  <a:extLst>
                    <a:ext uri="{FF2B5EF4-FFF2-40B4-BE49-F238E27FC236}">
                      <a16:creationId xmlns:a16="http://schemas.microsoft.com/office/drawing/2014/main" id="{44CD9A89-0E3B-2C40-8436-71B7526BA6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510642" y="3626829"/>
                  <a:ext cx="190281" cy="53180"/>
                </a:xfrm>
                <a:custGeom>
                  <a:avLst/>
                  <a:gdLst>
                    <a:gd name="T0" fmla="*/ 31829833 w 2532"/>
                    <a:gd name="T1" fmla="*/ 0 h 723"/>
                    <a:gd name="T2" fmla="*/ 31829833 w 2532"/>
                    <a:gd name="T3" fmla="*/ 0 h 723"/>
                    <a:gd name="T4" fmla="*/ 382827787 w 2532"/>
                    <a:gd name="T5" fmla="*/ 175498781 h 723"/>
                    <a:gd name="T6" fmla="*/ 382827787 w 2532"/>
                    <a:gd name="T7" fmla="*/ 175498781 h 723"/>
                    <a:gd name="T8" fmla="*/ 0 w 2532"/>
                    <a:gd name="T9" fmla="*/ 29448186 h 723"/>
                    <a:gd name="T10" fmla="*/ 31829833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07" name="Freeform 1137">
                  <a:extLst>
                    <a:ext uri="{FF2B5EF4-FFF2-40B4-BE49-F238E27FC236}">
                      <a16:creationId xmlns:a16="http://schemas.microsoft.com/office/drawing/2014/main" id="{92BF681C-02FC-8F49-A2CD-8F3446ECE5D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V="1">
                  <a:off x="7700668" y="3623055"/>
                  <a:ext cx="77645" cy="55066"/>
                </a:xfrm>
                <a:custGeom>
                  <a:avLst/>
                  <a:gdLst>
                    <a:gd name="T0" fmla="*/ 0 w 2532"/>
                    <a:gd name="T1" fmla="*/ 0 h 723"/>
                    <a:gd name="T2" fmla="*/ 0 w 2532"/>
                    <a:gd name="T3" fmla="*/ 0 h 723"/>
                    <a:gd name="T4" fmla="*/ 0 w 2532"/>
                    <a:gd name="T5" fmla="*/ 302641137 h 723"/>
                    <a:gd name="T6" fmla="*/ 0 w 2532"/>
                    <a:gd name="T7" fmla="*/ 302641137 h 723"/>
                    <a:gd name="T8" fmla="*/ 0 w 2532"/>
                    <a:gd name="T9" fmla="*/ 33575256 h 723"/>
                    <a:gd name="T10" fmla="*/ 0 w 2532"/>
                    <a:gd name="T11" fmla="*/ 0 h 723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w 2532"/>
                    <a:gd name="T19" fmla="*/ 0 h 723"/>
                    <a:gd name="T20" fmla="*/ 2532 w 2532"/>
                    <a:gd name="T21" fmla="*/ 723 h 723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T18" t="T19" r="T20" b="T21"/>
                  <a:pathLst>
                    <a:path w="2532" h="723">
                      <a:moveTo>
                        <a:pt x="6" y="0"/>
                      </a:moveTo>
                      <a:cubicBezTo>
                        <a:pt x="16" y="0"/>
                        <a:pt x="26" y="0"/>
                        <a:pt x="36" y="0"/>
                      </a:cubicBezTo>
                      <a:lnTo>
                        <a:pt x="2532" y="678"/>
                      </a:lnTo>
                      <a:lnTo>
                        <a:pt x="2529" y="723"/>
                      </a:lnTo>
                      <a:lnTo>
                        <a:pt x="0" y="24"/>
                      </a:lnTo>
                      <a:lnTo>
                        <a:pt x="6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grpSp>
            <p:nvGrpSpPr>
              <p:cNvPr id="108" name="Group 1139">
                <a:extLst>
                  <a:ext uri="{FF2B5EF4-FFF2-40B4-BE49-F238E27FC236}">
                    <a16:creationId xmlns:a16="http://schemas.microsoft.com/office/drawing/2014/main" id="{904B7C12-C509-8641-BB63-56DEDB95F9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85622" y="3537823"/>
                <a:ext cx="359261" cy="342045"/>
                <a:chOff x="2839" y="3501"/>
                <a:chExt cx="755" cy="803"/>
              </a:xfrm>
            </p:grpSpPr>
            <p:pic>
              <p:nvPicPr>
                <p:cNvPr id="138" name="Picture 1140" descr="desktop_computer_stylized_medium">
                  <a:extLst>
                    <a:ext uri="{FF2B5EF4-FFF2-40B4-BE49-F238E27FC236}">
                      <a16:creationId xmlns:a16="http://schemas.microsoft.com/office/drawing/2014/main" id="{BDC7F552-21C9-C942-90FF-0162099A3D5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9" name="Freeform 1141">
                  <a:extLst>
                    <a:ext uri="{FF2B5EF4-FFF2-40B4-BE49-F238E27FC236}">
                      <a16:creationId xmlns:a16="http://schemas.microsoft.com/office/drawing/2014/main" id="{654B43BA-608E-5D4D-B11B-71762CFBEE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916" y="3578"/>
                  <a:ext cx="356" cy="368"/>
                </a:xfrm>
                <a:custGeom>
                  <a:avLst/>
                  <a:gdLst>
                    <a:gd name="T0" fmla="*/ 0 w 356"/>
                    <a:gd name="T1" fmla="*/ 0 h 368"/>
                    <a:gd name="T2" fmla="*/ 300 w 356"/>
                    <a:gd name="T3" fmla="*/ 14 h 368"/>
                    <a:gd name="T4" fmla="*/ 356 w 356"/>
                    <a:gd name="T5" fmla="*/ 294 h 368"/>
                    <a:gd name="T6" fmla="*/ 78 w 356"/>
                    <a:gd name="T7" fmla="*/ 368 h 368"/>
                    <a:gd name="T8" fmla="*/ 0 w 356"/>
                    <a:gd name="T9" fmla="*/ 0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6"/>
                    <a:gd name="T16" fmla="*/ 0 h 368"/>
                    <a:gd name="T17" fmla="*/ 356 w 356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6" h="368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000099"/>
                    </a:gs>
                    <a:gs pos="100000">
                      <a:schemeClr val="bg1"/>
                    </a:gs>
                  </a:gsLst>
                  <a:lin ang="27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/>
                <a:lstStyle/>
                <a:p>
                  <a:endParaRPr lang="en-US" dirty="0"/>
                </a:p>
              </p:txBody>
            </p:sp>
          </p:grpSp>
          <p:grpSp>
            <p:nvGrpSpPr>
              <p:cNvPr id="694" name="Group 693">
                <a:extLst>
                  <a:ext uri="{FF2B5EF4-FFF2-40B4-BE49-F238E27FC236}">
                    <a16:creationId xmlns:a16="http://schemas.microsoft.com/office/drawing/2014/main" id="{14715B6C-9A50-FE4B-A8D2-1E669BF891E3}"/>
                  </a:ext>
                </a:extLst>
              </p:cNvPr>
              <p:cNvGrpSpPr/>
              <p:nvPr/>
            </p:nvGrpSpPr>
            <p:grpSpPr>
              <a:xfrm>
                <a:off x="7797061" y="3296104"/>
                <a:ext cx="347997" cy="396620"/>
                <a:chOff x="7797061" y="3296104"/>
                <a:chExt cx="347997" cy="396620"/>
              </a:xfrm>
            </p:grpSpPr>
            <p:pic>
              <p:nvPicPr>
                <p:cNvPr id="113" name="Picture 571" descr="fridge2.png">
                  <a:extLst>
                    <a:ext uri="{FF2B5EF4-FFF2-40B4-BE49-F238E27FC236}">
                      <a16:creationId xmlns:a16="http://schemas.microsoft.com/office/drawing/2014/main" id="{29DD0F98-F93B-0145-A925-F4125ED490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96825" y="3355697"/>
                  <a:ext cx="189578" cy="3370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pic>
              <p:nvPicPr>
                <p:cNvPr id="114" name="Picture 1115" descr="antenna_stylized">
                  <a:extLst>
                    <a:ext uri="{FF2B5EF4-FFF2-40B4-BE49-F238E27FC236}">
                      <a16:creationId xmlns:a16="http://schemas.microsoft.com/office/drawing/2014/main" id="{C1A64F68-4D16-AE4F-AB60-09D2C0CF0E2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97061" y="3296104"/>
                  <a:ext cx="347997" cy="16755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95" name="Group 794">
              <a:extLst>
                <a:ext uri="{FF2B5EF4-FFF2-40B4-BE49-F238E27FC236}">
                  <a16:creationId xmlns:a16="http://schemas.microsoft.com/office/drawing/2014/main" id="{AF73DE4B-526E-9C4F-9242-9BC0D43F8CBA}"/>
                </a:ext>
              </a:extLst>
            </p:cNvPr>
            <p:cNvGrpSpPr/>
            <p:nvPr/>
          </p:nvGrpSpPr>
          <p:grpSpPr>
            <a:xfrm>
              <a:off x="11058573" y="3399165"/>
              <a:ext cx="518448" cy="1212242"/>
              <a:chOff x="11058573" y="3399165"/>
              <a:chExt cx="518448" cy="1212242"/>
            </a:xfrm>
          </p:grpSpPr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433FEDDB-405E-DB4E-815F-55EE9E62EF1A}"/>
                  </a:ext>
                </a:extLst>
              </p:cNvPr>
              <p:cNvGrpSpPr/>
              <p:nvPr/>
            </p:nvGrpSpPr>
            <p:grpSpPr>
              <a:xfrm>
                <a:off x="11087182" y="4159591"/>
                <a:ext cx="489839" cy="451816"/>
                <a:chOff x="5103720" y="2693365"/>
                <a:chExt cx="611650" cy="414788"/>
              </a:xfrm>
            </p:grpSpPr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1D164102-BE0D-AF40-9A7B-7F2B261B2C20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8" name="Group 377">
                  <a:extLst>
                    <a:ext uri="{FF2B5EF4-FFF2-40B4-BE49-F238E27FC236}">
                      <a16:creationId xmlns:a16="http://schemas.microsoft.com/office/drawing/2014/main" id="{9018E7EF-EB96-424D-962A-FEB80B43946F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79" name="Picture 378" descr="server_rack.png">
                    <a:extLst>
                      <a:ext uri="{FF2B5EF4-FFF2-40B4-BE49-F238E27FC236}">
                        <a16:creationId xmlns:a16="http://schemas.microsoft.com/office/drawing/2014/main" id="{C865CB27-BCE1-654B-9519-9B39D4CB58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0" name="Picture 379" descr="server_rack.png">
                    <a:extLst>
                      <a:ext uri="{FF2B5EF4-FFF2-40B4-BE49-F238E27FC236}">
                        <a16:creationId xmlns:a16="http://schemas.microsoft.com/office/drawing/2014/main" id="{41D005B5-0BAE-3E48-A2D4-576E4F7B94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81" name="Picture 380" descr="server_rack.png">
                    <a:extLst>
                      <a:ext uri="{FF2B5EF4-FFF2-40B4-BE49-F238E27FC236}">
                        <a16:creationId xmlns:a16="http://schemas.microsoft.com/office/drawing/2014/main" id="{89060F4D-6C40-724C-BD1E-F12A5CA65DE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710FDFDB-5658-6346-883B-53F72A0E1C90}"/>
                  </a:ext>
                </a:extLst>
              </p:cNvPr>
              <p:cNvGrpSpPr/>
              <p:nvPr/>
            </p:nvGrpSpPr>
            <p:grpSpPr>
              <a:xfrm>
                <a:off x="11058573" y="3399165"/>
                <a:ext cx="423724" cy="405973"/>
                <a:chOff x="5103720" y="2693365"/>
                <a:chExt cx="611650" cy="414788"/>
              </a:xfrm>
            </p:grpSpPr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21121473-8384-8944-A0B5-DD441780262C}"/>
                    </a:ext>
                  </a:extLst>
                </p:cNvPr>
                <p:cNvCxnSpPr/>
                <p:nvPr/>
              </p:nvCxnSpPr>
              <p:spPr>
                <a:xfrm>
                  <a:off x="5103720" y="2914214"/>
                  <a:ext cx="232559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95" name="Group 394">
                  <a:extLst>
                    <a:ext uri="{FF2B5EF4-FFF2-40B4-BE49-F238E27FC236}">
                      <a16:creationId xmlns:a16="http://schemas.microsoft.com/office/drawing/2014/main" id="{11366773-360A-0449-911A-80462659C660}"/>
                    </a:ext>
                  </a:extLst>
                </p:cNvPr>
                <p:cNvGrpSpPr/>
                <p:nvPr/>
              </p:nvGrpSpPr>
              <p:grpSpPr>
                <a:xfrm>
                  <a:off x="5275406" y="2693365"/>
                  <a:ext cx="439964" cy="414788"/>
                  <a:chOff x="5275406" y="2711455"/>
                  <a:chExt cx="452949" cy="405518"/>
                </a:xfrm>
              </p:grpSpPr>
              <p:pic>
                <p:nvPicPr>
                  <p:cNvPr id="396" name="Picture 395" descr="server_rack.png">
                    <a:extLst>
                      <a:ext uri="{FF2B5EF4-FFF2-40B4-BE49-F238E27FC236}">
                        <a16:creationId xmlns:a16="http://schemas.microsoft.com/office/drawing/2014/main" id="{361EFF3D-6A1F-2646-B975-1FACB4284FB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537367" y="2770786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7" name="Picture 396" descr="server_rack.png">
                    <a:extLst>
                      <a:ext uri="{FF2B5EF4-FFF2-40B4-BE49-F238E27FC236}">
                        <a16:creationId xmlns:a16="http://schemas.microsoft.com/office/drawing/2014/main" id="{E83F8942-DE11-A747-A5A4-EDFBB17BFC8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75406" y="2764002"/>
                    <a:ext cx="190988" cy="313366"/>
                  </a:xfrm>
                  <a:prstGeom prst="rect">
                    <a:avLst/>
                  </a:prstGeom>
                </p:spPr>
              </p:pic>
              <p:pic>
                <p:nvPicPr>
                  <p:cNvPr id="398" name="Picture 397" descr="server_rack.png">
                    <a:extLst>
                      <a:ext uri="{FF2B5EF4-FFF2-40B4-BE49-F238E27FC236}">
                        <a16:creationId xmlns:a16="http://schemas.microsoft.com/office/drawing/2014/main" id="{300ED1AC-F5EE-3C49-B963-42178C24340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385676" y="2711455"/>
                    <a:ext cx="247152" cy="405518"/>
                  </a:xfrm>
                  <a:prstGeom prst="rect">
                    <a:avLst/>
                  </a:prstGeom>
                </p:spPr>
              </p:pic>
            </p:grpSp>
          </p:grpSp>
        </p:grpSp>
        <p:grpSp>
          <p:nvGrpSpPr>
            <p:cNvPr id="796" name="Group 795">
              <a:extLst>
                <a:ext uri="{FF2B5EF4-FFF2-40B4-BE49-F238E27FC236}">
                  <a16:creationId xmlns:a16="http://schemas.microsoft.com/office/drawing/2014/main" id="{2287FB5D-0F91-9741-8D3A-0A38C2D4142B}"/>
                </a:ext>
              </a:extLst>
            </p:cNvPr>
            <p:cNvGrpSpPr/>
            <p:nvPr/>
          </p:nvGrpSpPr>
          <p:grpSpPr>
            <a:xfrm>
              <a:off x="7767607" y="4870841"/>
              <a:ext cx="2692126" cy="1260456"/>
              <a:chOff x="7767607" y="4870841"/>
              <a:chExt cx="2692126" cy="1260456"/>
            </a:xfrm>
          </p:grpSpPr>
          <p:grpSp>
            <p:nvGrpSpPr>
              <p:cNvPr id="71" name="Group 950">
                <a:extLst>
                  <a:ext uri="{FF2B5EF4-FFF2-40B4-BE49-F238E27FC236}">
                    <a16:creationId xmlns:a16="http://schemas.microsoft.com/office/drawing/2014/main" id="{2B0A745F-DA32-E140-AB36-BC5E1C4E2D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82541" y="5244631"/>
                <a:ext cx="177192" cy="330833"/>
                <a:chOff x="4140" y="429"/>
                <a:chExt cx="1425" cy="2396"/>
              </a:xfrm>
            </p:grpSpPr>
            <p:sp>
              <p:nvSpPr>
                <p:cNvPr id="207" name="Freeform 951">
                  <a:extLst>
                    <a:ext uri="{FF2B5EF4-FFF2-40B4-BE49-F238E27FC236}">
                      <a16:creationId xmlns:a16="http://schemas.microsoft.com/office/drawing/2014/main" id="{12CB3660-4D63-014F-8CC9-FDFB8140AB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08" name="Rectangle 952">
                  <a:extLst>
                    <a:ext uri="{FF2B5EF4-FFF2-40B4-BE49-F238E27FC236}">
                      <a16:creationId xmlns:a16="http://schemas.microsoft.com/office/drawing/2014/main" id="{EFE1382F-B768-3541-8BD1-06AB71BFA8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09" name="Freeform 953">
                  <a:extLst>
                    <a:ext uri="{FF2B5EF4-FFF2-40B4-BE49-F238E27FC236}">
                      <a16:creationId xmlns:a16="http://schemas.microsoft.com/office/drawing/2014/main" id="{FB363E8F-CA06-2449-A66C-B147358943F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0" name="Freeform 954">
                  <a:extLst>
                    <a:ext uri="{FF2B5EF4-FFF2-40B4-BE49-F238E27FC236}">
                      <a16:creationId xmlns:a16="http://schemas.microsoft.com/office/drawing/2014/main" id="{8A74E36A-A735-7440-A2B1-55846B516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11" name="Rectangle 955">
                  <a:extLst>
                    <a:ext uri="{FF2B5EF4-FFF2-40B4-BE49-F238E27FC236}">
                      <a16:creationId xmlns:a16="http://schemas.microsoft.com/office/drawing/2014/main" id="{FC433BF5-02C8-F540-AE86-53BF569600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2" name="Group 956">
                  <a:extLst>
                    <a:ext uri="{FF2B5EF4-FFF2-40B4-BE49-F238E27FC236}">
                      <a16:creationId xmlns:a16="http://schemas.microsoft.com/office/drawing/2014/main" id="{969A0B36-D994-A24C-8329-146363A51CA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37" name="AutoShape 957">
                    <a:extLst>
                      <a:ext uri="{FF2B5EF4-FFF2-40B4-BE49-F238E27FC236}">
                        <a16:creationId xmlns:a16="http://schemas.microsoft.com/office/drawing/2014/main" id="{75A7B329-681F-2B4A-8470-FC0231FE25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8" name="AutoShape 958">
                    <a:extLst>
                      <a:ext uri="{FF2B5EF4-FFF2-40B4-BE49-F238E27FC236}">
                        <a16:creationId xmlns:a16="http://schemas.microsoft.com/office/drawing/2014/main" id="{197CEF08-20F4-5741-AC2B-1EBB072FA54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3" name="Rectangle 959">
                  <a:extLst>
                    <a:ext uri="{FF2B5EF4-FFF2-40B4-BE49-F238E27FC236}">
                      <a16:creationId xmlns:a16="http://schemas.microsoft.com/office/drawing/2014/main" id="{775AA9F7-199B-ED4C-B422-5E1B766FB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4" name="Group 960">
                  <a:extLst>
                    <a:ext uri="{FF2B5EF4-FFF2-40B4-BE49-F238E27FC236}">
                      <a16:creationId xmlns:a16="http://schemas.microsoft.com/office/drawing/2014/main" id="{4EED0C22-3BA6-E24F-B528-BF018CB34F5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35" name="AutoShape 961">
                    <a:extLst>
                      <a:ext uri="{FF2B5EF4-FFF2-40B4-BE49-F238E27FC236}">
                        <a16:creationId xmlns:a16="http://schemas.microsoft.com/office/drawing/2014/main" id="{FE30D28F-02DD-D041-8551-45D9D2836E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6" name="AutoShape 962">
                    <a:extLst>
                      <a:ext uri="{FF2B5EF4-FFF2-40B4-BE49-F238E27FC236}">
                        <a16:creationId xmlns:a16="http://schemas.microsoft.com/office/drawing/2014/main" id="{92F33680-18D6-7C4A-88C2-46C4FA3D08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5" name="Rectangle 963">
                  <a:extLst>
                    <a:ext uri="{FF2B5EF4-FFF2-40B4-BE49-F238E27FC236}">
                      <a16:creationId xmlns:a16="http://schemas.microsoft.com/office/drawing/2014/main" id="{A0014856-A5F8-544F-98BE-B1D6878A67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16" name="Rectangle 964">
                  <a:extLst>
                    <a:ext uri="{FF2B5EF4-FFF2-40B4-BE49-F238E27FC236}">
                      <a16:creationId xmlns:a16="http://schemas.microsoft.com/office/drawing/2014/main" id="{0E6FC61A-EACA-7D4E-9AA7-C7690D093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217" name="Group 965">
                  <a:extLst>
                    <a:ext uri="{FF2B5EF4-FFF2-40B4-BE49-F238E27FC236}">
                      <a16:creationId xmlns:a16="http://schemas.microsoft.com/office/drawing/2014/main" id="{CF083CE2-2403-FD4E-8F7D-758E7F67FF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33" name="AutoShape 966">
                    <a:extLst>
                      <a:ext uri="{FF2B5EF4-FFF2-40B4-BE49-F238E27FC236}">
                        <a16:creationId xmlns:a16="http://schemas.microsoft.com/office/drawing/2014/main" id="{5ED8E2CD-DB59-0040-9493-378A5D7DF18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4" name="AutoShape 967">
                    <a:extLst>
                      <a:ext uri="{FF2B5EF4-FFF2-40B4-BE49-F238E27FC236}">
                        <a16:creationId xmlns:a16="http://schemas.microsoft.com/office/drawing/2014/main" id="{F249F021-1652-2041-9D37-82D9ADAF20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18" name="Freeform 968">
                  <a:extLst>
                    <a:ext uri="{FF2B5EF4-FFF2-40B4-BE49-F238E27FC236}">
                      <a16:creationId xmlns:a16="http://schemas.microsoft.com/office/drawing/2014/main" id="{2DA20985-B59E-DD4F-B452-9726DAD28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219" name="Group 969">
                  <a:extLst>
                    <a:ext uri="{FF2B5EF4-FFF2-40B4-BE49-F238E27FC236}">
                      <a16:creationId xmlns:a16="http://schemas.microsoft.com/office/drawing/2014/main" id="{68489279-23CF-FB42-9AE3-CAB3A000B96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31" name="AutoShape 970">
                    <a:extLst>
                      <a:ext uri="{FF2B5EF4-FFF2-40B4-BE49-F238E27FC236}">
                        <a16:creationId xmlns:a16="http://schemas.microsoft.com/office/drawing/2014/main" id="{12532EDD-6029-FD41-90A0-EB4B9A3B8C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32" name="AutoShape 971">
                    <a:extLst>
                      <a:ext uri="{FF2B5EF4-FFF2-40B4-BE49-F238E27FC236}">
                        <a16:creationId xmlns:a16="http://schemas.microsoft.com/office/drawing/2014/main" id="{2ADE9625-767F-5247-8211-3638BECC987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20" name="Rectangle 972">
                  <a:extLst>
                    <a:ext uri="{FF2B5EF4-FFF2-40B4-BE49-F238E27FC236}">
                      <a16:creationId xmlns:a16="http://schemas.microsoft.com/office/drawing/2014/main" id="{71E52DA0-9A54-7744-90B9-E438CBE00C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1" name="Freeform 973">
                  <a:extLst>
                    <a:ext uri="{FF2B5EF4-FFF2-40B4-BE49-F238E27FC236}">
                      <a16:creationId xmlns:a16="http://schemas.microsoft.com/office/drawing/2014/main" id="{D950FAED-4EC6-7B4B-AFA5-CA2701F74D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2" name="Freeform 974">
                  <a:extLst>
                    <a:ext uri="{FF2B5EF4-FFF2-40B4-BE49-F238E27FC236}">
                      <a16:creationId xmlns:a16="http://schemas.microsoft.com/office/drawing/2014/main" id="{55AF3FE0-BBE4-A74C-A9EF-B8F3AA7A0D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3" name="Oval 975">
                  <a:extLst>
                    <a:ext uri="{FF2B5EF4-FFF2-40B4-BE49-F238E27FC236}">
                      <a16:creationId xmlns:a16="http://schemas.microsoft.com/office/drawing/2014/main" id="{AC808981-49D6-D840-800C-F21BB91061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4" name="Freeform 976">
                  <a:extLst>
                    <a:ext uri="{FF2B5EF4-FFF2-40B4-BE49-F238E27FC236}">
                      <a16:creationId xmlns:a16="http://schemas.microsoft.com/office/drawing/2014/main" id="{EBD04B6D-F8F6-FE45-BBD9-3CFFE7B287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25" name="AutoShape 977">
                  <a:extLst>
                    <a:ext uri="{FF2B5EF4-FFF2-40B4-BE49-F238E27FC236}">
                      <a16:creationId xmlns:a16="http://schemas.microsoft.com/office/drawing/2014/main" id="{EB968B78-CEDA-2949-925F-D6EE71A8ED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6" name="AutoShape 978">
                  <a:extLst>
                    <a:ext uri="{FF2B5EF4-FFF2-40B4-BE49-F238E27FC236}">
                      <a16:creationId xmlns:a16="http://schemas.microsoft.com/office/drawing/2014/main" id="{6127245D-2639-C841-ABBD-0A2EB87194A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7" name="Oval 979">
                  <a:extLst>
                    <a:ext uri="{FF2B5EF4-FFF2-40B4-BE49-F238E27FC236}">
                      <a16:creationId xmlns:a16="http://schemas.microsoft.com/office/drawing/2014/main" id="{CBCE7727-73A7-814E-B244-E80EED405F6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8" name="Oval 980">
                  <a:extLst>
                    <a:ext uri="{FF2B5EF4-FFF2-40B4-BE49-F238E27FC236}">
                      <a16:creationId xmlns:a16="http://schemas.microsoft.com/office/drawing/2014/main" id="{7A66ECF6-DDAE-2842-92B5-EA8F14A12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29" name="Oval 981">
                  <a:extLst>
                    <a:ext uri="{FF2B5EF4-FFF2-40B4-BE49-F238E27FC236}">
                      <a16:creationId xmlns:a16="http://schemas.microsoft.com/office/drawing/2014/main" id="{5A97568E-F028-FD44-8E47-C92EC6C012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230" name="Rectangle 982">
                  <a:extLst>
                    <a:ext uri="{FF2B5EF4-FFF2-40B4-BE49-F238E27FC236}">
                      <a16:creationId xmlns:a16="http://schemas.microsoft.com/office/drawing/2014/main" id="{A834B858-68E5-0D45-8391-2A0A996FA3D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794" name="Group 793">
                <a:extLst>
                  <a:ext uri="{FF2B5EF4-FFF2-40B4-BE49-F238E27FC236}">
                    <a16:creationId xmlns:a16="http://schemas.microsoft.com/office/drawing/2014/main" id="{418A016B-3865-5C4A-BF54-A4D433F011BA}"/>
                  </a:ext>
                </a:extLst>
              </p:cNvPr>
              <p:cNvGrpSpPr/>
              <p:nvPr/>
            </p:nvGrpSpPr>
            <p:grpSpPr>
              <a:xfrm>
                <a:off x="7767607" y="4870841"/>
                <a:ext cx="2080029" cy="1260456"/>
                <a:chOff x="7767607" y="4870841"/>
                <a:chExt cx="2080029" cy="1260456"/>
              </a:xfrm>
            </p:grpSpPr>
            <p:grpSp>
              <p:nvGrpSpPr>
                <p:cNvPr id="44" name="Group 590">
                  <a:extLst>
                    <a:ext uri="{FF2B5EF4-FFF2-40B4-BE49-F238E27FC236}">
                      <a16:creationId xmlns:a16="http://schemas.microsoft.com/office/drawing/2014/main" id="{2648262B-E78D-1D4B-B3FD-3AE9CD5C32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74481" y="4870841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367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35FBE2DB-60A7-B340-A5BB-B3699CCC02BD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368" name="Freeform 592">
                    <a:extLst>
                      <a:ext uri="{FF2B5EF4-FFF2-40B4-BE49-F238E27FC236}">
                        <a16:creationId xmlns:a16="http://schemas.microsoft.com/office/drawing/2014/main" id="{0263E665-BF2A-2F4A-ADA8-20F44C3127A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90" name="Group 1064">
                  <a:extLst>
                    <a:ext uri="{FF2B5EF4-FFF2-40B4-BE49-F238E27FC236}">
                      <a16:creationId xmlns:a16="http://schemas.microsoft.com/office/drawing/2014/main" id="{1E483C21-97F2-6C41-9217-2187E09B541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195307" y="5823489"/>
                  <a:ext cx="310186" cy="307808"/>
                  <a:chOff x="877" y="1008"/>
                  <a:chExt cx="2747" cy="2591"/>
                </a:xfrm>
              </p:grpSpPr>
              <p:pic>
                <p:nvPicPr>
                  <p:cNvPr id="146" name="Picture 1065" descr="antenna_stylized">
                    <a:extLst>
                      <a:ext uri="{FF2B5EF4-FFF2-40B4-BE49-F238E27FC236}">
                        <a16:creationId xmlns:a16="http://schemas.microsoft.com/office/drawing/2014/main" id="{EC1E8FF9-A5AB-904A-91B8-DF493826053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147" name="Picture 1066" descr="laptop_keyboard">
                    <a:extLst>
                      <a:ext uri="{FF2B5EF4-FFF2-40B4-BE49-F238E27FC236}">
                        <a16:creationId xmlns:a16="http://schemas.microsoft.com/office/drawing/2014/main" id="{71E89937-428E-3447-B221-C34E0D71ACE5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48" name="Freeform 1067">
                    <a:extLst>
                      <a:ext uri="{FF2B5EF4-FFF2-40B4-BE49-F238E27FC236}">
                        <a16:creationId xmlns:a16="http://schemas.microsoft.com/office/drawing/2014/main" id="{43C21467-3265-FC4F-AF31-44A0281634B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149" name="Picture 1068" descr="screen">
                    <a:extLst>
                      <a:ext uri="{FF2B5EF4-FFF2-40B4-BE49-F238E27FC236}">
                        <a16:creationId xmlns:a16="http://schemas.microsoft.com/office/drawing/2014/main" id="{9868250A-D477-2944-B0F8-A7DE63DA469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150" name="Freeform 1069">
                    <a:extLst>
                      <a:ext uri="{FF2B5EF4-FFF2-40B4-BE49-F238E27FC236}">
                        <a16:creationId xmlns:a16="http://schemas.microsoft.com/office/drawing/2014/main" id="{A4015B9E-FE1F-594E-AFA2-A5277482EA6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1" name="Freeform 1070">
                    <a:extLst>
                      <a:ext uri="{FF2B5EF4-FFF2-40B4-BE49-F238E27FC236}">
                        <a16:creationId xmlns:a16="http://schemas.microsoft.com/office/drawing/2014/main" id="{1D5AA9CA-3334-2341-A3C4-E9837248869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2" name="Freeform 1071">
                    <a:extLst>
                      <a:ext uri="{FF2B5EF4-FFF2-40B4-BE49-F238E27FC236}">
                        <a16:creationId xmlns:a16="http://schemas.microsoft.com/office/drawing/2014/main" id="{408815EA-3342-2D4A-AB4D-6A6AD669E0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3" name="Freeform 1072">
                    <a:extLst>
                      <a:ext uri="{FF2B5EF4-FFF2-40B4-BE49-F238E27FC236}">
                        <a16:creationId xmlns:a16="http://schemas.microsoft.com/office/drawing/2014/main" id="{180DED07-429A-A242-A9E3-1BBEEAF42B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4" name="Freeform 1073">
                    <a:extLst>
                      <a:ext uri="{FF2B5EF4-FFF2-40B4-BE49-F238E27FC236}">
                        <a16:creationId xmlns:a16="http://schemas.microsoft.com/office/drawing/2014/main" id="{A86B5E1C-D4A7-804E-9345-DD2099CCFC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5" name="Freeform 1074">
                    <a:extLst>
                      <a:ext uri="{FF2B5EF4-FFF2-40B4-BE49-F238E27FC236}">
                        <a16:creationId xmlns:a16="http://schemas.microsoft.com/office/drawing/2014/main" id="{278E44FF-9118-764F-B154-D54B6D0889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156" name="Group 1075">
                    <a:extLst>
                      <a:ext uri="{FF2B5EF4-FFF2-40B4-BE49-F238E27FC236}">
                        <a16:creationId xmlns:a16="http://schemas.microsoft.com/office/drawing/2014/main" id="{B07A4D51-63EA-ED46-9283-3C066C8F805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163" name="Freeform 1076">
                      <a:extLst>
                        <a:ext uri="{FF2B5EF4-FFF2-40B4-BE49-F238E27FC236}">
                          <a16:creationId xmlns:a16="http://schemas.microsoft.com/office/drawing/2014/main" id="{362CE3DF-6498-9044-80D1-5B57C954BCF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64" name="Freeform 1077">
                      <a:extLst>
                        <a:ext uri="{FF2B5EF4-FFF2-40B4-BE49-F238E27FC236}">
                          <a16:creationId xmlns:a16="http://schemas.microsoft.com/office/drawing/2014/main" id="{232B6CC8-39FA-8E41-89F9-D454D1953B09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65" name="Freeform 1078">
                      <a:extLst>
                        <a:ext uri="{FF2B5EF4-FFF2-40B4-BE49-F238E27FC236}">
                          <a16:creationId xmlns:a16="http://schemas.microsoft.com/office/drawing/2014/main" id="{14BE6CD7-1B00-AE45-A0A2-B46139077D1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66" name="Freeform 1079">
                      <a:extLst>
                        <a:ext uri="{FF2B5EF4-FFF2-40B4-BE49-F238E27FC236}">
                          <a16:creationId xmlns:a16="http://schemas.microsoft.com/office/drawing/2014/main" id="{17D2993A-DA09-154C-81CE-F00D6DF0DB0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67" name="Freeform 1080">
                      <a:extLst>
                        <a:ext uri="{FF2B5EF4-FFF2-40B4-BE49-F238E27FC236}">
                          <a16:creationId xmlns:a16="http://schemas.microsoft.com/office/drawing/2014/main" id="{AD580132-3A72-CF47-B834-B58CA201F7F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168" name="Freeform 1081">
                      <a:extLst>
                        <a:ext uri="{FF2B5EF4-FFF2-40B4-BE49-F238E27FC236}">
                          <a16:creationId xmlns:a16="http://schemas.microsoft.com/office/drawing/2014/main" id="{E900C928-6E45-6449-A6C9-3DBE801B01A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157" name="Freeform 1082">
                    <a:extLst>
                      <a:ext uri="{FF2B5EF4-FFF2-40B4-BE49-F238E27FC236}">
                        <a16:creationId xmlns:a16="http://schemas.microsoft.com/office/drawing/2014/main" id="{1ECD1A08-63F7-2B4E-84E4-3FA628039E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8" name="Freeform 1083">
                    <a:extLst>
                      <a:ext uri="{FF2B5EF4-FFF2-40B4-BE49-F238E27FC236}">
                        <a16:creationId xmlns:a16="http://schemas.microsoft.com/office/drawing/2014/main" id="{E0CE0778-AA7C-994B-8AC5-676F1A82543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59" name="Freeform 1084">
                    <a:extLst>
                      <a:ext uri="{FF2B5EF4-FFF2-40B4-BE49-F238E27FC236}">
                        <a16:creationId xmlns:a16="http://schemas.microsoft.com/office/drawing/2014/main" id="{D2A296F6-56E0-0141-8E63-F209F1106F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0" name="Freeform 1085">
                    <a:extLst>
                      <a:ext uri="{FF2B5EF4-FFF2-40B4-BE49-F238E27FC236}">
                        <a16:creationId xmlns:a16="http://schemas.microsoft.com/office/drawing/2014/main" id="{06824F88-EE84-D347-A023-F053DA4B2B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1" name="Freeform 1086">
                    <a:extLst>
                      <a:ext uri="{FF2B5EF4-FFF2-40B4-BE49-F238E27FC236}">
                        <a16:creationId xmlns:a16="http://schemas.microsoft.com/office/drawing/2014/main" id="{36F4BB90-D696-0945-AC5D-7CBFD97A96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162" name="Freeform 1087">
                    <a:extLst>
                      <a:ext uri="{FF2B5EF4-FFF2-40B4-BE49-F238E27FC236}">
                        <a16:creationId xmlns:a16="http://schemas.microsoft.com/office/drawing/2014/main" id="{9FC45AEE-F94E-2C41-BB56-2055DE618B2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487" name="Group 590">
                  <a:extLst>
                    <a:ext uri="{FF2B5EF4-FFF2-40B4-BE49-F238E27FC236}">
                      <a16:creationId xmlns:a16="http://schemas.microsoft.com/office/drawing/2014/main" id="{B2AAF0C3-BD73-634D-B492-B7CCF9735E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67607" y="525174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88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1B000E5D-AA79-9741-93EF-69776E79DCF7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89" name="Freeform 592">
                    <a:extLst>
                      <a:ext uri="{FF2B5EF4-FFF2-40B4-BE49-F238E27FC236}">
                        <a16:creationId xmlns:a16="http://schemas.microsoft.com/office/drawing/2014/main" id="{E285DBFE-A1C0-DE49-94FA-3F8D49F9AA4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490" name="Group 590">
                  <a:extLst>
                    <a:ext uri="{FF2B5EF4-FFF2-40B4-BE49-F238E27FC236}">
                      <a16:creationId xmlns:a16="http://schemas.microsoft.com/office/drawing/2014/main" id="{A66A00B8-C906-204A-9EA8-BF8007089A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147535" y="5475337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1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D26BE9F-5A6F-194D-95F5-9A26085A8BC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2" name="Freeform 592">
                    <a:extLst>
                      <a:ext uri="{FF2B5EF4-FFF2-40B4-BE49-F238E27FC236}">
                        <a16:creationId xmlns:a16="http://schemas.microsoft.com/office/drawing/2014/main" id="{F940FA7C-0178-FC42-989D-133C7D3EF04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493" name="Group 590">
                  <a:extLst>
                    <a:ext uri="{FF2B5EF4-FFF2-40B4-BE49-F238E27FC236}">
                      <a16:creationId xmlns:a16="http://schemas.microsoft.com/office/drawing/2014/main" id="{AADF67FB-3BE7-EF42-B8A5-B005B50693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545760" y="5496810"/>
                  <a:ext cx="345630" cy="320302"/>
                  <a:chOff x="2839" y="3501"/>
                  <a:chExt cx="755" cy="803"/>
                </a:xfrm>
              </p:grpSpPr>
              <p:pic>
                <p:nvPicPr>
                  <p:cNvPr id="494" name="Picture 591" descr="desktop_computer_stylized_medium">
                    <a:extLst>
                      <a:ext uri="{FF2B5EF4-FFF2-40B4-BE49-F238E27FC236}">
                        <a16:creationId xmlns:a16="http://schemas.microsoft.com/office/drawing/2014/main" id="{0BBC0FBB-DA3F-874A-8EBE-B51C772E068F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5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839" y="3501"/>
                    <a:ext cx="755" cy="8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5" name="Freeform 592">
                    <a:extLst>
                      <a:ext uri="{FF2B5EF4-FFF2-40B4-BE49-F238E27FC236}">
                        <a16:creationId xmlns:a16="http://schemas.microsoft.com/office/drawing/2014/main" id="{A9932DBD-03D1-3E48-AE83-712DE720FE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916" y="3578"/>
                    <a:ext cx="356" cy="368"/>
                  </a:xfrm>
                  <a:custGeom>
                    <a:avLst/>
                    <a:gdLst>
                      <a:gd name="T0" fmla="*/ 0 w 356"/>
                      <a:gd name="T1" fmla="*/ 0 h 368"/>
                      <a:gd name="T2" fmla="*/ 300 w 356"/>
                      <a:gd name="T3" fmla="*/ 14 h 368"/>
                      <a:gd name="T4" fmla="*/ 356 w 356"/>
                      <a:gd name="T5" fmla="*/ 294 h 368"/>
                      <a:gd name="T6" fmla="*/ 78 w 356"/>
                      <a:gd name="T7" fmla="*/ 368 h 368"/>
                      <a:gd name="T8" fmla="*/ 0 w 356"/>
                      <a:gd name="T9" fmla="*/ 0 h 36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6"/>
                      <a:gd name="T16" fmla="*/ 0 h 368"/>
                      <a:gd name="T17" fmla="*/ 356 w 356"/>
                      <a:gd name="T18" fmla="*/ 368 h 36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6" h="368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chemeClr val="bg1"/>
                      </a:gs>
                    </a:gsLst>
                    <a:lin ang="27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flat" cmpd="sng">
                        <a:solidFill>
                          <a:srgbClr val="000000"/>
                        </a:solidFill>
                        <a:prstDash val="solid"/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/>
                  <a:lstStyle/>
                  <a:p>
                    <a:endParaRPr lang="en-US" dirty="0"/>
                  </a:p>
                </p:txBody>
              </p:sp>
            </p:grpSp>
            <p:grpSp>
              <p:nvGrpSpPr>
                <p:cNvPr id="496" name="Group 1064">
                  <a:extLst>
                    <a:ext uri="{FF2B5EF4-FFF2-40B4-BE49-F238E27FC236}">
                      <a16:creationId xmlns:a16="http://schemas.microsoft.com/office/drawing/2014/main" id="{FC2552CF-9AC0-3243-8999-6808B911C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528372" y="5765818"/>
                  <a:ext cx="319264" cy="253379"/>
                  <a:chOff x="877" y="1008"/>
                  <a:chExt cx="2747" cy="2591"/>
                </a:xfrm>
              </p:grpSpPr>
              <p:pic>
                <p:nvPicPr>
                  <p:cNvPr id="497" name="Picture 1065" descr="antenna_stylized">
                    <a:extLst>
                      <a:ext uri="{FF2B5EF4-FFF2-40B4-BE49-F238E27FC236}">
                        <a16:creationId xmlns:a16="http://schemas.microsoft.com/office/drawing/2014/main" id="{87938519-94DB-D545-A29A-7EDE5E412B2B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7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77" y="1008"/>
                    <a:ext cx="2725" cy="1421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pic>
                <p:nvPicPr>
                  <p:cNvPr id="498" name="Picture 1066" descr="laptop_keyboard">
                    <a:extLst>
                      <a:ext uri="{FF2B5EF4-FFF2-40B4-BE49-F238E27FC236}">
                        <a16:creationId xmlns:a16="http://schemas.microsoft.com/office/drawing/2014/main" id="{2D71707C-83CA-1C4B-8508-67E56E2ADD0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 rot="109064" flipH="1">
                    <a:off x="1009" y="2586"/>
                    <a:ext cx="2245" cy="101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499" name="Freeform 1067">
                    <a:extLst>
                      <a:ext uri="{FF2B5EF4-FFF2-40B4-BE49-F238E27FC236}">
                        <a16:creationId xmlns:a16="http://schemas.microsoft.com/office/drawing/2014/main" id="{73F0FEB4-8393-CC4E-8318-ED16B301B6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3" y="1603"/>
                    <a:ext cx="1807" cy="1322"/>
                  </a:xfrm>
                  <a:custGeom>
                    <a:avLst/>
                    <a:gdLst>
                      <a:gd name="T0" fmla="*/ 1 w 2982"/>
                      <a:gd name="T1" fmla="*/ 0 h 2442"/>
                      <a:gd name="T2" fmla="*/ 0 w 2982"/>
                      <a:gd name="T3" fmla="*/ 1 h 2442"/>
                      <a:gd name="T4" fmla="*/ 2 w 2982"/>
                      <a:gd name="T5" fmla="*/ 1 h 2442"/>
                      <a:gd name="T6" fmla="*/ 2 w 2982"/>
                      <a:gd name="T7" fmla="*/ 1 h 2442"/>
                      <a:gd name="T8" fmla="*/ 1 w 2982"/>
                      <a:gd name="T9" fmla="*/ 0 h 24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82"/>
                      <a:gd name="T16" fmla="*/ 0 h 2442"/>
                      <a:gd name="T17" fmla="*/ 2982 w 2982"/>
                      <a:gd name="T18" fmla="*/ 2442 h 24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82" h="2442">
                        <a:moveTo>
                          <a:pt x="540" y="0"/>
                        </a:moveTo>
                        <a:lnTo>
                          <a:pt x="0" y="1734"/>
                        </a:lnTo>
                        <a:lnTo>
                          <a:pt x="2394" y="2442"/>
                        </a:lnTo>
                        <a:lnTo>
                          <a:pt x="2982" y="318"/>
                        </a:lnTo>
                        <a:lnTo>
                          <a:pt x="540" y="0"/>
                        </a:lnTo>
                        <a:close/>
                      </a:path>
                    </a:pathLst>
                  </a:cu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pic>
                <p:nvPicPr>
                  <p:cNvPr id="500" name="Picture 1068" descr="screen">
                    <a:extLst>
                      <a:ext uri="{FF2B5EF4-FFF2-40B4-BE49-F238E27FC236}">
                        <a16:creationId xmlns:a16="http://schemas.microsoft.com/office/drawing/2014/main" id="{7FE7C88C-9EAD-8349-A46B-E909AEA6578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1842" y="1637"/>
                    <a:ext cx="1642" cy="120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</p:pic>
              <p:sp>
                <p:nvSpPr>
                  <p:cNvPr id="501" name="Freeform 1069">
                    <a:extLst>
                      <a:ext uri="{FF2B5EF4-FFF2-40B4-BE49-F238E27FC236}">
                        <a16:creationId xmlns:a16="http://schemas.microsoft.com/office/drawing/2014/main" id="{0DBCF6AD-8352-3C40-B68E-0383519D20A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082" y="1564"/>
                    <a:ext cx="1531" cy="246"/>
                  </a:xfrm>
                  <a:custGeom>
                    <a:avLst/>
                    <a:gdLst>
                      <a:gd name="T0" fmla="*/ 1 w 2528"/>
                      <a:gd name="T1" fmla="*/ 0 h 455"/>
                      <a:gd name="T2" fmla="*/ 2 w 2528"/>
                      <a:gd name="T3" fmla="*/ 1 h 455"/>
                      <a:gd name="T4" fmla="*/ 2 w 2528"/>
                      <a:gd name="T5" fmla="*/ 1 h 455"/>
                      <a:gd name="T6" fmla="*/ 0 w 2528"/>
                      <a:gd name="T7" fmla="*/ 1 h 455"/>
                      <a:gd name="T8" fmla="*/ 1 w 2528"/>
                      <a:gd name="T9" fmla="*/ 0 h 455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528"/>
                      <a:gd name="T16" fmla="*/ 0 h 455"/>
                      <a:gd name="T17" fmla="*/ 2528 w 2528"/>
                      <a:gd name="T18" fmla="*/ 455 h 455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528" h="455">
                        <a:moveTo>
                          <a:pt x="14" y="0"/>
                        </a:moveTo>
                        <a:lnTo>
                          <a:pt x="2528" y="341"/>
                        </a:lnTo>
                        <a:lnTo>
                          <a:pt x="2480" y="455"/>
                        </a:lnTo>
                        <a:lnTo>
                          <a:pt x="0" y="86"/>
                        </a:lnTo>
                        <a:lnTo>
                          <a:pt x="14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EAEAEA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02" name="Freeform 1070">
                    <a:extLst>
                      <a:ext uri="{FF2B5EF4-FFF2-40B4-BE49-F238E27FC236}">
                        <a16:creationId xmlns:a16="http://schemas.microsoft.com/office/drawing/2014/main" id="{3C23673E-599F-5241-B844-C8F96A051D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7" y="1562"/>
                    <a:ext cx="425" cy="1024"/>
                  </a:xfrm>
                  <a:custGeom>
                    <a:avLst/>
                    <a:gdLst>
                      <a:gd name="T0" fmla="*/ 1 w 702"/>
                      <a:gd name="T1" fmla="*/ 0 h 1893"/>
                      <a:gd name="T2" fmla="*/ 0 w 702"/>
                      <a:gd name="T3" fmla="*/ 1 h 1893"/>
                      <a:gd name="T4" fmla="*/ 1 w 702"/>
                      <a:gd name="T5" fmla="*/ 1 h 1893"/>
                      <a:gd name="T6" fmla="*/ 1 w 702"/>
                      <a:gd name="T7" fmla="*/ 1 h 1893"/>
                      <a:gd name="T8" fmla="*/ 1 w 702"/>
                      <a:gd name="T9" fmla="*/ 0 h 1893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02"/>
                      <a:gd name="T16" fmla="*/ 0 h 1893"/>
                      <a:gd name="T17" fmla="*/ 702 w 702"/>
                      <a:gd name="T18" fmla="*/ 1893 h 1893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02" h="1893">
                        <a:moveTo>
                          <a:pt x="579" y="0"/>
                        </a:moveTo>
                        <a:lnTo>
                          <a:pt x="0" y="1869"/>
                        </a:lnTo>
                        <a:lnTo>
                          <a:pt x="114" y="1893"/>
                        </a:lnTo>
                        <a:lnTo>
                          <a:pt x="702" y="51"/>
                        </a:lnTo>
                        <a:lnTo>
                          <a:pt x="579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03" name="Freeform 1071">
                    <a:extLst>
                      <a:ext uri="{FF2B5EF4-FFF2-40B4-BE49-F238E27FC236}">
                        <a16:creationId xmlns:a16="http://schemas.microsoft.com/office/drawing/2014/main" id="{4D502A0C-8868-2C4E-B6B7-F46718640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44" y="1745"/>
                    <a:ext cx="458" cy="1182"/>
                  </a:xfrm>
                  <a:custGeom>
                    <a:avLst/>
                    <a:gdLst>
                      <a:gd name="T0" fmla="*/ 1 w 756"/>
                      <a:gd name="T1" fmla="*/ 0 h 2184"/>
                      <a:gd name="T2" fmla="*/ 1 w 756"/>
                      <a:gd name="T3" fmla="*/ 1 h 2184"/>
                      <a:gd name="T4" fmla="*/ 0 w 756"/>
                      <a:gd name="T5" fmla="*/ 1 h 2184"/>
                      <a:gd name="T6" fmla="*/ 1 w 756"/>
                      <a:gd name="T7" fmla="*/ 1 h 2184"/>
                      <a:gd name="T8" fmla="*/ 1 w 756"/>
                      <a:gd name="T9" fmla="*/ 0 h 2184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756"/>
                      <a:gd name="T16" fmla="*/ 0 h 2184"/>
                      <a:gd name="T17" fmla="*/ 756 w 756"/>
                      <a:gd name="T18" fmla="*/ 2184 h 2184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756" h="2184">
                        <a:moveTo>
                          <a:pt x="756" y="0"/>
                        </a:moveTo>
                        <a:lnTo>
                          <a:pt x="138" y="2184"/>
                        </a:lnTo>
                        <a:lnTo>
                          <a:pt x="0" y="2148"/>
                        </a:lnTo>
                        <a:lnTo>
                          <a:pt x="606" y="78"/>
                        </a:lnTo>
                        <a:lnTo>
                          <a:pt x="756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chemeClr val="bg1"/>
                      </a:gs>
                    </a:gsLst>
                    <a:lin ang="540000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04" name="Freeform 1072">
                    <a:extLst>
                      <a:ext uri="{FF2B5EF4-FFF2-40B4-BE49-F238E27FC236}">
                        <a16:creationId xmlns:a16="http://schemas.microsoft.com/office/drawing/2014/main" id="{154DEECF-C451-B140-A650-9DB9DCC417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2" y="2534"/>
                    <a:ext cx="1680" cy="399"/>
                  </a:xfrm>
                  <a:custGeom>
                    <a:avLst/>
                    <a:gdLst>
                      <a:gd name="T0" fmla="*/ 1 w 2773"/>
                      <a:gd name="T1" fmla="*/ 0 h 738"/>
                      <a:gd name="T2" fmla="*/ 0 w 2773"/>
                      <a:gd name="T3" fmla="*/ 1 h 738"/>
                      <a:gd name="T4" fmla="*/ 2 w 2773"/>
                      <a:gd name="T5" fmla="*/ 1 h 738"/>
                      <a:gd name="T6" fmla="*/ 2 w 2773"/>
                      <a:gd name="T7" fmla="*/ 1 h 738"/>
                      <a:gd name="T8" fmla="*/ 1 w 2773"/>
                      <a:gd name="T9" fmla="*/ 0 h 73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773"/>
                      <a:gd name="T16" fmla="*/ 0 h 738"/>
                      <a:gd name="T17" fmla="*/ 2773 w 2773"/>
                      <a:gd name="T18" fmla="*/ 738 h 73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773" h="738">
                        <a:moveTo>
                          <a:pt x="33" y="0"/>
                        </a:moveTo>
                        <a:lnTo>
                          <a:pt x="0" y="99"/>
                        </a:lnTo>
                        <a:lnTo>
                          <a:pt x="2436" y="738"/>
                        </a:lnTo>
                        <a:cubicBezTo>
                          <a:pt x="2499" y="501"/>
                          <a:pt x="2773" y="727"/>
                          <a:pt x="2373" y="603"/>
                        </a:cubicBezTo>
                        <a:lnTo>
                          <a:pt x="3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CC"/>
                      </a:gs>
                      <a:gs pos="100000">
                        <a:schemeClr val="bg1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05" name="Freeform 1073">
                    <a:extLst>
                      <a:ext uri="{FF2B5EF4-FFF2-40B4-BE49-F238E27FC236}">
                        <a16:creationId xmlns:a16="http://schemas.microsoft.com/office/drawing/2014/main" id="{61C09639-BDA6-1848-86B4-033F9F9979D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195" y="1755"/>
                    <a:ext cx="429" cy="1187"/>
                  </a:xfrm>
                  <a:custGeom>
                    <a:avLst/>
                    <a:gdLst>
                      <a:gd name="T0" fmla="*/ 2 w 637"/>
                      <a:gd name="T1" fmla="*/ 0 h 1659"/>
                      <a:gd name="T2" fmla="*/ 2 w 637"/>
                      <a:gd name="T3" fmla="*/ 0 h 1659"/>
                      <a:gd name="T4" fmla="*/ 1 w 637"/>
                      <a:gd name="T5" fmla="*/ 15 h 1659"/>
                      <a:gd name="T6" fmla="*/ 0 w 637"/>
                      <a:gd name="T7" fmla="*/ 15 h 1659"/>
                      <a:gd name="T8" fmla="*/ 2 w 637"/>
                      <a:gd name="T9" fmla="*/ 0 h 1659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637"/>
                      <a:gd name="T16" fmla="*/ 0 h 1659"/>
                      <a:gd name="T17" fmla="*/ 637 w 637"/>
                      <a:gd name="T18" fmla="*/ 1659 h 1659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637" h="1659">
                        <a:moveTo>
                          <a:pt x="615" y="0"/>
                        </a:moveTo>
                        <a:lnTo>
                          <a:pt x="637" y="0"/>
                        </a:lnTo>
                        <a:lnTo>
                          <a:pt x="68" y="1659"/>
                        </a:lnTo>
                        <a:lnTo>
                          <a:pt x="0" y="1647"/>
                        </a:lnTo>
                        <a:lnTo>
                          <a:pt x="615" y="0"/>
                        </a:lnTo>
                        <a:close/>
                      </a:path>
                    </a:pathLst>
                  </a:custGeom>
                  <a:solidFill>
                    <a:srgbClr val="4D4D4D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06" name="Freeform 1074">
                    <a:extLst>
                      <a:ext uri="{FF2B5EF4-FFF2-40B4-BE49-F238E27FC236}">
                        <a16:creationId xmlns:a16="http://schemas.microsoft.com/office/drawing/2014/main" id="{BBF9A35C-4B4A-604C-BCA3-20BC6C3D2D8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4" y="2587"/>
                    <a:ext cx="1494" cy="394"/>
                  </a:xfrm>
                  <a:custGeom>
                    <a:avLst/>
                    <a:gdLst>
                      <a:gd name="T0" fmla="*/ 0 w 2216"/>
                      <a:gd name="T1" fmla="*/ 0 h 550"/>
                      <a:gd name="T2" fmla="*/ 1 w 2216"/>
                      <a:gd name="T3" fmla="*/ 1 h 550"/>
                      <a:gd name="T4" fmla="*/ 9 w 2216"/>
                      <a:gd name="T5" fmla="*/ 5 h 550"/>
                      <a:gd name="T6" fmla="*/ 9 w 2216"/>
                      <a:gd name="T7" fmla="*/ 4 h 550"/>
                      <a:gd name="T8" fmla="*/ 0 w 2216"/>
                      <a:gd name="T9" fmla="*/ 0 h 55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216"/>
                      <a:gd name="T16" fmla="*/ 0 h 550"/>
                      <a:gd name="T17" fmla="*/ 2216 w 2216"/>
                      <a:gd name="T18" fmla="*/ 550 h 55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216" h="550">
                        <a:moveTo>
                          <a:pt x="0" y="0"/>
                        </a:moveTo>
                        <a:lnTo>
                          <a:pt x="9" y="57"/>
                        </a:lnTo>
                        <a:lnTo>
                          <a:pt x="2164" y="550"/>
                        </a:lnTo>
                        <a:lnTo>
                          <a:pt x="2216" y="496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00009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grpSp>
                <p:nvGrpSpPr>
                  <p:cNvPr id="507" name="Group 1075">
                    <a:extLst>
                      <a:ext uri="{FF2B5EF4-FFF2-40B4-BE49-F238E27FC236}">
                        <a16:creationId xmlns:a16="http://schemas.microsoft.com/office/drawing/2014/main" id="{C228B10E-0BB1-8D40-9DB1-545E285C760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1709" y="3008"/>
                    <a:ext cx="507" cy="234"/>
                    <a:chOff x="1740" y="2642"/>
                    <a:chExt cx="752" cy="327"/>
                  </a:xfrm>
                </p:grpSpPr>
                <p:sp>
                  <p:nvSpPr>
                    <p:cNvPr id="514" name="Freeform 1076">
                      <a:extLst>
                        <a:ext uri="{FF2B5EF4-FFF2-40B4-BE49-F238E27FC236}">
                          <a16:creationId xmlns:a16="http://schemas.microsoft.com/office/drawing/2014/main" id="{DBE93115-3362-AE4D-A30A-337520C7391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40" y="2642"/>
                      <a:ext cx="752" cy="327"/>
                    </a:xfrm>
                    <a:custGeom>
                      <a:avLst/>
                      <a:gdLst>
                        <a:gd name="T0" fmla="*/ 293 w 752"/>
                        <a:gd name="T1" fmla="*/ 0 h 327"/>
                        <a:gd name="T2" fmla="*/ 752 w 752"/>
                        <a:gd name="T3" fmla="*/ 124 h 327"/>
                        <a:gd name="T4" fmla="*/ 470 w 752"/>
                        <a:gd name="T5" fmla="*/ 327 h 327"/>
                        <a:gd name="T6" fmla="*/ 0 w 752"/>
                        <a:gd name="T7" fmla="*/ 183 h 327"/>
                        <a:gd name="T8" fmla="*/ 293 w 752"/>
                        <a:gd name="T9" fmla="*/ 0 h 327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52"/>
                        <a:gd name="T16" fmla="*/ 0 h 327"/>
                        <a:gd name="T17" fmla="*/ 752 w 752"/>
                        <a:gd name="T18" fmla="*/ 327 h 327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52" h="327">
                          <a:moveTo>
                            <a:pt x="293" y="0"/>
                          </a:moveTo>
                          <a:lnTo>
                            <a:pt x="752" y="124"/>
                          </a:lnTo>
                          <a:lnTo>
                            <a:pt x="470" y="327"/>
                          </a:lnTo>
                          <a:lnTo>
                            <a:pt x="0" y="183"/>
                          </a:lnTo>
                          <a:lnTo>
                            <a:pt x="293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15" name="Freeform 1077">
                      <a:extLst>
                        <a:ext uri="{FF2B5EF4-FFF2-40B4-BE49-F238E27FC236}">
                          <a16:creationId xmlns:a16="http://schemas.microsoft.com/office/drawing/2014/main" id="{E980EACA-94CF-194A-AC7A-1415DBB4CAF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54" y="2649"/>
                      <a:ext cx="726" cy="311"/>
                    </a:xfrm>
                    <a:custGeom>
                      <a:avLst/>
                      <a:gdLst>
                        <a:gd name="T0" fmla="*/ 282 w 726"/>
                        <a:gd name="T1" fmla="*/ 0 h 311"/>
                        <a:gd name="T2" fmla="*/ 726 w 726"/>
                        <a:gd name="T3" fmla="*/ 119 h 311"/>
                        <a:gd name="T4" fmla="*/ 457 w 726"/>
                        <a:gd name="T5" fmla="*/ 311 h 311"/>
                        <a:gd name="T6" fmla="*/ 0 w 726"/>
                        <a:gd name="T7" fmla="*/ 173 h 311"/>
                        <a:gd name="T8" fmla="*/ 282 w 726"/>
                        <a:gd name="T9" fmla="*/ 0 h 311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726"/>
                        <a:gd name="T16" fmla="*/ 0 h 311"/>
                        <a:gd name="T17" fmla="*/ 726 w 726"/>
                        <a:gd name="T18" fmla="*/ 311 h 311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726" h="311">
                          <a:moveTo>
                            <a:pt x="282" y="0"/>
                          </a:moveTo>
                          <a:lnTo>
                            <a:pt x="726" y="119"/>
                          </a:lnTo>
                          <a:lnTo>
                            <a:pt x="457" y="311"/>
                          </a:lnTo>
                          <a:lnTo>
                            <a:pt x="0" y="173"/>
                          </a:lnTo>
                          <a:lnTo>
                            <a:pt x="282" y="0"/>
                          </a:lnTo>
                          <a:close/>
                        </a:path>
                      </a:pathLst>
                    </a:custGeom>
                    <a:gradFill rotWithShape="1">
                      <a:gsLst>
                        <a:gs pos="0">
                          <a:srgbClr val="4D4D4D"/>
                        </a:gs>
                        <a:gs pos="100000">
                          <a:srgbClr val="DDDDDD"/>
                        </a:gs>
                      </a:gsLst>
                      <a:lin ang="1890000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16" name="Freeform 1078">
                      <a:extLst>
                        <a:ext uri="{FF2B5EF4-FFF2-40B4-BE49-F238E27FC236}">
                          <a16:creationId xmlns:a16="http://schemas.microsoft.com/office/drawing/2014/main" id="{67C8CECC-A4D3-D543-A1C2-92A3DDD6045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08" y="2770"/>
                      <a:ext cx="258" cy="100"/>
                    </a:xfrm>
                    <a:custGeom>
                      <a:avLst/>
                      <a:gdLst>
                        <a:gd name="T0" fmla="*/ 0 w 258"/>
                        <a:gd name="T1" fmla="*/ 44 h 100"/>
                        <a:gd name="T2" fmla="*/ 75 w 258"/>
                        <a:gd name="T3" fmla="*/ 0 h 100"/>
                        <a:gd name="T4" fmla="*/ 258 w 258"/>
                        <a:gd name="T5" fmla="*/ 50 h 100"/>
                        <a:gd name="T6" fmla="*/ 183 w 258"/>
                        <a:gd name="T7" fmla="*/ 100 h 100"/>
                        <a:gd name="T8" fmla="*/ 0 w 258"/>
                        <a:gd name="T9" fmla="*/ 44 h 100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0"/>
                        <a:gd name="T17" fmla="*/ 258 w 258"/>
                        <a:gd name="T18" fmla="*/ 100 h 100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0">
                          <a:moveTo>
                            <a:pt x="0" y="44"/>
                          </a:moveTo>
                          <a:lnTo>
                            <a:pt x="75" y="0"/>
                          </a:lnTo>
                          <a:lnTo>
                            <a:pt x="258" y="50"/>
                          </a:lnTo>
                          <a:lnTo>
                            <a:pt x="183" y="100"/>
                          </a:lnTo>
                          <a:lnTo>
                            <a:pt x="0" y="44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17" name="Freeform 1079">
                      <a:extLst>
                        <a:ext uri="{FF2B5EF4-FFF2-40B4-BE49-F238E27FC236}">
                          <a16:creationId xmlns:a16="http://schemas.microsoft.com/office/drawing/2014/main" id="{DF7F90DA-E9FF-E64E-979A-F2C4CF6F27EF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799" y="2816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18" name="Freeform 1080">
                      <a:extLst>
                        <a:ext uri="{FF2B5EF4-FFF2-40B4-BE49-F238E27FC236}">
                          <a16:creationId xmlns:a16="http://schemas.microsoft.com/office/drawing/2014/main" id="{1FB7CFF5-5312-6B45-B1C9-1E8019D9AB7E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20" y="2834"/>
                      <a:ext cx="258" cy="102"/>
                    </a:xfrm>
                    <a:custGeom>
                      <a:avLst/>
                      <a:gdLst>
                        <a:gd name="T0" fmla="*/ 0 w 258"/>
                        <a:gd name="T1" fmla="*/ 46 h 102"/>
                        <a:gd name="T2" fmla="*/ 71 w 258"/>
                        <a:gd name="T3" fmla="*/ 0 h 102"/>
                        <a:gd name="T4" fmla="*/ 258 w 258"/>
                        <a:gd name="T5" fmla="*/ 52 h 102"/>
                        <a:gd name="T6" fmla="*/ 183 w 258"/>
                        <a:gd name="T7" fmla="*/ 102 h 102"/>
                        <a:gd name="T8" fmla="*/ 0 w 258"/>
                        <a:gd name="T9" fmla="*/ 46 h 102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258"/>
                        <a:gd name="T16" fmla="*/ 0 h 102"/>
                        <a:gd name="T17" fmla="*/ 258 w 258"/>
                        <a:gd name="T18" fmla="*/ 102 h 102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258" h="102">
                          <a:moveTo>
                            <a:pt x="0" y="46"/>
                          </a:moveTo>
                          <a:lnTo>
                            <a:pt x="71" y="0"/>
                          </a:lnTo>
                          <a:lnTo>
                            <a:pt x="258" y="52"/>
                          </a:lnTo>
                          <a:lnTo>
                            <a:pt x="183" y="102"/>
                          </a:lnTo>
                          <a:lnTo>
                            <a:pt x="0" y="46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  <p:sp>
                  <p:nvSpPr>
                    <p:cNvPr id="519" name="Freeform 1081">
                      <a:extLst>
                        <a:ext uri="{FF2B5EF4-FFF2-40B4-BE49-F238E27FC236}">
                          <a16:creationId xmlns:a16="http://schemas.microsoft.com/office/drawing/2014/main" id="{F6743163-40E8-634F-BDA5-FD850E9C9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11" y="2882"/>
                      <a:ext cx="194" cy="63"/>
                    </a:xfrm>
                    <a:custGeom>
                      <a:avLst/>
                      <a:gdLst>
                        <a:gd name="T0" fmla="*/ 12 w 194"/>
                        <a:gd name="T1" fmla="*/ 0 h 63"/>
                        <a:gd name="T2" fmla="*/ 194 w 194"/>
                        <a:gd name="T3" fmla="*/ 53 h 63"/>
                        <a:gd name="T4" fmla="*/ 180 w 194"/>
                        <a:gd name="T5" fmla="*/ 63 h 63"/>
                        <a:gd name="T6" fmla="*/ 0 w 194"/>
                        <a:gd name="T7" fmla="*/ 9 h 63"/>
                        <a:gd name="T8" fmla="*/ 12 w 194"/>
                        <a:gd name="T9" fmla="*/ 0 h 63"/>
                        <a:gd name="T10" fmla="*/ 0 60000 65536"/>
                        <a:gd name="T11" fmla="*/ 0 60000 65536"/>
                        <a:gd name="T12" fmla="*/ 0 60000 65536"/>
                        <a:gd name="T13" fmla="*/ 0 60000 65536"/>
                        <a:gd name="T14" fmla="*/ 0 60000 65536"/>
                        <a:gd name="T15" fmla="*/ 0 w 194"/>
                        <a:gd name="T16" fmla="*/ 0 h 63"/>
                        <a:gd name="T17" fmla="*/ 194 w 194"/>
                        <a:gd name="T18" fmla="*/ 63 h 63"/>
                      </a:gdLst>
                      <a:ahLst/>
                      <a:cxnLst>
                        <a:cxn ang="T10">
                          <a:pos x="T0" y="T1"/>
                        </a:cxn>
                        <a:cxn ang="T11">
                          <a:pos x="T2" y="T3"/>
                        </a:cxn>
                        <a:cxn ang="T12">
                          <a:pos x="T4" y="T5"/>
                        </a:cxn>
                        <a:cxn ang="T13">
                          <a:pos x="T6" y="T7"/>
                        </a:cxn>
                        <a:cxn ang="T14">
                          <a:pos x="T8" y="T9"/>
                        </a:cxn>
                      </a:cxnLst>
                      <a:rect l="T15" t="T16" r="T17" b="T18"/>
                      <a:pathLst>
                        <a:path w="194" h="63">
                          <a:moveTo>
                            <a:pt x="12" y="0"/>
                          </a:moveTo>
                          <a:lnTo>
                            <a:pt x="194" y="53"/>
                          </a:lnTo>
                          <a:lnTo>
                            <a:pt x="180" y="63"/>
                          </a:lnTo>
                          <a:lnTo>
                            <a:pt x="0" y="9"/>
                          </a:lnTo>
                          <a:lnTo>
                            <a:pt x="12" y="0"/>
                          </a:lnTo>
                          <a:close/>
                        </a:path>
                      </a:pathLst>
                    </a:custGeom>
                    <a:solidFill>
                      <a:srgbClr val="000099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/>
                    <a:lstStyle/>
                    <a:p>
                      <a:endParaRPr lang="en-US" dirty="0"/>
                    </a:p>
                  </p:txBody>
                </p:sp>
              </p:grpSp>
              <p:sp>
                <p:nvSpPr>
                  <p:cNvPr id="508" name="Freeform 1082">
                    <a:extLst>
                      <a:ext uri="{FF2B5EF4-FFF2-40B4-BE49-F238E27FC236}">
                        <a16:creationId xmlns:a16="http://schemas.microsoft.com/office/drawing/2014/main" id="{5C688E93-8024-AF4A-9FAE-F872353A70E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577" y="3043"/>
                    <a:ext cx="614" cy="514"/>
                  </a:xfrm>
                  <a:custGeom>
                    <a:avLst/>
                    <a:gdLst>
                      <a:gd name="T0" fmla="*/ 1 w 990"/>
                      <a:gd name="T1" fmla="*/ 2 h 792"/>
                      <a:gd name="T2" fmla="*/ 1 w 990"/>
                      <a:gd name="T3" fmla="*/ 0 h 792"/>
                      <a:gd name="T4" fmla="*/ 1 w 990"/>
                      <a:gd name="T5" fmla="*/ 1 h 792"/>
                      <a:gd name="T6" fmla="*/ 0 w 990"/>
                      <a:gd name="T7" fmla="*/ 2 h 792"/>
                      <a:gd name="T8" fmla="*/ 1 w 990"/>
                      <a:gd name="T9" fmla="*/ 2 h 79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990"/>
                      <a:gd name="T16" fmla="*/ 0 h 792"/>
                      <a:gd name="T17" fmla="*/ 990 w 990"/>
                      <a:gd name="T18" fmla="*/ 792 h 79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990" h="792">
                        <a:moveTo>
                          <a:pt x="3" y="738"/>
                        </a:moveTo>
                        <a:lnTo>
                          <a:pt x="990" y="0"/>
                        </a:lnTo>
                        <a:lnTo>
                          <a:pt x="987" y="60"/>
                        </a:lnTo>
                        <a:lnTo>
                          <a:pt x="0" y="792"/>
                        </a:lnTo>
                        <a:lnTo>
                          <a:pt x="3" y="738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09" name="Freeform 1083">
                    <a:extLst>
                      <a:ext uri="{FF2B5EF4-FFF2-40B4-BE49-F238E27FC236}">
                        <a16:creationId xmlns:a16="http://schemas.microsoft.com/office/drawing/2014/main" id="{E2D8B864-6DD1-D042-9409-8862ACC1AA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0" y="3084"/>
                    <a:ext cx="1571" cy="469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4 w 2532"/>
                      <a:gd name="T5" fmla="*/ 2 h 723"/>
                      <a:gd name="T6" fmla="*/ 4 w 2532"/>
                      <a:gd name="T7" fmla="*/ 2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10" name="Freeform 1084">
                    <a:extLst>
                      <a:ext uri="{FF2B5EF4-FFF2-40B4-BE49-F238E27FC236}">
                        <a16:creationId xmlns:a16="http://schemas.microsoft.com/office/drawing/2014/main" id="{CC7A3F9E-B0BC-2945-B124-91C53102EA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1" y="2998"/>
                    <a:ext cx="17" cy="95"/>
                  </a:xfrm>
                  <a:custGeom>
                    <a:avLst/>
                    <a:gdLst>
                      <a:gd name="T0" fmla="*/ 1 w 26"/>
                      <a:gd name="T1" fmla="*/ 1 h 147"/>
                      <a:gd name="T2" fmla="*/ 1 w 26"/>
                      <a:gd name="T3" fmla="*/ 1 h 147"/>
                      <a:gd name="T4" fmla="*/ 0 w 26"/>
                      <a:gd name="T5" fmla="*/ 1 h 147"/>
                      <a:gd name="T6" fmla="*/ 1 w 26"/>
                      <a:gd name="T7" fmla="*/ 0 h 147"/>
                      <a:gd name="T8" fmla="*/ 1 w 26"/>
                      <a:gd name="T9" fmla="*/ 1 h 147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6"/>
                      <a:gd name="T16" fmla="*/ 0 h 147"/>
                      <a:gd name="T17" fmla="*/ 26 w 26"/>
                      <a:gd name="T18" fmla="*/ 147 h 147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6" h="147">
                        <a:moveTo>
                          <a:pt x="26" y="10"/>
                        </a:moveTo>
                        <a:lnTo>
                          <a:pt x="23" y="147"/>
                        </a:lnTo>
                        <a:lnTo>
                          <a:pt x="0" y="144"/>
                        </a:lnTo>
                        <a:lnTo>
                          <a:pt x="3" y="0"/>
                        </a:lnTo>
                        <a:lnTo>
                          <a:pt x="26" y="1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11" name="Freeform 1085">
                    <a:extLst>
                      <a:ext uri="{FF2B5EF4-FFF2-40B4-BE49-F238E27FC236}">
                        <a16:creationId xmlns:a16="http://schemas.microsoft.com/office/drawing/2014/main" id="{B8E20EA9-88B9-0A42-A470-7AF9E88105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12" y="2611"/>
                    <a:ext cx="730" cy="393"/>
                  </a:xfrm>
                  <a:custGeom>
                    <a:avLst/>
                    <a:gdLst>
                      <a:gd name="T0" fmla="*/ 1 w 1176"/>
                      <a:gd name="T1" fmla="*/ 0 h 606"/>
                      <a:gd name="T2" fmla="*/ 0 w 1176"/>
                      <a:gd name="T3" fmla="*/ 1 h 606"/>
                      <a:gd name="T4" fmla="*/ 1 w 1176"/>
                      <a:gd name="T5" fmla="*/ 1 h 606"/>
                      <a:gd name="T6" fmla="*/ 1 w 1176"/>
                      <a:gd name="T7" fmla="*/ 1 h 606"/>
                      <a:gd name="T8" fmla="*/ 1 w 1176"/>
                      <a:gd name="T9" fmla="*/ 0 h 60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1176"/>
                      <a:gd name="T16" fmla="*/ 0 h 606"/>
                      <a:gd name="T17" fmla="*/ 1176 w 1176"/>
                      <a:gd name="T18" fmla="*/ 606 h 60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1176" h="606">
                        <a:moveTo>
                          <a:pt x="1170" y="0"/>
                        </a:moveTo>
                        <a:lnTo>
                          <a:pt x="0" y="597"/>
                        </a:lnTo>
                        <a:lnTo>
                          <a:pt x="30" y="606"/>
                        </a:lnTo>
                        <a:lnTo>
                          <a:pt x="1176" y="18"/>
                        </a:lnTo>
                        <a:lnTo>
                          <a:pt x="1170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12" name="Freeform 1086">
                    <a:extLst>
                      <a:ext uri="{FF2B5EF4-FFF2-40B4-BE49-F238E27FC236}">
                        <a16:creationId xmlns:a16="http://schemas.microsoft.com/office/drawing/2014/main" id="{A9D04135-B045-A743-95D7-CA5EF36EE7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061" y="3018"/>
                    <a:ext cx="1490" cy="451"/>
                  </a:xfrm>
                  <a:custGeom>
                    <a:avLst/>
                    <a:gdLst>
                      <a:gd name="T0" fmla="*/ 1 w 2532"/>
                      <a:gd name="T1" fmla="*/ 0 h 723"/>
                      <a:gd name="T2" fmla="*/ 1 w 2532"/>
                      <a:gd name="T3" fmla="*/ 0 h 723"/>
                      <a:gd name="T4" fmla="*/ 1 w 2532"/>
                      <a:gd name="T5" fmla="*/ 1 h 723"/>
                      <a:gd name="T6" fmla="*/ 1 w 2532"/>
                      <a:gd name="T7" fmla="*/ 1 h 723"/>
                      <a:gd name="T8" fmla="*/ 0 w 2532"/>
                      <a:gd name="T9" fmla="*/ 1 h 723"/>
                      <a:gd name="T10" fmla="*/ 1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  <p:sp>
                <p:nvSpPr>
                  <p:cNvPr id="513" name="Freeform 1087">
                    <a:extLst>
                      <a:ext uri="{FF2B5EF4-FFF2-40B4-BE49-F238E27FC236}">
                        <a16:creationId xmlns:a16="http://schemas.microsoft.com/office/drawing/2014/main" id="{C0583F57-71B7-B142-BC2A-15444A0CF4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flipV="1">
                    <a:off x="2549" y="2986"/>
                    <a:ext cx="608" cy="467"/>
                  </a:xfrm>
                  <a:custGeom>
                    <a:avLst/>
                    <a:gdLst>
                      <a:gd name="T0" fmla="*/ 0 w 2532"/>
                      <a:gd name="T1" fmla="*/ 0 h 723"/>
                      <a:gd name="T2" fmla="*/ 0 w 2532"/>
                      <a:gd name="T3" fmla="*/ 0 h 723"/>
                      <a:gd name="T4" fmla="*/ 0 w 2532"/>
                      <a:gd name="T5" fmla="*/ 2 h 723"/>
                      <a:gd name="T6" fmla="*/ 0 w 2532"/>
                      <a:gd name="T7" fmla="*/ 2 h 723"/>
                      <a:gd name="T8" fmla="*/ 0 w 2532"/>
                      <a:gd name="T9" fmla="*/ 1 h 723"/>
                      <a:gd name="T10" fmla="*/ 0 w 2532"/>
                      <a:gd name="T11" fmla="*/ 0 h 723"/>
                      <a:gd name="T12" fmla="*/ 0 60000 65536"/>
                      <a:gd name="T13" fmla="*/ 0 60000 65536"/>
                      <a:gd name="T14" fmla="*/ 0 60000 65536"/>
                      <a:gd name="T15" fmla="*/ 0 60000 65536"/>
                      <a:gd name="T16" fmla="*/ 0 60000 65536"/>
                      <a:gd name="T17" fmla="*/ 0 60000 65536"/>
                      <a:gd name="T18" fmla="*/ 0 w 2532"/>
                      <a:gd name="T19" fmla="*/ 0 h 723"/>
                      <a:gd name="T20" fmla="*/ 2532 w 2532"/>
                      <a:gd name="T21" fmla="*/ 723 h 723"/>
                    </a:gdLst>
                    <a:ahLst/>
                    <a:cxnLst>
                      <a:cxn ang="T12">
                        <a:pos x="T0" y="T1"/>
                      </a:cxn>
                      <a:cxn ang="T13">
                        <a:pos x="T2" y="T3"/>
                      </a:cxn>
                      <a:cxn ang="T14">
                        <a:pos x="T4" y="T5"/>
                      </a:cxn>
                      <a:cxn ang="T15">
                        <a:pos x="T6" y="T7"/>
                      </a:cxn>
                      <a:cxn ang="T16">
                        <a:pos x="T8" y="T9"/>
                      </a:cxn>
                      <a:cxn ang="T17">
                        <a:pos x="T10" y="T11"/>
                      </a:cxn>
                    </a:cxnLst>
                    <a:rect l="T18" t="T19" r="T20" b="T21"/>
                    <a:pathLst>
                      <a:path w="2532" h="723">
                        <a:moveTo>
                          <a:pt x="6" y="0"/>
                        </a:moveTo>
                        <a:cubicBezTo>
                          <a:pt x="16" y="0"/>
                          <a:pt x="26" y="0"/>
                          <a:pt x="36" y="0"/>
                        </a:cubicBezTo>
                        <a:lnTo>
                          <a:pt x="2532" y="678"/>
                        </a:lnTo>
                        <a:lnTo>
                          <a:pt x="2529" y="723"/>
                        </a:lnTo>
                        <a:lnTo>
                          <a:pt x="0" y="24"/>
                        </a:lnTo>
                        <a:lnTo>
                          <a:pt x="6" y="0"/>
                        </a:lnTo>
                        <a:close/>
                      </a:path>
                    </a:pathLst>
                  </a:custGeom>
                  <a:solidFill>
                    <a:srgbClr val="000099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72" name="Group 983">
                <a:extLst>
                  <a:ext uri="{FF2B5EF4-FFF2-40B4-BE49-F238E27FC236}">
                    <a16:creationId xmlns:a16="http://schemas.microsoft.com/office/drawing/2014/main" id="{105B6396-94AE-3641-98AD-7B23024BF3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11503" y="5607068"/>
                <a:ext cx="171450" cy="348944"/>
                <a:chOff x="4140" y="429"/>
                <a:chExt cx="1425" cy="2396"/>
              </a:xfrm>
            </p:grpSpPr>
            <p:sp>
              <p:nvSpPr>
                <p:cNvPr id="175" name="Freeform 984">
                  <a:extLst>
                    <a:ext uri="{FF2B5EF4-FFF2-40B4-BE49-F238E27FC236}">
                      <a16:creationId xmlns:a16="http://schemas.microsoft.com/office/drawing/2014/main" id="{69921432-2526-D74B-B1B3-EF4990D573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6" name="Rectangle 985">
                  <a:extLst>
                    <a:ext uri="{FF2B5EF4-FFF2-40B4-BE49-F238E27FC236}">
                      <a16:creationId xmlns:a16="http://schemas.microsoft.com/office/drawing/2014/main" id="{372674DE-08A1-7340-A835-CB738EF1A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77" name="Freeform 986">
                  <a:extLst>
                    <a:ext uri="{FF2B5EF4-FFF2-40B4-BE49-F238E27FC236}">
                      <a16:creationId xmlns:a16="http://schemas.microsoft.com/office/drawing/2014/main" id="{210AB56E-8E3A-464C-BA90-E5EE13DE14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8" name="Freeform 987">
                  <a:extLst>
                    <a:ext uri="{FF2B5EF4-FFF2-40B4-BE49-F238E27FC236}">
                      <a16:creationId xmlns:a16="http://schemas.microsoft.com/office/drawing/2014/main" id="{4B6304D8-37E4-9743-9663-D2140A3373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9" name="Rectangle 988">
                  <a:extLst>
                    <a:ext uri="{FF2B5EF4-FFF2-40B4-BE49-F238E27FC236}">
                      <a16:creationId xmlns:a16="http://schemas.microsoft.com/office/drawing/2014/main" id="{01DA0D94-4858-4748-835A-0A295C76DA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0" name="Group 989">
                  <a:extLst>
                    <a:ext uri="{FF2B5EF4-FFF2-40B4-BE49-F238E27FC236}">
                      <a16:creationId xmlns:a16="http://schemas.microsoft.com/office/drawing/2014/main" id="{653C7E87-1F7F-B94B-970F-8043BE6AD49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05" name="AutoShape 990">
                    <a:extLst>
                      <a:ext uri="{FF2B5EF4-FFF2-40B4-BE49-F238E27FC236}">
                        <a16:creationId xmlns:a16="http://schemas.microsoft.com/office/drawing/2014/main" id="{9E8BF054-B12E-C746-9DCC-FFC0FBE117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6" name="AutoShape 991">
                    <a:extLst>
                      <a:ext uri="{FF2B5EF4-FFF2-40B4-BE49-F238E27FC236}">
                        <a16:creationId xmlns:a16="http://schemas.microsoft.com/office/drawing/2014/main" id="{60A26098-3AC3-5F48-AF12-0376133BA22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1" name="Rectangle 992">
                  <a:extLst>
                    <a:ext uri="{FF2B5EF4-FFF2-40B4-BE49-F238E27FC236}">
                      <a16:creationId xmlns:a16="http://schemas.microsoft.com/office/drawing/2014/main" id="{AB0AE9A0-AEC6-B542-BAA1-AD6A9E2574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2" name="Group 993">
                  <a:extLst>
                    <a:ext uri="{FF2B5EF4-FFF2-40B4-BE49-F238E27FC236}">
                      <a16:creationId xmlns:a16="http://schemas.microsoft.com/office/drawing/2014/main" id="{2E23BBDE-93A3-014A-8AD9-509F2B1333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03" name="AutoShape 994">
                    <a:extLst>
                      <a:ext uri="{FF2B5EF4-FFF2-40B4-BE49-F238E27FC236}">
                        <a16:creationId xmlns:a16="http://schemas.microsoft.com/office/drawing/2014/main" id="{CF10A6D2-6E36-BA46-8AB3-2A153E9ECE0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4" name="AutoShape 995">
                    <a:extLst>
                      <a:ext uri="{FF2B5EF4-FFF2-40B4-BE49-F238E27FC236}">
                        <a16:creationId xmlns:a16="http://schemas.microsoft.com/office/drawing/2014/main" id="{964D14B2-2639-5A46-B2D5-48A8B0C3199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3" name="Rectangle 996">
                  <a:extLst>
                    <a:ext uri="{FF2B5EF4-FFF2-40B4-BE49-F238E27FC236}">
                      <a16:creationId xmlns:a16="http://schemas.microsoft.com/office/drawing/2014/main" id="{426E7337-36DD-B64A-88F7-00D5A742F9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4" name="Rectangle 997">
                  <a:extLst>
                    <a:ext uri="{FF2B5EF4-FFF2-40B4-BE49-F238E27FC236}">
                      <a16:creationId xmlns:a16="http://schemas.microsoft.com/office/drawing/2014/main" id="{BE4D7353-7D2D-9F42-8A6A-65BAA6259C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grpSp>
              <p:nvGrpSpPr>
                <p:cNvPr id="185" name="Group 998">
                  <a:extLst>
                    <a:ext uri="{FF2B5EF4-FFF2-40B4-BE49-F238E27FC236}">
                      <a16:creationId xmlns:a16="http://schemas.microsoft.com/office/drawing/2014/main" id="{10644FFB-BF70-614B-94F5-58CB99D12E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01" name="AutoShape 999">
                    <a:extLst>
                      <a:ext uri="{FF2B5EF4-FFF2-40B4-BE49-F238E27FC236}">
                        <a16:creationId xmlns:a16="http://schemas.microsoft.com/office/drawing/2014/main" id="{2EEDFBCE-8402-0442-A96B-A6412C51C6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2" name="AutoShape 1000">
                    <a:extLst>
                      <a:ext uri="{FF2B5EF4-FFF2-40B4-BE49-F238E27FC236}">
                        <a16:creationId xmlns:a16="http://schemas.microsoft.com/office/drawing/2014/main" id="{5BBF678C-8365-374C-8592-2F40109183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6" name="Freeform 1001">
                  <a:extLst>
                    <a:ext uri="{FF2B5EF4-FFF2-40B4-BE49-F238E27FC236}">
                      <a16:creationId xmlns:a16="http://schemas.microsoft.com/office/drawing/2014/main" id="{43320BBC-6D3F-CE4C-AE57-EE45F3319F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grpSp>
              <p:nvGrpSpPr>
                <p:cNvPr id="187" name="Group 1002">
                  <a:extLst>
                    <a:ext uri="{FF2B5EF4-FFF2-40B4-BE49-F238E27FC236}">
                      <a16:creationId xmlns:a16="http://schemas.microsoft.com/office/drawing/2014/main" id="{4ED748C4-471F-B74E-9328-2437DB94B8F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99" name="AutoShape 1003">
                    <a:extLst>
                      <a:ext uri="{FF2B5EF4-FFF2-40B4-BE49-F238E27FC236}">
                        <a16:creationId xmlns:a16="http://schemas.microsoft.com/office/drawing/2014/main" id="{DE163CA4-FABE-9B4C-973B-7160FB0CA8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  <p:sp>
                <p:nvSpPr>
                  <p:cNvPr id="200" name="AutoShape 1004">
                    <a:extLst>
                      <a:ext uri="{FF2B5EF4-FFF2-40B4-BE49-F238E27FC236}">
                        <a16:creationId xmlns:a16="http://schemas.microsoft.com/office/drawing/2014/main" id="{D50A283A-2FFB-A24F-A406-2910EEA8C43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lnSpc>
                        <a:spcPct val="85000"/>
                      </a:lnSpc>
                      <a:spcBef>
                        <a:spcPts val="1675"/>
                      </a:spcBef>
                      <a:buClr>
                        <a:srgbClr val="000090"/>
                      </a:buClr>
                      <a:buSzPct val="100000"/>
                      <a:buFont typeface="Wingdings" panose="05000000000000000000" pitchFamily="2" charset="2"/>
                      <a:buChar char="§"/>
                      <a:defRPr sz="28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MS PGothic" panose="020B0600070205080204" pitchFamily="34" charset="-128"/>
                        <a:cs typeface="Arial" panose="020B0604020202020204" pitchFamily="34" charset="0"/>
                      </a:defRPr>
                    </a:lvl1pPr>
                    <a:lvl2pPr marL="742950" indent="-285750">
                      <a:lnSpc>
                        <a:spcPct val="85000"/>
                      </a:lnSpc>
                      <a:spcBef>
                        <a:spcPts val="1438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400">
                        <a:solidFill>
                          <a:schemeClr val="tx1"/>
                        </a:solidFill>
                        <a:latin typeface="Gill Sans MT" panose="020B0502020104020203" pitchFamily="34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2pPr>
                    <a:lvl3pPr marL="11430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20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Arial" panose="020B0604020202020204" pitchFamily="34" charset="0"/>
                        <a:cs typeface="Arial" panose="020B0604020202020204" pitchFamily="34" charset="0"/>
                      </a:defRPr>
                    </a:lvl3pPr>
                    <a:lvl4pPr marL="16002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4pPr>
                    <a:lvl5pPr marL="2057400" indent="-228600">
                      <a:spcBef>
                        <a:spcPct val="20000"/>
                      </a:spcBef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000090"/>
                      </a:buClr>
                      <a:buFont typeface="Wingdings" panose="05000000000000000000" pitchFamily="2" charset="2"/>
                      <a:buChar char="§"/>
                      <a:defRPr sz="1600">
                        <a:solidFill>
                          <a:schemeClr val="tx1"/>
                        </a:solidFill>
                        <a:latin typeface="Comic Sans MS" panose="030F0702030302020204" pitchFamily="66" charset="0"/>
                        <a:ea typeface="Comic Sans MS" panose="030F0702030302020204" pitchFamily="66" charset="0"/>
                        <a:cs typeface="Arial" panose="020B0604020202020204" pitchFamily="34" charset="0"/>
                      </a:defRPr>
                    </a:lvl9pPr>
                  </a:lstStyle>
                  <a:p>
                    <a:pPr>
                      <a:lnSpc>
                        <a:spcPct val="100000"/>
                      </a:lnSpc>
                      <a:spcBef>
                        <a:spcPct val="0"/>
                      </a:spcBef>
                      <a:buClrTx/>
                      <a:buSzTx/>
                      <a:buFontTx/>
                      <a:buNone/>
                    </a:pPr>
                    <a:endParaRPr lang="en-US" altLang="en-US" sz="2400" dirty="0">
                      <a:latin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188" name="Rectangle 1005">
                  <a:extLst>
                    <a:ext uri="{FF2B5EF4-FFF2-40B4-BE49-F238E27FC236}">
                      <a16:creationId xmlns:a16="http://schemas.microsoft.com/office/drawing/2014/main" id="{42659E43-E287-8942-BD23-94141CB4B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89" name="Freeform 1006">
                  <a:extLst>
                    <a:ext uri="{FF2B5EF4-FFF2-40B4-BE49-F238E27FC236}">
                      <a16:creationId xmlns:a16="http://schemas.microsoft.com/office/drawing/2014/main" id="{48DEF8E3-26E3-0E48-88EA-BAB435AE51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0" name="Freeform 1007">
                  <a:extLst>
                    <a:ext uri="{FF2B5EF4-FFF2-40B4-BE49-F238E27FC236}">
                      <a16:creationId xmlns:a16="http://schemas.microsoft.com/office/drawing/2014/main" id="{7869EB64-11F6-624E-9B28-6986DD9D07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1" name="Oval 1008">
                  <a:extLst>
                    <a:ext uri="{FF2B5EF4-FFF2-40B4-BE49-F238E27FC236}">
                      <a16:creationId xmlns:a16="http://schemas.microsoft.com/office/drawing/2014/main" id="{322E0F0C-40A1-7E43-B9BC-A271C6411EA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2" name="Freeform 1009">
                  <a:extLst>
                    <a:ext uri="{FF2B5EF4-FFF2-40B4-BE49-F238E27FC236}">
                      <a16:creationId xmlns:a16="http://schemas.microsoft.com/office/drawing/2014/main" id="{2C34A91D-8DF1-DE40-8F88-B7AB2BE630C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3" name="AutoShape 1010">
                  <a:extLst>
                    <a:ext uri="{FF2B5EF4-FFF2-40B4-BE49-F238E27FC236}">
                      <a16:creationId xmlns:a16="http://schemas.microsoft.com/office/drawing/2014/main" id="{C10585A3-5046-F44C-A720-1B5360D1A1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4" name="AutoShape 1011">
                  <a:extLst>
                    <a:ext uri="{FF2B5EF4-FFF2-40B4-BE49-F238E27FC236}">
                      <a16:creationId xmlns:a16="http://schemas.microsoft.com/office/drawing/2014/main" id="{0F1CC371-A8A5-1146-9D54-06BA5783B2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5" name="Oval 1012">
                  <a:extLst>
                    <a:ext uri="{FF2B5EF4-FFF2-40B4-BE49-F238E27FC236}">
                      <a16:creationId xmlns:a16="http://schemas.microsoft.com/office/drawing/2014/main" id="{165ACFDB-EB0A-EF4A-A53B-E952BF38B2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6" name="Oval 1013">
                  <a:extLst>
                    <a:ext uri="{FF2B5EF4-FFF2-40B4-BE49-F238E27FC236}">
                      <a16:creationId xmlns:a16="http://schemas.microsoft.com/office/drawing/2014/main" id="{8E1C86F1-E8A5-AB43-9FBE-05329F11F8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1800" dirty="0">
                    <a:solidFill>
                      <a:srgbClr val="FF0000"/>
                    </a:solidFill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7" name="Oval 1014">
                  <a:extLst>
                    <a:ext uri="{FF2B5EF4-FFF2-40B4-BE49-F238E27FC236}">
                      <a16:creationId xmlns:a16="http://schemas.microsoft.com/office/drawing/2014/main" id="{0C189499-8A09-3E4B-B216-1DBC5D3CDC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198" name="Rectangle 1015">
                  <a:extLst>
                    <a:ext uri="{FF2B5EF4-FFF2-40B4-BE49-F238E27FC236}">
                      <a16:creationId xmlns:a16="http://schemas.microsoft.com/office/drawing/2014/main" id="{F801E0C5-03DC-4947-89BB-24F841D73CA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lnSpc>
                      <a:spcPct val="85000"/>
                    </a:lnSpc>
                    <a:spcBef>
                      <a:spcPts val="1675"/>
                    </a:spcBef>
                    <a:buClr>
                      <a:srgbClr val="000090"/>
                    </a:buClr>
                    <a:buSzPct val="100000"/>
                    <a:buFont typeface="Wingdings" panose="05000000000000000000" pitchFamily="2" charset="2"/>
                    <a:buChar char="§"/>
                    <a:defRPr sz="28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MS PGothic" panose="020B0600070205080204" pitchFamily="34" charset="-128"/>
                      <a:cs typeface="Arial" panose="020B0604020202020204" pitchFamily="34" charset="0"/>
                    </a:defRPr>
                  </a:lvl1pPr>
                  <a:lvl2pPr marL="742950" indent="-285750">
                    <a:lnSpc>
                      <a:spcPct val="85000"/>
                    </a:lnSpc>
                    <a:spcBef>
                      <a:spcPts val="1438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Gill Sans MT" panose="020B0502020104020203" pitchFamily="34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Arial" panose="020B0604020202020204" pitchFamily="34" charset="0"/>
                      <a:cs typeface="Arial" panose="020B060402020202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0"/>
                    </a:buClr>
                    <a:buFont typeface="Wingdings" panose="05000000000000000000" pitchFamily="2" charset="2"/>
                    <a:buChar char="§"/>
                    <a:defRPr sz="16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Comic Sans MS" panose="030F0702030302020204" pitchFamily="66" charset="0"/>
                      <a:cs typeface="Arial" panose="020B0604020202020204" pitchFamily="34" charset="0"/>
                    </a:defRPr>
                  </a:lvl9pPr>
                </a:lstStyle>
                <a:p>
                  <a:pPr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en-US" altLang="en-US" sz="2400" dirty="0">
                    <a:latin typeface="Arial" panose="020B0604020202020204" pitchFamily="34" charset="0"/>
                  </a:endParaRPr>
                </a:p>
              </p:txBody>
            </p:sp>
          </p:grpSp>
        </p:grp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1032" name="Group 1031">
            <a:extLst>
              <a:ext uri="{FF2B5EF4-FFF2-40B4-BE49-F238E27FC236}">
                <a16:creationId xmlns:a16="http://schemas.microsoft.com/office/drawing/2014/main" id="{036990DA-17DD-924D-9A43-4A9775E07569}"/>
              </a:ext>
            </a:extLst>
          </p:cNvPr>
          <p:cNvGrpSpPr/>
          <p:nvPr/>
        </p:nvGrpSpPr>
        <p:grpSpPr>
          <a:xfrm>
            <a:off x="1736521" y="5646327"/>
            <a:ext cx="5877361" cy="1149445"/>
            <a:chOff x="1728873" y="5539149"/>
            <a:chExt cx="5877361" cy="1149445"/>
          </a:xfrm>
        </p:grpSpPr>
        <p:sp>
          <p:nvSpPr>
            <p:cNvPr id="838" name="Freeform 417">
              <a:extLst>
                <a:ext uri="{FF2B5EF4-FFF2-40B4-BE49-F238E27FC236}">
                  <a16:creationId xmlns:a16="http://schemas.microsoft.com/office/drawing/2014/main" id="{F705D6E8-49A7-AA46-A818-65E5953EC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8873" y="5660145"/>
              <a:ext cx="1143514" cy="680533"/>
            </a:xfrm>
            <a:custGeom>
              <a:avLst/>
              <a:gdLst>
                <a:gd name="T0" fmla="*/ 2147483646 w 1036"/>
                <a:gd name="T1" fmla="*/ 2147483646 h 675"/>
                <a:gd name="T2" fmla="*/ 2147483646 w 1036"/>
                <a:gd name="T3" fmla="*/ 2147483646 h 675"/>
                <a:gd name="T4" fmla="*/ 2147483646 w 1036"/>
                <a:gd name="T5" fmla="*/ 2147483646 h 675"/>
                <a:gd name="T6" fmla="*/ 2147483646 w 1036"/>
                <a:gd name="T7" fmla="*/ 2147483646 h 675"/>
                <a:gd name="T8" fmla="*/ 2147483646 w 1036"/>
                <a:gd name="T9" fmla="*/ 2147483646 h 675"/>
                <a:gd name="T10" fmla="*/ 2147483646 w 1036"/>
                <a:gd name="T11" fmla="*/ 2147483646 h 675"/>
                <a:gd name="T12" fmla="*/ 2147483646 w 1036"/>
                <a:gd name="T13" fmla="*/ 2147483646 h 675"/>
                <a:gd name="T14" fmla="*/ 2147483646 w 1036"/>
                <a:gd name="T15" fmla="*/ 2147483646 h 675"/>
                <a:gd name="T16" fmla="*/ 2147483646 w 1036"/>
                <a:gd name="T17" fmla="*/ 2147483646 h 675"/>
                <a:gd name="T18" fmla="*/ 2147483646 w 1036"/>
                <a:gd name="T19" fmla="*/ 2147483646 h 675"/>
                <a:gd name="T20" fmla="*/ 2147483646 w 1036"/>
                <a:gd name="T21" fmla="*/ 2147483646 h 675"/>
                <a:gd name="T22" fmla="*/ 2147483646 w 1036"/>
                <a:gd name="T23" fmla="*/ 2147483646 h 675"/>
                <a:gd name="T24" fmla="*/ 2147483646 w 1036"/>
                <a:gd name="T25" fmla="*/ 2147483646 h 675"/>
                <a:gd name="T26" fmla="*/ 2147483646 w 1036"/>
                <a:gd name="T27" fmla="*/ 2147483646 h 675"/>
                <a:gd name="T28" fmla="*/ 2147483646 w 1036"/>
                <a:gd name="T29" fmla="*/ 2147483646 h 675"/>
                <a:gd name="T30" fmla="*/ 2147483646 w 1036"/>
                <a:gd name="T31" fmla="*/ 2147483646 h 675"/>
                <a:gd name="T32" fmla="*/ 2147483646 w 1036"/>
                <a:gd name="T33" fmla="*/ 2147483646 h 675"/>
                <a:gd name="T34" fmla="*/ 2147483646 w 1036"/>
                <a:gd name="T35" fmla="*/ 2147483646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9CDFF9"/>
            </a:solidFill>
            <a:ln>
              <a:noFill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872" name="Content Placeholder 2">
              <a:extLst>
                <a:ext uri="{FF2B5EF4-FFF2-40B4-BE49-F238E27FC236}">
                  <a16:creationId xmlns:a16="http://schemas.microsoft.com/office/drawing/2014/main" id="{5F6F3EFF-3938-B04A-9425-41262E778239}"/>
                </a:ext>
              </a:extLst>
            </p:cNvPr>
            <p:cNvSpPr txBox="1">
              <a:spLocks/>
            </p:cNvSpPr>
            <p:nvPr/>
          </p:nvSpPr>
          <p:spPr>
            <a:xfrm>
              <a:off x="3266707" y="5539149"/>
              <a:ext cx="4339527" cy="1149445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347472" indent="-347472" algn="l" defTabSz="914400" rtl="0" eaLnBrk="1" latinLnBrk="0" hangingPunct="1">
                <a:lnSpc>
                  <a:spcPct val="90000"/>
                </a:lnSpc>
                <a:spcBef>
                  <a:spcPts val="672"/>
                </a:spcBef>
                <a:buClr>
                  <a:srgbClr val="002E8A"/>
                </a:buClr>
                <a:buSzPct val="100000"/>
                <a:buFont typeface="Wingdings" panose="05000000000000000000" pitchFamily="2" charset="2"/>
                <a:buChar char="§"/>
                <a:defRPr sz="2800" kern="1200">
                  <a:solidFill>
                    <a:schemeClr val="tx1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1pPr>
              <a:lvl2pPr marL="740664" indent="-283464" algn="l" defTabSz="914400" rtl="0" eaLnBrk="1" latinLnBrk="0" hangingPunct="1">
                <a:lnSpc>
                  <a:spcPct val="90000"/>
                </a:lnSpc>
                <a:spcBef>
                  <a:spcPts val="528"/>
                </a:spcBef>
                <a:buClr>
                  <a:srgbClr val="C00000"/>
                </a:buClr>
                <a:buSzPct val="100000"/>
                <a:buFont typeface="Wingdings" panose="05000000000000000000" pitchFamily="2" charset="2"/>
                <a:buChar char="§"/>
                <a:defRPr sz="2400" kern="1200">
                  <a:solidFill>
                    <a:srgbClr val="0070C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chemeClr val="accent2">
                    <a:lumMod val="75000"/>
                  </a:schemeClr>
                </a:buClr>
                <a:buSzPct val="100000"/>
                <a:buFont typeface="Wingdings" panose="05000000000000000000" pitchFamily="2" charset="2"/>
                <a:buChar char="§"/>
                <a:defRPr sz="2200" kern="1200">
                  <a:solidFill>
                    <a:schemeClr val="accent2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0070C0"/>
                </a:buClr>
                <a:buSzPct val="100000"/>
                <a:buFont typeface="Wingdings" panose="05000000000000000000" pitchFamily="2" charset="2"/>
                <a:buChar char="§"/>
                <a:defRPr sz="2000" kern="1200">
                  <a:solidFill>
                    <a:srgbClr val="7030A0"/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Clr>
                  <a:srgbClr val="A27242"/>
                </a:buClr>
                <a:buSzPct val="100000"/>
                <a:buFont typeface="Wingdings" panose="05000000000000000000" pitchFamily="2" charset="2"/>
                <a:buChar char="§"/>
                <a:defRPr sz="1800" kern="1200">
                  <a:solidFill>
                    <a:schemeClr val="accent6">
                      <a:lumMod val="50000"/>
                    </a:schemeClr>
                  </a:solidFill>
                  <a:latin typeface="Franklin Gothic Book" panose="020B0503020102020204" pitchFamily="34" charset="0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 baseline="0">
                  <a:solidFill>
                    <a:schemeClr val="accent4">
                      <a:lumMod val="50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6858" indent="0">
                <a:buClr>
                  <a:srgbClr val="0000A8"/>
                </a:buClr>
                <a:buNone/>
              </a:pPr>
              <a:r>
                <a:rPr lang="en-US" altLang="en-US" sz="2000" i="1" dirty="0">
                  <a:solidFill>
                    <a:srgbClr val="C00000"/>
                  </a:solidFill>
                  <a:latin typeface="+mn-lt"/>
                  <a:ea typeface="Arial" panose="020B0604020202020204" pitchFamily="34" charset="0"/>
                </a:rPr>
                <a:t>Networks</a:t>
              </a:r>
            </a:p>
            <a:p>
              <a:pPr marL="457200" lvl="1" indent="-342900">
                <a:buClrTx/>
                <a:buFont typeface="Arial" panose="020B0604020202020204" pitchFamily="34" charset="0"/>
                <a:buChar char="•"/>
              </a:pPr>
              <a:r>
                <a:rPr lang="en-US" altLang="en-US" sz="2000" dirty="0">
                  <a:solidFill>
                    <a:schemeClr val="tx1"/>
                  </a:solidFill>
                  <a:latin typeface="+mn-lt"/>
                  <a:ea typeface="Arial" panose="020B0604020202020204" pitchFamily="34" charset="0"/>
                </a:rPr>
                <a:t>collection of devices, routers, links: managed by an organization</a:t>
              </a:r>
              <a:endParaRPr lang="en-US" sz="2000" dirty="0">
                <a:solidFill>
                  <a:schemeClr val="tx1"/>
                </a:solidFill>
                <a:latin typeface="+mn-lt"/>
              </a:endParaRPr>
            </a:p>
          </p:txBody>
        </p:sp>
      </p:grpSp>
      <p:sp>
        <p:nvSpPr>
          <p:cNvPr id="3" name="Freeform 2">
            <a:extLst>
              <a:ext uri="{FF2B5EF4-FFF2-40B4-BE49-F238E27FC236}">
                <a16:creationId xmlns:a16="http://schemas.microsoft.com/office/drawing/2014/main" id="{C27B58DA-1AEB-4740-B294-405BA04A628A}"/>
              </a:ext>
            </a:extLst>
          </p:cNvPr>
          <p:cNvSpPr/>
          <p:nvPr/>
        </p:nvSpPr>
        <p:spPr>
          <a:xfrm>
            <a:off x="7189291" y="1641975"/>
            <a:ext cx="4101062" cy="4254341"/>
          </a:xfrm>
          <a:custGeom>
            <a:avLst/>
            <a:gdLst>
              <a:gd name="connsiteX0" fmla="*/ 2112364 w 4107620"/>
              <a:gd name="connsiteY0" fmla="*/ 1261685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2112364 w 4107620"/>
              <a:gd name="connsiteY29" fmla="*/ 1261685 h 4330718"/>
              <a:gd name="connsiteX0" fmla="*/ 1996750 w 4107620"/>
              <a:gd name="connsiteY0" fmla="*/ 1366789 h 4330718"/>
              <a:gd name="connsiteX1" fmla="*/ 1712971 w 4107620"/>
              <a:gd name="connsiteY1" fmla="*/ 1293216 h 4330718"/>
              <a:gd name="connsiteX2" fmla="*/ 1387150 w 4107620"/>
              <a:gd name="connsiteY2" fmla="*/ 904333 h 4330718"/>
              <a:gd name="connsiteX3" fmla="*/ 1134902 w 4107620"/>
              <a:gd name="connsiteY3" fmla="*/ 568002 h 4330718"/>
              <a:gd name="connsiteX4" fmla="*/ 840612 w 4107620"/>
              <a:gd name="connsiteY4" fmla="*/ 851781 h 4330718"/>
              <a:gd name="connsiteX5" fmla="*/ 703978 w 4107620"/>
              <a:gd name="connsiteY5" fmla="*/ 1356278 h 4330718"/>
              <a:gd name="connsiteX6" fmla="*/ 1240006 w 4107620"/>
              <a:gd name="connsiteY6" fmla="*/ 1955368 h 4330718"/>
              <a:gd name="connsiteX7" fmla="*/ 1303068 w 4107620"/>
              <a:gd name="connsiteY7" fmla="*/ 2375781 h 4330718"/>
              <a:gd name="connsiteX8" fmla="*/ 220502 w 4107620"/>
              <a:gd name="connsiteY8" fmla="*/ 2302209 h 4330718"/>
              <a:gd name="connsiteX9" fmla="*/ 83868 w 4107620"/>
              <a:gd name="connsiteY9" fmla="*/ 2943340 h 4330718"/>
              <a:gd name="connsiteX10" fmla="*/ 1218985 w 4107620"/>
              <a:gd name="connsiteY10" fmla="*/ 3258650 h 4330718"/>
              <a:gd name="connsiteX11" fmla="*/ 1124392 w 4107620"/>
              <a:gd name="connsiteY11" fmla="*/ 3647533 h 4330718"/>
              <a:gd name="connsiteX12" fmla="*/ 924695 w 4107620"/>
              <a:gd name="connsiteY12" fmla="*/ 3763147 h 4330718"/>
              <a:gd name="connsiteX13" fmla="*/ 1324088 w 4107620"/>
              <a:gd name="connsiteY13" fmla="*/ 3962843 h 4330718"/>
              <a:gd name="connsiteX14" fmla="*/ 1576337 w 4107620"/>
              <a:gd name="connsiteY14" fmla="*/ 3899781 h 4330718"/>
              <a:gd name="connsiteX15" fmla="*/ 1818075 w 4107620"/>
              <a:gd name="connsiteY15" fmla="*/ 4036416 h 4330718"/>
              <a:gd name="connsiteX16" fmla="*/ 1996750 w 4107620"/>
              <a:gd name="connsiteY16" fmla="*/ 4299174 h 4330718"/>
              <a:gd name="connsiteX17" fmla="*/ 2448695 w 4107620"/>
              <a:gd name="connsiteY17" fmla="*/ 4299174 h 4330718"/>
              <a:gd name="connsiteX18" fmla="*/ 2764006 w 4107620"/>
              <a:gd name="connsiteY18" fmla="*/ 4057436 h 4330718"/>
              <a:gd name="connsiteX19" fmla="*/ 2995233 w 4107620"/>
              <a:gd name="connsiteY19" fmla="*/ 4025905 h 4330718"/>
              <a:gd name="connsiteX20" fmla="*/ 3016254 w 4107620"/>
              <a:gd name="connsiteY20" fmla="*/ 3731616 h 4330718"/>
              <a:gd name="connsiteX21" fmla="*/ 3194930 w 4107620"/>
              <a:gd name="connsiteY21" fmla="*/ 3300692 h 4330718"/>
              <a:gd name="connsiteX22" fmla="*/ 3972695 w 4107620"/>
              <a:gd name="connsiteY22" fmla="*/ 3122016 h 4330718"/>
              <a:gd name="connsiteX23" fmla="*/ 3909633 w 4107620"/>
              <a:gd name="connsiteY23" fmla="*/ 1818733 h 4330718"/>
              <a:gd name="connsiteX24" fmla="*/ 4046268 w 4107620"/>
              <a:gd name="connsiteY24" fmla="*/ 904333 h 4330718"/>
              <a:gd name="connsiteX25" fmla="*/ 3962185 w 4107620"/>
              <a:gd name="connsiteY25" fmla="*/ 147588 h 4330718"/>
              <a:gd name="connsiteX26" fmla="*/ 2480226 w 4107620"/>
              <a:gd name="connsiteY26" fmla="*/ 63505 h 4330718"/>
              <a:gd name="connsiteX27" fmla="*/ 2133385 w 4107620"/>
              <a:gd name="connsiteY27" fmla="*/ 872802 h 4330718"/>
              <a:gd name="connsiteX28" fmla="*/ 2238488 w 4107620"/>
              <a:gd name="connsiteY28" fmla="*/ 1230154 h 4330718"/>
              <a:gd name="connsiteX29" fmla="*/ 1996750 w 4107620"/>
              <a:gd name="connsiteY29" fmla="*/ 1366789 h 433071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185936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7620"/>
              <a:gd name="connsiteY0" fmla="*/ 1339069 h 4302998"/>
              <a:gd name="connsiteX1" fmla="*/ 1712971 w 4107620"/>
              <a:gd name="connsiteY1" fmla="*/ 1265496 h 4302998"/>
              <a:gd name="connsiteX2" fmla="*/ 1387150 w 4107620"/>
              <a:gd name="connsiteY2" fmla="*/ 876613 h 4302998"/>
              <a:gd name="connsiteX3" fmla="*/ 1134902 w 4107620"/>
              <a:gd name="connsiteY3" fmla="*/ 540282 h 4302998"/>
              <a:gd name="connsiteX4" fmla="*/ 840612 w 4107620"/>
              <a:gd name="connsiteY4" fmla="*/ 824061 h 4302998"/>
              <a:gd name="connsiteX5" fmla="*/ 703978 w 4107620"/>
              <a:gd name="connsiteY5" fmla="*/ 1328558 h 4302998"/>
              <a:gd name="connsiteX6" fmla="*/ 1240006 w 4107620"/>
              <a:gd name="connsiteY6" fmla="*/ 1927648 h 4302998"/>
              <a:gd name="connsiteX7" fmla="*/ 1303068 w 4107620"/>
              <a:gd name="connsiteY7" fmla="*/ 2348061 h 4302998"/>
              <a:gd name="connsiteX8" fmla="*/ 220502 w 4107620"/>
              <a:gd name="connsiteY8" fmla="*/ 2274489 h 4302998"/>
              <a:gd name="connsiteX9" fmla="*/ 83868 w 4107620"/>
              <a:gd name="connsiteY9" fmla="*/ 2915620 h 4302998"/>
              <a:gd name="connsiteX10" fmla="*/ 1218985 w 4107620"/>
              <a:gd name="connsiteY10" fmla="*/ 3230930 h 4302998"/>
              <a:gd name="connsiteX11" fmla="*/ 1124392 w 4107620"/>
              <a:gd name="connsiteY11" fmla="*/ 3619813 h 4302998"/>
              <a:gd name="connsiteX12" fmla="*/ 924695 w 4107620"/>
              <a:gd name="connsiteY12" fmla="*/ 3735427 h 4302998"/>
              <a:gd name="connsiteX13" fmla="*/ 1324088 w 4107620"/>
              <a:gd name="connsiteY13" fmla="*/ 3935123 h 4302998"/>
              <a:gd name="connsiteX14" fmla="*/ 1576337 w 4107620"/>
              <a:gd name="connsiteY14" fmla="*/ 3872061 h 4302998"/>
              <a:gd name="connsiteX15" fmla="*/ 1818075 w 4107620"/>
              <a:gd name="connsiteY15" fmla="*/ 4008696 h 4302998"/>
              <a:gd name="connsiteX16" fmla="*/ 1996750 w 4107620"/>
              <a:gd name="connsiteY16" fmla="*/ 4271454 h 4302998"/>
              <a:gd name="connsiteX17" fmla="*/ 2448695 w 4107620"/>
              <a:gd name="connsiteY17" fmla="*/ 4271454 h 4302998"/>
              <a:gd name="connsiteX18" fmla="*/ 2764006 w 4107620"/>
              <a:gd name="connsiteY18" fmla="*/ 4029716 h 4302998"/>
              <a:gd name="connsiteX19" fmla="*/ 2995233 w 4107620"/>
              <a:gd name="connsiteY19" fmla="*/ 3998185 h 4302998"/>
              <a:gd name="connsiteX20" fmla="*/ 3016254 w 4107620"/>
              <a:gd name="connsiteY20" fmla="*/ 3703896 h 4302998"/>
              <a:gd name="connsiteX21" fmla="*/ 3194930 w 4107620"/>
              <a:gd name="connsiteY21" fmla="*/ 3272972 h 4302998"/>
              <a:gd name="connsiteX22" fmla="*/ 3972695 w 4107620"/>
              <a:gd name="connsiteY22" fmla="*/ 3094296 h 4302998"/>
              <a:gd name="connsiteX23" fmla="*/ 3909633 w 4107620"/>
              <a:gd name="connsiteY23" fmla="*/ 1791013 h 4302998"/>
              <a:gd name="connsiteX24" fmla="*/ 4046268 w 4107620"/>
              <a:gd name="connsiteY24" fmla="*/ 876613 h 4302998"/>
              <a:gd name="connsiteX25" fmla="*/ 3962185 w 4107620"/>
              <a:gd name="connsiteY25" fmla="*/ 119868 h 4302998"/>
              <a:gd name="connsiteX26" fmla="*/ 2480226 w 4107620"/>
              <a:gd name="connsiteY26" fmla="*/ 35785 h 4302998"/>
              <a:gd name="connsiteX27" fmla="*/ 2270019 w 4107620"/>
              <a:gd name="connsiteY27" fmla="*/ 466709 h 4302998"/>
              <a:gd name="connsiteX28" fmla="*/ 2238488 w 4107620"/>
              <a:gd name="connsiteY28" fmla="*/ 1202434 h 4302998"/>
              <a:gd name="connsiteX29" fmla="*/ 1996750 w 4107620"/>
              <a:gd name="connsiteY29" fmla="*/ 1339069 h 4302998"/>
              <a:gd name="connsiteX0" fmla="*/ 1996750 w 4101062"/>
              <a:gd name="connsiteY0" fmla="*/ 1290412 h 4254341"/>
              <a:gd name="connsiteX1" fmla="*/ 1712971 w 4101062"/>
              <a:gd name="connsiteY1" fmla="*/ 1216839 h 4254341"/>
              <a:gd name="connsiteX2" fmla="*/ 1387150 w 4101062"/>
              <a:gd name="connsiteY2" fmla="*/ 827956 h 4254341"/>
              <a:gd name="connsiteX3" fmla="*/ 1134902 w 4101062"/>
              <a:gd name="connsiteY3" fmla="*/ 491625 h 4254341"/>
              <a:gd name="connsiteX4" fmla="*/ 840612 w 4101062"/>
              <a:gd name="connsiteY4" fmla="*/ 775404 h 4254341"/>
              <a:gd name="connsiteX5" fmla="*/ 703978 w 4101062"/>
              <a:gd name="connsiteY5" fmla="*/ 1279901 h 4254341"/>
              <a:gd name="connsiteX6" fmla="*/ 1240006 w 4101062"/>
              <a:gd name="connsiteY6" fmla="*/ 1878991 h 4254341"/>
              <a:gd name="connsiteX7" fmla="*/ 1303068 w 4101062"/>
              <a:gd name="connsiteY7" fmla="*/ 2299404 h 4254341"/>
              <a:gd name="connsiteX8" fmla="*/ 220502 w 4101062"/>
              <a:gd name="connsiteY8" fmla="*/ 2225832 h 4254341"/>
              <a:gd name="connsiteX9" fmla="*/ 83868 w 4101062"/>
              <a:gd name="connsiteY9" fmla="*/ 2866963 h 4254341"/>
              <a:gd name="connsiteX10" fmla="*/ 1218985 w 4101062"/>
              <a:gd name="connsiteY10" fmla="*/ 3182273 h 4254341"/>
              <a:gd name="connsiteX11" fmla="*/ 1124392 w 4101062"/>
              <a:gd name="connsiteY11" fmla="*/ 3571156 h 4254341"/>
              <a:gd name="connsiteX12" fmla="*/ 924695 w 4101062"/>
              <a:gd name="connsiteY12" fmla="*/ 3686770 h 4254341"/>
              <a:gd name="connsiteX13" fmla="*/ 1324088 w 4101062"/>
              <a:gd name="connsiteY13" fmla="*/ 3886466 h 4254341"/>
              <a:gd name="connsiteX14" fmla="*/ 1576337 w 4101062"/>
              <a:gd name="connsiteY14" fmla="*/ 3823404 h 4254341"/>
              <a:gd name="connsiteX15" fmla="*/ 1818075 w 4101062"/>
              <a:gd name="connsiteY15" fmla="*/ 3960039 h 4254341"/>
              <a:gd name="connsiteX16" fmla="*/ 1996750 w 4101062"/>
              <a:gd name="connsiteY16" fmla="*/ 4222797 h 4254341"/>
              <a:gd name="connsiteX17" fmla="*/ 2448695 w 4101062"/>
              <a:gd name="connsiteY17" fmla="*/ 4222797 h 4254341"/>
              <a:gd name="connsiteX18" fmla="*/ 2764006 w 4101062"/>
              <a:gd name="connsiteY18" fmla="*/ 3981059 h 4254341"/>
              <a:gd name="connsiteX19" fmla="*/ 2995233 w 4101062"/>
              <a:gd name="connsiteY19" fmla="*/ 3949528 h 4254341"/>
              <a:gd name="connsiteX20" fmla="*/ 3016254 w 4101062"/>
              <a:gd name="connsiteY20" fmla="*/ 3655239 h 4254341"/>
              <a:gd name="connsiteX21" fmla="*/ 3194930 w 4101062"/>
              <a:gd name="connsiteY21" fmla="*/ 3224315 h 4254341"/>
              <a:gd name="connsiteX22" fmla="*/ 3972695 w 4101062"/>
              <a:gd name="connsiteY22" fmla="*/ 3045639 h 4254341"/>
              <a:gd name="connsiteX23" fmla="*/ 3909633 w 4101062"/>
              <a:gd name="connsiteY23" fmla="*/ 1742356 h 4254341"/>
              <a:gd name="connsiteX24" fmla="*/ 4046268 w 4101062"/>
              <a:gd name="connsiteY24" fmla="*/ 827956 h 4254341"/>
              <a:gd name="connsiteX25" fmla="*/ 3962185 w 4101062"/>
              <a:gd name="connsiteY25" fmla="*/ 71211 h 4254341"/>
              <a:gd name="connsiteX26" fmla="*/ 2574819 w 4101062"/>
              <a:gd name="connsiteY26" fmla="*/ 71211 h 4254341"/>
              <a:gd name="connsiteX27" fmla="*/ 2270019 w 4101062"/>
              <a:gd name="connsiteY27" fmla="*/ 418052 h 4254341"/>
              <a:gd name="connsiteX28" fmla="*/ 2238488 w 4101062"/>
              <a:gd name="connsiteY28" fmla="*/ 1153777 h 4254341"/>
              <a:gd name="connsiteX29" fmla="*/ 1996750 w 4101062"/>
              <a:gd name="connsiteY29" fmla="*/ 1290412 h 42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4101062" h="4254341">
                <a:moveTo>
                  <a:pt x="1996750" y="1290412"/>
                </a:moveTo>
                <a:cubicBezTo>
                  <a:pt x="1909164" y="1300922"/>
                  <a:pt x="1814571" y="1293915"/>
                  <a:pt x="1712971" y="1216839"/>
                </a:cubicBezTo>
                <a:cubicBezTo>
                  <a:pt x="1611371" y="1139763"/>
                  <a:pt x="1483495" y="948825"/>
                  <a:pt x="1387150" y="827956"/>
                </a:cubicBezTo>
                <a:cubicBezTo>
                  <a:pt x="1290805" y="707087"/>
                  <a:pt x="1225992" y="500384"/>
                  <a:pt x="1134902" y="491625"/>
                </a:cubicBezTo>
                <a:cubicBezTo>
                  <a:pt x="1043812" y="482866"/>
                  <a:pt x="912433" y="644025"/>
                  <a:pt x="840612" y="775404"/>
                </a:cubicBezTo>
                <a:cubicBezTo>
                  <a:pt x="768791" y="906783"/>
                  <a:pt x="637412" y="1095970"/>
                  <a:pt x="703978" y="1279901"/>
                </a:cubicBezTo>
                <a:cubicBezTo>
                  <a:pt x="770544" y="1463832"/>
                  <a:pt x="1140158" y="1709074"/>
                  <a:pt x="1240006" y="1878991"/>
                </a:cubicBezTo>
                <a:cubicBezTo>
                  <a:pt x="1339854" y="2048908"/>
                  <a:pt x="1472985" y="2241597"/>
                  <a:pt x="1303068" y="2299404"/>
                </a:cubicBezTo>
                <a:cubicBezTo>
                  <a:pt x="1133151" y="2357211"/>
                  <a:pt x="423702" y="2131239"/>
                  <a:pt x="220502" y="2225832"/>
                </a:cubicBezTo>
                <a:cubicBezTo>
                  <a:pt x="17302" y="2320425"/>
                  <a:pt x="-82546" y="2707556"/>
                  <a:pt x="83868" y="2866963"/>
                </a:cubicBezTo>
                <a:cubicBezTo>
                  <a:pt x="250282" y="3026370"/>
                  <a:pt x="1045564" y="3064908"/>
                  <a:pt x="1218985" y="3182273"/>
                </a:cubicBezTo>
                <a:cubicBezTo>
                  <a:pt x="1392406" y="3299638"/>
                  <a:pt x="1173440" y="3487073"/>
                  <a:pt x="1124392" y="3571156"/>
                </a:cubicBezTo>
                <a:cubicBezTo>
                  <a:pt x="1075344" y="3655239"/>
                  <a:pt x="891412" y="3634218"/>
                  <a:pt x="924695" y="3686770"/>
                </a:cubicBezTo>
                <a:cubicBezTo>
                  <a:pt x="957978" y="3739322"/>
                  <a:pt x="1215481" y="3863694"/>
                  <a:pt x="1324088" y="3886466"/>
                </a:cubicBezTo>
                <a:cubicBezTo>
                  <a:pt x="1432695" y="3909238"/>
                  <a:pt x="1494006" y="3811142"/>
                  <a:pt x="1576337" y="3823404"/>
                </a:cubicBezTo>
                <a:cubicBezTo>
                  <a:pt x="1658668" y="3835666"/>
                  <a:pt x="1748006" y="3893474"/>
                  <a:pt x="1818075" y="3960039"/>
                </a:cubicBezTo>
                <a:cubicBezTo>
                  <a:pt x="1888144" y="4026604"/>
                  <a:pt x="1891647" y="4179004"/>
                  <a:pt x="1996750" y="4222797"/>
                </a:cubicBezTo>
                <a:cubicBezTo>
                  <a:pt x="2101853" y="4266590"/>
                  <a:pt x="2320819" y="4263087"/>
                  <a:pt x="2448695" y="4222797"/>
                </a:cubicBezTo>
                <a:cubicBezTo>
                  <a:pt x="2576571" y="4182507"/>
                  <a:pt x="2672916" y="4026604"/>
                  <a:pt x="2764006" y="3981059"/>
                </a:cubicBezTo>
                <a:cubicBezTo>
                  <a:pt x="2855096" y="3935514"/>
                  <a:pt x="2953192" y="4003831"/>
                  <a:pt x="2995233" y="3949528"/>
                </a:cubicBezTo>
                <a:cubicBezTo>
                  <a:pt x="3037274" y="3895225"/>
                  <a:pt x="2982971" y="3776108"/>
                  <a:pt x="3016254" y="3655239"/>
                </a:cubicBezTo>
                <a:cubicBezTo>
                  <a:pt x="3049537" y="3534370"/>
                  <a:pt x="3035523" y="3325915"/>
                  <a:pt x="3194930" y="3224315"/>
                </a:cubicBezTo>
                <a:cubicBezTo>
                  <a:pt x="3354337" y="3122715"/>
                  <a:pt x="3853578" y="3292632"/>
                  <a:pt x="3972695" y="3045639"/>
                </a:cubicBezTo>
                <a:cubicBezTo>
                  <a:pt x="4091812" y="2798646"/>
                  <a:pt x="3897371" y="2111970"/>
                  <a:pt x="3909633" y="1742356"/>
                </a:cubicBezTo>
                <a:cubicBezTo>
                  <a:pt x="3921895" y="1372742"/>
                  <a:pt x="4037509" y="1106480"/>
                  <a:pt x="4046268" y="827956"/>
                </a:cubicBezTo>
                <a:cubicBezTo>
                  <a:pt x="4055027" y="549432"/>
                  <a:pt x="4207426" y="197335"/>
                  <a:pt x="3962185" y="71211"/>
                </a:cubicBezTo>
                <a:cubicBezTo>
                  <a:pt x="3716944" y="-54913"/>
                  <a:pt x="2856847" y="13404"/>
                  <a:pt x="2574819" y="71211"/>
                </a:cubicBezTo>
                <a:cubicBezTo>
                  <a:pt x="2292791" y="129018"/>
                  <a:pt x="2310309" y="223611"/>
                  <a:pt x="2270019" y="418052"/>
                </a:cubicBezTo>
                <a:cubicBezTo>
                  <a:pt x="2229729" y="612493"/>
                  <a:pt x="2284033" y="1008384"/>
                  <a:pt x="2238488" y="1153777"/>
                </a:cubicBezTo>
                <a:cubicBezTo>
                  <a:pt x="2192943" y="1299170"/>
                  <a:pt x="2084336" y="1279902"/>
                  <a:pt x="1996750" y="1290412"/>
                </a:cubicBezTo>
                <a:close/>
              </a:path>
            </a:pathLst>
          </a:custGeom>
          <a:noFill/>
          <a:ln>
            <a:solidFill>
              <a:schemeClr val="accent1">
                <a:shade val="50000"/>
                <a:alpha val="5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317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9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66B7-1FF0-134B-B419-0A5A8271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8663" y="1266981"/>
            <a:ext cx="5394571" cy="2251565"/>
          </a:xfrm>
        </p:spPr>
        <p:txBody>
          <a:bodyPr>
            <a:noAutofit/>
          </a:bodyPr>
          <a:lstStyle/>
          <a:p>
            <a:pPr>
              <a:buSzPct val="75000"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Infrastructure </a:t>
            </a:r>
            <a:r>
              <a:rPr lang="en-US" altLang="en-US" dirty="0">
                <a:ea typeface="ＭＳ Ｐゴシック" panose="020B0600070205080204" pitchFamily="34" charset="-128"/>
              </a:rPr>
              <a:t>that provides services to applications: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 lvl="1"/>
            <a:r>
              <a:rPr lang="en-US" altLang="en-US" dirty="0">
                <a:ea typeface="Arial" panose="020B0604020202020204" pitchFamily="34" charset="0"/>
              </a:rPr>
              <a:t>Web, streaming video, multimedia teleconferencing, email, games, e-commerce, social media, inter-connected appliances, …</a:t>
            </a:r>
          </a:p>
          <a:p>
            <a:pPr marL="130175" indent="0">
              <a:buNone/>
            </a:pPr>
            <a:endParaRPr lang="en-US" altLang="en-US" dirty="0"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987"/>
            <a:ext cx="10515600" cy="894622"/>
          </a:xfrm>
        </p:spPr>
        <p:txBody>
          <a:bodyPr/>
          <a:lstStyle/>
          <a:p>
            <a:r>
              <a:rPr lang="en-US" altLang="ja-JP" dirty="0"/>
              <a:t>What can “Internet” do?</a:t>
            </a:r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network</a:t>
            </a:r>
            <a:endParaRPr lang="en-US" sz="1000" dirty="0"/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C944F5F4-7AD1-AE48-9769-ABE2F95B5A26}"/>
              </a:ext>
            </a:extLst>
          </p:cNvPr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5" name="Group 784">
              <a:extLst>
                <a:ext uri="{FF2B5EF4-FFF2-40B4-BE49-F238E27FC236}">
                  <a16:creationId xmlns:a16="http://schemas.microsoft.com/office/drawing/2014/main" id="{91E02B81-5B35-4545-A954-B7E923AB7286}"/>
                </a:ext>
              </a:extLst>
            </p:cNvPr>
            <p:cNvGrpSpPr/>
            <p:nvPr/>
          </p:nvGrpSpPr>
          <p:grpSpPr>
            <a:xfrm>
              <a:off x="7432700" y="2327293"/>
              <a:ext cx="534987" cy="407988"/>
              <a:chOff x="7432700" y="2327293"/>
              <a:chExt cx="534987" cy="407988"/>
            </a:xfrm>
          </p:grpSpPr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018" descr="laptop_keyboard">
                <a:extLst>
                  <a:ext uri="{FF2B5EF4-FFF2-40B4-BE49-F238E27FC236}">
                    <a16:creationId xmlns:a16="http://schemas.microsoft.com/office/drawing/2014/main" id="{7087B8D0-FFCB-0746-A889-28909002C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1019">
                <a:extLst>
                  <a:ext uri="{FF2B5EF4-FFF2-40B4-BE49-F238E27FC236}">
                    <a16:creationId xmlns:a16="http://schemas.microsoft.com/office/drawing/2014/main" id="{7C75BC30-0808-D44D-AF7A-A72B4A529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pic>
            <p:nvPicPr>
              <p:cNvPr id="76" name="Picture 1020" descr="screen">
                <a:extLst>
                  <a:ext uri="{FF2B5EF4-FFF2-40B4-BE49-F238E27FC236}">
                    <a16:creationId xmlns:a16="http://schemas.microsoft.com/office/drawing/2014/main" id="{2D732B7A-74CB-D547-ADB5-C721526D5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021">
                <a:extLst>
                  <a:ext uri="{FF2B5EF4-FFF2-40B4-BE49-F238E27FC236}">
                    <a16:creationId xmlns:a16="http://schemas.microsoft.com/office/drawing/2014/main" id="{FBD1A429-9B8F-F940-AD09-4638CC316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Freeform 1022">
                <a:extLst>
                  <a:ext uri="{FF2B5EF4-FFF2-40B4-BE49-F238E27FC236}">
                    <a16:creationId xmlns:a16="http://schemas.microsoft.com/office/drawing/2014/main" id="{376C8B48-3441-F643-B92D-5DC759EDA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" name="Freeform 1023">
                <a:extLst>
                  <a:ext uri="{FF2B5EF4-FFF2-40B4-BE49-F238E27FC236}">
                    <a16:creationId xmlns:a16="http://schemas.microsoft.com/office/drawing/2014/main" id="{4DFECD03-4AF0-1342-8138-6CEC8249A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" name="Freeform 1024">
                <a:extLst>
                  <a:ext uri="{FF2B5EF4-FFF2-40B4-BE49-F238E27FC236}">
                    <a16:creationId xmlns:a16="http://schemas.microsoft.com/office/drawing/2014/main" id="{8AA57D4B-3E9B-994B-AF13-DB646178B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" name="Freeform 1025">
                <a:extLst>
                  <a:ext uri="{FF2B5EF4-FFF2-40B4-BE49-F238E27FC236}">
                    <a16:creationId xmlns:a16="http://schemas.microsoft.com/office/drawing/2014/main" id="{59DA24E7-1981-0E44-8060-2B7CE58EB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2" name="Freeform 1026">
                <a:extLst>
                  <a:ext uri="{FF2B5EF4-FFF2-40B4-BE49-F238E27FC236}">
                    <a16:creationId xmlns:a16="http://schemas.microsoft.com/office/drawing/2014/main" id="{DB3D3129-2B70-5643-96C2-83638DE57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83" name="Group 1027">
                <a:extLst>
                  <a:ext uri="{FF2B5EF4-FFF2-40B4-BE49-F238E27FC236}">
                    <a16:creationId xmlns:a16="http://schemas.microsoft.com/office/drawing/2014/main" id="{8C6DEC60-5C97-D546-9977-EBD182221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69" name="Freeform 1028">
                  <a:extLst>
                    <a:ext uri="{FF2B5EF4-FFF2-40B4-BE49-F238E27FC236}">
                      <a16:creationId xmlns:a16="http://schemas.microsoft.com/office/drawing/2014/main" id="{5D16627E-DE34-BC4F-9513-7A7D4707F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0" name="Freeform 1029">
                  <a:extLst>
                    <a:ext uri="{FF2B5EF4-FFF2-40B4-BE49-F238E27FC236}">
                      <a16:creationId xmlns:a16="http://schemas.microsoft.com/office/drawing/2014/main" id="{D8D65D68-18A4-E54D-8916-1DEF36844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1" name="Freeform 1030">
                  <a:extLst>
                    <a:ext uri="{FF2B5EF4-FFF2-40B4-BE49-F238E27FC236}">
                      <a16:creationId xmlns:a16="http://schemas.microsoft.com/office/drawing/2014/main" id="{3C79D147-9974-F341-96E9-F9AD19F14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2" name="Freeform 1031">
                  <a:extLst>
                    <a:ext uri="{FF2B5EF4-FFF2-40B4-BE49-F238E27FC236}">
                      <a16:creationId xmlns:a16="http://schemas.microsoft.com/office/drawing/2014/main" id="{5E0CE9D2-21FD-2644-9691-743CC3E13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3" name="Freeform 1032">
                  <a:extLst>
                    <a:ext uri="{FF2B5EF4-FFF2-40B4-BE49-F238E27FC236}">
                      <a16:creationId xmlns:a16="http://schemas.microsoft.com/office/drawing/2014/main" id="{5691098F-1432-0D44-8573-312C3A566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4" name="Freeform 1033">
                  <a:extLst>
                    <a:ext uri="{FF2B5EF4-FFF2-40B4-BE49-F238E27FC236}">
                      <a16:creationId xmlns:a16="http://schemas.microsoft.com/office/drawing/2014/main" id="{2D4A77A2-D0F1-164A-A67D-A50954386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84" name="Freeform 1034">
                <a:extLst>
                  <a:ext uri="{FF2B5EF4-FFF2-40B4-BE49-F238E27FC236}">
                    <a16:creationId xmlns:a16="http://schemas.microsoft.com/office/drawing/2014/main" id="{A283BD8E-0AD2-B743-8237-483C3A6A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" name="Freeform 1035">
                <a:extLst>
                  <a:ext uri="{FF2B5EF4-FFF2-40B4-BE49-F238E27FC236}">
                    <a16:creationId xmlns:a16="http://schemas.microsoft.com/office/drawing/2014/main" id="{AA215C2D-4069-DE48-884E-A1816F7D4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" name="Freeform 1036">
                <a:extLst>
                  <a:ext uri="{FF2B5EF4-FFF2-40B4-BE49-F238E27FC236}">
                    <a16:creationId xmlns:a16="http://schemas.microsoft.com/office/drawing/2014/main" id="{421821F5-5AD5-4D4E-A4F9-5D46E41A4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" name="Freeform 1037">
                <a:extLst>
                  <a:ext uri="{FF2B5EF4-FFF2-40B4-BE49-F238E27FC236}">
                    <a16:creationId xmlns:a16="http://schemas.microsoft.com/office/drawing/2014/main" id="{499D2FC7-7022-A944-98B2-E74E9B2E5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" name="Freeform 1038">
                <a:extLst>
                  <a:ext uri="{FF2B5EF4-FFF2-40B4-BE49-F238E27FC236}">
                    <a16:creationId xmlns:a16="http://schemas.microsoft.com/office/drawing/2014/main" id="{37918171-6E71-A846-A2B5-7C65DD745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" name="Freeform 1039">
                <a:extLst>
                  <a:ext uri="{FF2B5EF4-FFF2-40B4-BE49-F238E27FC236}">
                    <a16:creationId xmlns:a16="http://schemas.microsoft.com/office/drawing/2014/main" id="{68ECFF60-AA48-2D4C-9A67-90DB18F81D4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504BAA5F-BBD8-8242-BC48-7D0E761F340A}"/>
                </a:ext>
              </a:extLst>
            </p:cNvPr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id="110" name="Picture 568" descr="light2.png">
                <a:extLst>
                  <a:ext uri="{FF2B5EF4-FFF2-40B4-BE49-F238E27FC236}">
                    <a16:creationId xmlns:a16="http://schemas.microsoft.com/office/drawing/2014/main" id="{D96B693D-26FC-E443-A112-C4AFFE90D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6" name="Group 785">
              <a:extLst>
                <a:ext uri="{FF2B5EF4-FFF2-40B4-BE49-F238E27FC236}">
                  <a16:creationId xmlns:a16="http://schemas.microsoft.com/office/drawing/2014/main" id="{46F998A3-3B85-214A-927A-3BF067B7C2A0}"/>
                </a:ext>
              </a:extLst>
            </p:cNvPr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id="48" name="Picture 603" descr="car_icon_small">
                <a:extLst>
                  <a:ext uri="{FF2B5EF4-FFF2-40B4-BE49-F238E27FC236}">
                    <a16:creationId xmlns:a16="http://schemas.microsoft.com/office/drawing/2014/main" id="{147E2796-D425-6645-93B3-B97E69B146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010801" y="5861358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647169" y="6015687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grpSp>
        <p:nvGrpSpPr>
          <p:cNvPr id="571" name="Group 570">
            <a:extLst>
              <a:ext uri="{FF2B5EF4-FFF2-40B4-BE49-F238E27FC236}">
                <a16:creationId xmlns:a16="http://schemas.microsoft.com/office/drawing/2014/main" id="{6E7E1949-D432-8F47-806C-E1300655FD5B}"/>
              </a:ext>
            </a:extLst>
          </p:cNvPr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572" name="Straight Connector 571">
              <a:extLst>
                <a:ext uri="{FF2B5EF4-FFF2-40B4-BE49-F238E27FC236}">
                  <a16:creationId xmlns:a16="http://schemas.microsoft.com/office/drawing/2014/main" id="{CDEF5ABA-1B3E-E140-B54D-1BC5001510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5300" y="3668418"/>
              <a:ext cx="2866989" cy="1371857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5" name="TextBox 574">
              <a:extLst>
                <a:ext uri="{FF2B5EF4-FFF2-40B4-BE49-F238E27FC236}">
                  <a16:creationId xmlns:a16="http://schemas.microsoft.com/office/drawing/2014/main" id="{E0F4780A-E96A-7C4F-98CD-8BE40652E91D}"/>
                </a:ext>
              </a:extLst>
            </p:cNvPr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HTTP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554065B8-11FC-3B4E-8CEB-951199B1DF2C}"/>
                </a:ext>
              </a:extLst>
            </p:cNvPr>
            <p:cNvCxnSpPr>
              <a:cxnSpLocks/>
            </p:cNvCxnSpPr>
            <p:nvPr/>
          </p:nvCxnSpPr>
          <p:spPr>
            <a:xfrm>
              <a:off x="8099825" y="4723687"/>
              <a:ext cx="402218" cy="11586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1" name="Group 610">
            <a:extLst>
              <a:ext uri="{FF2B5EF4-FFF2-40B4-BE49-F238E27FC236}">
                <a16:creationId xmlns:a16="http://schemas.microsoft.com/office/drawing/2014/main" id="{FCFF39BD-FF72-D744-894D-516FB364E8AE}"/>
              </a:ext>
            </a:extLst>
          </p:cNvPr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1AB1A9D8-C145-B64F-A99E-384F072DA600}"/>
                </a:ext>
              </a:extLst>
            </p:cNvPr>
            <p:cNvCxnSpPr>
              <a:cxnSpLocks/>
            </p:cNvCxnSpPr>
            <p:nvPr/>
          </p:nvCxnSpPr>
          <p:spPr>
            <a:xfrm>
              <a:off x="7631020" y="2787535"/>
              <a:ext cx="11495" cy="663792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1" name="TextBox 650">
              <a:extLst>
                <a:ext uri="{FF2B5EF4-FFF2-40B4-BE49-F238E27FC236}">
                  <a16:creationId xmlns:a16="http://schemas.microsoft.com/office/drawing/2014/main" id="{488A4C35-0916-9F43-8EB4-57709849D76D}"/>
                </a:ext>
              </a:extLst>
            </p:cNvPr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Skype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D72E54CC-6B2F-634D-BC7D-2171694AA3FB}"/>
                </a:ext>
              </a:extLst>
            </p:cNvPr>
            <p:cNvCxnSpPr>
              <a:cxnSpLocks/>
            </p:cNvCxnSpPr>
            <p:nvPr/>
          </p:nvCxnSpPr>
          <p:spPr>
            <a:xfrm>
              <a:off x="6973411" y="3119431"/>
              <a:ext cx="55904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B4BC79F0-E00C-7044-BC07-1474A974BA16}"/>
              </a:ext>
            </a:extLst>
          </p:cNvPr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B102C048-49F5-7548-812F-9F5B72021501}"/>
                </a:ext>
              </a:extLst>
            </p:cNvPr>
            <p:cNvCxnSpPr>
              <a:cxnSpLocks/>
            </p:cNvCxnSpPr>
            <p:nvPr/>
          </p:nvCxnSpPr>
          <p:spPr>
            <a:xfrm>
              <a:off x="9218788" y="2327787"/>
              <a:ext cx="1698979" cy="1025465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9" name="TextBox 658">
              <a:extLst>
                <a:ext uri="{FF2B5EF4-FFF2-40B4-BE49-F238E27FC236}">
                  <a16:creationId xmlns:a16="http://schemas.microsoft.com/office/drawing/2014/main" id="{F126167F-C8BB-234E-9136-D15CA93E673F}"/>
                </a:ext>
              </a:extLst>
            </p:cNvPr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Streaming</a:t>
              </a:r>
            </a:p>
            <a:p>
              <a:r>
                <a:rPr lang="en-US" sz="1600" i="1" dirty="0">
                  <a:solidFill>
                    <a:srgbClr val="C00000"/>
                  </a:solidFill>
                </a:rPr>
                <a:t>video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662BF10B-C3AA-B044-B3C4-6ADB2CCF2B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69552" y="2937299"/>
              <a:ext cx="405322" cy="14757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9" name="Content Placeholder 2">
            <a:extLst>
              <a:ext uri="{FF2B5EF4-FFF2-40B4-BE49-F238E27FC236}">
                <a16:creationId xmlns:a16="http://schemas.microsoft.com/office/drawing/2014/main" id="{AA2FA344-354C-4B4C-B02C-3A8507EDA90B}"/>
              </a:ext>
            </a:extLst>
          </p:cNvPr>
          <p:cNvSpPr txBox="1">
            <a:spLocks/>
          </p:cNvSpPr>
          <p:nvPr/>
        </p:nvSpPr>
        <p:spPr>
          <a:xfrm>
            <a:off x="868663" y="3754782"/>
            <a:ext cx="5735083" cy="272101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spcAft>
                <a:spcPts val="600"/>
              </a:spcAft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en-US" dirty="0">
                <a:ea typeface="ＭＳ Ｐゴシック" panose="020B0600070205080204" pitchFamily="34" charset="-128"/>
              </a:rPr>
              <a:t>Provides </a:t>
            </a:r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programming interface </a:t>
            </a:r>
            <a:r>
              <a:rPr lang="en-US" altLang="en-US" dirty="0">
                <a:ea typeface="ＭＳ Ｐゴシック" panose="020B0600070205080204" pitchFamily="34" charset="-128"/>
              </a:rPr>
              <a:t>to distributed applications:</a:t>
            </a:r>
          </a:p>
          <a:p>
            <a:pPr lvl="1">
              <a:spcAft>
                <a:spcPts val="600"/>
              </a:spcAft>
              <a:buClrTx/>
            </a:pPr>
            <a:r>
              <a:rPr lang="en-US" altLang="en-US" dirty="0">
                <a:ea typeface="Arial" panose="020B0604020202020204" pitchFamily="34" charset="0"/>
              </a:rPr>
              <a:t>“hooks” allowing sending/receiving  apps to </a:t>
            </a:r>
            <a:r>
              <a:rPr lang="ja-JP" altLang="en-US" dirty="0">
                <a:ea typeface="ＭＳ Ｐゴシック" panose="020B0600070205080204" pitchFamily="34" charset="-128"/>
              </a:rPr>
              <a:t>“</a:t>
            </a:r>
            <a:r>
              <a:rPr lang="en-US" altLang="ja-JP" dirty="0">
                <a:ea typeface="ＭＳ Ｐゴシック" panose="020B0600070205080204" pitchFamily="34" charset="-128"/>
              </a:rPr>
              <a:t>connect</a:t>
            </a:r>
            <a:r>
              <a:rPr lang="ja-JP" altLang="en-US" dirty="0">
                <a:ea typeface="ＭＳ Ｐゴシック" panose="020B0600070205080204" pitchFamily="34" charset="-128"/>
              </a:rPr>
              <a:t>”</a:t>
            </a:r>
            <a:r>
              <a:rPr lang="en-US" altLang="ja-JP" dirty="0">
                <a:ea typeface="ＭＳ Ｐゴシック" panose="020B0600070205080204" pitchFamily="34" charset="-128"/>
              </a:rPr>
              <a:t> to, use  Internet transport service</a:t>
            </a:r>
          </a:p>
          <a:p>
            <a:pPr lvl="1">
              <a:spcAft>
                <a:spcPts val="600"/>
              </a:spcAft>
              <a:buClrTx/>
            </a:pPr>
            <a:r>
              <a:rPr lang="en-US" altLang="en-US" dirty="0">
                <a:ea typeface="Arial" panose="020B0604020202020204" pitchFamily="34" charset="0"/>
              </a:rPr>
              <a:t>provides service options, analogous to postal service</a:t>
            </a:r>
          </a:p>
        </p:txBody>
      </p:sp>
    </p:spTree>
    <p:extLst>
      <p:ext uri="{BB962C8B-B14F-4D97-AF65-F5344CB8AC3E}">
        <p14:creationId xmlns:p14="http://schemas.microsoft.com/office/powerpoint/2010/main" val="244325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F3DE45-55E8-1CC6-AA9D-1375E7F44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Postal System Analogy – Building Block 1: Something that moves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D3912-1E26-F603-294A-EB8A16789F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0535"/>
            <a:ext cx="10515600" cy="3572797"/>
          </a:xfrm>
        </p:spPr>
        <p:txBody>
          <a:bodyPr/>
          <a:lstStyle/>
          <a:p>
            <a:pPr marL="514350" indent="-514350">
              <a:spcAft>
                <a:spcPts val="600"/>
              </a:spcAft>
            </a:pPr>
            <a:r>
              <a:rPr lang="en-US" dirty="0"/>
              <a:t>Postal service needs a way to </a:t>
            </a:r>
            <a:r>
              <a:rPr lang="en-US" dirty="0">
                <a:solidFill>
                  <a:srgbClr val="C00000"/>
                </a:solidFill>
              </a:rPr>
              <a:t>deliver letters</a:t>
            </a:r>
            <a:r>
              <a:rPr lang="en-US" dirty="0"/>
              <a:t>: mailman, carrier pigeon, Pony Express, trucks, airplanes, etc.</a:t>
            </a:r>
          </a:p>
          <a:p>
            <a:pPr marL="514350" indent="-514350">
              <a:spcAft>
                <a:spcPts val="600"/>
              </a:spcAft>
            </a:pPr>
            <a:r>
              <a:rPr lang="en-US" dirty="0"/>
              <a:t>Internet also needs a way to move bits: wires, fiber optics, radio waves, satellites, etc.</a:t>
            </a:r>
          </a:p>
          <a:p>
            <a:pPr marL="514350" indent="-514350">
              <a:spcAft>
                <a:spcPts val="600"/>
              </a:spcAft>
            </a:pPr>
            <a:r>
              <a:rPr lang="en-US" dirty="0"/>
              <a:t>Risks in delivery: letters may get lost, opened by others, or delayed. Similarly, network packets can be lost, intercepted, or exposed.</a:t>
            </a:r>
          </a:p>
          <a:p>
            <a:pPr marL="0" indent="0">
              <a:spcAft>
                <a:spcPts val="600"/>
              </a:spcAft>
              <a:buNone/>
            </a:pPr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ADD00EA-92AD-10E2-B1E9-D3CC1A0CD122}"/>
              </a:ext>
            </a:extLst>
          </p:cNvPr>
          <p:cNvGrpSpPr/>
          <p:nvPr/>
        </p:nvGrpSpPr>
        <p:grpSpPr>
          <a:xfrm>
            <a:off x="3576737" y="4904008"/>
            <a:ext cx="5038525" cy="1824344"/>
            <a:chOff x="3273650" y="4842577"/>
            <a:chExt cx="5038525" cy="1824344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C4F219B-8F7B-35A9-0F7B-D6FEE9E46348}"/>
                </a:ext>
              </a:extLst>
            </p:cNvPr>
            <p:cNvGrpSpPr/>
            <p:nvPr/>
          </p:nvGrpSpPr>
          <p:grpSpPr>
            <a:xfrm>
              <a:off x="3273650" y="4842577"/>
              <a:ext cx="856850" cy="1334386"/>
              <a:chOff x="2514600" y="3618614"/>
              <a:chExt cx="856850" cy="1334386"/>
            </a:xfrm>
            <a:solidFill>
              <a:schemeClr val="bg1">
                <a:lumMod val="85000"/>
              </a:schemeClr>
            </a:solidFill>
          </p:grpSpPr>
          <p:pic>
            <p:nvPicPr>
              <p:cNvPr id="20" name="Picture 7">
                <a:extLst>
                  <a:ext uri="{FF2B5EF4-FFF2-40B4-BE49-F238E27FC236}">
                    <a16:creationId xmlns:a16="http://schemas.microsoft.com/office/drawing/2014/main" id="{5F73EF45-5690-499D-5D56-04AF21CF6B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4600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40D9F06A-8285-9365-2676-B856B6115E1C}"/>
                  </a:ext>
                </a:extLst>
              </p:cNvPr>
              <p:cNvCxnSpPr>
                <a:cxnSpLocks/>
                <a:stCxn id="20" idx="2"/>
              </p:cNvCxnSpPr>
              <p:nvPr/>
            </p:nvCxnSpPr>
            <p:spPr bwMode="auto">
              <a:xfrm>
                <a:off x="2943025" y="4533014"/>
                <a:ext cx="0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DE8E284-D472-D53A-57D5-1E0612CB642A}"/>
                </a:ext>
              </a:extLst>
            </p:cNvPr>
            <p:cNvGrpSpPr/>
            <p:nvPr/>
          </p:nvGrpSpPr>
          <p:grpSpPr>
            <a:xfrm>
              <a:off x="4667542" y="4842577"/>
              <a:ext cx="856850" cy="1334386"/>
              <a:chOff x="4213292" y="3618614"/>
              <a:chExt cx="856850" cy="1334386"/>
            </a:xfrm>
            <a:solidFill>
              <a:schemeClr val="bg1">
                <a:lumMod val="85000"/>
              </a:schemeClr>
            </a:solidFill>
          </p:grpSpPr>
          <p:pic>
            <p:nvPicPr>
              <p:cNvPr id="18" name="Picture 7">
                <a:extLst>
                  <a:ext uri="{FF2B5EF4-FFF2-40B4-BE49-F238E27FC236}">
                    <a16:creationId xmlns:a16="http://schemas.microsoft.com/office/drawing/2014/main" id="{73C8CC97-8D11-7094-D3A3-89698C799F9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3292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4C60FF6C-338D-912C-2E97-21F5A8570F76}"/>
                  </a:ext>
                </a:extLst>
              </p:cNvPr>
              <p:cNvCxnSpPr>
                <a:cxnSpLocks/>
                <a:stCxn id="18" idx="2"/>
              </p:cNvCxnSpPr>
              <p:nvPr/>
            </p:nvCxnSpPr>
            <p:spPr bwMode="auto">
              <a:xfrm>
                <a:off x="4641717" y="4533014"/>
                <a:ext cx="2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50B8305-4CD1-9B6B-119D-EAB3A3D303A5}"/>
                </a:ext>
              </a:extLst>
            </p:cNvPr>
            <p:cNvGrpSpPr/>
            <p:nvPr/>
          </p:nvGrpSpPr>
          <p:grpSpPr>
            <a:xfrm>
              <a:off x="6061434" y="4842577"/>
              <a:ext cx="856850" cy="1334386"/>
              <a:chOff x="5454784" y="3618614"/>
              <a:chExt cx="856850" cy="1334386"/>
            </a:xfrm>
            <a:solidFill>
              <a:schemeClr val="bg1">
                <a:lumMod val="85000"/>
              </a:schemeClr>
            </a:solidFill>
          </p:grpSpPr>
          <p:pic>
            <p:nvPicPr>
              <p:cNvPr id="16" name="Picture 7">
                <a:extLst>
                  <a:ext uri="{FF2B5EF4-FFF2-40B4-BE49-F238E27FC236}">
                    <a16:creationId xmlns:a16="http://schemas.microsoft.com/office/drawing/2014/main" id="{EA9A3391-68E3-67EE-DBB2-5B469C92C7B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54784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6074F0E9-F8FF-3DB1-BF8C-9BFC36FC0E71}"/>
                  </a:ext>
                </a:extLst>
              </p:cNvPr>
              <p:cNvCxnSpPr>
                <a:cxnSpLocks/>
                <a:stCxn id="16" idx="2"/>
              </p:cNvCxnSpPr>
              <p:nvPr/>
            </p:nvCxnSpPr>
            <p:spPr bwMode="auto">
              <a:xfrm>
                <a:off x="5883209" y="4533014"/>
                <a:ext cx="0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E9BF0B8F-8937-08A1-4330-516B603A2E5D}"/>
                </a:ext>
              </a:extLst>
            </p:cNvPr>
            <p:cNvGrpSpPr/>
            <p:nvPr/>
          </p:nvGrpSpPr>
          <p:grpSpPr>
            <a:xfrm>
              <a:off x="7455325" y="4842577"/>
              <a:ext cx="856850" cy="1334386"/>
              <a:chOff x="6696275" y="3618614"/>
              <a:chExt cx="856850" cy="1334386"/>
            </a:xfrm>
            <a:solidFill>
              <a:schemeClr val="bg1">
                <a:lumMod val="85000"/>
              </a:schemeClr>
            </a:solidFill>
          </p:grpSpPr>
          <p:pic>
            <p:nvPicPr>
              <p:cNvPr id="14" name="Picture 7">
                <a:extLst>
                  <a:ext uri="{FF2B5EF4-FFF2-40B4-BE49-F238E27FC236}">
                    <a16:creationId xmlns:a16="http://schemas.microsoft.com/office/drawing/2014/main" id="{03F99401-0685-1A29-ADA8-D051D6D949F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96275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FB84510-E2ED-5191-8244-55837F3E7E6A}"/>
                  </a:ext>
                </a:extLst>
              </p:cNvPr>
              <p:cNvCxnSpPr>
                <a:cxnSpLocks/>
                <a:stCxn id="14" idx="2"/>
              </p:cNvCxnSpPr>
              <p:nvPr/>
            </p:nvCxnSpPr>
            <p:spPr bwMode="auto">
              <a:xfrm>
                <a:off x="7124700" y="4533014"/>
                <a:ext cx="0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595438E-0E40-F189-57A5-E37FD7432D8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3702075" y="6176963"/>
              <a:ext cx="4181675" cy="0"/>
            </a:xfrm>
            <a:prstGeom prst="line">
              <a:avLst/>
            </a:prstGeom>
            <a:solidFill>
              <a:srgbClr val="5C8A8A"/>
            </a:solidFill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F81BBA-2583-F6FB-4179-7329742A3220}"/>
                </a:ext>
              </a:extLst>
            </p:cNvPr>
            <p:cNvSpPr txBox="1"/>
            <p:nvPr/>
          </p:nvSpPr>
          <p:spPr>
            <a:xfrm>
              <a:off x="4333056" y="6266811"/>
              <a:ext cx="291971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E97132"/>
                  </a:solidFill>
                </a:rPr>
                <a:t>Building block 1: wires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786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51DC8-3EB8-61E5-A5C8-619832072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0069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Postal System Analogy – Building Block 2: Talking to the apartment complex (Local Communication)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1F184-D83F-F316-E073-B429C122C7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13" y="2171699"/>
            <a:ext cx="5651879" cy="3899916"/>
          </a:xfrm>
        </p:spPr>
        <p:txBody>
          <a:bodyPr>
            <a:normAutofit/>
          </a:bodyPr>
          <a:lstStyle/>
          <a:p>
            <a:r>
              <a:rPr lang="en-US" dirty="0"/>
              <a:t>Within one apartment complex, the mailman delivers letters room-to-room</a:t>
            </a:r>
          </a:p>
          <a:p>
            <a:r>
              <a:rPr lang="en-US" dirty="0"/>
              <a:t>This is like a Local Area Network (LAN), connecting devices inside the same building</a:t>
            </a:r>
          </a:p>
          <a:p>
            <a:r>
              <a:rPr lang="en-US" dirty="0"/>
              <a:t>People can talk to their neighbors without involving the post office.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AD319E-1501-F1E4-E9F5-51BA41A9EBE0}"/>
              </a:ext>
            </a:extLst>
          </p:cNvPr>
          <p:cNvGrpSpPr/>
          <p:nvPr/>
        </p:nvGrpSpPr>
        <p:grpSpPr>
          <a:xfrm>
            <a:off x="5504688" y="2301252"/>
            <a:ext cx="6553200" cy="2958208"/>
            <a:chOff x="1757262" y="3485707"/>
            <a:chExt cx="6553200" cy="2958208"/>
          </a:xfrm>
          <a:solidFill>
            <a:schemeClr val="bg1">
              <a:lumMod val="85000"/>
            </a:schemeClr>
          </a:solidFill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D07A491-C9FE-B982-2046-B3F6A1261EF8}"/>
                </a:ext>
              </a:extLst>
            </p:cNvPr>
            <p:cNvSpPr/>
            <p:nvPr/>
          </p:nvSpPr>
          <p:spPr bwMode="auto">
            <a:xfrm>
              <a:off x="1757262" y="3485707"/>
              <a:ext cx="6553200" cy="2514600"/>
            </a:xfrm>
            <a:prstGeom prst="roundRect">
              <a:avLst/>
            </a:prstGeom>
            <a:grpFill/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2980C63-0F82-CB1B-C5FA-668C5D5E7273}"/>
                </a:ext>
              </a:extLst>
            </p:cNvPr>
            <p:cNvGrpSpPr/>
            <p:nvPr/>
          </p:nvGrpSpPr>
          <p:grpSpPr>
            <a:xfrm>
              <a:off x="2514600" y="3618614"/>
              <a:ext cx="856850" cy="1334386"/>
              <a:chOff x="2514600" y="3618614"/>
              <a:chExt cx="856850" cy="1334386"/>
            </a:xfrm>
            <a:grpFill/>
          </p:grpSpPr>
          <p:pic>
            <p:nvPicPr>
              <p:cNvPr id="1031" name="Picture 7">
                <a:extLst>
                  <a:ext uri="{FF2B5EF4-FFF2-40B4-BE49-F238E27FC236}">
                    <a16:creationId xmlns:a16="http://schemas.microsoft.com/office/drawing/2014/main" id="{6490F410-B33F-34A9-2BA6-775F3698339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514600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0023330-698C-3B93-19BA-34E7C992CC69}"/>
                  </a:ext>
                </a:extLst>
              </p:cNvPr>
              <p:cNvCxnSpPr>
                <a:cxnSpLocks/>
                <a:stCxn id="1031" idx="2"/>
              </p:cNvCxnSpPr>
              <p:nvPr/>
            </p:nvCxnSpPr>
            <p:spPr bwMode="auto">
              <a:xfrm>
                <a:off x="2943025" y="4533014"/>
                <a:ext cx="0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90A1B38-2349-E44B-EE36-C5CF4BBC2C57}"/>
                </a:ext>
              </a:extLst>
            </p:cNvPr>
            <p:cNvGrpSpPr/>
            <p:nvPr/>
          </p:nvGrpSpPr>
          <p:grpSpPr>
            <a:xfrm>
              <a:off x="3908492" y="3618614"/>
              <a:ext cx="856850" cy="1334386"/>
              <a:chOff x="4213292" y="3618614"/>
              <a:chExt cx="856850" cy="1334386"/>
            </a:xfrm>
            <a:grpFill/>
          </p:grpSpPr>
          <p:pic>
            <p:nvPicPr>
              <p:cNvPr id="5" name="Picture 7">
                <a:extLst>
                  <a:ext uri="{FF2B5EF4-FFF2-40B4-BE49-F238E27FC236}">
                    <a16:creationId xmlns:a16="http://schemas.microsoft.com/office/drawing/2014/main" id="{54FD66C0-C180-37EC-5EBC-7ABAFB8D62F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13292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798F08C-38D4-FEC3-4EDE-A6229E8290D3}"/>
                  </a:ext>
                </a:extLst>
              </p:cNvPr>
              <p:cNvCxnSpPr>
                <a:cxnSpLocks/>
                <a:stCxn id="5" idx="2"/>
              </p:cNvCxnSpPr>
              <p:nvPr/>
            </p:nvCxnSpPr>
            <p:spPr bwMode="auto">
              <a:xfrm>
                <a:off x="4641717" y="4533014"/>
                <a:ext cx="2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EE9C62B1-BF49-E7B7-59C8-94F5393E9E57}"/>
                </a:ext>
              </a:extLst>
            </p:cNvPr>
            <p:cNvGrpSpPr/>
            <p:nvPr/>
          </p:nvGrpSpPr>
          <p:grpSpPr>
            <a:xfrm>
              <a:off x="5302384" y="3618614"/>
              <a:ext cx="856850" cy="1334386"/>
              <a:chOff x="5454784" y="3618614"/>
              <a:chExt cx="856850" cy="1334386"/>
            </a:xfrm>
            <a:grpFill/>
          </p:grpSpPr>
          <p:pic>
            <p:nvPicPr>
              <p:cNvPr id="6" name="Picture 7">
                <a:extLst>
                  <a:ext uri="{FF2B5EF4-FFF2-40B4-BE49-F238E27FC236}">
                    <a16:creationId xmlns:a16="http://schemas.microsoft.com/office/drawing/2014/main" id="{1A47822C-51C4-E631-8EC7-7E634F8E2D5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54784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276AE814-6A60-82D1-39E7-610C9BADB0C1}"/>
                  </a:ext>
                </a:extLst>
              </p:cNvPr>
              <p:cNvCxnSpPr>
                <a:cxnSpLocks/>
                <a:stCxn id="6" idx="2"/>
              </p:cNvCxnSpPr>
              <p:nvPr/>
            </p:nvCxnSpPr>
            <p:spPr bwMode="auto">
              <a:xfrm>
                <a:off x="5883209" y="4533014"/>
                <a:ext cx="0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8E357799-161B-44A6-BED7-B4F4978A36F1}"/>
                </a:ext>
              </a:extLst>
            </p:cNvPr>
            <p:cNvGrpSpPr/>
            <p:nvPr/>
          </p:nvGrpSpPr>
          <p:grpSpPr>
            <a:xfrm>
              <a:off x="6696275" y="3618614"/>
              <a:ext cx="856850" cy="1334386"/>
              <a:chOff x="6696275" y="3618614"/>
              <a:chExt cx="856850" cy="1334386"/>
            </a:xfrm>
            <a:grpFill/>
          </p:grpSpPr>
          <p:pic>
            <p:nvPicPr>
              <p:cNvPr id="7" name="Picture 7">
                <a:extLst>
                  <a:ext uri="{FF2B5EF4-FFF2-40B4-BE49-F238E27FC236}">
                    <a16:creationId xmlns:a16="http://schemas.microsoft.com/office/drawing/2014/main" id="{FA6AE388-4D94-6D12-B882-8ED1FD9868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96275" y="3618614"/>
                <a:ext cx="856850" cy="914400"/>
              </a:xfrm>
              <a:prstGeom prst="rect">
                <a:avLst/>
              </a:prstGeom>
              <a:grpFill/>
            </p:spPr>
          </p:pic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E9D2AB4-2E2B-AE04-9726-D6EE1908F3EF}"/>
                  </a:ext>
                </a:extLst>
              </p:cNvPr>
              <p:cNvCxnSpPr>
                <a:cxnSpLocks/>
                <a:stCxn id="7" idx="2"/>
              </p:cNvCxnSpPr>
              <p:nvPr/>
            </p:nvCxnSpPr>
            <p:spPr bwMode="auto">
              <a:xfrm>
                <a:off x="7124700" y="4533014"/>
                <a:ext cx="0" cy="419986"/>
              </a:xfrm>
              <a:prstGeom prst="line">
                <a:avLst/>
              </a:prstGeom>
              <a:solidFill>
                <a:srgbClr val="5C8A8A"/>
              </a:solidFill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AC217E7-85AD-54C1-40DF-19CAA16B143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943025" y="4953000"/>
              <a:ext cx="4181675" cy="0"/>
            </a:xfrm>
            <a:prstGeom prst="line">
              <a:avLst/>
            </a:prstGeom>
            <a:solidFill>
              <a:srgbClr val="5C8A8A"/>
            </a:solidFill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DEC3845-C3B4-943B-E4BB-588DC8468C07}"/>
                </a:ext>
              </a:extLst>
            </p:cNvPr>
            <p:cNvSpPr txBox="1"/>
            <p:nvPr/>
          </p:nvSpPr>
          <p:spPr>
            <a:xfrm>
              <a:off x="3574006" y="5042848"/>
              <a:ext cx="2919712" cy="4001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E97132"/>
                  </a:solidFill>
                </a:rPr>
                <a:t>Building block 1: wires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C4ADA3BD-C380-ACA8-4586-D8625C2411E5}"/>
                </a:ext>
              </a:extLst>
            </p:cNvPr>
            <p:cNvSpPr txBox="1"/>
            <p:nvPr/>
          </p:nvSpPr>
          <p:spPr>
            <a:xfrm>
              <a:off x="3574006" y="6043805"/>
              <a:ext cx="2919712" cy="4001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Building block 2: LAN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640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3FD1-8F1F-ED43-234E-FE36101EF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364" y="488337"/>
            <a:ext cx="10939272" cy="976444"/>
          </a:xfrm>
        </p:spPr>
        <p:txBody>
          <a:bodyPr>
            <a:normAutofit fontScale="90000"/>
          </a:bodyPr>
          <a:lstStyle/>
          <a:p>
            <a:r>
              <a:rPr lang="en-US" dirty="0"/>
              <a:t>Postal System Analogy – Building Block 3: Post offices connect complexes (Wide Communication)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58457-2BF0-53A6-B597-91D7C4821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36" y="2105102"/>
            <a:ext cx="5532119" cy="4351338"/>
          </a:xfrm>
        </p:spPr>
        <p:txBody>
          <a:bodyPr/>
          <a:lstStyle/>
          <a:p>
            <a:r>
              <a:rPr lang="en-US" dirty="0"/>
              <a:t>A post office connects multiple apartment complexes</a:t>
            </a:r>
          </a:p>
          <a:p>
            <a:r>
              <a:rPr lang="en-US" dirty="0"/>
              <a:t>Letters can travel between complexes through the post office</a:t>
            </a:r>
          </a:p>
          <a:p>
            <a:r>
              <a:rPr lang="en-US" dirty="0"/>
              <a:t>This is like a Wide Area Network (WAN), connecting LANs together.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E6B3933B-4825-5B2C-82D9-833C4133E9A7}"/>
              </a:ext>
            </a:extLst>
          </p:cNvPr>
          <p:cNvGrpSpPr/>
          <p:nvPr/>
        </p:nvGrpSpPr>
        <p:grpSpPr>
          <a:xfrm>
            <a:off x="5272095" y="2105102"/>
            <a:ext cx="6773540" cy="3590980"/>
            <a:chOff x="2528895" y="2865460"/>
            <a:chExt cx="6773540" cy="3590980"/>
          </a:xfrm>
        </p:grpSpPr>
        <p:sp>
          <p:nvSpPr>
            <p:cNvPr id="53" name="Rectangle: Rounded Corners 52">
              <a:extLst>
                <a:ext uri="{FF2B5EF4-FFF2-40B4-BE49-F238E27FC236}">
                  <a16:creationId xmlns:a16="http://schemas.microsoft.com/office/drawing/2014/main" id="{B631C742-F1D2-11AD-7721-1C36AF9DAF76}"/>
                </a:ext>
              </a:extLst>
            </p:cNvPr>
            <p:cNvSpPr/>
            <p:nvPr/>
          </p:nvSpPr>
          <p:spPr bwMode="auto">
            <a:xfrm>
              <a:off x="7282091" y="2989508"/>
              <a:ext cx="1600199" cy="244140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00D0CAB-DFD3-8557-BED9-462394ACB3CA}"/>
                </a:ext>
              </a:extLst>
            </p:cNvPr>
            <p:cNvSpPr/>
            <p:nvPr/>
          </p:nvSpPr>
          <p:spPr bwMode="auto">
            <a:xfrm>
              <a:off x="2983553" y="2998652"/>
              <a:ext cx="1600199" cy="2441406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 w="28575" cap="flat" cmpd="sng" algn="ctr">
              <a:solidFill>
                <a:srgbClr val="FF0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64A0764E-7059-8EA6-CCFF-9E821BDB0076}"/>
                </a:ext>
              </a:extLst>
            </p:cNvPr>
            <p:cNvGrpSpPr/>
            <p:nvPr/>
          </p:nvGrpSpPr>
          <p:grpSpPr>
            <a:xfrm>
              <a:off x="3505200" y="3131845"/>
              <a:ext cx="914400" cy="594310"/>
              <a:chOff x="3505200" y="3850595"/>
              <a:chExt cx="914400" cy="594310"/>
            </a:xfrm>
          </p:grpSpPr>
          <p:pic>
            <p:nvPicPr>
              <p:cNvPr id="5" name="Picture 7">
                <a:extLst>
                  <a:ext uri="{FF2B5EF4-FFF2-40B4-BE49-F238E27FC236}">
                    <a16:creationId xmlns:a16="http://schemas.microsoft.com/office/drawing/2014/main" id="{026C8F80-961B-119D-2182-DFC51DFC18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5200" y="3850595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86E7CC42-D66E-8B3C-331A-0BE5D291C3F9}"/>
                  </a:ext>
                </a:extLst>
              </p:cNvPr>
              <p:cNvCxnSpPr>
                <a:cxnSpLocks/>
                <a:endCxn id="5" idx="3"/>
              </p:cNvCxnSpPr>
              <p:nvPr/>
            </p:nvCxnSpPr>
            <p:spPr bwMode="auto">
              <a:xfrm flipH="1">
                <a:off x="4062106" y="4147750"/>
                <a:ext cx="357494" cy="0"/>
              </a:xfrm>
              <a:prstGeom prst="line">
                <a:avLst/>
              </a:prstGeom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922F55E-AC5B-4446-B20B-1B636098E52D}"/>
                </a:ext>
              </a:extLst>
            </p:cNvPr>
            <p:cNvGrpSpPr/>
            <p:nvPr/>
          </p:nvGrpSpPr>
          <p:grpSpPr>
            <a:xfrm>
              <a:off x="3505200" y="3922201"/>
              <a:ext cx="914400" cy="594310"/>
              <a:chOff x="3505200" y="3850595"/>
              <a:chExt cx="914400" cy="594310"/>
            </a:xfrm>
          </p:grpSpPr>
          <p:pic>
            <p:nvPicPr>
              <p:cNvPr id="25" name="Picture 7">
                <a:extLst>
                  <a:ext uri="{FF2B5EF4-FFF2-40B4-BE49-F238E27FC236}">
                    <a16:creationId xmlns:a16="http://schemas.microsoft.com/office/drawing/2014/main" id="{9837FA14-D286-EB28-B8B9-1011AD179D8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5200" y="3850595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CAF3DC6E-8721-7B36-D0F1-2D9B19AA5960}"/>
                  </a:ext>
                </a:extLst>
              </p:cNvPr>
              <p:cNvCxnSpPr>
                <a:cxnSpLocks/>
                <a:endCxn id="25" idx="3"/>
              </p:cNvCxnSpPr>
              <p:nvPr/>
            </p:nvCxnSpPr>
            <p:spPr bwMode="auto">
              <a:xfrm flipH="1">
                <a:off x="4062106" y="4147750"/>
                <a:ext cx="357494" cy="0"/>
              </a:xfrm>
              <a:prstGeom prst="line">
                <a:avLst/>
              </a:prstGeom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B49C672-A5E9-B469-4994-A6D9FF5C8ADF}"/>
                </a:ext>
              </a:extLst>
            </p:cNvPr>
            <p:cNvGrpSpPr/>
            <p:nvPr/>
          </p:nvGrpSpPr>
          <p:grpSpPr>
            <a:xfrm>
              <a:off x="3505200" y="4712556"/>
              <a:ext cx="914400" cy="594310"/>
              <a:chOff x="3505200" y="3850595"/>
              <a:chExt cx="914400" cy="594310"/>
            </a:xfrm>
          </p:grpSpPr>
          <p:pic>
            <p:nvPicPr>
              <p:cNvPr id="28" name="Picture 7">
                <a:extLst>
                  <a:ext uri="{FF2B5EF4-FFF2-40B4-BE49-F238E27FC236}">
                    <a16:creationId xmlns:a16="http://schemas.microsoft.com/office/drawing/2014/main" id="{878FF228-8CB6-9314-9F12-E4547AF6283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5200" y="3850595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F1D1B3A7-2A51-ECE2-8140-3FB10B2904A4}"/>
                  </a:ext>
                </a:extLst>
              </p:cNvPr>
              <p:cNvCxnSpPr>
                <a:cxnSpLocks/>
                <a:endCxn id="28" idx="3"/>
              </p:cNvCxnSpPr>
              <p:nvPr/>
            </p:nvCxnSpPr>
            <p:spPr bwMode="auto">
              <a:xfrm flipH="1">
                <a:off x="4062106" y="4147750"/>
                <a:ext cx="357494" cy="0"/>
              </a:xfrm>
              <a:prstGeom prst="line">
                <a:avLst/>
              </a:prstGeom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89013719-7CB1-4E5A-961F-C99E92B0643E}"/>
                </a:ext>
              </a:extLst>
            </p:cNvPr>
            <p:cNvGrpSpPr/>
            <p:nvPr/>
          </p:nvGrpSpPr>
          <p:grpSpPr>
            <a:xfrm>
              <a:off x="7467600" y="3131845"/>
              <a:ext cx="912506" cy="594310"/>
              <a:chOff x="7467600" y="3131845"/>
              <a:chExt cx="912506" cy="594310"/>
            </a:xfrm>
          </p:grpSpPr>
          <p:pic>
            <p:nvPicPr>
              <p:cNvPr id="31" name="Picture 7">
                <a:extLst>
                  <a:ext uri="{FF2B5EF4-FFF2-40B4-BE49-F238E27FC236}">
                    <a16:creationId xmlns:a16="http://schemas.microsoft.com/office/drawing/2014/main" id="{1C50DD0E-9788-67DE-19F1-78F922FDCB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23200" y="3131845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2EE0DFCF-E1EE-548C-B1AD-087F2271B82A}"/>
                  </a:ext>
                </a:extLst>
              </p:cNvPr>
              <p:cNvCxnSpPr>
                <a:cxnSpLocks/>
                <a:stCxn id="31" idx="1"/>
              </p:cNvCxnSpPr>
              <p:nvPr/>
            </p:nvCxnSpPr>
            <p:spPr bwMode="auto">
              <a:xfrm flipH="1">
                <a:off x="7467600" y="3429000"/>
                <a:ext cx="355600" cy="0"/>
              </a:xfrm>
              <a:prstGeom prst="line">
                <a:avLst/>
              </a:prstGeom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943D4E-EF22-6C4B-E11B-78AE34199861}"/>
                </a:ext>
              </a:extLst>
            </p:cNvPr>
            <p:cNvGrpSpPr/>
            <p:nvPr/>
          </p:nvGrpSpPr>
          <p:grpSpPr>
            <a:xfrm>
              <a:off x="7467600" y="3913057"/>
              <a:ext cx="912506" cy="594310"/>
              <a:chOff x="7467600" y="3131845"/>
              <a:chExt cx="912506" cy="594310"/>
            </a:xfrm>
          </p:grpSpPr>
          <p:pic>
            <p:nvPicPr>
              <p:cNvPr id="36" name="Picture 7">
                <a:extLst>
                  <a:ext uri="{FF2B5EF4-FFF2-40B4-BE49-F238E27FC236}">
                    <a16:creationId xmlns:a16="http://schemas.microsoft.com/office/drawing/2014/main" id="{E4CE0843-32ED-69D8-A62F-1BD7254226B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23200" y="3131845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FCAD344C-1A0C-88FE-C33A-E2A64D634068}"/>
                  </a:ext>
                </a:extLst>
              </p:cNvPr>
              <p:cNvCxnSpPr>
                <a:cxnSpLocks/>
                <a:stCxn id="36" idx="1"/>
              </p:cNvCxnSpPr>
              <p:nvPr/>
            </p:nvCxnSpPr>
            <p:spPr bwMode="auto">
              <a:xfrm flipH="1">
                <a:off x="7467600" y="3429000"/>
                <a:ext cx="355600" cy="0"/>
              </a:xfrm>
              <a:prstGeom prst="line">
                <a:avLst/>
              </a:prstGeom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E91BB140-6BBD-9F34-956B-A443BF3958A7}"/>
                </a:ext>
              </a:extLst>
            </p:cNvPr>
            <p:cNvGrpSpPr/>
            <p:nvPr/>
          </p:nvGrpSpPr>
          <p:grpSpPr>
            <a:xfrm>
              <a:off x="7467600" y="4694268"/>
              <a:ext cx="912506" cy="594310"/>
              <a:chOff x="7467600" y="3131845"/>
              <a:chExt cx="912506" cy="594310"/>
            </a:xfrm>
          </p:grpSpPr>
          <p:pic>
            <p:nvPicPr>
              <p:cNvPr id="39" name="Picture 7">
                <a:extLst>
                  <a:ext uri="{FF2B5EF4-FFF2-40B4-BE49-F238E27FC236}">
                    <a16:creationId xmlns:a16="http://schemas.microsoft.com/office/drawing/2014/main" id="{796D2CB8-C5C1-297B-D8D4-64B30E27CB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23200" y="3131845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6725AB5A-939F-CD29-EA8C-97C43A7CDC2F}"/>
                  </a:ext>
                </a:extLst>
              </p:cNvPr>
              <p:cNvCxnSpPr>
                <a:cxnSpLocks/>
                <a:stCxn id="39" idx="1"/>
              </p:cNvCxnSpPr>
              <p:nvPr/>
            </p:nvCxnSpPr>
            <p:spPr bwMode="auto">
              <a:xfrm flipH="1">
                <a:off x="7467600" y="3429000"/>
                <a:ext cx="355600" cy="0"/>
              </a:xfrm>
              <a:prstGeom prst="line">
                <a:avLst/>
              </a:prstGeom>
              <a:ln>
                <a:solidFill>
                  <a:srgbClr val="E97132"/>
                </a:solidFill>
                <a:headEnd type="none" w="med" len="med"/>
                <a:tailEnd type="none" w="med" len="med"/>
              </a:ln>
            </p:spPr>
            <p:style>
              <a:lnRef idx="3">
                <a:schemeClr val="accent6"/>
              </a:lnRef>
              <a:fillRef idx="0">
                <a:schemeClr val="accent6"/>
              </a:fillRef>
              <a:effectRef idx="2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0A633A0-30BF-1248-D532-D428A43951E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19600" y="3429000"/>
              <a:ext cx="0" cy="1580711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73A84C-FE7E-4F1A-1FFE-05FE4A065DF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7467600" y="3429000"/>
              <a:ext cx="0" cy="1562423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266332DC-161F-848A-4E1C-D2E2B3E90E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2119" y="3800256"/>
              <a:ext cx="838200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138F558-E0AC-209E-66AA-DA09EECC3A1C}"/>
                </a:ext>
              </a:extLst>
            </p:cNvPr>
            <p:cNvCxnSpPr>
              <a:cxnSpLocks/>
              <a:stCxn id="2050" idx="1"/>
            </p:cNvCxnSpPr>
            <p:nvPr/>
          </p:nvCxnSpPr>
          <p:spPr bwMode="auto">
            <a:xfrm flipH="1">
              <a:off x="4427220" y="4219356"/>
              <a:ext cx="1104899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5232D83-34DC-7D22-1CA1-F58E2AB53B5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6362701" y="4219356"/>
              <a:ext cx="1104899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7BCA1A64-E96D-7652-2A2B-796A9BAD7B8C}"/>
                </a:ext>
              </a:extLst>
            </p:cNvPr>
            <p:cNvSpPr txBox="1"/>
            <p:nvPr/>
          </p:nvSpPr>
          <p:spPr>
            <a:xfrm>
              <a:off x="4455809" y="4740026"/>
              <a:ext cx="2919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E97132"/>
                  </a:solidFill>
                </a:rPr>
                <a:t>Building block 1: wires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9DFFE1C-FB81-A3D9-7EC5-B18F83C8E5AF}"/>
                </a:ext>
              </a:extLst>
            </p:cNvPr>
            <p:cNvSpPr txBox="1"/>
            <p:nvPr/>
          </p:nvSpPr>
          <p:spPr>
            <a:xfrm>
              <a:off x="2780997" y="5444335"/>
              <a:ext cx="2919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Building block 2: LAN</a:t>
              </a:r>
            </a:p>
          </p:txBody>
        </p:sp>
        <p:sp>
          <p:nvSpPr>
            <p:cNvPr id="56" name="Rectangle: Rounded Corners 55">
              <a:extLst>
                <a:ext uri="{FF2B5EF4-FFF2-40B4-BE49-F238E27FC236}">
                  <a16:creationId xmlns:a16="http://schemas.microsoft.com/office/drawing/2014/main" id="{D1C35655-2B8F-E045-C9C7-7CC47D2CAD6F}"/>
                </a:ext>
              </a:extLst>
            </p:cNvPr>
            <p:cNvSpPr/>
            <p:nvPr/>
          </p:nvSpPr>
          <p:spPr bwMode="auto">
            <a:xfrm>
              <a:off x="2528895" y="2865460"/>
              <a:ext cx="6773540" cy="3154340"/>
            </a:xfrm>
            <a:prstGeom prst="round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7F0E7CEF-4D01-EDF6-24AB-CBF43E2DB066}"/>
                </a:ext>
              </a:extLst>
            </p:cNvPr>
            <p:cNvSpPr txBox="1"/>
            <p:nvPr/>
          </p:nvSpPr>
          <p:spPr>
            <a:xfrm>
              <a:off x="3488070" y="6056330"/>
              <a:ext cx="4589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</a:rPr>
                <a:t>Building block 3: </a:t>
              </a:r>
              <a:r>
                <a:rPr lang="en-US" altLang="zh-CN" sz="2000" dirty="0">
                  <a:solidFill>
                    <a:srgbClr val="00B050"/>
                  </a:solidFill>
                </a:rPr>
                <a:t>wide area network</a:t>
              </a:r>
              <a:endParaRPr lang="en-US" sz="2000" dirty="0">
                <a:solidFill>
                  <a:srgbClr val="00B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4026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C7ECE-EED0-A591-BFA4-569DB0AB0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66562"/>
            <a:ext cx="10515600" cy="86693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Postal System Analogy – Internet Scale: Connecting the whole world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F420EC-2A26-E1CD-82B2-32B6141B7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4472"/>
            <a:ext cx="10515600" cy="1783245"/>
          </a:xfrm>
        </p:spPr>
        <p:txBody>
          <a:bodyPr>
            <a:normAutofit fontScale="85000" lnSpcReduction="1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Multiple post offices around the world connect into a giant global system</a:t>
            </a:r>
          </a:p>
          <a:p>
            <a:pPr>
              <a:spcAft>
                <a:spcPts val="600"/>
              </a:spcAft>
            </a:pPr>
            <a:r>
              <a:rPr lang="en-US" dirty="0"/>
              <a:t>A letter may pass through several post offices before reaching its destination</a:t>
            </a:r>
          </a:p>
          <a:p>
            <a:pPr>
              <a:spcAft>
                <a:spcPts val="600"/>
              </a:spcAft>
            </a:pPr>
            <a:r>
              <a:rPr lang="en-US" dirty="0"/>
              <a:t>The Internet is the same: messages (packets) hop across multiple routers/ISPs before arriving.</a:t>
            </a:r>
          </a:p>
        </p:txBody>
      </p:sp>
      <p:grpSp>
        <p:nvGrpSpPr>
          <p:cNvPr id="3117" name="Group 3116">
            <a:extLst>
              <a:ext uri="{FF2B5EF4-FFF2-40B4-BE49-F238E27FC236}">
                <a16:creationId xmlns:a16="http://schemas.microsoft.com/office/drawing/2014/main" id="{E365ECD6-FAF4-E575-CBCA-4054FA09CF51}"/>
              </a:ext>
            </a:extLst>
          </p:cNvPr>
          <p:cNvGrpSpPr/>
          <p:nvPr/>
        </p:nvGrpSpPr>
        <p:grpSpPr>
          <a:xfrm>
            <a:off x="914400" y="3112177"/>
            <a:ext cx="10363200" cy="3623585"/>
            <a:chOff x="914400" y="3234415"/>
            <a:chExt cx="10363200" cy="3623585"/>
          </a:xfrm>
        </p:grpSpPr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72624FA0-9752-F6CE-E1EF-6C2EEABC435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794" y="3750112"/>
              <a:ext cx="838200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D1C1418-3EC6-8050-5263-6D0175E228B2}"/>
                </a:ext>
              </a:extLst>
            </p:cNvPr>
            <p:cNvCxnSpPr>
              <a:cxnSpLocks/>
              <a:stCxn id="17" idx="1"/>
              <a:endCxn id="8" idx="3"/>
            </p:cNvCxnSpPr>
            <p:nvPr/>
          </p:nvCxnSpPr>
          <p:spPr bwMode="auto">
            <a:xfrm flipH="1">
              <a:off x="2897492" y="4169212"/>
              <a:ext cx="882302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E3D3AFA-BD9B-029D-9F67-4FE11D1F5AD4}"/>
                </a:ext>
              </a:extLst>
            </p:cNvPr>
            <p:cNvCxnSpPr>
              <a:cxnSpLocks/>
              <a:stCxn id="42" idx="1"/>
              <a:endCxn id="17" idx="3"/>
            </p:cNvCxnSpPr>
            <p:nvPr/>
          </p:nvCxnSpPr>
          <p:spPr bwMode="auto">
            <a:xfrm flipH="1">
              <a:off x="4617994" y="4169212"/>
              <a:ext cx="882302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CB62E54-C9CC-5B49-B25B-215AFBEC50DD}"/>
                </a:ext>
              </a:extLst>
            </p:cNvPr>
            <p:cNvSpPr txBox="1"/>
            <p:nvPr/>
          </p:nvSpPr>
          <p:spPr>
            <a:xfrm>
              <a:off x="2733543" y="4553601"/>
              <a:ext cx="2919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E97132"/>
                  </a:solidFill>
                </a:rPr>
                <a:t>Building block 1: wires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27CD2D1-1CFA-40A4-289B-8E9A28858181}"/>
                </a:ext>
              </a:extLst>
            </p:cNvPr>
            <p:cNvSpPr txBox="1"/>
            <p:nvPr/>
          </p:nvSpPr>
          <p:spPr>
            <a:xfrm>
              <a:off x="8944634" y="5474698"/>
              <a:ext cx="217200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0000"/>
                  </a:solidFill>
                </a:rPr>
                <a:t>Building block 2: local network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D42EC1A3-51F9-6AAC-E73B-82F9DC05FAD4}"/>
                </a:ext>
              </a:extLst>
            </p:cNvPr>
            <p:cNvSpPr/>
            <p:nvPr/>
          </p:nvSpPr>
          <p:spPr bwMode="auto">
            <a:xfrm>
              <a:off x="914400" y="3234415"/>
              <a:ext cx="10363200" cy="3286761"/>
            </a:xfrm>
            <a:prstGeom prst="roundRect">
              <a:avLst/>
            </a:prstGeom>
            <a:noFill/>
            <a:ln w="28575" cap="flat" cmpd="sng" algn="ctr">
              <a:solidFill>
                <a:srgbClr val="00B05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9BE2AA-CB46-858C-5614-6FD25943B464}"/>
                </a:ext>
              </a:extLst>
            </p:cNvPr>
            <p:cNvSpPr txBox="1"/>
            <p:nvPr/>
          </p:nvSpPr>
          <p:spPr>
            <a:xfrm>
              <a:off x="1898834" y="6457890"/>
              <a:ext cx="45891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>
                  <a:solidFill>
                    <a:srgbClr val="00B050"/>
                  </a:solidFill>
                </a:rPr>
                <a:t>Building block 3: </a:t>
              </a:r>
              <a:r>
                <a:rPr lang="en-US" altLang="zh-CN" sz="2000" dirty="0">
                  <a:solidFill>
                    <a:srgbClr val="00B050"/>
                  </a:solidFill>
                </a:rPr>
                <a:t>the Internet</a:t>
              </a:r>
              <a:endParaRPr lang="en-US" sz="2000" dirty="0">
                <a:solidFill>
                  <a:srgbClr val="00B050"/>
                </a:solidFill>
              </a:endParaRPr>
            </a:p>
          </p:txBody>
        </p: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B188E2C-AD5F-5B8E-E068-CE9778CAB741}"/>
                </a:ext>
              </a:extLst>
            </p:cNvPr>
            <p:cNvGrpSpPr/>
            <p:nvPr/>
          </p:nvGrpSpPr>
          <p:grpSpPr>
            <a:xfrm>
              <a:off x="1425236" y="3390737"/>
              <a:ext cx="1472256" cy="1556950"/>
              <a:chOff x="1425236" y="3390737"/>
              <a:chExt cx="1472256" cy="1556950"/>
            </a:xfrm>
          </p:grpSpPr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6E7D59F1-E020-DAE9-E438-82670AB6E830}"/>
                  </a:ext>
                </a:extLst>
              </p:cNvPr>
              <p:cNvSpPr/>
              <p:nvPr/>
            </p:nvSpPr>
            <p:spPr bwMode="auto">
              <a:xfrm>
                <a:off x="1425236" y="3390737"/>
                <a:ext cx="1472256" cy="155695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34" name="Picture 7">
                <a:extLst>
                  <a:ext uri="{FF2B5EF4-FFF2-40B4-BE49-F238E27FC236}">
                    <a16:creationId xmlns:a16="http://schemas.microsoft.com/office/drawing/2014/main" id="{AA44478B-1493-2BE6-936F-75B94A420F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3381" y="3472216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2" name="Picture 7">
                <a:extLst>
                  <a:ext uri="{FF2B5EF4-FFF2-40B4-BE49-F238E27FC236}">
                    <a16:creationId xmlns:a16="http://schemas.microsoft.com/office/drawing/2014/main" id="{C3398253-87C9-8869-CEB5-9C3AF608CA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2843" y="3466468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7">
                <a:extLst>
                  <a:ext uri="{FF2B5EF4-FFF2-40B4-BE49-F238E27FC236}">
                    <a16:creationId xmlns:a16="http://schemas.microsoft.com/office/drawing/2014/main" id="{5C8F7B13-7632-EDA0-FF2D-4846F96CAA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5402" y="4199719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6" name="Picture 7">
                <a:extLst>
                  <a:ext uri="{FF2B5EF4-FFF2-40B4-BE49-F238E27FC236}">
                    <a16:creationId xmlns:a16="http://schemas.microsoft.com/office/drawing/2014/main" id="{07F8C5E1-0D15-29FA-2CB0-FC3A62BD418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27330" y="4207291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07619DE2-EBB6-227F-95E7-CEE5FB80B692}"/>
                </a:ext>
              </a:extLst>
            </p:cNvPr>
            <p:cNvGrpSpPr/>
            <p:nvPr/>
          </p:nvGrpSpPr>
          <p:grpSpPr>
            <a:xfrm>
              <a:off x="5500296" y="3390737"/>
              <a:ext cx="1472256" cy="1556950"/>
              <a:chOff x="1425236" y="3390737"/>
              <a:chExt cx="1472256" cy="1556950"/>
            </a:xfrm>
          </p:grpSpPr>
          <p:sp>
            <p:nvSpPr>
              <p:cNvPr id="42" name="Rectangle: Rounded Corners 41">
                <a:extLst>
                  <a:ext uri="{FF2B5EF4-FFF2-40B4-BE49-F238E27FC236}">
                    <a16:creationId xmlns:a16="http://schemas.microsoft.com/office/drawing/2014/main" id="{A5D887DB-BA78-8BC0-62DA-4434E14C98E5}"/>
                  </a:ext>
                </a:extLst>
              </p:cNvPr>
              <p:cNvSpPr/>
              <p:nvPr/>
            </p:nvSpPr>
            <p:spPr bwMode="auto">
              <a:xfrm>
                <a:off x="1425236" y="3390737"/>
                <a:ext cx="1472256" cy="155695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43" name="Picture 7">
                <a:extLst>
                  <a:ext uri="{FF2B5EF4-FFF2-40B4-BE49-F238E27FC236}">
                    <a16:creationId xmlns:a16="http://schemas.microsoft.com/office/drawing/2014/main" id="{06CFB964-CABF-A61A-AA2E-CDAFE19098A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3381" y="3472216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4" name="Picture 7">
                <a:extLst>
                  <a:ext uri="{FF2B5EF4-FFF2-40B4-BE49-F238E27FC236}">
                    <a16:creationId xmlns:a16="http://schemas.microsoft.com/office/drawing/2014/main" id="{D661253B-D1B2-BD9F-B47E-D2C4674620B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2843" y="3466468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5" name="Picture 7">
                <a:extLst>
                  <a:ext uri="{FF2B5EF4-FFF2-40B4-BE49-F238E27FC236}">
                    <a16:creationId xmlns:a16="http://schemas.microsoft.com/office/drawing/2014/main" id="{800573CD-C1E4-DF70-821F-E062F3D4DF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5402" y="4199719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46" name="Picture 7">
                <a:extLst>
                  <a:ext uri="{FF2B5EF4-FFF2-40B4-BE49-F238E27FC236}">
                    <a16:creationId xmlns:a16="http://schemas.microsoft.com/office/drawing/2014/main" id="{93E6EFB5-DE2C-9EB6-BAB6-8D068C41822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27330" y="4207291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D16FBF45-2A0D-A7CE-737A-8B75906CD89F}"/>
                </a:ext>
              </a:extLst>
            </p:cNvPr>
            <p:cNvGrpSpPr/>
            <p:nvPr/>
          </p:nvGrpSpPr>
          <p:grpSpPr>
            <a:xfrm>
              <a:off x="9575356" y="3421244"/>
              <a:ext cx="1472256" cy="1556950"/>
              <a:chOff x="1425236" y="3390737"/>
              <a:chExt cx="1472256" cy="1556950"/>
            </a:xfrm>
          </p:grpSpPr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43B624D6-8B2F-CB72-9EFD-D70E2835DA8B}"/>
                  </a:ext>
                </a:extLst>
              </p:cNvPr>
              <p:cNvSpPr/>
              <p:nvPr/>
            </p:nvSpPr>
            <p:spPr bwMode="auto">
              <a:xfrm>
                <a:off x="1425236" y="3390737"/>
                <a:ext cx="1472256" cy="155695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53" name="Picture 7">
                <a:extLst>
                  <a:ext uri="{FF2B5EF4-FFF2-40B4-BE49-F238E27FC236}">
                    <a16:creationId xmlns:a16="http://schemas.microsoft.com/office/drawing/2014/main" id="{A2166F0E-95DE-2828-E623-D5B008E433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3381" y="3472216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7">
                <a:extLst>
                  <a:ext uri="{FF2B5EF4-FFF2-40B4-BE49-F238E27FC236}">
                    <a16:creationId xmlns:a16="http://schemas.microsoft.com/office/drawing/2014/main" id="{3806F655-2777-096C-4457-C697999C517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2843" y="3466468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7">
                <a:extLst>
                  <a:ext uri="{FF2B5EF4-FFF2-40B4-BE49-F238E27FC236}">
                    <a16:creationId xmlns:a16="http://schemas.microsoft.com/office/drawing/2014/main" id="{A7D548B7-64D1-28B8-5695-F5AEA49D151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5402" y="4199719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7">
                <a:extLst>
                  <a:ext uri="{FF2B5EF4-FFF2-40B4-BE49-F238E27FC236}">
                    <a16:creationId xmlns:a16="http://schemas.microsoft.com/office/drawing/2014/main" id="{9865D9C2-4CAD-D61F-4448-7728B3CCD4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27330" y="4207291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7" name="Picture 2">
              <a:extLst>
                <a:ext uri="{FF2B5EF4-FFF2-40B4-BE49-F238E27FC236}">
                  <a16:creationId xmlns:a16="http://schemas.microsoft.com/office/drawing/2014/main" id="{8BB9D46A-692D-C05E-B81A-91DB6DE0E3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54854" y="3755101"/>
              <a:ext cx="838200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BDB3045-53C8-1FB0-E706-829D01BFBF51}"/>
                </a:ext>
              </a:extLst>
            </p:cNvPr>
            <p:cNvCxnSpPr>
              <a:cxnSpLocks/>
              <a:stCxn id="57" idx="1"/>
            </p:cNvCxnSpPr>
            <p:nvPr/>
          </p:nvCxnSpPr>
          <p:spPr bwMode="auto">
            <a:xfrm flipH="1">
              <a:off x="6972552" y="4174201"/>
              <a:ext cx="882302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D71724A-BBF9-DAF7-33E6-8FCFF01AABDC}"/>
                </a:ext>
              </a:extLst>
            </p:cNvPr>
            <p:cNvCxnSpPr>
              <a:cxnSpLocks/>
              <a:endCxn id="57" idx="3"/>
            </p:cNvCxnSpPr>
            <p:nvPr/>
          </p:nvCxnSpPr>
          <p:spPr bwMode="auto">
            <a:xfrm flipH="1">
              <a:off x="8693054" y="4174201"/>
              <a:ext cx="882302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BC62E445-5AE0-A937-0296-612DE9A50FFA}"/>
                </a:ext>
              </a:extLst>
            </p:cNvPr>
            <p:cNvGrpSpPr/>
            <p:nvPr/>
          </p:nvGrpSpPr>
          <p:grpSpPr>
            <a:xfrm>
              <a:off x="7537826" y="4927159"/>
              <a:ext cx="1472256" cy="1556950"/>
              <a:chOff x="1425236" y="3390737"/>
              <a:chExt cx="1472256" cy="1556950"/>
            </a:xfrm>
          </p:grpSpPr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EEDEEF7D-47D4-CB82-0833-2D7DB50D4C79}"/>
                  </a:ext>
                </a:extLst>
              </p:cNvPr>
              <p:cNvSpPr/>
              <p:nvPr/>
            </p:nvSpPr>
            <p:spPr bwMode="auto">
              <a:xfrm>
                <a:off x="1425236" y="3390737"/>
                <a:ext cx="1472256" cy="155695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28575" cap="flat" cmpd="sng" algn="ctr">
                <a:solidFill>
                  <a:srgbClr val="FF0000"/>
                </a:solidFill>
                <a:prstDash val="solid"/>
                <a:miter lim="800000"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pic>
            <p:nvPicPr>
              <p:cNvPr id="62" name="Picture 7">
                <a:extLst>
                  <a:ext uri="{FF2B5EF4-FFF2-40B4-BE49-F238E27FC236}">
                    <a16:creationId xmlns:a16="http://schemas.microsoft.com/office/drawing/2014/main" id="{2D38F3EE-242D-BC7E-7B17-46A0C740B6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3381" y="3472216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3" name="Picture 7">
                <a:extLst>
                  <a:ext uri="{FF2B5EF4-FFF2-40B4-BE49-F238E27FC236}">
                    <a16:creationId xmlns:a16="http://schemas.microsoft.com/office/drawing/2014/main" id="{E14FFFFC-45FA-E521-C0AB-8602EF4BCB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42843" y="3466468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2" name="Picture 7">
                <a:extLst>
                  <a:ext uri="{FF2B5EF4-FFF2-40B4-BE49-F238E27FC236}">
                    <a16:creationId xmlns:a16="http://schemas.microsoft.com/office/drawing/2014/main" id="{22401F0F-8555-648B-69A4-82E03288E64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85402" y="4199719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3" name="Picture 7">
                <a:extLst>
                  <a:ext uri="{FF2B5EF4-FFF2-40B4-BE49-F238E27FC236}">
                    <a16:creationId xmlns:a16="http://schemas.microsoft.com/office/drawing/2014/main" id="{6E9429FD-89A5-182D-AF05-876F26EE53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27330" y="4207291"/>
                <a:ext cx="556906" cy="59431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3104" name="Straight Connector 3103">
              <a:extLst>
                <a:ext uri="{FF2B5EF4-FFF2-40B4-BE49-F238E27FC236}">
                  <a16:creationId xmlns:a16="http://schemas.microsoft.com/office/drawing/2014/main" id="{20E26115-2A5A-8670-E9A5-7155586EF4D0}"/>
                </a:ext>
              </a:extLst>
            </p:cNvPr>
            <p:cNvCxnSpPr>
              <a:cxnSpLocks/>
              <a:stCxn id="57" idx="2"/>
              <a:endCxn id="61" idx="0"/>
            </p:cNvCxnSpPr>
            <p:nvPr/>
          </p:nvCxnSpPr>
          <p:spPr bwMode="auto">
            <a:xfrm>
              <a:off x="8273954" y="4593301"/>
              <a:ext cx="0" cy="333858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pic>
          <p:nvPicPr>
            <p:cNvPr id="3107" name="Picture 2">
              <a:extLst>
                <a:ext uri="{FF2B5EF4-FFF2-40B4-BE49-F238E27FC236}">
                  <a16:creationId xmlns:a16="http://schemas.microsoft.com/office/drawing/2014/main" id="{73A29AA1-9200-E0C5-1FB1-2923C69B3C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79794" y="5286534"/>
              <a:ext cx="838200" cy="838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08" name="Straight Connector 3107">
              <a:extLst>
                <a:ext uri="{FF2B5EF4-FFF2-40B4-BE49-F238E27FC236}">
                  <a16:creationId xmlns:a16="http://schemas.microsoft.com/office/drawing/2014/main" id="{F78FA9F1-3F66-C31B-9AE2-3E36E1E02498}"/>
                </a:ext>
              </a:extLst>
            </p:cNvPr>
            <p:cNvCxnSpPr>
              <a:cxnSpLocks/>
              <a:stCxn id="3107" idx="1"/>
              <a:endCxn id="8" idx="2"/>
            </p:cNvCxnSpPr>
            <p:nvPr/>
          </p:nvCxnSpPr>
          <p:spPr bwMode="auto">
            <a:xfrm flipH="1" flipV="1">
              <a:off x="2161364" y="4947687"/>
              <a:ext cx="1618430" cy="757947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111" name="Straight Connector 3110">
              <a:extLst>
                <a:ext uri="{FF2B5EF4-FFF2-40B4-BE49-F238E27FC236}">
                  <a16:creationId xmlns:a16="http://schemas.microsoft.com/office/drawing/2014/main" id="{D8EB7D82-A651-4DEA-7BCE-927937F9C52E}"/>
                </a:ext>
              </a:extLst>
            </p:cNvPr>
            <p:cNvCxnSpPr>
              <a:cxnSpLocks/>
              <a:stCxn id="61" idx="1"/>
              <a:endCxn id="3107" idx="3"/>
            </p:cNvCxnSpPr>
            <p:nvPr/>
          </p:nvCxnSpPr>
          <p:spPr bwMode="auto">
            <a:xfrm flipH="1">
              <a:off x="4617994" y="5705634"/>
              <a:ext cx="2919832" cy="0"/>
            </a:xfrm>
            <a:prstGeom prst="line">
              <a:avLst/>
            </a:prstGeom>
            <a:ln>
              <a:solidFill>
                <a:srgbClr val="E97132"/>
              </a:solidFill>
              <a:headEnd type="none" w="med" len="med"/>
              <a:tailEnd type="none" w="med" len="med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1324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A9741-55CE-3EE9-4FCB-E63009843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Internet: Layers of abstraction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CD0AE-D599-1FFD-9568-66106168C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932" y="4186990"/>
            <a:ext cx="11256135" cy="221980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rgbClr val="00B050"/>
                </a:solidFill>
              </a:rPr>
              <a:t>Layer 3: Connect many local networks to form a global network</a:t>
            </a:r>
          </a:p>
          <a:p>
            <a:r>
              <a:rPr lang="en-US" sz="2400" dirty="0">
                <a:solidFill>
                  <a:srgbClr val="FF0000"/>
                </a:solidFill>
              </a:rPr>
              <a:t>Layer 2: Create links in a local area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Layer 1: Move </a:t>
            </a:r>
            <a:r>
              <a:rPr lang="en-US" sz="2400" dirty="0">
                <a:solidFill>
                  <a:srgbClr val="E97132"/>
                </a:solidFill>
              </a:rPr>
              <a:t>bits</a:t>
            </a:r>
            <a:r>
              <a:rPr lang="en-US" sz="2400" dirty="0">
                <a:solidFill>
                  <a:schemeClr val="accent2"/>
                </a:solidFill>
              </a:rPr>
              <a:t> across space =&gt; within single computer, or between computers</a:t>
            </a:r>
          </a:p>
          <a:p>
            <a:r>
              <a:rPr lang="en-US" sz="2400" dirty="0"/>
              <a:t>A change in one layer (e.g., switch pigeons to trucks) doesn’t break the others.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96A7A5-813B-E3B1-6F1B-EA552C046B0A}"/>
              </a:ext>
            </a:extLst>
          </p:cNvPr>
          <p:cNvSpPr txBox="1"/>
          <p:nvPr/>
        </p:nvSpPr>
        <p:spPr>
          <a:xfrm>
            <a:off x="6731358" y="1690688"/>
            <a:ext cx="546064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Internet layers: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Application (email, web page)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Transport (TCP, UDP)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Network (IP)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Link (</a:t>
            </a:r>
            <a:r>
              <a:rPr lang="en-US" sz="2200" dirty="0" err="1"/>
              <a:t>WiFi</a:t>
            </a:r>
            <a:r>
              <a:rPr lang="en-US" sz="2200" dirty="0"/>
              <a:t>, Ethernet)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Physical (cables, wireless signals)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DA032-582F-850E-29C4-EC49E6A2851E}"/>
              </a:ext>
            </a:extLst>
          </p:cNvPr>
          <p:cNvSpPr txBox="1"/>
          <p:nvPr/>
        </p:nvSpPr>
        <p:spPr>
          <a:xfrm>
            <a:off x="467932" y="1778458"/>
            <a:ext cx="6103514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Postal system layers: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Letter (content you wrote)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Envelope (addressing)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Mail carrier (physical delivery)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Post office routing (deciding the next hop)</a:t>
            </a:r>
          </a:p>
        </p:txBody>
      </p:sp>
    </p:spTree>
    <p:extLst>
      <p:ext uri="{BB962C8B-B14F-4D97-AF65-F5344CB8AC3E}">
        <p14:creationId xmlns:p14="http://schemas.microsoft.com/office/powerpoint/2010/main" val="3401731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96B3C-FA35-7BEE-8E9C-8559B9A7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950"/>
            <a:ext cx="10515600" cy="923330"/>
          </a:xfrm>
        </p:spPr>
        <p:txBody>
          <a:bodyPr/>
          <a:lstStyle/>
          <a:p>
            <a:r>
              <a:rPr lang="en-US" dirty="0"/>
              <a:t>Internet layering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F4FBE-A9B7-90A4-6AD7-F6CA4751B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719263"/>
            <a:ext cx="6172200" cy="4411662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Internet design is partitioned into various layers. Each layer…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Has </a:t>
            </a:r>
            <a:r>
              <a:rPr lang="en-US" dirty="0">
                <a:solidFill>
                  <a:srgbClr val="C00000"/>
                </a:solidFill>
              </a:rPr>
              <a:t>protocols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Relies on services provided by the layer below it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Provides services to the layer above it</a:t>
            </a:r>
          </a:p>
          <a:p>
            <a:pPr>
              <a:spcAft>
                <a:spcPts val="600"/>
              </a:spcAft>
            </a:pPr>
            <a:r>
              <a:rPr lang="en-US" dirty="0"/>
              <a:t>Analogous to the structure of an application and the “services” that each layer relies on and provides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6D426-D2BB-AF49-D99C-8FB176AB8DE5}"/>
              </a:ext>
            </a:extLst>
          </p:cNvPr>
          <p:cNvSpPr/>
          <p:nvPr/>
        </p:nvSpPr>
        <p:spPr bwMode="auto">
          <a:xfrm>
            <a:off x="7086600" y="3394710"/>
            <a:ext cx="2651760" cy="685800"/>
          </a:xfrm>
          <a:prstGeom prst="rect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System Calls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C3133-3EED-F2C4-015F-293C4CEF9C2A}"/>
              </a:ext>
            </a:extLst>
          </p:cNvPr>
          <p:cNvSpPr/>
          <p:nvPr/>
        </p:nvSpPr>
        <p:spPr bwMode="auto">
          <a:xfrm>
            <a:off x="7086600" y="2522220"/>
            <a:ext cx="2651760" cy="685800"/>
          </a:xfrm>
          <a:prstGeom prst="rect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Run-Time Library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C5A39-BF76-05E7-97B3-1E8B855929CE}"/>
              </a:ext>
            </a:extLst>
          </p:cNvPr>
          <p:cNvSpPr/>
          <p:nvPr/>
        </p:nvSpPr>
        <p:spPr bwMode="auto">
          <a:xfrm>
            <a:off x="7086600" y="1649730"/>
            <a:ext cx="2651760" cy="685800"/>
          </a:xfrm>
          <a:prstGeom prst="rect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Code You Write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F4DA92E-78B1-277A-7919-211FD7CEAD6F}"/>
              </a:ext>
            </a:extLst>
          </p:cNvPr>
          <p:cNvSpPr/>
          <p:nvPr/>
        </p:nvSpPr>
        <p:spPr bwMode="auto">
          <a:xfrm>
            <a:off x="7086600" y="4267200"/>
            <a:ext cx="265176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Device Drivers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7566FC-F2B7-6633-7017-28A065F5CB16}"/>
              </a:ext>
            </a:extLst>
          </p:cNvPr>
          <p:cNvSpPr/>
          <p:nvPr/>
        </p:nvSpPr>
        <p:spPr bwMode="auto">
          <a:xfrm>
            <a:off x="7086600" y="5139690"/>
            <a:ext cx="2651760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Hardware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6D25CF-C18B-FDCC-5612-3A8A62C9C1B8}"/>
              </a:ext>
            </a:extLst>
          </p:cNvPr>
          <p:cNvSpPr txBox="1"/>
          <p:nvPr/>
        </p:nvSpPr>
        <p:spPr>
          <a:xfrm>
            <a:off x="10401622" y="4550390"/>
            <a:ext cx="17598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Fully isolated from user programs</a:t>
            </a:r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310217E-F702-5168-FABC-6E3EE737F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29800" y="4495800"/>
            <a:ext cx="261952" cy="1032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25405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96B3C-FA35-7BEE-8E9C-8559B9A7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72343"/>
          </a:xfrm>
        </p:spPr>
        <p:txBody>
          <a:bodyPr/>
          <a:lstStyle/>
          <a:p>
            <a:r>
              <a:rPr lang="en-US" dirty="0"/>
              <a:t>Internet layering: OSI vs. TCP/IP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F4FBE-A9B7-90A4-6AD7-F6CA4751B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8403"/>
            <a:ext cx="7443989" cy="4103909"/>
          </a:xfrm>
        </p:spPr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dirty="0"/>
              <a:t>Open Systems Interconnection (OSI) model: </a:t>
            </a:r>
          </a:p>
          <a:p>
            <a:pPr lvl="1"/>
            <a:r>
              <a:rPr lang="en-US" dirty="0"/>
              <a:t>A theoretical, academic model of Internet communication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Originally divided into 7 layers - But layers 5 and 6 aren’t used in the real world, so we </a:t>
            </a:r>
            <a:r>
              <a:rPr lang="en-US" dirty="0">
                <a:solidFill>
                  <a:srgbClr val="C00000"/>
                </a:solidFill>
              </a:rPr>
              <a:t>ignore</a:t>
            </a:r>
            <a:r>
              <a:rPr lang="en-US" dirty="0"/>
              <a:t> them</a:t>
            </a:r>
          </a:p>
          <a:p>
            <a:pPr>
              <a:spcAft>
                <a:spcPts val="600"/>
              </a:spcAft>
            </a:pPr>
            <a:r>
              <a:rPr lang="en-US" dirty="0"/>
              <a:t>Same reliance upon abstraction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 layer can be implemented in different ways without affecting other layers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A layer’s protocol can be substituted with another protocol without affecting other layers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46D426-D2BB-AF49-D99C-8FB176AB8DE5}"/>
              </a:ext>
            </a:extLst>
          </p:cNvPr>
          <p:cNvSpPr/>
          <p:nvPr/>
        </p:nvSpPr>
        <p:spPr bwMode="auto">
          <a:xfrm>
            <a:off x="7543800" y="4430447"/>
            <a:ext cx="4038600" cy="685800"/>
          </a:xfrm>
          <a:prstGeom prst="rect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3. Network </a:t>
            </a:r>
            <a:r>
              <a:rPr lang="en-US" altLang="zh-CN" sz="2400" b="1" dirty="0">
                <a:latin typeface="Arial" charset="0"/>
              </a:rPr>
              <a:t>Layer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8C3133-3EED-F2C4-015F-293C4CEF9C2A}"/>
              </a:ext>
            </a:extLst>
          </p:cNvPr>
          <p:cNvSpPr/>
          <p:nvPr/>
        </p:nvSpPr>
        <p:spPr bwMode="auto">
          <a:xfrm>
            <a:off x="7543800" y="3622436"/>
            <a:ext cx="4038600" cy="685800"/>
          </a:xfrm>
          <a:prstGeom prst="rect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4. Transport </a:t>
            </a:r>
            <a:r>
              <a:rPr lang="en-US" altLang="zh-CN" sz="2400" b="1" dirty="0">
                <a:latin typeface="Arial" charset="0"/>
              </a:rPr>
              <a:t>Layer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3C5A39-BF76-05E7-97B3-1E8B855929CE}"/>
              </a:ext>
            </a:extLst>
          </p:cNvPr>
          <p:cNvSpPr/>
          <p:nvPr/>
        </p:nvSpPr>
        <p:spPr bwMode="auto">
          <a:xfrm>
            <a:off x="7543800" y="1198403"/>
            <a:ext cx="4038600" cy="685800"/>
          </a:xfrm>
          <a:prstGeom prst="rect">
            <a:avLst/>
          </a:prstGeom>
          <a:solidFill>
            <a:srgbClr val="FFC000"/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7. Application Layer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8E3E4F-C8C9-564C-A2A0-5B05C92A13FA}"/>
              </a:ext>
            </a:extLst>
          </p:cNvPr>
          <p:cNvSpPr/>
          <p:nvPr/>
        </p:nvSpPr>
        <p:spPr bwMode="auto">
          <a:xfrm>
            <a:off x="7543799" y="5238458"/>
            <a:ext cx="4038599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2. Data Link </a:t>
            </a:r>
            <a:r>
              <a:rPr lang="en-US" altLang="zh-CN" sz="2400" b="1" dirty="0">
                <a:latin typeface="Arial" charset="0"/>
              </a:rPr>
              <a:t>Layer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8BB7D3-EE0F-1E90-450F-41BDD3A33808}"/>
              </a:ext>
            </a:extLst>
          </p:cNvPr>
          <p:cNvSpPr/>
          <p:nvPr/>
        </p:nvSpPr>
        <p:spPr bwMode="auto">
          <a:xfrm>
            <a:off x="7543800" y="6046470"/>
            <a:ext cx="4038598" cy="685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1. Physical </a:t>
            </a:r>
            <a:r>
              <a:rPr lang="en-US" altLang="zh-CN" sz="2400" b="1" dirty="0">
                <a:latin typeface="Arial" charset="0"/>
              </a:rPr>
              <a:t>Layer</a:t>
            </a:r>
            <a:endParaRPr kumimoji="0" 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344563-6E7F-6917-0068-776C0DF573BF}"/>
              </a:ext>
            </a:extLst>
          </p:cNvPr>
          <p:cNvSpPr/>
          <p:nvPr/>
        </p:nvSpPr>
        <p:spPr bwMode="auto">
          <a:xfrm>
            <a:off x="7543800" y="2006414"/>
            <a:ext cx="4038600" cy="685800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  <a:ln w="28575" cap="flat" cmpd="sng" algn="ctr">
            <a:solidFill>
              <a:schemeClr val="tx1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strike="dblStrike" dirty="0">
                <a:latin typeface="Arial" charset="0"/>
              </a:rPr>
              <a:t>6</a:t>
            </a:r>
            <a:r>
              <a:rPr kumimoji="0" lang="en-US" altLang="zh-CN" sz="2400" b="1" i="0" strike="dbl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Presentation</a:t>
            </a:r>
            <a:r>
              <a:rPr lang="en-US" altLang="zh-CN" sz="2400" b="1" strike="dblStrike" dirty="0">
                <a:latin typeface="Arial" charset="0"/>
              </a:rPr>
              <a:t> Layer</a:t>
            </a:r>
            <a:endParaRPr kumimoji="0" lang="en-US" sz="2400" b="1" i="0" strike="dbl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0FB070-2BCB-5E6E-8825-FA369A2FD6EE}"/>
              </a:ext>
            </a:extLst>
          </p:cNvPr>
          <p:cNvSpPr/>
          <p:nvPr/>
        </p:nvSpPr>
        <p:spPr bwMode="auto">
          <a:xfrm>
            <a:off x="7543800" y="2814425"/>
            <a:ext cx="4038600" cy="685800"/>
          </a:xfrm>
          <a:prstGeom prst="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8100000" scaled="1"/>
            <a:tileRect/>
          </a:gradFill>
          <a:ln w="28575" cap="flat" cmpd="sng" algn="ctr">
            <a:solidFill>
              <a:schemeClr val="tx1"/>
            </a:solidFill>
            <a:prstDash val="sysDash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2400" b="1" strike="dblStrike" dirty="0">
                <a:latin typeface="Arial" charset="0"/>
              </a:rPr>
              <a:t>5</a:t>
            </a:r>
            <a:r>
              <a:rPr kumimoji="0" lang="en-US" altLang="zh-CN" sz="2400" b="1" i="0" u="none" strike="dbl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. Session </a:t>
            </a:r>
            <a:r>
              <a:rPr lang="en-US" altLang="zh-CN" sz="2400" b="1" strike="dblStrike" dirty="0">
                <a:latin typeface="Arial" charset="0"/>
              </a:rPr>
              <a:t>Layer</a:t>
            </a:r>
            <a:endParaRPr kumimoji="0" lang="en-US" sz="2400" b="1" i="0" u="none" strike="dbl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7C756EA-9870-8622-6EFC-18B8125D9776}"/>
              </a:ext>
            </a:extLst>
          </p:cNvPr>
          <p:cNvGrpSpPr/>
          <p:nvPr/>
        </p:nvGrpSpPr>
        <p:grpSpPr>
          <a:xfrm>
            <a:off x="128759" y="5216372"/>
            <a:ext cx="7186470" cy="1515898"/>
            <a:chOff x="609601" y="5238458"/>
            <a:chExt cx="7186470" cy="151589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557DF2F-B50D-1EE7-8AF7-ADF3C93493CC}"/>
                </a:ext>
              </a:extLst>
            </p:cNvPr>
            <p:cNvSpPr/>
            <p:nvPr/>
          </p:nvSpPr>
          <p:spPr bwMode="auto">
            <a:xfrm>
              <a:off x="609603" y="6046470"/>
              <a:ext cx="685800" cy="68580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A83115-32BF-B018-0947-E5F833969F9D}"/>
                </a:ext>
              </a:extLst>
            </p:cNvPr>
            <p:cNvSpPr/>
            <p:nvPr/>
          </p:nvSpPr>
          <p:spPr bwMode="auto">
            <a:xfrm>
              <a:off x="609601" y="5238458"/>
              <a:ext cx="685800" cy="68580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7D2983D-A48B-3B7B-7284-FFA325AC426D}"/>
                </a:ext>
              </a:extLst>
            </p:cNvPr>
            <p:cNvSpPr txBox="1"/>
            <p:nvPr/>
          </p:nvSpPr>
          <p:spPr>
            <a:xfrm>
              <a:off x="1300767" y="6046470"/>
              <a:ext cx="6495304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Aptos (Body)"/>
                </a:rPr>
                <a:t>Layer 1 &amp; 2 are c</a:t>
              </a:r>
              <a:r>
                <a:rPr lang="en-US" sz="2000" dirty="0">
                  <a:latin typeface="Aptos (Body)"/>
                </a:rPr>
                <a:t>loser to hardware (hardware + firmware): </a:t>
              </a:r>
            </a:p>
            <a:p>
              <a:r>
                <a:rPr lang="en-US" sz="2000" dirty="0">
                  <a:latin typeface="Aptos (Body)"/>
                </a:rPr>
                <a:t>signals, frames, MAC addresses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315E8BC-2F3A-ADCF-F257-CAF94E9CF552}"/>
                </a:ext>
              </a:extLst>
            </p:cNvPr>
            <p:cNvSpPr txBox="1"/>
            <p:nvPr/>
          </p:nvSpPr>
          <p:spPr>
            <a:xfrm>
              <a:off x="1295401" y="5238458"/>
              <a:ext cx="518821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dirty="0">
                  <a:latin typeface="Aptos (Body)"/>
                </a:rPr>
                <a:t>Layer 3 – 7 are c</a:t>
              </a:r>
              <a:r>
                <a:rPr lang="en-US" sz="2000" dirty="0">
                  <a:latin typeface="Aptos (Body)"/>
                </a:rPr>
                <a:t>loser to software: </a:t>
              </a:r>
            </a:p>
            <a:p>
              <a:r>
                <a:rPr lang="en-US" sz="2000" dirty="0">
                  <a:latin typeface="Aptos (Body)"/>
                </a:rPr>
                <a:t>logical addressing, connections, applications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6202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ADBF3-82CE-4898-1132-147E89CCB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4225-68D0-D240-114D-61FD5287C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1621"/>
            <a:ext cx="10515600" cy="972343"/>
          </a:xfrm>
        </p:spPr>
        <p:txBody>
          <a:bodyPr/>
          <a:lstStyle/>
          <a:p>
            <a:r>
              <a:rPr lang="en-US" dirty="0"/>
              <a:t>Internet layering: OSI vs. TCP/IP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06404-A0AA-E306-4B27-131373F90C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380" y="805702"/>
            <a:ext cx="11741240" cy="233283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Transmission Control Protocol/Internet Protocol (TCP/IP) model: </a:t>
            </a:r>
          </a:p>
          <a:p>
            <a:pPr lvl="1"/>
            <a:r>
              <a:rPr lang="en-US" dirty="0"/>
              <a:t>Practical model used on today’s Internet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/>
              <a:t>Layers 5 (Session) + 6 (Presentation) are usually bundled into Application in TCP/IP</a:t>
            </a:r>
          </a:p>
          <a:p>
            <a:r>
              <a:rPr lang="en-US" sz="2400" dirty="0"/>
              <a:t>Different models, same idea </a:t>
            </a:r>
            <a:r>
              <a:rPr lang="en-US" sz="2400" dirty="0">
                <a:sym typeface="Wingdings" panose="05000000000000000000" pitchFamily="2" charset="2"/>
              </a:rPr>
              <a:t> </a:t>
            </a:r>
            <a:r>
              <a:rPr lang="en-US" sz="2400" dirty="0"/>
              <a:t>networking is layered abstraction, where each layer provides services to the one above</a:t>
            </a:r>
          </a:p>
          <a:p>
            <a:r>
              <a:rPr lang="en-US" sz="2400" dirty="0"/>
              <a:t>We follow the TCP/IP model (aka the Internet protocol suite model)to organize course content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8965E53-CB3A-BBB2-4726-955F906F0901}"/>
              </a:ext>
            </a:extLst>
          </p:cNvPr>
          <p:cNvGrpSpPr/>
          <p:nvPr/>
        </p:nvGrpSpPr>
        <p:grpSpPr>
          <a:xfrm>
            <a:off x="741303" y="2984577"/>
            <a:ext cx="11070886" cy="3811802"/>
            <a:chOff x="741303" y="2984577"/>
            <a:chExt cx="11070886" cy="3811802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DA2C91-A82F-F213-FE47-3FA1FD384780}"/>
                </a:ext>
              </a:extLst>
            </p:cNvPr>
            <p:cNvSpPr/>
            <p:nvPr/>
          </p:nvSpPr>
          <p:spPr bwMode="auto">
            <a:xfrm>
              <a:off x="743753" y="5416221"/>
              <a:ext cx="2411569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3. Network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B07511-D068-4D39-C7AC-2E10EC32C0A3}"/>
                </a:ext>
              </a:extLst>
            </p:cNvPr>
            <p:cNvSpPr/>
            <p:nvPr/>
          </p:nvSpPr>
          <p:spPr bwMode="auto">
            <a:xfrm>
              <a:off x="743752" y="4909022"/>
              <a:ext cx="2411569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4. Transport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84AF62-9A8A-3F68-2DED-7685228DBBBD}"/>
                </a:ext>
              </a:extLst>
            </p:cNvPr>
            <p:cNvSpPr/>
            <p:nvPr/>
          </p:nvSpPr>
          <p:spPr bwMode="auto">
            <a:xfrm>
              <a:off x="743750" y="3387425"/>
              <a:ext cx="2411569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7. Application</a:t>
              </a: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3F1DAD0-DC1D-993D-AEE8-86E803ECC06A}"/>
                </a:ext>
              </a:extLst>
            </p:cNvPr>
            <p:cNvSpPr/>
            <p:nvPr/>
          </p:nvSpPr>
          <p:spPr bwMode="auto">
            <a:xfrm>
              <a:off x="743753" y="5923420"/>
              <a:ext cx="2411570" cy="3657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2. Data Link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B83F7226-782D-AA40-A769-8E49D4BD30EE}"/>
                </a:ext>
              </a:extLst>
            </p:cNvPr>
            <p:cNvSpPr/>
            <p:nvPr/>
          </p:nvSpPr>
          <p:spPr bwMode="auto">
            <a:xfrm>
              <a:off x="743754" y="6430619"/>
              <a:ext cx="2411569" cy="3657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1. Physical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4ACA0AE-D161-F4D9-DC40-865057BB113B}"/>
                </a:ext>
              </a:extLst>
            </p:cNvPr>
            <p:cNvSpPr/>
            <p:nvPr/>
          </p:nvSpPr>
          <p:spPr bwMode="auto">
            <a:xfrm>
              <a:off x="743750" y="3894624"/>
              <a:ext cx="2411569" cy="365760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8100000" scaled="1"/>
              <a:tileRect/>
            </a:gradFill>
            <a:ln w="28575" cap="flat" cmpd="sng" algn="ctr">
              <a:solidFill>
                <a:schemeClr val="tx1"/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strike="dblStrike" dirty="0">
                  <a:latin typeface="Arial" charset="0"/>
                </a:rPr>
                <a:t>6</a:t>
              </a:r>
              <a:r>
                <a:rPr kumimoji="0" lang="en-US" altLang="zh-CN" sz="2400" b="1" i="0" strike="dbl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. Presentation</a:t>
              </a:r>
              <a:endParaRPr kumimoji="0" lang="en-US" sz="2400" b="1" i="0" strike="dbl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749E500-4FBD-ECC0-5A72-F8C34A252620}"/>
                </a:ext>
              </a:extLst>
            </p:cNvPr>
            <p:cNvSpPr/>
            <p:nvPr/>
          </p:nvSpPr>
          <p:spPr bwMode="auto">
            <a:xfrm>
              <a:off x="743751" y="4401823"/>
              <a:ext cx="2411569" cy="365760"/>
            </a:xfrm>
            <a:prstGeom prst="rect">
              <a:avLst/>
            </a:prstGeom>
            <a:gradFill flip="none" rotWithShape="1">
              <a:gsLst>
                <a:gs pos="0">
                  <a:srgbClr val="FFC000">
                    <a:tint val="66000"/>
                    <a:satMod val="160000"/>
                  </a:srgbClr>
                </a:gs>
                <a:gs pos="50000">
                  <a:srgbClr val="FFC000">
                    <a:tint val="44500"/>
                    <a:satMod val="160000"/>
                  </a:srgbClr>
                </a:gs>
                <a:gs pos="100000">
                  <a:srgbClr val="FFC000">
                    <a:tint val="23500"/>
                    <a:satMod val="160000"/>
                  </a:srgbClr>
                </a:gs>
              </a:gsLst>
              <a:lin ang="8100000" scaled="1"/>
              <a:tileRect/>
            </a:gradFill>
            <a:ln w="28575" cap="flat" cmpd="sng" algn="ctr">
              <a:solidFill>
                <a:schemeClr val="tx1"/>
              </a:solidFill>
              <a:prstDash val="sysDash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altLang="zh-CN" sz="2400" b="1" strike="dblStrike" dirty="0">
                  <a:latin typeface="Arial" charset="0"/>
                </a:rPr>
                <a:t>5</a:t>
              </a:r>
              <a:r>
                <a:rPr kumimoji="0" lang="en-US" altLang="zh-CN" sz="2400" b="1" i="0" u="none" strike="dbl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. Session</a:t>
              </a:r>
              <a:endParaRPr kumimoji="0" lang="en-US" sz="2400" b="1" i="0" u="none" strike="dbl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27DFF8-1CA6-7B89-4BAD-E205CF50D4D5}"/>
                </a:ext>
              </a:extLst>
            </p:cNvPr>
            <p:cNvSpPr txBox="1"/>
            <p:nvPr/>
          </p:nvSpPr>
          <p:spPr>
            <a:xfrm>
              <a:off x="741303" y="2984577"/>
              <a:ext cx="24140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OSI</a:t>
              </a:r>
              <a:endParaRPr lang="en-US" sz="2400" b="1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A39A460-B319-D671-4E46-F1E7E3766EB8}"/>
                </a:ext>
              </a:extLst>
            </p:cNvPr>
            <p:cNvSpPr/>
            <p:nvPr/>
          </p:nvSpPr>
          <p:spPr bwMode="auto">
            <a:xfrm>
              <a:off x="4034310" y="5416221"/>
              <a:ext cx="3175711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3. Internet (Network)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917F7B4-72F0-5B82-4A96-5E81522C93C1}"/>
                </a:ext>
              </a:extLst>
            </p:cNvPr>
            <p:cNvSpPr/>
            <p:nvPr/>
          </p:nvSpPr>
          <p:spPr bwMode="auto">
            <a:xfrm>
              <a:off x="4031862" y="4861547"/>
              <a:ext cx="3175710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4. Transport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0BBB02D-42C6-8EAD-2DAD-08242C84FC84}"/>
                </a:ext>
              </a:extLst>
            </p:cNvPr>
            <p:cNvSpPr/>
            <p:nvPr/>
          </p:nvSpPr>
          <p:spPr bwMode="auto">
            <a:xfrm>
              <a:off x="4034307" y="3387425"/>
              <a:ext cx="3175711" cy="1380158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sz="2400" b="1" dirty="0">
                  <a:latin typeface="Arial" charset="0"/>
                </a:rPr>
                <a:t>5</a:t>
              </a:r>
              <a:r>
                <a:rPr kumimoji="0" lang="en-US" altLang="zh-CN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. Application</a:t>
              </a:r>
              <a:endParaRPr kumimoji="0" 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075D2D-543B-652B-3E97-045F54029AC4}"/>
                </a:ext>
              </a:extLst>
            </p:cNvPr>
            <p:cNvSpPr/>
            <p:nvPr/>
          </p:nvSpPr>
          <p:spPr bwMode="auto">
            <a:xfrm>
              <a:off x="4031862" y="5923420"/>
              <a:ext cx="3178160" cy="3657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2. Link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841E1F-225F-89F3-F1BB-811CF3478604}"/>
                </a:ext>
              </a:extLst>
            </p:cNvPr>
            <p:cNvSpPr/>
            <p:nvPr/>
          </p:nvSpPr>
          <p:spPr bwMode="auto">
            <a:xfrm>
              <a:off x="4031863" y="6430619"/>
              <a:ext cx="3178160" cy="3657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1. Physical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772F38-3462-6542-D245-ADFCB263E928}"/>
                </a:ext>
              </a:extLst>
            </p:cNvPr>
            <p:cNvSpPr txBox="1"/>
            <p:nvPr/>
          </p:nvSpPr>
          <p:spPr>
            <a:xfrm>
              <a:off x="4031858" y="2984577"/>
              <a:ext cx="317816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b="1" dirty="0"/>
                <a:t>TCP/IP</a:t>
              </a:r>
              <a:endParaRPr lang="en-US" sz="2400" b="1" dirty="0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BC18368-6785-F36F-F1E6-6B7ABFC5B778}"/>
                </a:ext>
              </a:extLst>
            </p:cNvPr>
            <p:cNvSpPr/>
            <p:nvPr/>
          </p:nvSpPr>
          <p:spPr bwMode="auto">
            <a:xfrm>
              <a:off x="8157691" y="5416221"/>
              <a:ext cx="3193660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IP, ICMP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1C4AAE0E-089D-B475-8C75-39389D71DC89}"/>
                </a:ext>
              </a:extLst>
            </p:cNvPr>
            <p:cNvSpPr/>
            <p:nvPr/>
          </p:nvSpPr>
          <p:spPr bwMode="auto">
            <a:xfrm>
              <a:off x="8155241" y="4861547"/>
              <a:ext cx="3196110" cy="365760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TCP, UDP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8BE480A-EB61-D3D8-0E6E-63C30E32EE88}"/>
                </a:ext>
              </a:extLst>
            </p:cNvPr>
            <p:cNvSpPr/>
            <p:nvPr/>
          </p:nvSpPr>
          <p:spPr bwMode="auto">
            <a:xfrm>
              <a:off x="8157688" y="3387425"/>
              <a:ext cx="3196112" cy="1380158"/>
            </a:xfrm>
            <a:prstGeom prst="rect">
              <a:avLst/>
            </a:prstGeom>
            <a:solidFill>
              <a:srgbClr val="FFC000"/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zh-CN" b="1" dirty="0">
                  <a:latin typeface="Arial" charset="0"/>
                </a:rPr>
                <a:t>HTTP, FTP, SMTP, DNS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SSL/TLS, JPEG, MPEG</a:t>
              </a:r>
            </a:p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b="1" dirty="0">
                  <a:latin typeface="Arial" charset="0"/>
                </a:rPr>
                <a:t>RPC, NetBIOS</a:t>
              </a:r>
              <a:endParaRPr kumimoji="0" 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1D374458-7B83-18C9-86D3-5C388ECE7155}"/>
                </a:ext>
              </a:extLst>
            </p:cNvPr>
            <p:cNvSpPr/>
            <p:nvPr/>
          </p:nvSpPr>
          <p:spPr bwMode="auto">
            <a:xfrm>
              <a:off x="8157690" y="5923420"/>
              <a:ext cx="3193659" cy="3657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Ethernet, Wi-Fi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E91862-8ADE-990A-BC75-A41A2B854112}"/>
                </a:ext>
              </a:extLst>
            </p:cNvPr>
            <p:cNvSpPr txBox="1"/>
            <p:nvPr/>
          </p:nvSpPr>
          <p:spPr>
            <a:xfrm>
              <a:off x="7691948" y="2987315"/>
              <a:ext cx="412024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/>
                <a:t>Typical Protocols &amp; Technologies</a:t>
              </a:r>
              <a:endParaRPr lang="en-US" sz="2000" b="1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C1E457B-9820-3C94-2182-D5FCF4692F41}"/>
                </a:ext>
              </a:extLst>
            </p:cNvPr>
            <p:cNvSpPr/>
            <p:nvPr/>
          </p:nvSpPr>
          <p:spPr bwMode="auto">
            <a:xfrm>
              <a:off x="8155240" y="6430619"/>
              <a:ext cx="3193659" cy="365760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2857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sz="24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Copper, Fiber, Radio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0360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366B7-1FF0-134B-B419-0A5A82710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411" y="1658429"/>
            <a:ext cx="5394571" cy="957996"/>
          </a:xfrm>
        </p:spPr>
        <p:txBody>
          <a:bodyPr>
            <a:normAutofit lnSpcReduction="10000"/>
          </a:bodyPr>
          <a:lstStyle/>
          <a:p>
            <a:pPr>
              <a:buSzPct val="75000"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Internet: “</a:t>
            </a:r>
            <a:r>
              <a:rPr lang="en-US" altLang="ja-JP" dirty="0">
                <a:solidFill>
                  <a:srgbClr val="CC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network of networks”</a:t>
            </a:r>
          </a:p>
          <a:p>
            <a:pPr lvl="1"/>
            <a:r>
              <a:rPr lang="en-US" altLang="en-US" dirty="0">
                <a:ea typeface="Arial" panose="020B0604020202020204" pitchFamily="34" charset="0"/>
                <a:cs typeface="Calibri" panose="020F0502020204030204" pitchFamily="34" charset="0"/>
              </a:rPr>
              <a:t>Interconnected ISPs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ja-JP" dirty="0"/>
              <a:t>The Internet: a “nuts and bolts” view</a:t>
            </a:r>
            <a:endParaRPr lang="en-US" dirty="0"/>
          </a:p>
        </p:txBody>
      </p:sp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289251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network</a:t>
            </a:r>
            <a:endParaRPr lang="en-US" sz="1000" dirty="0"/>
          </a:p>
        </p:txBody>
      </p:sp>
      <p:grpSp>
        <p:nvGrpSpPr>
          <p:cNvPr id="1025" name="Group 1024">
            <a:extLst>
              <a:ext uri="{FF2B5EF4-FFF2-40B4-BE49-F238E27FC236}">
                <a16:creationId xmlns:a16="http://schemas.microsoft.com/office/drawing/2014/main" id="{B7334F8A-78E8-5447-8C7B-A897E1246B5B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cxnSp>
          <p:nvCxnSpPr>
            <p:cNvPr id="830" name="Straight Connector 829">
              <a:extLst>
                <a:ext uri="{FF2B5EF4-FFF2-40B4-BE49-F238E27FC236}">
                  <a16:creationId xmlns:a16="http://schemas.microsoft.com/office/drawing/2014/main" id="{B163CA8C-EB1E-A14C-9A66-BC297C1207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9920" y="3580125"/>
              <a:ext cx="412964" cy="6371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7" name="Straight Connector 826">
              <a:extLst>
                <a:ext uri="{FF2B5EF4-FFF2-40B4-BE49-F238E27FC236}">
                  <a16:creationId xmlns:a16="http://schemas.microsoft.com/office/drawing/2014/main" id="{5423E50E-9196-7E41-B2E3-7EFFBB80785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660835" y="3640684"/>
              <a:ext cx="345866" cy="7389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5" name="Straight Connector 824">
              <a:extLst>
                <a:ext uri="{FF2B5EF4-FFF2-40B4-BE49-F238E27FC236}">
                  <a16:creationId xmlns:a16="http://schemas.microsoft.com/office/drawing/2014/main" id="{D736E0FF-D607-3B4C-A87A-D415301D67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636897" y="3633421"/>
              <a:ext cx="335987" cy="39534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3" name="Straight Connector 822">
              <a:extLst>
                <a:ext uri="{FF2B5EF4-FFF2-40B4-BE49-F238E27FC236}">
                  <a16:creationId xmlns:a16="http://schemas.microsoft.com/office/drawing/2014/main" id="{412118DA-F614-8A42-80A7-8D427CB9D0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70774" y="3594896"/>
              <a:ext cx="1" cy="48574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Straight Connector 818">
              <a:extLst>
                <a:ext uri="{FF2B5EF4-FFF2-40B4-BE49-F238E27FC236}">
                  <a16:creationId xmlns:a16="http://schemas.microsoft.com/office/drawing/2014/main" id="{1F000A1C-019C-AC40-8B26-99394BC90A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550620" y="4071642"/>
              <a:ext cx="508543" cy="348647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8" name="Straight Connector 817">
              <a:extLst>
                <a:ext uri="{FF2B5EF4-FFF2-40B4-BE49-F238E27FC236}">
                  <a16:creationId xmlns:a16="http://schemas.microsoft.com/office/drawing/2014/main" id="{E581177E-ADBB-324A-BE56-FFA64730F3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95195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6" name="Straight Connector 815">
              <a:extLst>
                <a:ext uri="{FF2B5EF4-FFF2-40B4-BE49-F238E27FC236}">
                  <a16:creationId xmlns:a16="http://schemas.microsoft.com/office/drawing/2014/main" id="{D0BFF2F4-0B07-CF45-A69B-7B91FA12DE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19616" y="4087742"/>
              <a:ext cx="6554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3" name="Straight Connector 812">
              <a:extLst>
                <a:ext uri="{FF2B5EF4-FFF2-40B4-BE49-F238E27FC236}">
                  <a16:creationId xmlns:a16="http://schemas.microsoft.com/office/drawing/2014/main" id="{E3568D00-797E-F542-B47B-DC40257A1A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76868" y="3507672"/>
              <a:ext cx="382424" cy="5170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1" name="Straight Connector 810">
              <a:extLst>
                <a:ext uri="{FF2B5EF4-FFF2-40B4-BE49-F238E27FC236}">
                  <a16:creationId xmlns:a16="http://schemas.microsoft.com/office/drawing/2014/main" id="{B5D2DFB3-E4DE-3C49-8F72-DC09F553A5F3}"/>
                </a:ext>
              </a:extLst>
            </p:cNvPr>
            <p:cNvCxnSpPr>
              <a:cxnSpLocks/>
            </p:cNvCxnSpPr>
            <p:nvPr/>
          </p:nvCxnSpPr>
          <p:spPr>
            <a:xfrm>
              <a:off x="9733069" y="3507672"/>
              <a:ext cx="0" cy="5402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8" name="Straight Connector 807">
              <a:extLst>
                <a:ext uri="{FF2B5EF4-FFF2-40B4-BE49-F238E27FC236}">
                  <a16:creationId xmlns:a16="http://schemas.microsoft.com/office/drawing/2014/main" id="{F9A85AAA-3DAA-6946-B559-D97F731B61D5}"/>
                </a:ext>
              </a:extLst>
            </p:cNvPr>
            <p:cNvCxnSpPr/>
            <p:nvPr/>
          </p:nvCxnSpPr>
          <p:spPr>
            <a:xfrm>
              <a:off x="10137668" y="2754692"/>
              <a:ext cx="488174" cy="83933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Straight Connector 562">
              <a:extLst>
                <a:ext uri="{FF2B5EF4-FFF2-40B4-BE49-F238E27FC236}">
                  <a16:creationId xmlns:a16="http://schemas.microsoft.com/office/drawing/2014/main" id="{12CE73BA-DDE8-5741-9E5E-64CA353BA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798719" y="2695013"/>
              <a:ext cx="380432" cy="694807"/>
            </a:xfrm>
            <a:prstGeom prst="line">
              <a:avLst/>
            </a:prstGeom>
            <a:ln w="12700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03" name="Group 802">
              <a:extLst>
                <a:ext uri="{FF2B5EF4-FFF2-40B4-BE49-F238E27FC236}">
                  <a16:creationId xmlns:a16="http://schemas.microsoft.com/office/drawing/2014/main" id="{4429D23B-C424-D54E-A99F-D3FC646B3D08}"/>
                </a:ext>
              </a:extLst>
            </p:cNvPr>
            <p:cNvGrpSpPr/>
            <p:nvPr/>
          </p:nvGrpSpPr>
          <p:grpSpPr>
            <a:xfrm>
              <a:off x="7562238" y="2127325"/>
              <a:ext cx="3578867" cy="3640283"/>
              <a:chOff x="7562238" y="2127325"/>
              <a:chExt cx="3578867" cy="3640283"/>
            </a:xfrm>
          </p:grpSpPr>
          <p:grpSp>
            <p:nvGrpSpPr>
              <p:cNvPr id="800" name="Group 799">
                <a:extLst>
                  <a:ext uri="{FF2B5EF4-FFF2-40B4-BE49-F238E27FC236}">
                    <a16:creationId xmlns:a16="http://schemas.microsoft.com/office/drawing/2014/main" id="{C0FB38C4-8D4E-FD46-8BA5-A01F983C9AF5}"/>
                  </a:ext>
                </a:extLst>
              </p:cNvPr>
              <p:cNvGrpSpPr/>
              <p:nvPr/>
            </p:nvGrpSpPr>
            <p:grpSpPr>
              <a:xfrm>
                <a:off x="7857253" y="2127325"/>
                <a:ext cx="3283852" cy="3640283"/>
                <a:chOff x="7881336" y="2104198"/>
                <a:chExt cx="3283852" cy="3640283"/>
              </a:xfrm>
            </p:grpSpPr>
            <p:sp>
              <p:nvSpPr>
                <p:cNvPr id="22" name="Line 428">
                  <a:extLst>
                    <a:ext uri="{FF2B5EF4-FFF2-40B4-BE49-F238E27FC236}">
                      <a16:creationId xmlns:a16="http://schemas.microsoft.com/office/drawing/2014/main" id="{28DDE19D-11FD-214B-B68A-9F6AAEA3AAE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813692" y="5228612"/>
                  <a:ext cx="388062" cy="756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4" name="Line 430">
                  <a:extLst>
                    <a:ext uri="{FF2B5EF4-FFF2-40B4-BE49-F238E27FC236}">
                      <a16:creationId xmlns:a16="http://schemas.microsoft.com/office/drawing/2014/main" id="{3188928B-5976-7142-B509-B67C32631B1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>
                  <a:off x="10234009" y="5382159"/>
                  <a:ext cx="0" cy="11430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25" name="Line 431">
                  <a:extLst>
                    <a:ext uri="{FF2B5EF4-FFF2-40B4-BE49-F238E27FC236}">
                      <a16:creationId xmlns:a16="http://schemas.microsoft.com/office/drawing/2014/main" id="{B61C3274-819B-1A4B-9892-BC7A0AB4BF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457042" y="4815390"/>
                  <a:ext cx="524483" cy="261537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6" name="Line 432">
                  <a:extLst>
                    <a:ext uri="{FF2B5EF4-FFF2-40B4-BE49-F238E27FC236}">
                      <a16:creationId xmlns:a16="http://schemas.microsoft.com/office/drawing/2014/main" id="{6434324A-C183-F645-84E8-7170D215D0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74149" y="4815390"/>
                  <a:ext cx="569255" cy="2462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7" name="Line 433">
                  <a:extLst>
                    <a:ext uri="{FF2B5EF4-FFF2-40B4-BE49-F238E27FC236}">
                      <a16:creationId xmlns:a16="http://schemas.microsoft.com/office/drawing/2014/main" id="{4326369B-7050-F54A-9B61-51FBE983165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845827" y="5085749"/>
                  <a:ext cx="103050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8" name="Line 435">
                  <a:extLst>
                    <a:ext uri="{FF2B5EF4-FFF2-40B4-BE49-F238E27FC236}">
                      <a16:creationId xmlns:a16="http://schemas.microsoft.com/office/drawing/2014/main" id="{D2EFF5DE-9380-7D46-847C-7986E80C63F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34290" y="5094207"/>
                  <a:ext cx="22680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29" name="Line 436">
                  <a:extLst>
                    <a:ext uri="{FF2B5EF4-FFF2-40B4-BE49-F238E27FC236}">
                      <a16:creationId xmlns:a16="http://schemas.microsoft.com/office/drawing/2014/main" id="{CAD2281A-59A4-DA4C-A9DC-E37CA499199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972450" y="5267343"/>
                  <a:ext cx="412750" cy="1270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0" name="Line 439">
                  <a:extLst>
                    <a:ext uri="{FF2B5EF4-FFF2-40B4-BE49-F238E27FC236}">
                      <a16:creationId xmlns:a16="http://schemas.microsoft.com/office/drawing/2014/main" id="{59746900-72D7-BF46-8B59-62F2A5D479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8397900" y="5259125"/>
                  <a:ext cx="68080" cy="29396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1" name="Line 440">
                  <a:extLst>
                    <a:ext uri="{FF2B5EF4-FFF2-40B4-BE49-F238E27FC236}">
                      <a16:creationId xmlns:a16="http://schemas.microsoft.com/office/drawing/2014/main" id="{76AA107C-4028-5D4D-B986-E7C4D7058C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 flipV="1">
                  <a:off x="8512814" y="5284804"/>
                  <a:ext cx="280374" cy="26987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2" name="Line 441">
                  <a:extLst>
                    <a:ext uri="{FF2B5EF4-FFF2-40B4-BE49-F238E27FC236}">
                      <a16:creationId xmlns:a16="http://schemas.microsoft.com/office/drawing/2014/main" id="{AF797424-05E8-8345-847C-94DA81395AD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512814" y="5234921"/>
                  <a:ext cx="914184" cy="46862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3" name="Line 443">
                  <a:extLst>
                    <a:ext uri="{FF2B5EF4-FFF2-40B4-BE49-F238E27FC236}">
                      <a16:creationId xmlns:a16="http://schemas.microsoft.com/office/drawing/2014/main" id="{BCDF073B-F330-A345-A512-B85DFD399D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271861" y="3806843"/>
                  <a:ext cx="0" cy="13176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39" name="Line 449">
                  <a:extLst>
                    <a:ext uri="{FF2B5EF4-FFF2-40B4-BE49-F238E27FC236}">
                      <a16:creationId xmlns:a16="http://schemas.microsoft.com/office/drawing/2014/main" id="{53CD988A-3515-7242-9C29-87AF281086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881336" y="4017980"/>
                  <a:ext cx="168275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528" name="Line 428">
                  <a:extLst>
                    <a:ext uri="{FF2B5EF4-FFF2-40B4-BE49-F238E27FC236}">
                      <a16:creationId xmlns:a16="http://schemas.microsoft.com/office/drawing/2014/main" id="{538963BA-E603-D94F-A908-92C50EC393B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16200000" flipV="1">
                  <a:off x="9909628" y="5560344"/>
                  <a:ext cx="366793" cy="1482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 dirty="0"/>
                </a:p>
              </p:txBody>
            </p:sp>
            <p:sp>
              <p:nvSpPr>
                <p:cNvPr id="537" name="Line 440">
                  <a:extLst>
                    <a:ext uri="{FF2B5EF4-FFF2-40B4-BE49-F238E27FC236}">
                      <a16:creationId xmlns:a16="http://schemas.microsoft.com/office/drawing/2014/main" id="{E3BCB46D-EF32-8C42-A43A-1B0DAF759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483508" y="5013435"/>
                  <a:ext cx="404236" cy="20777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CE6E1140-BC2F-9947-9B51-91DC5079ABB1}"/>
                    </a:ext>
                  </a:extLst>
                </p:cNvPr>
                <p:cNvCxnSpPr/>
                <p:nvPr/>
              </p:nvCxnSpPr>
              <p:spPr>
                <a:xfrm flipH="1">
                  <a:off x="10124718" y="2146305"/>
                  <a:ext cx="761467" cy="57735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9EF5B4FA-3960-F54C-936B-C64147078447}"/>
                    </a:ext>
                  </a:extLst>
                </p:cNvPr>
                <p:cNvCxnSpPr/>
                <p:nvPr/>
              </p:nvCxnSpPr>
              <p:spPr>
                <a:xfrm flipH="1">
                  <a:off x="10124718" y="2245186"/>
                  <a:ext cx="397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691B45AC-C5E3-D24E-9C63-05D00B08C71D}"/>
                    </a:ext>
                  </a:extLst>
                </p:cNvPr>
                <p:cNvCxnSpPr/>
                <p:nvPr/>
              </p:nvCxnSpPr>
              <p:spPr>
                <a:xfrm flipH="1">
                  <a:off x="10696218" y="2177379"/>
                  <a:ext cx="149360" cy="51846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59EB46BB-F3EA-4248-B631-AC80BEB74EF0}"/>
                    </a:ext>
                  </a:extLst>
                </p:cNvPr>
                <p:cNvCxnSpPr/>
                <p:nvPr/>
              </p:nvCxnSpPr>
              <p:spPr>
                <a:xfrm flipH="1">
                  <a:off x="10166249" y="2695840"/>
                  <a:ext cx="574283" cy="2782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C562C7DD-3FD1-0E4C-B308-744C6C87FC79}"/>
                    </a:ext>
                  </a:extLst>
                </p:cNvPr>
                <p:cNvCxnSpPr/>
                <p:nvPr/>
              </p:nvCxnSpPr>
              <p:spPr>
                <a:xfrm flipH="1">
                  <a:off x="10093625" y="2146305"/>
                  <a:ext cx="788589" cy="9888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6793D61B-AD50-A246-A5C0-38DF48C17738}"/>
                    </a:ext>
                  </a:extLst>
                </p:cNvPr>
                <p:cNvCxnSpPr/>
                <p:nvPr/>
              </p:nvCxnSpPr>
              <p:spPr>
                <a:xfrm flipH="1">
                  <a:off x="10886186" y="2104198"/>
                  <a:ext cx="279002" cy="421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EDD09B84-3AA8-0948-AB6C-1D5CBFFC5293}"/>
                    </a:ext>
                  </a:extLst>
                </p:cNvPr>
                <p:cNvCxnSpPr/>
                <p:nvPr/>
              </p:nvCxnSpPr>
              <p:spPr>
                <a:xfrm flipH="1" flipV="1">
                  <a:off x="10706077" y="2695840"/>
                  <a:ext cx="353541" cy="6780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C777BA08-17B1-254B-BCB6-583E10254EC6}"/>
                    </a:ext>
                  </a:extLst>
                </p:cNvPr>
                <p:cNvCxnSpPr/>
                <p:nvPr/>
              </p:nvCxnSpPr>
              <p:spPr>
                <a:xfrm flipH="1">
                  <a:off x="8793306" y="2245186"/>
                  <a:ext cx="1300319" cy="606622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3" name="Line 541">
                  <a:extLst>
                    <a:ext uri="{FF2B5EF4-FFF2-40B4-BE49-F238E27FC236}">
                      <a16:creationId xmlns:a16="http://schemas.microsoft.com/office/drawing/2014/main" id="{C44ADC96-78DA-C64F-AF97-4FFA68D2ED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9402788" y="4090252"/>
                  <a:ext cx="429324" cy="70560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9" name="Line 424">
                  <a:extLst>
                    <a:ext uri="{FF2B5EF4-FFF2-40B4-BE49-F238E27FC236}">
                      <a16:creationId xmlns:a16="http://schemas.microsoft.com/office/drawing/2014/main" id="{845B46BE-685D-2D4E-AD26-5684794D19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8268637" y="4024329"/>
                  <a:ext cx="969051" cy="31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pic>
            <p:nvPicPr>
              <p:cNvPr id="262" name="Picture 778" descr="antenna_radiation_stylized">
                <a:extLst>
                  <a:ext uri="{FF2B5EF4-FFF2-40B4-BE49-F238E27FC236}">
                    <a16:creationId xmlns:a16="http://schemas.microsoft.com/office/drawing/2014/main" id="{B73E5F98-BC74-DB47-BA02-5F29DC67572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562238" y="3813930"/>
                <a:ext cx="506412" cy="1060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60" name="Picture 781" descr="antenna_radiation_stylized">
                <a:extLst>
                  <a:ext uri="{FF2B5EF4-FFF2-40B4-BE49-F238E27FC236}">
                    <a16:creationId xmlns:a16="http://schemas.microsoft.com/office/drawing/2014/main" id="{5F858A2F-D0F0-7E47-8EF1-4C37898F9C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42073" y="5480938"/>
                <a:ext cx="452014" cy="9515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42" name="Picture 799" descr="cell_tower_radiation copy">
                <a:extLst>
                  <a:ext uri="{FF2B5EF4-FFF2-40B4-BE49-F238E27FC236}">
                    <a16:creationId xmlns:a16="http://schemas.microsoft.com/office/drawing/2014/main" id="{B5B28CD6-3076-384D-8180-86543C59B6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80866" y="2158167"/>
                <a:ext cx="457200" cy="3327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3" name="Oval 800">
                <a:extLst>
                  <a:ext uri="{FF2B5EF4-FFF2-40B4-BE49-F238E27FC236}">
                    <a16:creationId xmlns:a16="http://schemas.microsoft.com/office/drawing/2014/main" id="{271D03F6-D85B-EC41-803D-EFAA96DAE8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74541" y="2292995"/>
                <a:ext cx="52388" cy="49485"/>
              </a:xfrm>
              <a:prstGeom prst="ellipse">
                <a:avLst/>
              </a:prstGeom>
              <a:solidFill>
                <a:schemeClr val="tx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787" name="Group 786">
            <a:extLst>
              <a:ext uri="{FF2B5EF4-FFF2-40B4-BE49-F238E27FC236}">
                <a16:creationId xmlns:a16="http://schemas.microsoft.com/office/drawing/2014/main" id="{C944F5F4-7AD1-AE48-9769-ABE2F95B5A26}"/>
              </a:ext>
            </a:extLst>
          </p:cNvPr>
          <p:cNvGrpSpPr/>
          <p:nvPr/>
        </p:nvGrpSpPr>
        <p:grpSpPr>
          <a:xfrm>
            <a:off x="7414072" y="1891912"/>
            <a:ext cx="1909777" cy="938011"/>
            <a:chOff x="7432700" y="1830405"/>
            <a:chExt cx="1909777" cy="938011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3850" y="183040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5" name="Group 784">
              <a:extLst>
                <a:ext uri="{FF2B5EF4-FFF2-40B4-BE49-F238E27FC236}">
                  <a16:creationId xmlns:a16="http://schemas.microsoft.com/office/drawing/2014/main" id="{91E02B81-5B35-4545-A954-B7E923AB7286}"/>
                </a:ext>
              </a:extLst>
            </p:cNvPr>
            <p:cNvGrpSpPr/>
            <p:nvPr/>
          </p:nvGrpSpPr>
          <p:grpSpPr>
            <a:xfrm>
              <a:off x="7432700" y="2327293"/>
              <a:ext cx="534987" cy="407988"/>
              <a:chOff x="7432700" y="2327293"/>
              <a:chExt cx="534987" cy="407988"/>
            </a:xfrm>
          </p:grpSpPr>
          <p:pic>
            <p:nvPicPr>
              <p:cNvPr id="73" name="Picture 1017" descr="antenna_stylized">
                <a:extLst>
                  <a:ext uri="{FF2B5EF4-FFF2-40B4-BE49-F238E27FC236}">
                    <a16:creationId xmlns:a16="http://schemas.microsoft.com/office/drawing/2014/main" id="{27A537F5-5D99-BF4C-9B11-E9782673F1A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32700" y="2327293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74" name="Picture 1018" descr="laptop_keyboard">
                <a:extLst>
                  <a:ext uri="{FF2B5EF4-FFF2-40B4-BE49-F238E27FC236}">
                    <a16:creationId xmlns:a16="http://schemas.microsoft.com/office/drawing/2014/main" id="{7087B8D0-FFCB-0746-A889-28909002C2F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458407" y="2575770"/>
                <a:ext cx="437221" cy="1595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5" name="Freeform 1019">
                <a:extLst>
                  <a:ext uri="{FF2B5EF4-FFF2-40B4-BE49-F238E27FC236}">
                    <a16:creationId xmlns:a16="http://schemas.microsoft.com/office/drawing/2014/main" id="{7C75BC30-0808-D44D-AF7A-A72B4A529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3304" y="2420984"/>
                <a:ext cx="351919" cy="208167"/>
              </a:xfrm>
              <a:custGeom>
                <a:avLst/>
                <a:gdLst>
                  <a:gd name="T0" fmla="*/ 775798119 w 2982"/>
                  <a:gd name="T1" fmla="*/ 0 h 2442"/>
                  <a:gd name="T2" fmla="*/ 0 w 2982"/>
                  <a:gd name="T3" fmla="*/ 211226083 h 2442"/>
                  <a:gd name="T4" fmla="*/ 2147483646 w 2982"/>
                  <a:gd name="T5" fmla="*/ 263880059 h 2442"/>
                  <a:gd name="T6" fmla="*/ 2147483646 w 2982"/>
                  <a:gd name="T7" fmla="*/ 52653891 h 2442"/>
                  <a:gd name="T8" fmla="*/ 775798119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pic>
            <p:nvPicPr>
              <p:cNvPr id="76" name="Picture 1020" descr="screen">
                <a:extLst>
                  <a:ext uri="{FF2B5EF4-FFF2-40B4-BE49-F238E27FC236}">
                    <a16:creationId xmlns:a16="http://schemas.microsoft.com/office/drawing/2014/main" id="{2D732B7A-74CB-D547-ADB5-C721526D5E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20637" y="2426338"/>
                <a:ext cx="319785" cy="1894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77" name="Freeform 1021">
                <a:extLst>
                  <a:ext uri="{FF2B5EF4-FFF2-40B4-BE49-F238E27FC236}">
                    <a16:creationId xmlns:a16="http://schemas.microsoft.com/office/drawing/2014/main" id="{FBD1A429-9B8F-F940-AD09-4638CC3167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7378" y="2414843"/>
                <a:ext cx="298167" cy="38736"/>
              </a:xfrm>
              <a:custGeom>
                <a:avLst/>
                <a:gdLst>
                  <a:gd name="T0" fmla="*/ 193616298 w 2528"/>
                  <a:gd name="T1" fmla="*/ 0 h 455"/>
                  <a:gd name="T2" fmla="*/ 2147483646 w 2528"/>
                  <a:gd name="T3" fmla="*/ 52445139 h 455"/>
                  <a:gd name="T4" fmla="*/ 2147483646 w 2528"/>
                  <a:gd name="T5" fmla="*/ 52445139 h 455"/>
                  <a:gd name="T6" fmla="*/ 0 w 2528"/>
                  <a:gd name="T7" fmla="*/ 52445139 h 455"/>
                  <a:gd name="T8" fmla="*/ 193616298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8" name="Freeform 1022">
                <a:extLst>
                  <a:ext uri="{FF2B5EF4-FFF2-40B4-BE49-F238E27FC236}">
                    <a16:creationId xmlns:a16="http://schemas.microsoft.com/office/drawing/2014/main" id="{376C8B48-3441-F643-B92D-5DC759EDA1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00188" y="2414528"/>
                <a:ext cx="82770" cy="161243"/>
              </a:xfrm>
              <a:custGeom>
                <a:avLst/>
                <a:gdLst>
                  <a:gd name="T0" fmla="*/ 773664160 w 702"/>
                  <a:gd name="T1" fmla="*/ 0 h 1893"/>
                  <a:gd name="T2" fmla="*/ 0 w 702"/>
                  <a:gd name="T3" fmla="*/ 210739916 h 1893"/>
                  <a:gd name="T4" fmla="*/ 193416040 w 702"/>
                  <a:gd name="T5" fmla="*/ 210739916 h 1893"/>
                  <a:gd name="T6" fmla="*/ 967080200 w 702"/>
                  <a:gd name="T7" fmla="*/ 52529017 h 1893"/>
                  <a:gd name="T8" fmla="*/ 773664160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79" name="Freeform 1023">
                <a:extLst>
                  <a:ext uri="{FF2B5EF4-FFF2-40B4-BE49-F238E27FC236}">
                    <a16:creationId xmlns:a16="http://schemas.microsoft.com/office/drawing/2014/main" id="{4DFECD03-4AF0-1342-8138-6CEC8249A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74205" y="2443344"/>
                <a:ext cx="89197" cy="186122"/>
              </a:xfrm>
              <a:custGeom>
                <a:avLst/>
                <a:gdLst>
                  <a:gd name="T0" fmla="*/ 969024527 w 756"/>
                  <a:gd name="T1" fmla="*/ 0 h 2184"/>
                  <a:gd name="T2" fmla="*/ 193802074 w 756"/>
                  <a:gd name="T3" fmla="*/ 263660221 h 2184"/>
                  <a:gd name="T4" fmla="*/ 0 w 756"/>
                  <a:gd name="T5" fmla="*/ 263660221 h 2184"/>
                  <a:gd name="T6" fmla="*/ 775222454 w 756"/>
                  <a:gd name="T7" fmla="*/ 52610059 h 2184"/>
                  <a:gd name="T8" fmla="*/ 969024527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0" name="Freeform 1024">
                <a:extLst>
                  <a:ext uri="{FF2B5EF4-FFF2-40B4-BE49-F238E27FC236}">
                    <a16:creationId xmlns:a16="http://schemas.microsoft.com/office/drawing/2014/main" id="{8AA57D4B-3E9B-994B-AF13-DB646178BD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214" y="2567582"/>
                <a:ext cx="327185" cy="62828"/>
              </a:xfrm>
              <a:custGeom>
                <a:avLst/>
                <a:gdLst>
                  <a:gd name="T0" fmla="*/ 193829444 w 2773"/>
                  <a:gd name="T1" fmla="*/ 0 h 738"/>
                  <a:gd name="T2" fmla="*/ 0 w 2773"/>
                  <a:gd name="T3" fmla="*/ 52443587 h 738"/>
                  <a:gd name="T4" fmla="*/ 2147483646 w 2773"/>
                  <a:gd name="T5" fmla="*/ 104894411 h 738"/>
                  <a:gd name="T6" fmla="*/ 2147483646 w 2773"/>
                  <a:gd name="T7" fmla="*/ 52443587 h 738"/>
                  <a:gd name="T8" fmla="*/ 193829444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1" name="Freeform 1025">
                <a:extLst>
                  <a:ext uri="{FF2B5EF4-FFF2-40B4-BE49-F238E27FC236}">
                    <a16:creationId xmlns:a16="http://schemas.microsoft.com/office/drawing/2014/main" id="{59DA24E7-1981-0E44-8060-2B7CE58EBF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884138" y="2444918"/>
                <a:ext cx="83549" cy="186909"/>
              </a:xfrm>
              <a:custGeom>
                <a:avLst/>
                <a:gdLst>
                  <a:gd name="T0" fmla="*/ 2147483646 w 637"/>
                  <a:gd name="T1" fmla="*/ 0 h 1659"/>
                  <a:gd name="T2" fmla="*/ 2147483646 w 637"/>
                  <a:gd name="T3" fmla="*/ 0 h 1659"/>
                  <a:gd name="T4" fmla="*/ 295581541 w 637"/>
                  <a:gd name="T5" fmla="*/ 2147483646 h 1659"/>
                  <a:gd name="T6" fmla="*/ 0 w 637"/>
                  <a:gd name="T7" fmla="*/ 2147483646 h 1659"/>
                  <a:gd name="T8" fmla="*/ 214748364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2" name="Freeform 1026">
                <a:extLst>
                  <a:ext uri="{FF2B5EF4-FFF2-40B4-BE49-F238E27FC236}">
                    <a16:creationId xmlns:a16="http://schemas.microsoft.com/office/drawing/2014/main" id="{DB3D3129-2B70-5643-96C2-83638DE57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603" y="2575928"/>
                <a:ext cx="290961" cy="62041"/>
              </a:xfrm>
              <a:custGeom>
                <a:avLst/>
                <a:gdLst>
                  <a:gd name="T0" fmla="*/ 0 w 2216"/>
                  <a:gd name="T1" fmla="*/ 0 h 550"/>
                  <a:gd name="T2" fmla="*/ 296523134 w 2216"/>
                  <a:gd name="T3" fmla="*/ 324379338 h 550"/>
                  <a:gd name="T4" fmla="*/ 2147483646 w 2216"/>
                  <a:gd name="T5" fmla="*/ 2147483646 h 550"/>
                  <a:gd name="T6" fmla="*/ 2147483646 w 2216"/>
                  <a:gd name="T7" fmla="*/ 2147483646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83" name="Group 1027">
                <a:extLst>
                  <a:ext uri="{FF2B5EF4-FFF2-40B4-BE49-F238E27FC236}">
                    <a16:creationId xmlns:a16="http://schemas.microsoft.com/office/drawing/2014/main" id="{8C6DEC60-5C97-D546-9977-EBD182221DD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4735" y="2642220"/>
                <a:ext cx="98740" cy="36846"/>
                <a:chOff x="1740" y="2642"/>
                <a:chExt cx="752" cy="327"/>
              </a:xfrm>
            </p:grpSpPr>
            <p:sp>
              <p:nvSpPr>
                <p:cNvPr id="169" name="Freeform 1028">
                  <a:extLst>
                    <a:ext uri="{FF2B5EF4-FFF2-40B4-BE49-F238E27FC236}">
                      <a16:creationId xmlns:a16="http://schemas.microsoft.com/office/drawing/2014/main" id="{5D16627E-DE34-BC4F-9513-7A7D4707F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0" name="Freeform 1029">
                  <a:extLst>
                    <a:ext uri="{FF2B5EF4-FFF2-40B4-BE49-F238E27FC236}">
                      <a16:creationId xmlns:a16="http://schemas.microsoft.com/office/drawing/2014/main" id="{D8D65D68-18A4-E54D-8916-1DEF36844C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1" name="Freeform 1030">
                  <a:extLst>
                    <a:ext uri="{FF2B5EF4-FFF2-40B4-BE49-F238E27FC236}">
                      <a16:creationId xmlns:a16="http://schemas.microsoft.com/office/drawing/2014/main" id="{3C79D147-9974-F341-96E9-F9AD19F14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2" name="Freeform 1031">
                  <a:extLst>
                    <a:ext uri="{FF2B5EF4-FFF2-40B4-BE49-F238E27FC236}">
                      <a16:creationId xmlns:a16="http://schemas.microsoft.com/office/drawing/2014/main" id="{5E0CE9D2-21FD-2644-9691-743CC3E130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3" name="Freeform 1032">
                  <a:extLst>
                    <a:ext uri="{FF2B5EF4-FFF2-40B4-BE49-F238E27FC236}">
                      <a16:creationId xmlns:a16="http://schemas.microsoft.com/office/drawing/2014/main" id="{5691098F-1432-0D44-8573-312C3A566A2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74" name="Freeform 1033">
                  <a:extLst>
                    <a:ext uri="{FF2B5EF4-FFF2-40B4-BE49-F238E27FC236}">
                      <a16:creationId xmlns:a16="http://schemas.microsoft.com/office/drawing/2014/main" id="{2D4A77A2-D0F1-164A-A67D-A50954386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84" name="Freeform 1034">
                <a:extLst>
                  <a:ext uri="{FF2B5EF4-FFF2-40B4-BE49-F238E27FC236}">
                    <a16:creationId xmlns:a16="http://schemas.microsoft.com/office/drawing/2014/main" id="{A283BD8E-0AD2-B743-8237-483C3A6A6C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63780" y="2647731"/>
                <a:ext cx="119578" cy="80936"/>
              </a:xfrm>
              <a:custGeom>
                <a:avLst/>
                <a:gdLst>
                  <a:gd name="T0" fmla="*/ 213221464 w 990"/>
                  <a:gd name="T1" fmla="*/ 1090686587 h 792"/>
                  <a:gd name="T2" fmla="*/ 1915477586 w 990"/>
                  <a:gd name="T3" fmla="*/ 0 h 792"/>
                  <a:gd name="T4" fmla="*/ 1915477586 w 990"/>
                  <a:gd name="T5" fmla="*/ 108859840 h 792"/>
                  <a:gd name="T6" fmla="*/ 0 w 990"/>
                  <a:gd name="T7" fmla="*/ 1090686587 h 792"/>
                  <a:gd name="T8" fmla="*/ 213221464 w 990"/>
                  <a:gd name="T9" fmla="*/ 1090686587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5" name="Freeform 1035">
                <a:extLst>
                  <a:ext uri="{FF2B5EF4-FFF2-40B4-BE49-F238E27FC236}">
                    <a16:creationId xmlns:a16="http://schemas.microsoft.com/office/drawing/2014/main" id="{AA215C2D-4069-DE48-884E-A1816F7D4D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602" y="2654187"/>
                <a:ext cx="305957" cy="73850"/>
              </a:xfrm>
              <a:custGeom>
                <a:avLst/>
                <a:gdLst>
                  <a:gd name="T0" fmla="*/ 213486572 w 2532"/>
                  <a:gd name="T1" fmla="*/ 0 h 723"/>
                  <a:gd name="T2" fmla="*/ 213486572 w 2532"/>
                  <a:gd name="T3" fmla="*/ 0 h 723"/>
                  <a:gd name="T4" fmla="*/ 2147483646 w 2532"/>
                  <a:gd name="T5" fmla="*/ 979380008 h 723"/>
                  <a:gd name="T6" fmla="*/ 2147483646 w 2532"/>
                  <a:gd name="T7" fmla="*/ 1088085165 h 723"/>
                  <a:gd name="T8" fmla="*/ 0 w 2532"/>
                  <a:gd name="T9" fmla="*/ 108705259 h 723"/>
                  <a:gd name="T10" fmla="*/ 21348657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6" name="Freeform 1036">
                <a:extLst>
                  <a:ext uri="{FF2B5EF4-FFF2-40B4-BE49-F238E27FC236}">
                    <a16:creationId xmlns:a16="http://schemas.microsoft.com/office/drawing/2014/main" id="{421821F5-5AD5-4D4E-A4F9-5D46E41A4E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797" y="2640645"/>
                <a:ext cx="3311" cy="14959"/>
              </a:xfrm>
              <a:custGeom>
                <a:avLst/>
                <a:gdLst>
                  <a:gd name="T0" fmla="*/ 262278191 w 26"/>
                  <a:gd name="T1" fmla="*/ 107489981 h 147"/>
                  <a:gd name="T2" fmla="*/ 262278191 w 26"/>
                  <a:gd name="T3" fmla="*/ 214969480 h 147"/>
                  <a:gd name="T4" fmla="*/ 0 w 26"/>
                  <a:gd name="T5" fmla="*/ 214969480 h 147"/>
                  <a:gd name="T6" fmla="*/ 262278191 w 26"/>
                  <a:gd name="T7" fmla="*/ 0 h 147"/>
                  <a:gd name="T8" fmla="*/ 262278191 w 26"/>
                  <a:gd name="T9" fmla="*/ 107489981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7" name="Freeform 1037">
                <a:extLst>
                  <a:ext uri="{FF2B5EF4-FFF2-40B4-BE49-F238E27FC236}">
                    <a16:creationId xmlns:a16="http://schemas.microsoft.com/office/drawing/2014/main" id="{499D2FC7-7022-A944-98B2-E74E9B2E52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8992" y="2579707"/>
                <a:ext cx="142170" cy="61883"/>
              </a:xfrm>
              <a:custGeom>
                <a:avLst/>
                <a:gdLst>
                  <a:gd name="T0" fmla="*/ 2136125890 w 1176"/>
                  <a:gd name="T1" fmla="*/ 0 h 606"/>
                  <a:gd name="T2" fmla="*/ 0 w 1176"/>
                  <a:gd name="T3" fmla="*/ 870000945 h 606"/>
                  <a:gd name="T4" fmla="*/ 213789467 w 1176"/>
                  <a:gd name="T5" fmla="*/ 870000945 h 606"/>
                  <a:gd name="T6" fmla="*/ 2136125890 w 1176"/>
                  <a:gd name="T7" fmla="*/ 108617123 h 606"/>
                  <a:gd name="T8" fmla="*/ 2136125890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8" name="Freeform 1038">
                <a:extLst>
                  <a:ext uri="{FF2B5EF4-FFF2-40B4-BE49-F238E27FC236}">
                    <a16:creationId xmlns:a16="http://schemas.microsoft.com/office/drawing/2014/main" id="{37918171-6E71-A846-A2B5-7C65DD7456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8535" y="2643795"/>
                <a:ext cx="290182" cy="71016"/>
              </a:xfrm>
              <a:custGeom>
                <a:avLst/>
                <a:gdLst>
                  <a:gd name="T0" fmla="*/ 173112702 w 2532"/>
                  <a:gd name="T1" fmla="*/ 0 h 723"/>
                  <a:gd name="T2" fmla="*/ 173112702 w 2532"/>
                  <a:gd name="T3" fmla="*/ 0 h 723"/>
                  <a:gd name="T4" fmla="*/ 2069773885 w 2532"/>
                  <a:gd name="T5" fmla="*/ 558173482 h 723"/>
                  <a:gd name="T6" fmla="*/ 2069773885 w 2532"/>
                  <a:gd name="T7" fmla="*/ 558173482 h 723"/>
                  <a:gd name="T8" fmla="*/ 0 w 2532"/>
                  <a:gd name="T9" fmla="*/ 92871346 h 723"/>
                  <a:gd name="T10" fmla="*/ 173112702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89" name="Freeform 1039">
                <a:extLst>
                  <a:ext uri="{FF2B5EF4-FFF2-40B4-BE49-F238E27FC236}">
                    <a16:creationId xmlns:a16="http://schemas.microsoft.com/office/drawing/2014/main" id="{68ECFF60-AA48-2D4C-9A67-90DB18F81D47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58327" y="2638756"/>
                <a:ext cx="118410" cy="73535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962694895 h 723"/>
                  <a:gd name="T6" fmla="*/ 0 w 2532"/>
                  <a:gd name="T7" fmla="*/ 962694895 h 723"/>
                  <a:gd name="T8" fmla="*/ 0 w 2532"/>
                  <a:gd name="T9" fmla="*/ 107314314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740" name="Group 739">
              <a:extLst>
                <a:ext uri="{FF2B5EF4-FFF2-40B4-BE49-F238E27FC236}">
                  <a16:creationId xmlns:a16="http://schemas.microsoft.com/office/drawing/2014/main" id="{504BAA5F-BBD8-8242-BC48-7D0E761F340A}"/>
                </a:ext>
              </a:extLst>
            </p:cNvPr>
            <p:cNvGrpSpPr/>
            <p:nvPr/>
          </p:nvGrpSpPr>
          <p:grpSpPr>
            <a:xfrm>
              <a:off x="8631407" y="2290407"/>
              <a:ext cx="530702" cy="478009"/>
              <a:chOff x="8631407" y="2290407"/>
              <a:chExt cx="530702" cy="478009"/>
            </a:xfrm>
          </p:grpSpPr>
          <p:pic>
            <p:nvPicPr>
              <p:cNvPr id="110" name="Picture 568" descr="light2.png">
                <a:extLst>
                  <a:ext uri="{FF2B5EF4-FFF2-40B4-BE49-F238E27FC236}">
                    <a16:creationId xmlns:a16="http://schemas.microsoft.com/office/drawing/2014/main" id="{D96B693D-26FC-E443-A112-C4AFFE90DC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8825293" y="2362969"/>
                <a:ext cx="92772" cy="4054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1" name="Picture 1017" descr="antenna_stylized">
                <a:extLst>
                  <a:ext uri="{FF2B5EF4-FFF2-40B4-BE49-F238E27FC236}">
                    <a16:creationId xmlns:a16="http://schemas.microsoft.com/office/drawing/2014/main" id="{F4E4C4C0-89A6-D74D-B25C-228CE5BC1DB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631407" y="2290407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786" name="Group 785">
              <a:extLst>
                <a:ext uri="{FF2B5EF4-FFF2-40B4-BE49-F238E27FC236}">
                  <a16:creationId xmlns:a16="http://schemas.microsoft.com/office/drawing/2014/main" id="{46F998A3-3B85-214A-927A-3BF067B7C2A0}"/>
                </a:ext>
              </a:extLst>
            </p:cNvPr>
            <p:cNvGrpSpPr/>
            <p:nvPr/>
          </p:nvGrpSpPr>
          <p:grpSpPr>
            <a:xfrm>
              <a:off x="8493165" y="2029804"/>
              <a:ext cx="849312" cy="226109"/>
              <a:chOff x="8493165" y="2029804"/>
              <a:chExt cx="849312" cy="226109"/>
            </a:xfrm>
          </p:grpSpPr>
          <p:pic>
            <p:nvPicPr>
              <p:cNvPr id="48" name="Picture 603" descr="car_icon_small">
                <a:extLst>
                  <a:ext uri="{FF2B5EF4-FFF2-40B4-BE49-F238E27FC236}">
                    <a16:creationId xmlns:a16="http://schemas.microsoft.com/office/drawing/2014/main" id="{147E2796-D425-6645-93B3-B97E69B146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93165" y="2087638"/>
                <a:ext cx="849312" cy="1682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2" name="Picture 1017" descr="antenna_stylized">
                <a:extLst>
                  <a:ext uri="{FF2B5EF4-FFF2-40B4-BE49-F238E27FC236}">
                    <a16:creationId xmlns:a16="http://schemas.microsoft.com/office/drawing/2014/main" id="{F0886BE8-9B0B-F046-92AA-1AC818378E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04645" y="2029804"/>
                <a:ext cx="530702" cy="2237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93351559-0D4C-F04C-928E-5CDA57B5EB47}"/>
              </a:ext>
            </a:extLst>
          </p:cNvPr>
          <p:cNvGrpSpPr/>
          <p:nvPr/>
        </p:nvGrpSpPr>
        <p:grpSpPr>
          <a:xfrm>
            <a:off x="7468516" y="3357611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/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 dirty="0"/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39945" y="3460672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63913" y="5306138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55853" y="4932348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010801" y="5861358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48979" y="5313247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28907" y="5536844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27132" y="5558317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647169" y="6015687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 dirty="0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72" name="Group 983">
            <a:extLst>
              <a:ext uri="{FF2B5EF4-FFF2-40B4-BE49-F238E27FC236}">
                <a16:creationId xmlns:a16="http://schemas.microsoft.com/office/drawing/2014/main" id="{105B6396-94AE-3641-98AD-7B23024BF303}"/>
              </a:ext>
            </a:extLst>
          </p:cNvPr>
          <p:cNvGrpSpPr>
            <a:grpSpLocks/>
          </p:cNvGrpSpPr>
          <p:nvPr/>
        </p:nvGrpSpPr>
        <p:grpSpPr bwMode="auto">
          <a:xfrm>
            <a:off x="9992875" y="5668575"/>
            <a:ext cx="171450" cy="348944"/>
            <a:chOff x="4140" y="429"/>
            <a:chExt cx="1425" cy="2396"/>
          </a:xfrm>
        </p:grpSpPr>
        <p:sp>
          <p:nvSpPr>
            <p:cNvPr id="175" name="Freeform 984">
              <a:extLst>
                <a:ext uri="{FF2B5EF4-FFF2-40B4-BE49-F238E27FC236}">
                  <a16:creationId xmlns:a16="http://schemas.microsoft.com/office/drawing/2014/main" id="{69921432-2526-D74B-B1B3-EF4990D573E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6" name="Rectangle 985">
              <a:extLst>
                <a:ext uri="{FF2B5EF4-FFF2-40B4-BE49-F238E27FC236}">
                  <a16:creationId xmlns:a16="http://schemas.microsoft.com/office/drawing/2014/main" id="{372674DE-08A1-7340-A835-CB738EF1A6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77" name="Freeform 986">
              <a:extLst>
                <a:ext uri="{FF2B5EF4-FFF2-40B4-BE49-F238E27FC236}">
                  <a16:creationId xmlns:a16="http://schemas.microsoft.com/office/drawing/2014/main" id="{210AB56E-8E3A-464C-BA90-E5EE13DE1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8" name="Freeform 987">
              <a:extLst>
                <a:ext uri="{FF2B5EF4-FFF2-40B4-BE49-F238E27FC236}">
                  <a16:creationId xmlns:a16="http://schemas.microsoft.com/office/drawing/2014/main" id="{4B6304D8-37E4-9743-9663-D2140A337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79" name="Rectangle 988">
              <a:extLst>
                <a:ext uri="{FF2B5EF4-FFF2-40B4-BE49-F238E27FC236}">
                  <a16:creationId xmlns:a16="http://schemas.microsoft.com/office/drawing/2014/main" id="{01DA0D94-4858-4748-835A-0A295C76DA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80" name="Group 989">
              <a:extLst>
                <a:ext uri="{FF2B5EF4-FFF2-40B4-BE49-F238E27FC236}">
                  <a16:creationId xmlns:a16="http://schemas.microsoft.com/office/drawing/2014/main" id="{653C7E87-1F7F-B94B-970F-8043BE6AD4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05" name="AutoShape 990">
                <a:extLst>
                  <a:ext uri="{FF2B5EF4-FFF2-40B4-BE49-F238E27FC236}">
                    <a16:creationId xmlns:a16="http://schemas.microsoft.com/office/drawing/2014/main" id="{9E8BF054-B12E-C746-9DCC-FFC0FBE117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AutoShape 991">
                <a:extLst>
                  <a:ext uri="{FF2B5EF4-FFF2-40B4-BE49-F238E27FC236}">
                    <a16:creationId xmlns:a16="http://schemas.microsoft.com/office/drawing/2014/main" id="{60A26098-3AC3-5F48-AF12-0376133BA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1" name="Rectangle 992">
              <a:extLst>
                <a:ext uri="{FF2B5EF4-FFF2-40B4-BE49-F238E27FC236}">
                  <a16:creationId xmlns:a16="http://schemas.microsoft.com/office/drawing/2014/main" id="{AB0AE9A0-AEC6-B542-BAA1-AD6A9E257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82" name="Group 993">
              <a:extLst>
                <a:ext uri="{FF2B5EF4-FFF2-40B4-BE49-F238E27FC236}">
                  <a16:creationId xmlns:a16="http://schemas.microsoft.com/office/drawing/2014/main" id="{2E23BBDE-93A3-014A-8AD9-509F2B133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03" name="AutoShape 994">
                <a:extLst>
                  <a:ext uri="{FF2B5EF4-FFF2-40B4-BE49-F238E27FC236}">
                    <a16:creationId xmlns:a16="http://schemas.microsoft.com/office/drawing/2014/main" id="{CF10A6D2-6E36-BA46-8AB3-2A153E9EC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AutoShape 995">
                <a:extLst>
                  <a:ext uri="{FF2B5EF4-FFF2-40B4-BE49-F238E27FC236}">
                    <a16:creationId xmlns:a16="http://schemas.microsoft.com/office/drawing/2014/main" id="{964D14B2-2639-5A46-B2D5-48A8B0C319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3" name="Rectangle 996">
              <a:extLst>
                <a:ext uri="{FF2B5EF4-FFF2-40B4-BE49-F238E27FC236}">
                  <a16:creationId xmlns:a16="http://schemas.microsoft.com/office/drawing/2014/main" id="{426E7337-36DD-B64A-88F7-00D5A742F9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84" name="Rectangle 997">
              <a:extLst>
                <a:ext uri="{FF2B5EF4-FFF2-40B4-BE49-F238E27FC236}">
                  <a16:creationId xmlns:a16="http://schemas.microsoft.com/office/drawing/2014/main" id="{BE4D7353-7D2D-9F42-8A6A-65BAA6259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grpSp>
          <p:nvGrpSpPr>
            <p:cNvPr id="185" name="Group 998">
              <a:extLst>
                <a:ext uri="{FF2B5EF4-FFF2-40B4-BE49-F238E27FC236}">
                  <a16:creationId xmlns:a16="http://schemas.microsoft.com/office/drawing/2014/main" id="{10644FFB-BF70-614B-94F5-58CB99D12E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01" name="AutoShape 999">
                <a:extLst>
                  <a:ext uri="{FF2B5EF4-FFF2-40B4-BE49-F238E27FC236}">
                    <a16:creationId xmlns:a16="http://schemas.microsoft.com/office/drawing/2014/main" id="{2EEDFBCE-8402-0442-A96B-A6412C51C6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AutoShape 1000">
                <a:extLst>
                  <a:ext uri="{FF2B5EF4-FFF2-40B4-BE49-F238E27FC236}">
                    <a16:creationId xmlns:a16="http://schemas.microsoft.com/office/drawing/2014/main" id="{5BBF678C-8365-374C-8592-2F40109183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6" name="Freeform 1001">
              <a:extLst>
                <a:ext uri="{FF2B5EF4-FFF2-40B4-BE49-F238E27FC236}">
                  <a16:creationId xmlns:a16="http://schemas.microsoft.com/office/drawing/2014/main" id="{43320BBC-6D3F-CE4C-AE57-EE45F3319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187" name="Group 1002">
              <a:extLst>
                <a:ext uri="{FF2B5EF4-FFF2-40B4-BE49-F238E27FC236}">
                  <a16:creationId xmlns:a16="http://schemas.microsoft.com/office/drawing/2014/main" id="{4ED748C4-471F-B74E-9328-2437DB94B8F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199" name="AutoShape 1003">
                <a:extLst>
                  <a:ext uri="{FF2B5EF4-FFF2-40B4-BE49-F238E27FC236}">
                    <a16:creationId xmlns:a16="http://schemas.microsoft.com/office/drawing/2014/main" id="{DE163CA4-FABE-9B4C-973B-7160FB0CA8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AutoShape 1004">
                <a:extLst>
                  <a:ext uri="{FF2B5EF4-FFF2-40B4-BE49-F238E27FC236}">
                    <a16:creationId xmlns:a16="http://schemas.microsoft.com/office/drawing/2014/main" id="{D50A283A-2FFB-A24F-A406-2910EEA8C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 dirty="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8" name="Rectangle 1005">
              <a:extLst>
                <a:ext uri="{FF2B5EF4-FFF2-40B4-BE49-F238E27FC236}">
                  <a16:creationId xmlns:a16="http://schemas.microsoft.com/office/drawing/2014/main" id="{42659E43-E287-8942-BD23-94141CB4B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89" name="Freeform 1006">
              <a:extLst>
                <a:ext uri="{FF2B5EF4-FFF2-40B4-BE49-F238E27FC236}">
                  <a16:creationId xmlns:a16="http://schemas.microsoft.com/office/drawing/2014/main" id="{48DEF8E3-26E3-0E48-88EA-BAB435AE5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0" name="Freeform 1007">
              <a:extLst>
                <a:ext uri="{FF2B5EF4-FFF2-40B4-BE49-F238E27FC236}">
                  <a16:creationId xmlns:a16="http://schemas.microsoft.com/office/drawing/2014/main" id="{7869EB64-11F6-624E-9B28-6986DD9D0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Oval 1008">
              <a:extLst>
                <a:ext uri="{FF2B5EF4-FFF2-40B4-BE49-F238E27FC236}">
                  <a16:creationId xmlns:a16="http://schemas.microsoft.com/office/drawing/2014/main" id="{322E0F0C-40A1-7E43-B9BC-A271C6411E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2" name="Freeform 1009">
              <a:extLst>
                <a:ext uri="{FF2B5EF4-FFF2-40B4-BE49-F238E27FC236}">
                  <a16:creationId xmlns:a16="http://schemas.microsoft.com/office/drawing/2014/main" id="{2C34A91D-8DF1-DE40-8F88-B7AB2BE630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3" name="AutoShape 1010">
              <a:extLst>
                <a:ext uri="{FF2B5EF4-FFF2-40B4-BE49-F238E27FC236}">
                  <a16:creationId xmlns:a16="http://schemas.microsoft.com/office/drawing/2014/main" id="{C10585A3-5046-F44C-A720-1B5360D1A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4" name="AutoShape 1011">
              <a:extLst>
                <a:ext uri="{FF2B5EF4-FFF2-40B4-BE49-F238E27FC236}">
                  <a16:creationId xmlns:a16="http://schemas.microsoft.com/office/drawing/2014/main" id="{0F1CC371-A8A5-1146-9D54-06BA5783B2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5" name="Oval 1012">
              <a:extLst>
                <a:ext uri="{FF2B5EF4-FFF2-40B4-BE49-F238E27FC236}">
                  <a16:creationId xmlns:a16="http://schemas.microsoft.com/office/drawing/2014/main" id="{165ACFDB-EB0A-EF4A-A53B-E952BF38B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6" name="Oval 1013">
              <a:extLst>
                <a:ext uri="{FF2B5EF4-FFF2-40B4-BE49-F238E27FC236}">
                  <a16:creationId xmlns:a16="http://schemas.microsoft.com/office/drawing/2014/main" id="{8E1C86F1-E8A5-AB43-9FBE-05329F11F8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 dirty="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97" name="Oval 1014">
              <a:extLst>
                <a:ext uri="{FF2B5EF4-FFF2-40B4-BE49-F238E27FC236}">
                  <a16:creationId xmlns:a16="http://schemas.microsoft.com/office/drawing/2014/main" id="{0C189499-8A09-3E4B-B216-1DBC5D3CDC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  <p:sp>
          <p:nvSpPr>
            <p:cNvPr id="198" name="Rectangle 1015">
              <a:extLst>
                <a:ext uri="{FF2B5EF4-FFF2-40B4-BE49-F238E27FC236}">
                  <a16:creationId xmlns:a16="http://schemas.microsoft.com/office/drawing/2014/main" id="{F801E0C5-03DC-4947-89BB-24F841D73C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 dirty="0">
                <a:latin typeface="Arial" panose="020B0604020202020204" pitchFamily="34" charset="0"/>
              </a:endParaRPr>
            </a:p>
          </p:txBody>
        </p:sp>
      </p:grpSp>
      <p:grpSp>
        <p:nvGrpSpPr>
          <p:cNvPr id="1024" name="Group 1023">
            <a:extLst>
              <a:ext uri="{FF2B5EF4-FFF2-40B4-BE49-F238E27FC236}">
                <a16:creationId xmlns:a16="http://schemas.microsoft.com/office/drawing/2014/main" id="{11D2D3D5-CF37-8945-8D0A-CBA0214240EA}"/>
              </a:ext>
            </a:extLst>
          </p:cNvPr>
          <p:cNvGrpSpPr/>
          <p:nvPr/>
        </p:nvGrpSpPr>
        <p:grpSpPr>
          <a:xfrm>
            <a:off x="7613882" y="2107963"/>
            <a:ext cx="3540395" cy="3733733"/>
            <a:chOff x="7619038" y="2102861"/>
            <a:chExt cx="3540395" cy="3733733"/>
          </a:xfrm>
        </p:grpSpPr>
        <p:sp>
          <p:nvSpPr>
            <p:cNvPr id="239" name="Line 426">
              <a:extLst>
                <a:ext uri="{FF2B5EF4-FFF2-40B4-BE49-F238E27FC236}">
                  <a16:creationId xmlns:a16="http://schemas.microsoft.com/office/drawing/2014/main" id="{DDAEB50C-98DD-DA43-B9C4-9AB7F9ED5B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13016" y="2695257"/>
              <a:ext cx="227964" cy="1743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grpSp>
          <p:nvGrpSpPr>
            <p:cNvPr id="241" name="Group 783">
              <a:extLst>
                <a:ext uri="{FF2B5EF4-FFF2-40B4-BE49-F238E27FC236}">
                  <a16:creationId xmlns:a16="http://schemas.microsoft.com/office/drawing/2014/main" id="{02FEAFB4-9831-B64A-9F54-92C532E8F3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5854" y="2304274"/>
              <a:ext cx="298450" cy="464008"/>
              <a:chOff x="3130" y="3288"/>
              <a:chExt cx="410" cy="742"/>
            </a:xfrm>
          </p:grpSpPr>
          <p:sp>
            <p:nvSpPr>
              <p:cNvPr id="244" name="Line 270">
                <a:extLst>
                  <a:ext uri="{FF2B5EF4-FFF2-40B4-BE49-F238E27FC236}">
                    <a16:creationId xmlns:a16="http://schemas.microsoft.com/office/drawing/2014/main" id="{A9300902-94F3-8949-9A54-8B95986ACB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0" y="3288"/>
                <a:ext cx="205" cy="6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5" name="Line 271">
                <a:extLst>
                  <a:ext uri="{FF2B5EF4-FFF2-40B4-BE49-F238E27FC236}">
                    <a16:creationId xmlns:a16="http://schemas.microsoft.com/office/drawing/2014/main" id="{B93F32E3-8690-BD4B-B848-94E1FAAB5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288"/>
                <a:ext cx="205" cy="6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6" name="Line 272">
                <a:extLst>
                  <a:ext uri="{FF2B5EF4-FFF2-40B4-BE49-F238E27FC236}">
                    <a16:creationId xmlns:a16="http://schemas.microsoft.com/office/drawing/2014/main" id="{AB0BEDC3-F0F0-4E42-A55F-57AC0548D5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30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7" name="Line 273">
                <a:extLst>
                  <a:ext uri="{FF2B5EF4-FFF2-40B4-BE49-F238E27FC236}">
                    <a16:creationId xmlns:a16="http://schemas.microsoft.com/office/drawing/2014/main" id="{3AF299DE-8F54-D84C-B398-5B3B44C53A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35" y="3957"/>
                <a:ext cx="205" cy="7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8" name="Line 274">
                <a:extLst>
                  <a:ext uri="{FF2B5EF4-FFF2-40B4-BE49-F238E27FC236}">
                    <a16:creationId xmlns:a16="http://schemas.microsoft.com/office/drawing/2014/main" id="{C2005C3C-C4BA-FD44-A127-E5C4FE594D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35" y="3303"/>
                <a:ext cx="0" cy="7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49" name="Line 275">
                <a:extLst>
                  <a:ext uri="{FF2B5EF4-FFF2-40B4-BE49-F238E27FC236}">
                    <a16:creationId xmlns:a16="http://schemas.microsoft.com/office/drawing/2014/main" id="{948DF918-9246-AF45-A55F-C5B7436635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0" y="3888"/>
                <a:ext cx="205" cy="7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0" name="Line 276">
                <a:extLst>
                  <a:ext uri="{FF2B5EF4-FFF2-40B4-BE49-F238E27FC236}">
                    <a16:creationId xmlns:a16="http://schemas.microsoft.com/office/drawing/2014/main" id="{3D1534AB-9253-A140-B4C5-81F085C452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35" y="3888"/>
                <a:ext cx="205" cy="69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1" name="Line 277">
                <a:extLst>
                  <a:ext uri="{FF2B5EF4-FFF2-40B4-BE49-F238E27FC236}">
                    <a16:creationId xmlns:a16="http://schemas.microsoft.com/office/drawing/2014/main" id="{3BA377A2-6A51-F64B-AA8B-4FB90FAA7D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17" y="3668"/>
                <a:ext cx="118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2" name="Line 278">
                <a:extLst>
                  <a:ext uri="{FF2B5EF4-FFF2-40B4-BE49-F238E27FC236}">
                    <a16:creationId xmlns:a16="http://schemas.microsoft.com/office/drawing/2014/main" id="{FA310FA6-4B1E-0047-8066-8AF44673F2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668"/>
                <a:ext cx="124" cy="5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3" name="Line 279">
                <a:extLst>
                  <a:ext uri="{FF2B5EF4-FFF2-40B4-BE49-F238E27FC236}">
                    <a16:creationId xmlns:a16="http://schemas.microsoft.com/office/drawing/2014/main" id="{254B094E-F3D3-0F46-BF4E-A226644B01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78" y="3766"/>
                <a:ext cx="152" cy="7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4" name="Line 280">
                <a:extLst>
                  <a:ext uri="{FF2B5EF4-FFF2-40B4-BE49-F238E27FC236}">
                    <a16:creationId xmlns:a16="http://schemas.microsoft.com/office/drawing/2014/main" id="{9805319A-9CA5-7340-811A-8DBCB5A2BA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781"/>
                <a:ext cx="153" cy="6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5" name="Line 281">
                <a:extLst>
                  <a:ext uri="{FF2B5EF4-FFF2-40B4-BE49-F238E27FC236}">
                    <a16:creationId xmlns:a16="http://schemas.microsoft.com/office/drawing/2014/main" id="{6042C4DF-7427-904B-A064-26708AF480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567"/>
                <a:ext cx="78" cy="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6" name="Line 282">
                <a:extLst>
                  <a:ext uri="{FF2B5EF4-FFF2-40B4-BE49-F238E27FC236}">
                    <a16:creationId xmlns:a16="http://schemas.microsoft.com/office/drawing/2014/main" id="{21FF36A4-E56F-C94A-8E67-9A6E4DA844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335" y="3428"/>
                <a:ext cx="49" cy="21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7" name="Line 283">
                <a:extLst>
                  <a:ext uri="{FF2B5EF4-FFF2-40B4-BE49-F238E27FC236}">
                    <a16:creationId xmlns:a16="http://schemas.microsoft.com/office/drawing/2014/main" id="{C6A0831D-FA2C-E744-8FE0-FDFDDB5FDD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7" y="3558"/>
                <a:ext cx="9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  <p:sp>
            <p:nvSpPr>
              <p:cNvPr id="258" name="Line 284">
                <a:extLst>
                  <a:ext uri="{FF2B5EF4-FFF2-40B4-BE49-F238E27FC236}">
                    <a16:creationId xmlns:a16="http://schemas.microsoft.com/office/drawing/2014/main" id="{65548550-729A-4849-9DC4-127F8FE86B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9" y="3422"/>
                <a:ext cx="55" cy="3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en-US" dirty="0"/>
              </a:p>
            </p:txBody>
          </p:sp>
        </p:grpSp>
        <p:pic>
          <p:nvPicPr>
            <p:cNvPr id="261" name="Picture 777" descr="access_point_stylized_small">
              <a:extLst>
                <a:ext uri="{FF2B5EF4-FFF2-40B4-BE49-F238E27FC236}">
                  <a16:creationId xmlns:a16="http://schemas.microsoft.com/office/drawing/2014/main" id="{FA9A412B-D725-D449-8707-A3626DCB48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9038" y="3856797"/>
              <a:ext cx="370169" cy="3067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9" name="Picture 780" descr="access_point_stylized_small">
              <a:extLst>
                <a:ext uri="{FF2B5EF4-FFF2-40B4-BE49-F238E27FC236}">
                  <a16:creationId xmlns:a16="http://schemas.microsoft.com/office/drawing/2014/main" id="{AC22920E-0555-BA45-9B6A-B76172153C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95766" y="5519130"/>
              <a:ext cx="380935" cy="317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471" name="Group 470">
              <a:extLst>
                <a:ext uri="{FF2B5EF4-FFF2-40B4-BE49-F238E27FC236}">
                  <a16:creationId xmlns:a16="http://schemas.microsoft.com/office/drawing/2014/main" id="{DE035BC7-2762-3044-BE80-C91EC827E65C}"/>
                </a:ext>
              </a:extLst>
            </p:cNvPr>
            <p:cNvGrpSpPr/>
            <p:nvPr/>
          </p:nvGrpSpPr>
          <p:grpSpPr>
            <a:xfrm>
              <a:off x="9788714" y="4984881"/>
              <a:ext cx="393760" cy="218578"/>
              <a:chOff x="7493876" y="2774731"/>
              <a:chExt cx="1481958" cy="894622"/>
            </a:xfrm>
          </p:grpSpPr>
          <p:sp>
            <p:nvSpPr>
              <p:cNvPr id="472" name="Freeform 471">
                <a:extLst>
                  <a:ext uri="{FF2B5EF4-FFF2-40B4-BE49-F238E27FC236}">
                    <a16:creationId xmlns:a16="http://schemas.microsoft.com/office/drawing/2014/main" id="{BEE06200-7AF9-4A43-9447-2349DCBFF947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73" name="Oval 472">
                <a:extLst>
                  <a:ext uri="{FF2B5EF4-FFF2-40B4-BE49-F238E27FC236}">
                    <a16:creationId xmlns:a16="http://schemas.microsoft.com/office/drawing/2014/main" id="{3340A80C-5091-6D49-89E5-375F02E9486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B2821126-95C5-B044-AEBC-BA333FAF6B2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75" name="Freeform 474">
                  <a:extLst>
                    <a:ext uri="{FF2B5EF4-FFF2-40B4-BE49-F238E27FC236}">
                      <a16:creationId xmlns:a16="http://schemas.microsoft.com/office/drawing/2014/main" id="{B76A81D4-5DC8-C241-B209-B819BC6D74F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6" name="Freeform 475">
                  <a:extLst>
                    <a:ext uri="{FF2B5EF4-FFF2-40B4-BE49-F238E27FC236}">
                      <a16:creationId xmlns:a16="http://schemas.microsoft.com/office/drawing/2014/main" id="{6F6ED06A-086C-754C-BE82-59E2830CF0D9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7" name="Freeform 476">
                  <a:extLst>
                    <a:ext uri="{FF2B5EF4-FFF2-40B4-BE49-F238E27FC236}">
                      <a16:creationId xmlns:a16="http://schemas.microsoft.com/office/drawing/2014/main" id="{A32340AB-4CC3-5442-987B-A47EF2040F1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8" name="Freeform 477">
                  <a:extLst>
                    <a:ext uri="{FF2B5EF4-FFF2-40B4-BE49-F238E27FC236}">
                      <a16:creationId xmlns:a16="http://schemas.microsoft.com/office/drawing/2014/main" id="{AC0AB71B-FD2B-9C4A-AE22-B586FC33568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20" name="Group 519">
              <a:extLst>
                <a:ext uri="{FF2B5EF4-FFF2-40B4-BE49-F238E27FC236}">
                  <a16:creationId xmlns:a16="http://schemas.microsoft.com/office/drawing/2014/main" id="{60B6F784-668B-5D4B-A622-66CCE6350B84}"/>
                </a:ext>
              </a:extLst>
            </p:cNvPr>
            <p:cNvGrpSpPr/>
            <p:nvPr/>
          </p:nvGrpSpPr>
          <p:grpSpPr>
            <a:xfrm>
              <a:off x="9854521" y="5333935"/>
              <a:ext cx="309740" cy="190838"/>
              <a:chOff x="3668110" y="2448910"/>
              <a:chExt cx="3794234" cy="2165130"/>
            </a:xfrm>
          </p:grpSpPr>
          <p:sp>
            <p:nvSpPr>
              <p:cNvPr id="521" name="Rectangle 520">
                <a:extLst>
                  <a:ext uri="{FF2B5EF4-FFF2-40B4-BE49-F238E27FC236}">
                    <a16:creationId xmlns:a16="http://schemas.microsoft.com/office/drawing/2014/main" id="{275B9F34-60F1-4A43-AAD4-D58802DAAC8F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2" name="Freeform 521">
                <a:extLst>
                  <a:ext uri="{FF2B5EF4-FFF2-40B4-BE49-F238E27FC236}">
                    <a16:creationId xmlns:a16="http://schemas.microsoft.com/office/drawing/2014/main" id="{778A1510-2C69-F848-B6B3-6C73FF163690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23" name="Group 522">
                <a:extLst>
                  <a:ext uri="{FF2B5EF4-FFF2-40B4-BE49-F238E27FC236}">
                    <a16:creationId xmlns:a16="http://schemas.microsoft.com/office/drawing/2014/main" id="{85BFF772-B3A6-F548-BDE0-8AEB95F33FBE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24" name="Freeform 523">
                  <a:extLst>
                    <a:ext uri="{FF2B5EF4-FFF2-40B4-BE49-F238E27FC236}">
                      <a16:creationId xmlns:a16="http://schemas.microsoft.com/office/drawing/2014/main" id="{B37A32DB-8119-5447-A58C-87AD1FDF0EB7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5" name="Freeform 524">
                  <a:extLst>
                    <a:ext uri="{FF2B5EF4-FFF2-40B4-BE49-F238E27FC236}">
                      <a16:creationId xmlns:a16="http://schemas.microsoft.com/office/drawing/2014/main" id="{58EF4D92-6D83-864D-92A9-A12640536887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6" name="Freeform 525">
                  <a:extLst>
                    <a:ext uri="{FF2B5EF4-FFF2-40B4-BE49-F238E27FC236}">
                      <a16:creationId xmlns:a16="http://schemas.microsoft.com/office/drawing/2014/main" id="{79E03014-7882-0546-B7FE-50715AB53593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27" name="Freeform 526">
                  <a:extLst>
                    <a:ext uri="{FF2B5EF4-FFF2-40B4-BE49-F238E27FC236}">
                      <a16:creationId xmlns:a16="http://schemas.microsoft.com/office/drawing/2014/main" id="{530508B2-B7B9-B347-8151-5F7967C6BEDA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79" name="Group 478">
              <a:extLst>
                <a:ext uri="{FF2B5EF4-FFF2-40B4-BE49-F238E27FC236}">
                  <a16:creationId xmlns:a16="http://schemas.microsoft.com/office/drawing/2014/main" id="{11A03BFE-097D-3B42-AA2B-11FFEA70FF5B}"/>
                </a:ext>
              </a:extLst>
            </p:cNvPr>
            <p:cNvGrpSpPr/>
            <p:nvPr/>
          </p:nvGrpSpPr>
          <p:grpSpPr>
            <a:xfrm>
              <a:off x="8681775" y="4962318"/>
              <a:ext cx="393760" cy="218578"/>
              <a:chOff x="7493876" y="2774731"/>
              <a:chExt cx="1481958" cy="894622"/>
            </a:xfrm>
          </p:grpSpPr>
          <p:sp>
            <p:nvSpPr>
              <p:cNvPr id="480" name="Freeform 479">
                <a:extLst>
                  <a:ext uri="{FF2B5EF4-FFF2-40B4-BE49-F238E27FC236}">
                    <a16:creationId xmlns:a16="http://schemas.microsoft.com/office/drawing/2014/main" id="{89B10910-D4AF-3246-860A-25F1D908938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81" name="Oval 480">
                <a:extLst>
                  <a:ext uri="{FF2B5EF4-FFF2-40B4-BE49-F238E27FC236}">
                    <a16:creationId xmlns:a16="http://schemas.microsoft.com/office/drawing/2014/main" id="{F9BAB47F-DDD3-BE44-9A9E-FC2F670519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82" name="Group 481">
                <a:extLst>
                  <a:ext uri="{FF2B5EF4-FFF2-40B4-BE49-F238E27FC236}">
                    <a16:creationId xmlns:a16="http://schemas.microsoft.com/office/drawing/2014/main" id="{753018A5-48AB-6D40-BB99-E6281192F8D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83" name="Freeform 482">
                  <a:extLst>
                    <a:ext uri="{FF2B5EF4-FFF2-40B4-BE49-F238E27FC236}">
                      <a16:creationId xmlns:a16="http://schemas.microsoft.com/office/drawing/2014/main" id="{BD7DB5A0-40AC-504F-93F8-89A5617E2AE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4" name="Freeform 483">
                  <a:extLst>
                    <a:ext uri="{FF2B5EF4-FFF2-40B4-BE49-F238E27FC236}">
                      <a16:creationId xmlns:a16="http://schemas.microsoft.com/office/drawing/2014/main" id="{DBEBB83D-40BF-8849-BAAA-59AB22EA085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5" name="Freeform 484">
                  <a:extLst>
                    <a:ext uri="{FF2B5EF4-FFF2-40B4-BE49-F238E27FC236}">
                      <a16:creationId xmlns:a16="http://schemas.microsoft.com/office/drawing/2014/main" id="{18930CC0-2525-0C49-9555-463122A4FBB4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86" name="Freeform 485">
                  <a:extLst>
                    <a:ext uri="{FF2B5EF4-FFF2-40B4-BE49-F238E27FC236}">
                      <a16:creationId xmlns:a16="http://schemas.microsoft.com/office/drawing/2014/main" id="{0C651989-7B8A-F043-A1B6-F47D8764FCE0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29" name="Group 528">
              <a:extLst>
                <a:ext uri="{FF2B5EF4-FFF2-40B4-BE49-F238E27FC236}">
                  <a16:creationId xmlns:a16="http://schemas.microsoft.com/office/drawing/2014/main" id="{DE45D3AB-47E3-364E-81D6-324D69CE101C}"/>
                </a:ext>
              </a:extLst>
            </p:cNvPr>
            <p:cNvGrpSpPr/>
            <p:nvPr/>
          </p:nvGrpSpPr>
          <p:grpSpPr>
            <a:xfrm>
              <a:off x="8316676" y="5189331"/>
              <a:ext cx="309740" cy="190838"/>
              <a:chOff x="3668110" y="2448910"/>
              <a:chExt cx="3794234" cy="2165130"/>
            </a:xfrm>
          </p:grpSpPr>
          <p:sp>
            <p:nvSpPr>
              <p:cNvPr id="530" name="Rectangle 529">
                <a:extLst>
                  <a:ext uri="{FF2B5EF4-FFF2-40B4-BE49-F238E27FC236}">
                    <a16:creationId xmlns:a16="http://schemas.microsoft.com/office/drawing/2014/main" id="{72425686-3D93-0646-A923-6ADF75485CDC}"/>
                  </a:ext>
                </a:extLst>
              </p:cNvPr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1" name="Freeform 530">
                <a:extLst>
                  <a:ext uri="{FF2B5EF4-FFF2-40B4-BE49-F238E27FC236}">
                    <a16:creationId xmlns:a16="http://schemas.microsoft.com/office/drawing/2014/main" id="{6ADFF160-CF04-7049-A6D4-1C789FDD39AE}"/>
                  </a:ext>
                </a:extLst>
              </p:cNvPr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avLst/>
                <a:gdLst>
                  <a:gd name="connsiteX0" fmla="*/ 0 w 3783724"/>
                  <a:gd name="connsiteY0" fmla="*/ 1313793 h 1324303"/>
                  <a:gd name="connsiteX1" fmla="*/ 0 w 3783724"/>
                  <a:gd name="connsiteY1" fmla="*/ 1313793 h 1324303"/>
                  <a:gd name="connsiteX2" fmla="*/ 252248 w 3783724"/>
                  <a:gd name="connsiteY2" fmla="*/ 0 h 1324303"/>
                  <a:gd name="connsiteX3" fmla="*/ 3415862 w 3783724"/>
                  <a:gd name="connsiteY3" fmla="*/ 21020 h 1324303"/>
                  <a:gd name="connsiteX4" fmla="*/ 3783724 w 3783724"/>
                  <a:gd name="connsiteY4" fmla="*/ 1324303 h 1324303"/>
                  <a:gd name="connsiteX5" fmla="*/ 0 w 3783724"/>
                  <a:gd name="connsiteY5" fmla="*/ 1313793 h 13243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783724" h="1324303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AFDD9D33-8D17-F840-A9A5-3807DD3BA314}"/>
                  </a:ext>
                </a:extLst>
              </p:cNvPr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533" name="Freeform 532">
                  <a:extLst>
                    <a:ext uri="{FF2B5EF4-FFF2-40B4-BE49-F238E27FC236}">
                      <a16:creationId xmlns:a16="http://schemas.microsoft.com/office/drawing/2014/main" id="{3AF3452D-972F-6944-8123-ECA4288786DF}"/>
                    </a:ext>
                  </a:extLst>
                </p:cNvPr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4" name="Freeform 533">
                  <a:extLst>
                    <a:ext uri="{FF2B5EF4-FFF2-40B4-BE49-F238E27FC236}">
                      <a16:creationId xmlns:a16="http://schemas.microsoft.com/office/drawing/2014/main" id="{BA43E42C-CD9B-1744-BEEC-9E664114AC8E}"/>
                    </a:ext>
                  </a:extLst>
                </p:cNvPr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5" name="Freeform 534">
                  <a:extLst>
                    <a:ext uri="{FF2B5EF4-FFF2-40B4-BE49-F238E27FC236}">
                      <a16:creationId xmlns:a16="http://schemas.microsoft.com/office/drawing/2014/main" id="{42EF7BB0-4257-F646-805E-AFBA92B62F9D}"/>
                    </a:ext>
                  </a:extLst>
                </p:cNvPr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36" name="Freeform 535">
                  <a:extLst>
                    <a:ext uri="{FF2B5EF4-FFF2-40B4-BE49-F238E27FC236}">
                      <a16:creationId xmlns:a16="http://schemas.microsoft.com/office/drawing/2014/main" id="{95AEC175-56C0-C14B-9DC5-693400B124AB}"/>
                    </a:ext>
                  </a:extLst>
                </p:cNvPr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07" name="Group 406">
              <a:extLst>
                <a:ext uri="{FF2B5EF4-FFF2-40B4-BE49-F238E27FC236}">
                  <a16:creationId xmlns:a16="http://schemas.microsoft.com/office/drawing/2014/main" id="{CBD7A282-C22D-714A-88F1-C7D4EDD107F8}"/>
                </a:ext>
              </a:extLst>
            </p:cNvPr>
            <p:cNvGrpSpPr/>
            <p:nvPr/>
          </p:nvGrpSpPr>
          <p:grpSpPr>
            <a:xfrm>
              <a:off x="8444983" y="2807207"/>
              <a:ext cx="353678" cy="168275"/>
              <a:chOff x="7493876" y="2774731"/>
              <a:chExt cx="1481958" cy="894622"/>
            </a:xfrm>
          </p:grpSpPr>
          <p:sp>
            <p:nvSpPr>
              <p:cNvPr id="408" name="Freeform 407">
                <a:extLst>
                  <a:ext uri="{FF2B5EF4-FFF2-40B4-BE49-F238E27FC236}">
                    <a16:creationId xmlns:a16="http://schemas.microsoft.com/office/drawing/2014/main" id="{3C206862-9269-EE48-877D-EE261101A443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09" name="Oval 408">
                <a:extLst>
                  <a:ext uri="{FF2B5EF4-FFF2-40B4-BE49-F238E27FC236}">
                    <a16:creationId xmlns:a16="http://schemas.microsoft.com/office/drawing/2014/main" id="{9B69A2C6-F31C-E749-B77A-1818B15E1B36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0" name="Group 409">
                <a:extLst>
                  <a:ext uri="{FF2B5EF4-FFF2-40B4-BE49-F238E27FC236}">
                    <a16:creationId xmlns:a16="http://schemas.microsoft.com/office/drawing/2014/main" id="{08BE9AB8-F5DA-4D4A-9621-9AB05D691F0C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1" name="Freeform 410">
                  <a:extLst>
                    <a:ext uri="{FF2B5EF4-FFF2-40B4-BE49-F238E27FC236}">
                      <a16:creationId xmlns:a16="http://schemas.microsoft.com/office/drawing/2014/main" id="{56E730F0-5BB3-6446-9D5B-82D51B9EDAF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2" name="Freeform 411">
                  <a:extLst>
                    <a:ext uri="{FF2B5EF4-FFF2-40B4-BE49-F238E27FC236}">
                      <a16:creationId xmlns:a16="http://schemas.microsoft.com/office/drawing/2014/main" id="{5BA37E27-2FC6-BA43-8A97-14171CB51FDD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3" name="Freeform 412">
                  <a:extLst>
                    <a:ext uri="{FF2B5EF4-FFF2-40B4-BE49-F238E27FC236}">
                      <a16:creationId xmlns:a16="http://schemas.microsoft.com/office/drawing/2014/main" id="{CCB37CB3-304F-6144-85D0-8B420BDD088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14" name="Freeform 413">
                  <a:extLst>
                    <a:ext uri="{FF2B5EF4-FFF2-40B4-BE49-F238E27FC236}">
                      <a16:creationId xmlns:a16="http://schemas.microsoft.com/office/drawing/2014/main" id="{BD0CA8E5-A033-834A-A402-E2EFB2FBBFC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15" name="Group 414">
              <a:extLst>
                <a:ext uri="{FF2B5EF4-FFF2-40B4-BE49-F238E27FC236}">
                  <a16:creationId xmlns:a16="http://schemas.microsoft.com/office/drawing/2014/main" id="{F0DE4078-0801-A244-9A82-F7502B8B24A0}"/>
                </a:ext>
              </a:extLst>
            </p:cNvPr>
            <p:cNvGrpSpPr/>
            <p:nvPr/>
          </p:nvGrpSpPr>
          <p:grpSpPr>
            <a:xfrm>
              <a:off x="8055226" y="3960892"/>
              <a:ext cx="354986" cy="175668"/>
              <a:chOff x="7493876" y="2774731"/>
              <a:chExt cx="1481958" cy="894622"/>
            </a:xfrm>
          </p:grpSpPr>
          <p:sp>
            <p:nvSpPr>
              <p:cNvPr id="416" name="Freeform 415">
                <a:extLst>
                  <a:ext uri="{FF2B5EF4-FFF2-40B4-BE49-F238E27FC236}">
                    <a16:creationId xmlns:a16="http://schemas.microsoft.com/office/drawing/2014/main" id="{EA784F43-D793-4342-92F3-EBC3632212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17" name="Oval 416">
                <a:extLst>
                  <a:ext uri="{FF2B5EF4-FFF2-40B4-BE49-F238E27FC236}">
                    <a16:creationId xmlns:a16="http://schemas.microsoft.com/office/drawing/2014/main" id="{75841943-4184-5D4E-AAD4-8FEAC9D7330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18" name="Group 417">
                <a:extLst>
                  <a:ext uri="{FF2B5EF4-FFF2-40B4-BE49-F238E27FC236}">
                    <a16:creationId xmlns:a16="http://schemas.microsoft.com/office/drawing/2014/main" id="{23FBC748-DCBA-AA41-A6F7-895374D50CD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19" name="Freeform 418">
                  <a:extLst>
                    <a:ext uri="{FF2B5EF4-FFF2-40B4-BE49-F238E27FC236}">
                      <a16:creationId xmlns:a16="http://schemas.microsoft.com/office/drawing/2014/main" id="{96DA1F2B-2063-8C40-BF46-086C20D317A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0" name="Freeform 419">
                  <a:extLst>
                    <a:ext uri="{FF2B5EF4-FFF2-40B4-BE49-F238E27FC236}">
                      <a16:creationId xmlns:a16="http://schemas.microsoft.com/office/drawing/2014/main" id="{8A1EF987-02EE-DA4D-8224-02537D5034D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1" name="Freeform 420">
                  <a:extLst>
                    <a:ext uri="{FF2B5EF4-FFF2-40B4-BE49-F238E27FC236}">
                      <a16:creationId xmlns:a16="http://schemas.microsoft.com/office/drawing/2014/main" id="{1FC5854A-AF8F-6841-92AD-B18DDAF1E99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22" name="Freeform 421">
                  <a:extLst>
                    <a:ext uri="{FF2B5EF4-FFF2-40B4-BE49-F238E27FC236}">
                      <a16:creationId xmlns:a16="http://schemas.microsoft.com/office/drawing/2014/main" id="{A510FA68-BEB6-B54A-A1D4-984168F8571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55" name="Group 454">
              <a:extLst>
                <a:ext uri="{FF2B5EF4-FFF2-40B4-BE49-F238E27FC236}">
                  <a16:creationId xmlns:a16="http://schemas.microsoft.com/office/drawing/2014/main" id="{52B7B73B-1125-084D-8669-C68CC371DDC6}"/>
                </a:ext>
              </a:extLst>
            </p:cNvPr>
            <p:cNvGrpSpPr/>
            <p:nvPr/>
          </p:nvGrpSpPr>
          <p:grpSpPr>
            <a:xfrm>
              <a:off x="10889241" y="3596263"/>
              <a:ext cx="170989" cy="97052"/>
              <a:chOff x="7493876" y="2774731"/>
              <a:chExt cx="1481958" cy="894622"/>
            </a:xfrm>
          </p:grpSpPr>
          <p:sp>
            <p:nvSpPr>
              <p:cNvPr id="456" name="Freeform 455">
                <a:extLst>
                  <a:ext uri="{FF2B5EF4-FFF2-40B4-BE49-F238E27FC236}">
                    <a16:creationId xmlns:a16="http://schemas.microsoft.com/office/drawing/2014/main" id="{3196A4F9-B139-4D4B-B210-0318216604FE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57" name="Oval 456">
                <a:extLst>
                  <a:ext uri="{FF2B5EF4-FFF2-40B4-BE49-F238E27FC236}">
                    <a16:creationId xmlns:a16="http://schemas.microsoft.com/office/drawing/2014/main" id="{1D1C7F3A-BE45-014B-AF9C-58CA77DA029D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8" name="Group 457">
                <a:extLst>
                  <a:ext uri="{FF2B5EF4-FFF2-40B4-BE49-F238E27FC236}">
                    <a16:creationId xmlns:a16="http://schemas.microsoft.com/office/drawing/2014/main" id="{83DFFE47-64E8-F54C-8ABC-E896DA957F0D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9" name="Freeform 458">
                  <a:extLst>
                    <a:ext uri="{FF2B5EF4-FFF2-40B4-BE49-F238E27FC236}">
                      <a16:creationId xmlns:a16="http://schemas.microsoft.com/office/drawing/2014/main" id="{2A9F0EE2-8F99-EB4D-9331-7AE3BDCBE9C6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0" name="Freeform 459">
                  <a:extLst>
                    <a:ext uri="{FF2B5EF4-FFF2-40B4-BE49-F238E27FC236}">
                      <a16:creationId xmlns:a16="http://schemas.microsoft.com/office/drawing/2014/main" id="{2E314A90-8DB8-2A49-8BB6-D51C2DAE9CF7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1" name="Freeform 460">
                  <a:extLst>
                    <a:ext uri="{FF2B5EF4-FFF2-40B4-BE49-F238E27FC236}">
                      <a16:creationId xmlns:a16="http://schemas.microsoft.com/office/drawing/2014/main" id="{7D8C0277-204E-2B4D-B954-94739B9DE720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2" name="Freeform 461">
                  <a:extLst>
                    <a:ext uri="{FF2B5EF4-FFF2-40B4-BE49-F238E27FC236}">
                      <a16:creationId xmlns:a16="http://schemas.microsoft.com/office/drawing/2014/main" id="{69955D3C-6D1B-EA40-8228-73DF01564152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15" name="Group 614">
              <a:extLst>
                <a:ext uri="{FF2B5EF4-FFF2-40B4-BE49-F238E27FC236}">
                  <a16:creationId xmlns:a16="http://schemas.microsoft.com/office/drawing/2014/main" id="{E166183D-5423-4E4A-AD63-A361EDE184C0}"/>
                </a:ext>
              </a:extLst>
            </p:cNvPr>
            <p:cNvGrpSpPr/>
            <p:nvPr/>
          </p:nvGrpSpPr>
          <p:grpSpPr>
            <a:xfrm>
              <a:off x="10415765" y="3491036"/>
              <a:ext cx="353678" cy="198344"/>
              <a:chOff x="7493876" y="2774731"/>
              <a:chExt cx="1481958" cy="894622"/>
            </a:xfrm>
          </p:grpSpPr>
          <p:sp>
            <p:nvSpPr>
              <p:cNvPr id="616" name="Freeform 615">
                <a:extLst>
                  <a:ext uri="{FF2B5EF4-FFF2-40B4-BE49-F238E27FC236}">
                    <a16:creationId xmlns:a16="http://schemas.microsoft.com/office/drawing/2014/main" id="{8470D159-2329-7F46-9191-000B96A32C7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17" name="Oval 616">
                <a:extLst>
                  <a:ext uri="{FF2B5EF4-FFF2-40B4-BE49-F238E27FC236}">
                    <a16:creationId xmlns:a16="http://schemas.microsoft.com/office/drawing/2014/main" id="{825BDAE5-F4DB-9148-9BC8-0F6F2D1E653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18" name="Group 617">
                <a:extLst>
                  <a:ext uri="{FF2B5EF4-FFF2-40B4-BE49-F238E27FC236}">
                    <a16:creationId xmlns:a16="http://schemas.microsoft.com/office/drawing/2014/main" id="{237F0420-A845-064A-97A2-458F63D673C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19" name="Freeform 618">
                  <a:extLst>
                    <a:ext uri="{FF2B5EF4-FFF2-40B4-BE49-F238E27FC236}">
                      <a16:creationId xmlns:a16="http://schemas.microsoft.com/office/drawing/2014/main" id="{D11109B9-8A56-A945-BA04-5A564B10300A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0" name="Freeform 619">
                  <a:extLst>
                    <a:ext uri="{FF2B5EF4-FFF2-40B4-BE49-F238E27FC236}">
                      <a16:creationId xmlns:a16="http://schemas.microsoft.com/office/drawing/2014/main" id="{170AB2AC-06DB-034E-A5C4-0C8F62E3BE40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1" name="Freeform 620">
                  <a:extLst>
                    <a:ext uri="{FF2B5EF4-FFF2-40B4-BE49-F238E27FC236}">
                      <a16:creationId xmlns:a16="http://schemas.microsoft.com/office/drawing/2014/main" id="{E41AEAC2-F85C-4A4E-B0B9-D5C02217D60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2" name="Freeform 621">
                  <a:extLst>
                    <a:ext uri="{FF2B5EF4-FFF2-40B4-BE49-F238E27FC236}">
                      <a16:creationId xmlns:a16="http://schemas.microsoft.com/office/drawing/2014/main" id="{7955A7EE-741F-9740-8344-A2BC817675A5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77" name="Group 576">
              <a:extLst>
                <a:ext uri="{FF2B5EF4-FFF2-40B4-BE49-F238E27FC236}">
                  <a16:creationId xmlns:a16="http://schemas.microsoft.com/office/drawing/2014/main" id="{C471E59B-7A0B-AE4F-95D6-F76514D2D55A}"/>
                </a:ext>
              </a:extLst>
            </p:cNvPr>
            <p:cNvGrpSpPr/>
            <p:nvPr/>
          </p:nvGrpSpPr>
          <p:grpSpPr>
            <a:xfrm>
              <a:off x="9953880" y="2197190"/>
              <a:ext cx="353678" cy="198344"/>
              <a:chOff x="7493876" y="2774731"/>
              <a:chExt cx="1481958" cy="894622"/>
            </a:xfrm>
          </p:grpSpPr>
          <p:sp>
            <p:nvSpPr>
              <p:cNvPr id="578" name="Freeform 577">
                <a:extLst>
                  <a:ext uri="{FF2B5EF4-FFF2-40B4-BE49-F238E27FC236}">
                    <a16:creationId xmlns:a16="http://schemas.microsoft.com/office/drawing/2014/main" id="{8CD016E7-5480-8E4E-94F7-201A1C6046D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79" name="Oval 578">
                <a:extLst>
                  <a:ext uri="{FF2B5EF4-FFF2-40B4-BE49-F238E27FC236}">
                    <a16:creationId xmlns:a16="http://schemas.microsoft.com/office/drawing/2014/main" id="{593A573C-B6D6-684E-BA73-8F7F7FA8D57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80" name="Group 579">
                <a:extLst>
                  <a:ext uri="{FF2B5EF4-FFF2-40B4-BE49-F238E27FC236}">
                    <a16:creationId xmlns:a16="http://schemas.microsoft.com/office/drawing/2014/main" id="{2C09AC60-D16C-A948-B25E-01CF60EAAD7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1" name="Freeform 580">
                  <a:extLst>
                    <a:ext uri="{FF2B5EF4-FFF2-40B4-BE49-F238E27FC236}">
                      <a16:creationId xmlns:a16="http://schemas.microsoft.com/office/drawing/2014/main" id="{D9A85682-B6A6-2344-B24D-66A792630B39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2" name="Freeform 581">
                  <a:extLst>
                    <a:ext uri="{FF2B5EF4-FFF2-40B4-BE49-F238E27FC236}">
                      <a16:creationId xmlns:a16="http://schemas.microsoft.com/office/drawing/2014/main" id="{52EBCF47-0621-B64C-B884-20683D14D92A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3" name="Freeform 582">
                  <a:extLst>
                    <a:ext uri="{FF2B5EF4-FFF2-40B4-BE49-F238E27FC236}">
                      <a16:creationId xmlns:a16="http://schemas.microsoft.com/office/drawing/2014/main" id="{83AAD1CC-D818-A245-9CF9-C4877A62A5D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84" name="Freeform 583">
                  <a:extLst>
                    <a:ext uri="{FF2B5EF4-FFF2-40B4-BE49-F238E27FC236}">
                      <a16:creationId xmlns:a16="http://schemas.microsoft.com/office/drawing/2014/main" id="{51F55DD1-3A8F-0242-A470-690BE99AC688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93" name="Group 592">
              <a:extLst>
                <a:ext uri="{FF2B5EF4-FFF2-40B4-BE49-F238E27FC236}">
                  <a16:creationId xmlns:a16="http://schemas.microsoft.com/office/drawing/2014/main" id="{7BF36121-B4F6-2447-9F5B-F29B627F3B2A}"/>
                </a:ext>
              </a:extLst>
            </p:cNvPr>
            <p:cNvGrpSpPr/>
            <p:nvPr/>
          </p:nvGrpSpPr>
          <p:grpSpPr>
            <a:xfrm>
              <a:off x="10532370" y="2608265"/>
              <a:ext cx="353678" cy="198344"/>
              <a:chOff x="7493876" y="2774731"/>
              <a:chExt cx="1481958" cy="894622"/>
            </a:xfrm>
          </p:grpSpPr>
          <p:sp>
            <p:nvSpPr>
              <p:cNvPr id="594" name="Freeform 593">
                <a:extLst>
                  <a:ext uri="{FF2B5EF4-FFF2-40B4-BE49-F238E27FC236}">
                    <a16:creationId xmlns:a16="http://schemas.microsoft.com/office/drawing/2014/main" id="{D13949CD-BE6A-5744-98EE-61BE5EE60D49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95" name="Oval 594">
                <a:extLst>
                  <a:ext uri="{FF2B5EF4-FFF2-40B4-BE49-F238E27FC236}">
                    <a16:creationId xmlns:a16="http://schemas.microsoft.com/office/drawing/2014/main" id="{F3651F16-DD17-4D47-9A8D-8EFA601CA85B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96" name="Group 595">
                <a:extLst>
                  <a:ext uri="{FF2B5EF4-FFF2-40B4-BE49-F238E27FC236}">
                    <a16:creationId xmlns:a16="http://schemas.microsoft.com/office/drawing/2014/main" id="{10CA9012-91B2-A449-8A2E-65BA6061B48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97" name="Freeform 596">
                  <a:extLst>
                    <a:ext uri="{FF2B5EF4-FFF2-40B4-BE49-F238E27FC236}">
                      <a16:creationId xmlns:a16="http://schemas.microsoft.com/office/drawing/2014/main" id="{964BBEA0-D220-6747-850B-459388ABF255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8" name="Freeform 597">
                  <a:extLst>
                    <a:ext uri="{FF2B5EF4-FFF2-40B4-BE49-F238E27FC236}">
                      <a16:creationId xmlns:a16="http://schemas.microsoft.com/office/drawing/2014/main" id="{ADEC5ED7-ED4C-584D-AB78-AA02A93E9466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9" name="Freeform 598">
                  <a:extLst>
                    <a:ext uri="{FF2B5EF4-FFF2-40B4-BE49-F238E27FC236}">
                      <a16:creationId xmlns:a16="http://schemas.microsoft.com/office/drawing/2014/main" id="{F45598BF-44BC-354D-9020-97A874C585BE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0" name="Freeform 599">
                  <a:extLst>
                    <a:ext uri="{FF2B5EF4-FFF2-40B4-BE49-F238E27FC236}">
                      <a16:creationId xmlns:a16="http://schemas.microsoft.com/office/drawing/2014/main" id="{3A2BDF5D-2CA0-2145-8059-D8F121D4D324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01" name="Group 600">
              <a:extLst>
                <a:ext uri="{FF2B5EF4-FFF2-40B4-BE49-F238E27FC236}">
                  <a16:creationId xmlns:a16="http://schemas.microsoft.com/office/drawing/2014/main" id="{187A607B-CA61-BE46-8032-8E34596E7689}"/>
                </a:ext>
              </a:extLst>
            </p:cNvPr>
            <p:cNvGrpSpPr/>
            <p:nvPr/>
          </p:nvGrpSpPr>
          <p:grpSpPr>
            <a:xfrm>
              <a:off x="10648981" y="2102861"/>
              <a:ext cx="353678" cy="198344"/>
              <a:chOff x="7493876" y="2774731"/>
              <a:chExt cx="1481958" cy="894622"/>
            </a:xfrm>
          </p:grpSpPr>
          <p:sp>
            <p:nvSpPr>
              <p:cNvPr id="602" name="Freeform 601">
                <a:extLst>
                  <a:ext uri="{FF2B5EF4-FFF2-40B4-BE49-F238E27FC236}">
                    <a16:creationId xmlns:a16="http://schemas.microsoft.com/office/drawing/2014/main" id="{EB8C3753-6F83-F64B-9439-656B124AA3B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03" name="Oval 602">
                <a:extLst>
                  <a:ext uri="{FF2B5EF4-FFF2-40B4-BE49-F238E27FC236}">
                    <a16:creationId xmlns:a16="http://schemas.microsoft.com/office/drawing/2014/main" id="{F476EE06-2893-8D4D-AF54-92697A0FE8A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5DED3EC9-29B0-8D48-BC37-13731DFE683F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05" name="Freeform 604">
                  <a:extLst>
                    <a:ext uri="{FF2B5EF4-FFF2-40B4-BE49-F238E27FC236}">
                      <a16:creationId xmlns:a16="http://schemas.microsoft.com/office/drawing/2014/main" id="{D08D678C-613A-3543-B832-EE51616C693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6" name="Freeform 605">
                  <a:extLst>
                    <a:ext uri="{FF2B5EF4-FFF2-40B4-BE49-F238E27FC236}">
                      <a16:creationId xmlns:a16="http://schemas.microsoft.com/office/drawing/2014/main" id="{9EB7819C-4684-3347-AA14-421D743ECB94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7" name="Freeform 606">
                  <a:extLst>
                    <a:ext uri="{FF2B5EF4-FFF2-40B4-BE49-F238E27FC236}">
                      <a16:creationId xmlns:a16="http://schemas.microsoft.com/office/drawing/2014/main" id="{F23E654E-4CEA-E346-A508-15310ABC704C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08" name="Freeform 607">
                  <a:extLst>
                    <a:ext uri="{FF2B5EF4-FFF2-40B4-BE49-F238E27FC236}">
                      <a16:creationId xmlns:a16="http://schemas.microsoft.com/office/drawing/2014/main" id="{EF443A10-9F41-BB4D-8E65-E94AEE09BDA7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54" name="Group 553">
              <a:extLst>
                <a:ext uri="{FF2B5EF4-FFF2-40B4-BE49-F238E27FC236}">
                  <a16:creationId xmlns:a16="http://schemas.microsoft.com/office/drawing/2014/main" id="{7CCD8656-0FD3-B844-BC6C-33CE0577598D}"/>
                </a:ext>
              </a:extLst>
            </p:cNvPr>
            <p:cNvGrpSpPr/>
            <p:nvPr/>
          </p:nvGrpSpPr>
          <p:grpSpPr>
            <a:xfrm>
              <a:off x="9103944" y="3951522"/>
              <a:ext cx="367224" cy="240304"/>
              <a:chOff x="7493876" y="2774731"/>
              <a:chExt cx="1481958" cy="894622"/>
            </a:xfrm>
          </p:grpSpPr>
          <p:sp>
            <p:nvSpPr>
              <p:cNvPr id="555" name="Freeform 554">
                <a:extLst>
                  <a:ext uri="{FF2B5EF4-FFF2-40B4-BE49-F238E27FC236}">
                    <a16:creationId xmlns:a16="http://schemas.microsoft.com/office/drawing/2014/main" id="{7CF4B187-63BE-654E-852A-09C69503C97A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56" name="Oval 555">
                <a:extLst>
                  <a:ext uri="{FF2B5EF4-FFF2-40B4-BE49-F238E27FC236}">
                    <a16:creationId xmlns:a16="http://schemas.microsoft.com/office/drawing/2014/main" id="{3B5270E4-3067-1643-B96C-CE5CEE09747A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57" name="Group 556">
                <a:extLst>
                  <a:ext uri="{FF2B5EF4-FFF2-40B4-BE49-F238E27FC236}">
                    <a16:creationId xmlns:a16="http://schemas.microsoft.com/office/drawing/2014/main" id="{3BECC0F9-CE1F-254B-B04F-1EAA89C59C97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8" name="Freeform 557">
                  <a:extLst>
                    <a:ext uri="{FF2B5EF4-FFF2-40B4-BE49-F238E27FC236}">
                      <a16:creationId xmlns:a16="http://schemas.microsoft.com/office/drawing/2014/main" id="{7C55C6EE-4672-4F4F-A2F8-2821804F5944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9" name="Freeform 558">
                  <a:extLst>
                    <a:ext uri="{FF2B5EF4-FFF2-40B4-BE49-F238E27FC236}">
                      <a16:creationId xmlns:a16="http://schemas.microsoft.com/office/drawing/2014/main" id="{C3B242E2-FAA3-F340-B7F0-35D87BB6BAA8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0" name="Freeform 559">
                  <a:extLst>
                    <a:ext uri="{FF2B5EF4-FFF2-40B4-BE49-F238E27FC236}">
                      <a16:creationId xmlns:a16="http://schemas.microsoft.com/office/drawing/2014/main" id="{87ED7762-177B-454C-AA37-EB518D75B66F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61" name="Freeform 560">
                  <a:extLst>
                    <a:ext uri="{FF2B5EF4-FFF2-40B4-BE49-F238E27FC236}">
                      <a16:creationId xmlns:a16="http://schemas.microsoft.com/office/drawing/2014/main" id="{AD88A8A1-4E2B-154E-845D-5419478A1D2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85" name="Group 584">
              <a:extLst>
                <a:ext uri="{FF2B5EF4-FFF2-40B4-BE49-F238E27FC236}">
                  <a16:creationId xmlns:a16="http://schemas.microsoft.com/office/drawing/2014/main" id="{1A0C1583-3B4A-E44D-BB19-B20517502EBD}"/>
                </a:ext>
              </a:extLst>
            </p:cNvPr>
            <p:cNvGrpSpPr/>
            <p:nvPr/>
          </p:nvGrpSpPr>
          <p:grpSpPr>
            <a:xfrm>
              <a:off x="9985282" y="2656463"/>
              <a:ext cx="353678" cy="198344"/>
              <a:chOff x="7493876" y="2774731"/>
              <a:chExt cx="1481958" cy="894622"/>
            </a:xfrm>
          </p:grpSpPr>
          <p:sp>
            <p:nvSpPr>
              <p:cNvPr id="586" name="Freeform 585">
                <a:extLst>
                  <a:ext uri="{FF2B5EF4-FFF2-40B4-BE49-F238E27FC236}">
                    <a16:creationId xmlns:a16="http://schemas.microsoft.com/office/drawing/2014/main" id="{196997C3-A7DB-5041-AC08-10F980FB77EC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87" name="Oval 586">
                <a:extLst>
                  <a:ext uri="{FF2B5EF4-FFF2-40B4-BE49-F238E27FC236}">
                    <a16:creationId xmlns:a16="http://schemas.microsoft.com/office/drawing/2014/main" id="{5F84A336-003F-D045-8717-1066774A69EF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88" name="Group 587">
                <a:extLst>
                  <a:ext uri="{FF2B5EF4-FFF2-40B4-BE49-F238E27FC236}">
                    <a16:creationId xmlns:a16="http://schemas.microsoft.com/office/drawing/2014/main" id="{FF876992-AF96-3545-9CEA-A02174E11510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89" name="Freeform 588">
                  <a:extLst>
                    <a:ext uri="{FF2B5EF4-FFF2-40B4-BE49-F238E27FC236}">
                      <a16:creationId xmlns:a16="http://schemas.microsoft.com/office/drawing/2014/main" id="{668E6E88-4A46-6C47-A59A-CB9D07441C17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0" name="Freeform 589">
                  <a:extLst>
                    <a:ext uri="{FF2B5EF4-FFF2-40B4-BE49-F238E27FC236}">
                      <a16:creationId xmlns:a16="http://schemas.microsoft.com/office/drawing/2014/main" id="{C179B4BA-1D8B-E542-8032-CCB2C08DB97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1" name="Freeform 590">
                  <a:extLst>
                    <a:ext uri="{FF2B5EF4-FFF2-40B4-BE49-F238E27FC236}">
                      <a16:creationId xmlns:a16="http://schemas.microsoft.com/office/drawing/2014/main" id="{DCACB29E-ABE8-BA42-AD55-DAF519C17B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92" name="Freeform 591">
                  <a:extLst>
                    <a:ext uri="{FF2B5EF4-FFF2-40B4-BE49-F238E27FC236}">
                      <a16:creationId xmlns:a16="http://schemas.microsoft.com/office/drawing/2014/main" id="{FD35A0ED-997C-6D46-9D96-FA8D4339826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38" name="Group 537">
              <a:extLst>
                <a:ext uri="{FF2B5EF4-FFF2-40B4-BE49-F238E27FC236}">
                  <a16:creationId xmlns:a16="http://schemas.microsoft.com/office/drawing/2014/main" id="{158E5A4C-7065-8643-BDC2-3A235B56FEA4}"/>
                </a:ext>
              </a:extLst>
            </p:cNvPr>
            <p:cNvGrpSpPr/>
            <p:nvPr/>
          </p:nvGrpSpPr>
          <p:grpSpPr>
            <a:xfrm>
              <a:off x="9502294" y="3388930"/>
              <a:ext cx="367224" cy="240304"/>
              <a:chOff x="7493876" y="2774731"/>
              <a:chExt cx="1481958" cy="894622"/>
            </a:xfrm>
          </p:grpSpPr>
          <p:sp>
            <p:nvSpPr>
              <p:cNvPr id="539" name="Freeform 538">
                <a:extLst>
                  <a:ext uri="{FF2B5EF4-FFF2-40B4-BE49-F238E27FC236}">
                    <a16:creationId xmlns:a16="http://schemas.microsoft.com/office/drawing/2014/main" id="{CA8EFAEE-3EA1-2A49-A68E-588F301B6928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40" name="Oval 539">
                <a:extLst>
                  <a:ext uri="{FF2B5EF4-FFF2-40B4-BE49-F238E27FC236}">
                    <a16:creationId xmlns:a16="http://schemas.microsoft.com/office/drawing/2014/main" id="{7A05A3F9-D6B9-D14C-83C8-6C79F0B6B2CC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8AAC1FAD-B7BA-744A-8599-5670C6B0E776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42" name="Freeform 541">
                  <a:extLst>
                    <a:ext uri="{FF2B5EF4-FFF2-40B4-BE49-F238E27FC236}">
                      <a16:creationId xmlns:a16="http://schemas.microsoft.com/office/drawing/2014/main" id="{A016DA82-50DC-224C-84FF-C492EDE01BC1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3" name="Freeform 542">
                  <a:extLst>
                    <a:ext uri="{FF2B5EF4-FFF2-40B4-BE49-F238E27FC236}">
                      <a16:creationId xmlns:a16="http://schemas.microsoft.com/office/drawing/2014/main" id="{3D2D51D6-0AC0-9D43-A55C-E94B7DCA77F2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4" name="Freeform 543">
                  <a:extLst>
                    <a:ext uri="{FF2B5EF4-FFF2-40B4-BE49-F238E27FC236}">
                      <a16:creationId xmlns:a16="http://schemas.microsoft.com/office/drawing/2014/main" id="{76C27F31-4CE4-1242-9801-166D4F66B5E7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45" name="Freeform 544">
                  <a:extLst>
                    <a:ext uri="{FF2B5EF4-FFF2-40B4-BE49-F238E27FC236}">
                      <a16:creationId xmlns:a16="http://schemas.microsoft.com/office/drawing/2014/main" id="{9BC7E87F-2555-8D4C-80CB-0E2F5F4BB0F9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546" name="Group 545">
              <a:extLst>
                <a:ext uri="{FF2B5EF4-FFF2-40B4-BE49-F238E27FC236}">
                  <a16:creationId xmlns:a16="http://schemas.microsoft.com/office/drawing/2014/main" id="{4DAC2AB4-F1E4-D740-A4AF-07EE55303854}"/>
                </a:ext>
              </a:extLst>
            </p:cNvPr>
            <p:cNvGrpSpPr/>
            <p:nvPr/>
          </p:nvGrpSpPr>
          <p:grpSpPr>
            <a:xfrm>
              <a:off x="9606710" y="3994661"/>
              <a:ext cx="367224" cy="240304"/>
              <a:chOff x="7493876" y="2774731"/>
              <a:chExt cx="1481958" cy="894622"/>
            </a:xfrm>
          </p:grpSpPr>
          <p:sp>
            <p:nvSpPr>
              <p:cNvPr id="547" name="Freeform 546">
                <a:extLst>
                  <a:ext uri="{FF2B5EF4-FFF2-40B4-BE49-F238E27FC236}">
                    <a16:creationId xmlns:a16="http://schemas.microsoft.com/office/drawing/2014/main" id="{23E59006-14B9-C64E-A05E-0BD7C00C4A6F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548" name="Oval 547">
                <a:extLst>
                  <a:ext uri="{FF2B5EF4-FFF2-40B4-BE49-F238E27FC236}">
                    <a16:creationId xmlns:a16="http://schemas.microsoft.com/office/drawing/2014/main" id="{2AD17789-C54D-4948-95E6-741F42B1FB2E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549" name="Group 548">
                <a:extLst>
                  <a:ext uri="{FF2B5EF4-FFF2-40B4-BE49-F238E27FC236}">
                    <a16:creationId xmlns:a16="http://schemas.microsoft.com/office/drawing/2014/main" id="{278D7FE0-D307-E941-967D-E4145732CEEA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50" name="Freeform 549">
                  <a:extLst>
                    <a:ext uri="{FF2B5EF4-FFF2-40B4-BE49-F238E27FC236}">
                      <a16:creationId xmlns:a16="http://schemas.microsoft.com/office/drawing/2014/main" id="{1ADC6420-4AC2-F544-B940-D0A18615CA5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1" name="Freeform 550">
                  <a:extLst>
                    <a:ext uri="{FF2B5EF4-FFF2-40B4-BE49-F238E27FC236}">
                      <a16:creationId xmlns:a16="http://schemas.microsoft.com/office/drawing/2014/main" id="{223E40C5-E2E3-3B42-A86A-26D2D130B735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2" name="Freeform 551">
                  <a:extLst>
                    <a:ext uri="{FF2B5EF4-FFF2-40B4-BE49-F238E27FC236}">
                      <a16:creationId xmlns:a16="http://schemas.microsoft.com/office/drawing/2014/main" id="{C6AA2152-8609-214A-AE62-E7DFD1A9E7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553" name="Freeform 552">
                  <a:extLst>
                    <a:ext uri="{FF2B5EF4-FFF2-40B4-BE49-F238E27FC236}">
                      <a16:creationId xmlns:a16="http://schemas.microsoft.com/office/drawing/2014/main" id="{7CB5E54A-6719-9747-80B7-8D19331BE78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623" name="Group 622">
              <a:extLst>
                <a:ext uri="{FF2B5EF4-FFF2-40B4-BE49-F238E27FC236}">
                  <a16:creationId xmlns:a16="http://schemas.microsoft.com/office/drawing/2014/main" id="{EA34A94C-D92D-084C-BFEA-F4C8DF0AD275}"/>
                </a:ext>
              </a:extLst>
            </p:cNvPr>
            <p:cNvGrpSpPr/>
            <p:nvPr/>
          </p:nvGrpSpPr>
          <p:grpSpPr>
            <a:xfrm>
              <a:off x="10380415" y="3987223"/>
              <a:ext cx="353678" cy="198344"/>
              <a:chOff x="7493876" y="2774731"/>
              <a:chExt cx="1481958" cy="894622"/>
            </a:xfrm>
          </p:grpSpPr>
          <p:sp>
            <p:nvSpPr>
              <p:cNvPr id="624" name="Freeform 623">
                <a:extLst>
                  <a:ext uri="{FF2B5EF4-FFF2-40B4-BE49-F238E27FC236}">
                    <a16:creationId xmlns:a16="http://schemas.microsoft.com/office/drawing/2014/main" id="{E1E1C6E8-4D60-7F43-BB0E-6D883F10D4A6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625" name="Oval 624">
                <a:extLst>
                  <a:ext uri="{FF2B5EF4-FFF2-40B4-BE49-F238E27FC236}">
                    <a16:creationId xmlns:a16="http://schemas.microsoft.com/office/drawing/2014/main" id="{50975E36-0C2A-6844-A407-23F033DB4BD2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626" name="Group 625">
                <a:extLst>
                  <a:ext uri="{FF2B5EF4-FFF2-40B4-BE49-F238E27FC236}">
                    <a16:creationId xmlns:a16="http://schemas.microsoft.com/office/drawing/2014/main" id="{3F7EBA29-30EF-C741-94EE-735398C6CFA2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627" name="Freeform 626">
                  <a:extLst>
                    <a:ext uri="{FF2B5EF4-FFF2-40B4-BE49-F238E27FC236}">
                      <a16:creationId xmlns:a16="http://schemas.microsoft.com/office/drawing/2014/main" id="{B3AD45B5-1F4B-FF4A-843D-9D0629392670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8" name="Freeform 627">
                  <a:extLst>
                    <a:ext uri="{FF2B5EF4-FFF2-40B4-BE49-F238E27FC236}">
                      <a16:creationId xmlns:a16="http://schemas.microsoft.com/office/drawing/2014/main" id="{A6F160FF-CBBD-9147-8D0B-92A36BEBF8A3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29" name="Freeform 628">
                  <a:extLst>
                    <a:ext uri="{FF2B5EF4-FFF2-40B4-BE49-F238E27FC236}">
                      <a16:creationId xmlns:a16="http://schemas.microsoft.com/office/drawing/2014/main" id="{421F3589-EC70-074A-903F-D618ED6F7896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0" name="Freeform 629">
                  <a:extLst>
                    <a:ext uri="{FF2B5EF4-FFF2-40B4-BE49-F238E27FC236}">
                      <a16:creationId xmlns:a16="http://schemas.microsoft.com/office/drawing/2014/main" id="{CEC8DEB8-8E24-2948-9AF6-0F3EF908CD4E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63" name="Group 462">
              <a:extLst>
                <a:ext uri="{FF2B5EF4-FFF2-40B4-BE49-F238E27FC236}">
                  <a16:creationId xmlns:a16="http://schemas.microsoft.com/office/drawing/2014/main" id="{A8C4B740-B92E-8942-8EF4-347710C32F2C}"/>
                </a:ext>
              </a:extLst>
            </p:cNvPr>
            <p:cNvGrpSpPr/>
            <p:nvPr/>
          </p:nvGrpSpPr>
          <p:grpSpPr>
            <a:xfrm>
              <a:off x="9253049" y="4770584"/>
              <a:ext cx="393760" cy="218578"/>
              <a:chOff x="7493876" y="2774731"/>
              <a:chExt cx="1481958" cy="894622"/>
            </a:xfrm>
          </p:grpSpPr>
          <p:sp>
            <p:nvSpPr>
              <p:cNvPr id="464" name="Freeform 463">
                <a:extLst>
                  <a:ext uri="{FF2B5EF4-FFF2-40B4-BE49-F238E27FC236}">
                    <a16:creationId xmlns:a16="http://schemas.microsoft.com/office/drawing/2014/main" id="{71A9C1C2-E4A0-D74C-8C05-2AD307E7B3ED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65" name="Oval 464">
                <a:extLst>
                  <a:ext uri="{FF2B5EF4-FFF2-40B4-BE49-F238E27FC236}">
                    <a16:creationId xmlns:a16="http://schemas.microsoft.com/office/drawing/2014/main" id="{0F366A03-D9E7-9F45-99D3-1CAC10EE2C74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10CB8A50-A713-2549-9F44-B792D2C30CA4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7" name="Freeform 466">
                  <a:extLst>
                    <a:ext uri="{FF2B5EF4-FFF2-40B4-BE49-F238E27FC236}">
                      <a16:creationId xmlns:a16="http://schemas.microsoft.com/office/drawing/2014/main" id="{DC4E3153-8354-1145-82FC-C287EF5FE6C3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8" name="Freeform 467">
                  <a:extLst>
                    <a:ext uri="{FF2B5EF4-FFF2-40B4-BE49-F238E27FC236}">
                      <a16:creationId xmlns:a16="http://schemas.microsoft.com/office/drawing/2014/main" id="{99B3C81B-87BA-1A4F-BCAD-DF0EF9C582C1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69" name="Freeform 468">
                  <a:extLst>
                    <a:ext uri="{FF2B5EF4-FFF2-40B4-BE49-F238E27FC236}">
                      <a16:creationId xmlns:a16="http://schemas.microsoft.com/office/drawing/2014/main" id="{DEEA64E4-A29A-E742-B32E-C111E6BF4225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70" name="Freeform 469">
                  <a:extLst>
                    <a:ext uri="{FF2B5EF4-FFF2-40B4-BE49-F238E27FC236}">
                      <a16:creationId xmlns:a16="http://schemas.microsoft.com/office/drawing/2014/main" id="{43676372-2E7B-9445-80AD-B31686FE67E6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  <p:grpSp>
          <p:nvGrpSpPr>
            <p:cNvPr id="447" name="Group 446">
              <a:extLst>
                <a:ext uri="{FF2B5EF4-FFF2-40B4-BE49-F238E27FC236}">
                  <a16:creationId xmlns:a16="http://schemas.microsoft.com/office/drawing/2014/main" id="{314E0C43-2359-9440-BEF9-9E1924BED605}"/>
                </a:ext>
              </a:extLst>
            </p:cNvPr>
            <p:cNvGrpSpPr/>
            <p:nvPr/>
          </p:nvGrpSpPr>
          <p:grpSpPr>
            <a:xfrm>
              <a:off x="10931138" y="4364023"/>
              <a:ext cx="228295" cy="120400"/>
              <a:chOff x="7493876" y="2774731"/>
              <a:chExt cx="1481958" cy="894622"/>
            </a:xfrm>
          </p:grpSpPr>
          <p:sp>
            <p:nvSpPr>
              <p:cNvPr id="448" name="Freeform 447">
                <a:extLst>
                  <a:ext uri="{FF2B5EF4-FFF2-40B4-BE49-F238E27FC236}">
                    <a16:creationId xmlns:a16="http://schemas.microsoft.com/office/drawing/2014/main" id="{9737FFD7-2DCB-A148-A405-977351501C2B}"/>
                  </a:ext>
                </a:extLst>
              </p:cNvPr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46482 w 8187558"/>
                  <a:gd name="connsiteY5" fmla="*/ 157655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88524 w 8187558"/>
                  <a:gd name="connsiteY5" fmla="*/ 1597573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87558 w 8187558"/>
                  <a:gd name="connsiteY0" fmla="*/ 0 h 2638097"/>
                  <a:gd name="connsiteX1" fmla="*/ 8187558 w 8187558"/>
                  <a:gd name="connsiteY1" fmla="*/ 1271752 h 2638097"/>
                  <a:gd name="connsiteX2" fmla="*/ 4099035 w 8187558"/>
                  <a:gd name="connsiteY2" fmla="*/ 2638097 h 2638097"/>
                  <a:gd name="connsiteX3" fmla="*/ 0 w 8187558"/>
                  <a:gd name="connsiteY3" fmla="*/ 1229711 h 2638097"/>
                  <a:gd name="connsiteX4" fmla="*/ 31531 w 8187558"/>
                  <a:gd name="connsiteY4" fmla="*/ 147145 h 2638097"/>
                  <a:gd name="connsiteX5" fmla="*/ 4099035 w 8187558"/>
                  <a:gd name="connsiteY5" fmla="*/ 1566042 h 2638097"/>
                  <a:gd name="connsiteX6" fmla="*/ 8187558 w 8187558"/>
                  <a:gd name="connsiteY6" fmla="*/ 0 h 2638097"/>
                  <a:gd name="connsiteX0" fmla="*/ 8176538 w 8176538"/>
                  <a:gd name="connsiteY0" fmla="*/ 0 h 2638097"/>
                  <a:gd name="connsiteX1" fmla="*/ 8176538 w 8176538"/>
                  <a:gd name="connsiteY1" fmla="*/ 1271752 h 2638097"/>
                  <a:gd name="connsiteX2" fmla="*/ 4088015 w 8176538"/>
                  <a:gd name="connsiteY2" fmla="*/ 2638097 h 2638097"/>
                  <a:gd name="connsiteX3" fmla="*/ 0 w 8176538"/>
                  <a:gd name="connsiteY3" fmla="*/ 1269888 h 2638097"/>
                  <a:gd name="connsiteX4" fmla="*/ 20511 w 8176538"/>
                  <a:gd name="connsiteY4" fmla="*/ 147145 h 2638097"/>
                  <a:gd name="connsiteX5" fmla="*/ 4088015 w 8176538"/>
                  <a:gd name="connsiteY5" fmla="*/ 1566042 h 2638097"/>
                  <a:gd name="connsiteX6" fmla="*/ 8176538 w 8176538"/>
                  <a:gd name="connsiteY6" fmla="*/ 0 h 2638097"/>
                  <a:gd name="connsiteX0" fmla="*/ 8176538 w 8176538"/>
                  <a:gd name="connsiteY0" fmla="*/ 0 h 2772020"/>
                  <a:gd name="connsiteX1" fmla="*/ 8176538 w 8176538"/>
                  <a:gd name="connsiteY1" fmla="*/ 1271752 h 2772020"/>
                  <a:gd name="connsiteX2" fmla="*/ 4099034 w 8176538"/>
                  <a:gd name="connsiteY2" fmla="*/ 2772020 h 2772020"/>
                  <a:gd name="connsiteX3" fmla="*/ 0 w 8176538"/>
                  <a:gd name="connsiteY3" fmla="*/ 1269888 h 2772020"/>
                  <a:gd name="connsiteX4" fmla="*/ 20511 w 8176538"/>
                  <a:gd name="connsiteY4" fmla="*/ 147145 h 2772020"/>
                  <a:gd name="connsiteX5" fmla="*/ 4088015 w 8176538"/>
                  <a:gd name="connsiteY5" fmla="*/ 1566042 h 2772020"/>
                  <a:gd name="connsiteX6" fmla="*/ 8176538 w 8176538"/>
                  <a:gd name="connsiteY6" fmla="*/ 0 h 2772020"/>
                  <a:gd name="connsiteX0" fmla="*/ 8176538 w 8176538"/>
                  <a:gd name="connsiteY0" fmla="*/ 0 h 2772339"/>
                  <a:gd name="connsiteX1" fmla="*/ 8176538 w 8176538"/>
                  <a:gd name="connsiteY1" fmla="*/ 1378890 h 2772339"/>
                  <a:gd name="connsiteX2" fmla="*/ 4099034 w 8176538"/>
                  <a:gd name="connsiteY2" fmla="*/ 2772020 h 2772339"/>
                  <a:gd name="connsiteX3" fmla="*/ 0 w 8176538"/>
                  <a:gd name="connsiteY3" fmla="*/ 1269888 h 2772339"/>
                  <a:gd name="connsiteX4" fmla="*/ 20511 w 8176538"/>
                  <a:gd name="connsiteY4" fmla="*/ 147145 h 2772339"/>
                  <a:gd name="connsiteX5" fmla="*/ 4088015 w 8176538"/>
                  <a:gd name="connsiteY5" fmla="*/ 1566042 h 2772339"/>
                  <a:gd name="connsiteX6" fmla="*/ 8176538 w 8176538"/>
                  <a:gd name="connsiteY6" fmla="*/ 0 h 2772339"/>
                  <a:gd name="connsiteX0" fmla="*/ 8176538 w 8176538"/>
                  <a:gd name="connsiteY0" fmla="*/ 0 h 2825888"/>
                  <a:gd name="connsiteX1" fmla="*/ 8176538 w 8176538"/>
                  <a:gd name="connsiteY1" fmla="*/ 1378890 h 2825888"/>
                  <a:gd name="connsiteX2" fmla="*/ 4099034 w 8176538"/>
                  <a:gd name="connsiteY2" fmla="*/ 2825590 h 2825888"/>
                  <a:gd name="connsiteX3" fmla="*/ 0 w 8176538"/>
                  <a:gd name="connsiteY3" fmla="*/ 1269888 h 2825888"/>
                  <a:gd name="connsiteX4" fmla="*/ 20511 w 8176538"/>
                  <a:gd name="connsiteY4" fmla="*/ 147145 h 2825888"/>
                  <a:gd name="connsiteX5" fmla="*/ 4088015 w 8176538"/>
                  <a:gd name="connsiteY5" fmla="*/ 1566042 h 2825888"/>
                  <a:gd name="connsiteX6" fmla="*/ 8176538 w 8176538"/>
                  <a:gd name="connsiteY6" fmla="*/ 0 h 2825888"/>
                  <a:gd name="connsiteX0" fmla="*/ 8165518 w 8165518"/>
                  <a:gd name="connsiteY0" fmla="*/ 0 h 2825606"/>
                  <a:gd name="connsiteX1" fmla="*/ 8165518 w 8165518"/>
                  <a:gd name="connsiteY1" fmla="*/ 1378890 h 2825606"/>
                  <a:gd name="connsiteX2" fmla="*/ 4088014 w 8165518"/>
                  <a:gd name="connsiteY2" fmla="*/ 2825590 h 2825606"/>
                  <a:gd name="connsiteX3" fmla="*/ 0 w 8165518"/>
                  <a:gd name="connsiteY3" fmla="*/ 1403811 h 2825606"/>
                  <a:gd name="connsiteX4" fmla="*/ 9491 w 8165518"/>
                  <a:gd name="connsiteY4" fmla="*/ 147145 h 2825606"/>
                  <a:gd name="connsiteX5" fmla="*/ 4076995 w 8165518"/>
                  <a:gd name="connsiteY5" fmla="*/ 1566042 h 2825606"/>
                  <a:gd name="connsiteX6" fmla="*/ 8165518 w 8165518"/>
                  <a:gd name="connsiteY6" fmla="*/ 0 h 2825606"/>
                  <a:gd name="connsiteX0" fmla="*/ 8165518 w 8165518"/>
                  <a:gd name="connsiteY0" fmla="*/ 0 h 2879174"/>
                  <a:gd name="connsiteX1" fmla="*/ 8165518 w 8165518"/>
                  <a:gd name="connsiteY1" fmla="*/ 1378890 h 2879174"/>
                  <a:gd name="connsiteX2" fmla="*/ 4132092 w 8165518"/>
                  <a:gd name="connsiteY2" fmla="*/ 2879159 h 2879174"/>
                  <a:gd name="connsiteX3" fmla="*/ 0 w 8165518"/>
                  <a:gd name="connsiteY3" fmla="*/ 1403811 h 2879174"/>
                  <a:gd name="connsiteX4" fmla="*/ 9491 w 8165518"/>
                  <a:gd name="connsiteY4" fmla="*/ 147145 h 2879174"/>
                  <a:gd name="connsiteX5" fmla="*/ 4076995 w 8165518"/>
                  <a:gd name="connsiteY5" fmla="*/ 1566042 h 2879174"/>
                  <a:gd name="connsiteX6" fmla="*/ 8165518 w 8165518"/>
                  <a:gd name="connsiteY6" fmla="*/ 0 h 2879174"/>
                  <a:gd name="connsiteX0" fmla="*/ 8165518 w 8176537"/>
                  <a:gd name="connsiteY0" fmla="*/ 0 h 2879410"/>
                  <a:gd name="connsiteX1" fmla="*/ 8176537 w 8176537"/>
                  <a:gd name="connsiteY1" fmla="*/ 1499420 h 2879410"/>
                  <a:gd name="connsiteX2" fmla="*/ 4132092 w 8176537"/>
                  <a:gd name="connsiteY2" fmla="*/ 2879159 h 2879410"/>
                  <a:gd name="connsiteX3" fmla="*/ 0 w 8176537"/>
                  <a:gd name="connsiteY3" fmla="*/ 1403811 h 2879410"/>
                  <a:gd name="connsiteX4" fmla="*/ 9491 w 8176537"/>
                  <a:gd name="connsiteY4" fmla="*/ 147145 h 2879410"/>
                  <a:gd name="connsiteX5" fmla="*/ 4076995 w 8176537"/>
                  <a:gd name="connsiteY5" fmla="*/ 1566042 h 2879410"/>
                  <a:gd name="connsiteX6" fmla="*/ 8165518 w 8176537"/>
                  <a:gd name="connsiteY6" fmla="*/ 0 h 2879410"/>
                  <a:gd name="connsiteX0" fmla="*/ 8165518 w 8176537"/>
                  <a:gd name="connsiteY0" fmla="*/ 0 h 2879262"/>
                  <a:gd name="connsiteX1" fmla="*/ 8176537 w 8176537"/>
                  <a:gd name="connsiteY1" fmla="*/ 1499420 h 2879262"/>
                  <a:gd name="connsiteX2" fmla="*/ 4132092 w 8176537"/>
                  <a:gd name="connsiteY2" fmla="*/ 2879159 h 2879262"/>
                  <a:gd name="connsiteX3" fmla="*/ 0 w 8176537"/>
                  <a:gd name="connsiteY3" fmla="*/ 1403811 h 2879262"/>
                  <a:gd name="connsiteX4" fmla="*/ 9491 w 8176537"/>
                  <a:gd name="connsiteY4" fmla="*/ 147145 h 2879262"/>
                  <a:gd name="connsiteX5" fmla="*/ 4076995 w 8176537"/>
                  <a:gd name="connsiteY5" fmla="*/ 1566042 h 2879262"/>
                  <a:gd name="connsiteX6" fmla="*/ 8165518 w 8176537"/>
                  <a:gd name="connsiteY6" fmla="*/ 0 h 2879262"/>
                  <a:gd name="connsiteX0" fmla="*/ 8165518 w 8176537"/>
                  <a:gd name="connsiteY0" fmla="*/ 0 h 2879163"/>
                  <a:gd name="connsiteX1" fmla="*/ 8176537 w 8176537"/>
                  <a:gd name="connsiteY1" fmla="*/ 1499420 h 2879163"/>
                  <a:gd name="connsiteX2" fmla="*/ 4132092 w 8176537"/>
                  <a:gd name="connsiteY2" fmla="*/ 2879159 h 2879163"/>
                  <a:gd name="connsiteX3" fmla="*/ 0 w 8176537"/>
                  <a:gd name="connsiteY3" fmla="*/ 1510948 h 2879163"/>
                  <a:gd name="connsiteX4" fmla="*/ 9491 w 8176537"/>
                  <a:gd name="connsiteY4" fmla="*/ 147145 h 2879163"/>
                  <a:gd name="connsiteX5" fmla="*/ 4076995 w 8176537"/>
                  <a:gd name="connsiteY5" fmla="*/ 1566042 h 2879163"/>
                  <a:gd name="connsiteX6" fmla="*/ 8165518 w 8176537"/>
                  <a:gd name="connsiteY6" fmla="*/ 0 h 2879163"/>
                  <a:gd name="connsiteX0" fmla="*/ 8165518 w 8198577"/>
                  <a:gd name="connsiteY0" fmla="*/ 0 h 2879451"/>
                  <a:gd name="connsiteX1" fmla="*/ 8198577 w 8198577"/>
                  <a:gd name="connsiteY1" fmla="*/ 1606558 h 2879451"/>
                  <a:gd name="connsiteX2" fmla="*/ 4132092 w 8198577"/>
                  <a:gd name="connsiteY2" fmla="*/ 2879159 h 2879451"/>
                  <a:gd name="connsiteX3" fmla="*/ 0 w 8198577"/>
                  <a:gd name="connsiteY3" fmla="*/ 1510948 h 2879451"/>
                  <a:gd name="connsiteX4" fmla="*/ 9491 w 8198577"/>
                  <a:gd name="connsiteY4" fmla="*/ 147145 h 2879451"/>
                  <a:gd name="connsiteX5" fmla="*/ 4076995 w 8198577"/>
                  <a:gd name="connsiteY5" fmla="*/ 1566042 h 2879451"/>
                  <a:gd name="connsiteX6" fmla="*/ 8165518 w 8198577"/>
                  <a:gd name="connsiteY6" fmla="*/ 0 h 2879451"/>
                  <a:gd name="connsiteX0" fmla="*/ 8165518 w 8165518"/>
                  <a:gd name="connsiteY0" fmla="*/ 0 h 2880066"/>
                  <a:gd name="connsiteX1" fmla="*/ 8165518 w 8165518"/>
                  <a:gd name="connsiteY1" fmla="*/ 1673520 h 2880066"/>
                  <a:gd name="connsiteX2" fmla="*/ 4132092 w 8165518"/>
                  <a:gd name="connsiteY2" fmla="*/ 2879159 h 2880066"/>
                  <a:gd name="connsiteX3" fmla="*/ 0 w 8165518"/>
                  <a:gd name="connsiteY3" fmla="*/ 1510948 h 2880066"/>
                  <a:gd name="connsiteX4" fmla="*/ 9491 w 8165518"/>
                  <a:gd name="connsiteY4" fmla="*/ 147145 h 2880066"/>
                  <a:gd name="connsiteX5" fmla="*/ 4076995 w 8165518"/>
                  <a:gd name="connsiteY5" fmla="*/ 1566042 h 2880066"/>
                  <a:gd name="connsiteX6" fmla="*/ 8165518 w 8165518"/>
                  <a:gd name="connsiteY6" fmla="*/ 0 h 2880066"/>
                  <a:gd name="connsiteX0" fmla="*/ 8156794 w 8156794"/>
                  <a:gd name="connsiteY0" fmla="*/ 0 h 2879270"/>
                  <a:gd name="connsiteX1" fmla="*/ 8156794 w 8156794"/>
                  <a:gd name="connsiteY1" fmla="*/ 1673520 h 2879270"/>
                  <a:gd name="connsiteX2" fmla="*/ 4123368 w 8156794"/>
                  <a:gd name="connsiteY2" fmla="*/ 2879159 h 2879270"/>
                  <a:gd name="connsiteX3" fmla="*/ 2295 w 8156794"/>
                  <a:gd name="connsiteY3" fmla="*/ 1618086 h 2879270"/>
                  <a:gd name="connsiteX4" fmla="*/ 767 w 8156794"/>
                  <a:gd name="connsiteY4" fmla="*/ 147145 h 2879270"/>
                  <a:gd name="connsiteX5" fmla="*/ 4068271 w 8156794"/>
                  <a:gd name="connsiteY5" fmla="*/ 1566042 h 2879270"/>
                  <a:gd name="connsiteX6" fmla="*/ 8156794 w 8156794"/>
                  <a:gd name="connsiteY6" fmla="*/ 0 h 287927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00"/>
                  <a:gd name="connsiteX1" fmla="*/ 8156794 w 8156794"/>
                  <a:gd name="connsiteY1" fmla="*/ 1673520 h 2973000"/>
                  <a:gd name="connsiteX2" fmla="*/ 4134388 w 8156794"/>
                  <a:gd name="connsiteY2" fmla="*/ 2972904 h 2973000"/>
                  <a:gd name="connsiteX3" fmla="*/ 2295 w 8156794"/>
                  <a:gd name="connsiteY3" fmla="*/ 1618086 h 2973000"/>
                  <a:gd name="connsiteX4" fmla="*/ 767 w 8156794"/>
                  <a:gd name="connsiteY4" fmla="*/ 147145 h 2973000"/>
                  <a:gd name="connsiteX5" fmla="*/ 4068271 w 8156794"/>
                  <a:gd name="connsiteY5" fmla="*/ 1566042 h 2973000"/>
                  <a:gd name="connsiteX6" fmla="*/ 8156794 w 8156794"/>
                  <a:gd name="connsiteY6" fmla="*/ 0 h 2973000"/>
                  <a:gd name="connsiteX0" fmla="*/ 8156794 w 8156794"/>
                  <a:gd name="connsiteY0" fmla="*/ 0 h 2973020"/>
                  <a:gd name="connsiteX1" fmla="*/ 8156794 w 8156794"/>
                  <a:gd name="connsiteY1" fmla="*/ 1673520 h 2973020"/>
                  <a:gd name="connsiteX2" fmla="*/ 4134388 w 8156794"/>
                  <a:gd name="connsiteY2" fmla="*/ 2972904 h 2973020"/>
                  <a:gd name="connsiteX3" fmla="*/ 2295 w 8156794"/>
                  <a:gd name="connsiteY3" fmla="*/ 1618086 h 2973020"/>
                  <a:gd name="connsiteX4" fmla="*/ 767 w 8156794"/>
                  <a:gd name="connsiteY4" fmla="*/ 147145 h 2973020"/>
                  <a:gd name="connsiteX5" fmla="*/ 4068271 w 8156794"/>
                  <a:gd name="connsiteY5" fmla="*/ 1566042 h 2973020"/>
                  <a:gd name="connsiteX6" fmla="*/ 8156794 w 8156794"/>
                  <a:gd name="connsiteY6" fmla="*/ 0 h 2973020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021"/>
                  <a:gd name="connsiteX1" fmla="*/ 8156794 w 8156794"/>
                  <a:gd name="connsiteY1" fmla="*/ 1673520 h 2973021"/>
                  <a:gd name="connsiteX2" fmla="*/ 4134388 w 8156794"/>
                  <a:gd name="connsiteY2" fmla="*/ 2972904 h 2973021"/>
                  <a:gd name="connsiteX3" fmla="*/ 2295 w 8156794"/>
                  <a:gd name="connsiteY3" fmla="*/ 1618086 h 2973021"/>
                  <a:gd name="connsiteX4" fmla="*/ 767 w 8156794"/>
                  <a:gd name="connsiteY4" fmla="*/ 147145 h 2973021"/>
                  <a:gd name="connsiteX5" fmla="*/ 4068271 w 8156794"/>
                  <a:gd name="connsiteY5" fmla="*/ 1566042 h 2973021"/>
                  <a:gd name="connsiteX6" fmla="*/ 8156794 w 8156794"/>
                  <a:gd name="connsiteY6" fmla="*/ 0 h 2973021"/>
                  <a:gd name="connsiteX0" fmla="*/ 8156794 w 8156794"/>
                  <a:gd name="connsiteY0" fmla="*/ 0 h 2973141"/>
                  <a:gd name="connsiteX1" fmla="*/ 8156794 w 8156794"/>
                  <a:gd name="connsiteY1" fmla="*/ 1673520 h 2973141"/>
                  <a:gd name="connsiteX2" fmla="*/ 4134388 w 8156794"/>
                  <a:gd name="connsiteY2" fmla="*/ 2972904 h 2973141"/>
                  <a:gd name="connsiteX3" fmla="*/ 2295 w 8156794"/>
                  <a:gd name="connsiteY3" fmla="*/ 1618086 h 2973141"/>
                  <a:gd name="connsiteX4" fmla="*/ 767 w 8156794"/>
                  <a:gd name="connsiteY4" fmla="*/ 147145 h 2973141"/>
                  <a:gd name="connsiteX5" fmla="*/ 4068271 w 8156794"/>
                  <a:gd name="connsiteY5" fmla="*/ 1566042 h 2973141"/>
                  <a:gd name="connsiteX6" fmla="*/ 8156794 w 8156794"/>
                  <a:gd name="connsiteY6" fmla="*/ 0 h 2973141"/>
                  <a:gd name="connsiteX0" fmla="*/ 8156794 w 8156794"/>
                  <a:gd name="connsiteY0" fmla="*/ 0 h 3066827"/>
                  <a:gd name="connsiteX1" fmla="*/ 8156794 w 8156794"/>
                  <a:gd name="connsiteY1" fmla="*/ 1673520 h 3066827"/>
                  <a:gd name="connsiteX2" fmla="*/ 4123353 w 8156794"/>
                  <a:gd name="connsiteY2" fmla="*/ 3066650 h 3066827"/>
                  <a:gd name="connsiteX3" fmla="*/ 2295 w 8156794"/>
                  <a:gd name="connsiteY3" fmla="*/ 1618086 h 3066827"/>
                  <a:gd name="connsiteX4" fmla="*/ 767 w 8156794"/>
                  <a:gd name="connsiteY4" fmla="*/ 147145 h 3066827"/>
                  <a:gd name="connsiteX5" fmla="*/ 4068271 w 8156794"/>
                  <a:gd name="connsiteY5" fmla="*/ 1566042 h 3066827"/>
                  <a:gd name="connsiteX6" fmla="*/ 8156794 w 8156794"/>
                  <a:gd name="connsiteY6" fmla="*/ 0 h 3066827"/>
                  <a:gd name="connsiteX0" fmla="*/ 8123689 w 8156794"/>
                  <a:gd name="connsiteY0" fmla="*/ 0 h 2999866"/>
                  <a:gd name="connsiteX1" fmla="*/ 8156794 w 8156794"/>
                  <a:gd name="connsiteY1" fmla="*/ 1606559 h 2999866"/>
                  <a:gd name="connsiteX2" fmla="*/ 4123353 w 8156794"/>
                  <a:gd name="connsiteY2" fmla="*/ 2999689 h 2999866"/>
                  <a:gd name="connsiteX3" fmla="*/ 2295 w 8156794"/>
                  <a:gd name="connsiteY3" fmla="*/ 1551125 h 2999866"/>
                  <a:gd name="connsiteX4" fmla="*/ 767 w 8156794"/>
                  <a:gd name="connsiteY4" fmla="*/ 80184 h 2999866"/>
                  <a:gd name="connsiteX5" fmla="*/ 4068271 w 8156794"/>
                  <a:gd name="connsiteY5" fmla="*/ 1499081 h 2999866"/>
                  <a:gd name="connsiteX6" fmla="*/ 8123689 w 8156794"/>
                  <a:gd name="connsiteY6" fmla="*/ 0 h 2999866"/>
                  <a:gd name="connsiteX0" fmla="*/ 8167828 w 8167828"/>
                  <a:gd name="connsiteY0" fmla="*/ 0 h 3026651"/>
                  <a:gd name="connsiteX1" fmla="*/ 8156794 w 8167828"/>
                  <a:gd name="connsiteY1" fmla="*/ 1633344 h 3026651"/>
                  <a:gd name="connsiteX2" fmla="*/ 4123353 w 8167828"/>
                  <a:gd name="connsiteY2" fmla="*/ 3026474 h 3026651"/>
                  <a:gd name="connsiteX3" fmla="*/ 2295 w 8167828"/>
                  <a:gd name="connsiteY3" fmla="*/ 1577910 h 3026651"/>
                  <a:gd name="connsiteX4" fmla="*/ 767 w 8167828"/>
                  <a:gd name="connsiteY4" fmla="*/ 106969 h 3026651"/>
                  <a:gd name="connsiteX5" fmla="*/ 4068271 w 8167828"/>
                  <a:gd name="connsiteY5" fmla="*/ 1525866 h 3026651"/>
                  <a:gd name="connsiteX6" fmla="*/ 8167828 w 8167828"/>
                  <a:gd name="connsiteY6" fmla="*/ 0 h 3026651"/>
                  <a:gd name="connsiteX0" fmla="*/ 8167828 w 8167828"/>
                  <a:gd name="connsiteY0" fmla="*/ 0 h 3027228"/>
                  <a:gd name="connsiteX1" fmla="*/ 8145760 w 8167828"/>
                  <a:gd name="connsiteY1" fmla="*/ 1686913 h 3027228"/>
                  <a:gd name="connsiteX2" fmla="*/ 4123353 w 8167828"/>
                  <a:gd name="connsiteY2" fmla="*/ 3026474 h 3027228"/>
                  <a:gd name="connsiteX3" fmla="*/ 2295 w 8167828"/>
                  <a:gd name="connsiteY3" fmla="*/ 1577910 h 3027228"/>
                  <a:gd name="connsiteX4" fmla="*/ 767 w 8167828"/>
                  <a:gd name="connsiteY4" fmla="*/ 106969 h 3027228"/>
                  <a:gd name="connsiteX5" fmla="*/ 4068271 w 8167828"/>
                  <a:gd name="connsiteY5" fmla="*/ 1525866 h 3027228"/>
                  <a:gd name="connsiteX6" fmla="*/ 8167828 w 8167828"/>
                  <a:gd name="connsiteY6" fmla="*/ 0 h 3027228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56794 w 8156794"/>
                  <a:gd name="connsiteY0" fmla="*/ 0 h 2933483"/>
                  <a:gd name="connsiteX1" fmla="*/ 8145760 w 8156794"/>
                  <a:gd name="connsiteY1" fmla="*/ 1593168 h 2933483"/>
                  <a:gd name="connsiteX2" fmla="*/ 4123353 w 8156794"/>
                  <a:gd name="connsiteY2" fmla="*/ 2932729 h 2933483"/>
                  <a:gd name="connsiteX3" fmla="*/ 2295 w 8156794"/>
                  <a:gd name="connsiteY3" fmla="*/ 1484165 h 2933483"/>
                  <a:gd name="connsiteX4" fmla="*/ 767 w 8156794"/>
                  <a:gd name="connsiteY4" fmla="*/ 13224 h 2933483"/>
                  <a:gd name="connsiteX5" fmla="*/ 4068271 w 8156794"/>
                  <a:gd name="connsiteY5" fmla="*/ 1432121 h 2933483"/>
                  <a:gd name="connsiteX6" fmla="*/ 8156794 w 8156794"/>
                  <a:gd name="connsiteY6" fmla="*/ 0 h 2933483"/>
                  <a:gd name="connsiteX0" fmla="*/ 8123689 w 8145760"/>
                  <a:gd name="connsiteY0" fmla="*/ 13560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9 w 8145760"/>
                  <a:gd name="connsiteY6" fmla="*/ 13560 h 2920259"/>
                  <a:gd name="connsiteX0" fmla="*/ 8178863 w 8178863"/>
                  <a:gd name="connsiteY0" fmla="*/ 26952 h 2920259"/>
                  <a:gd name="connsiteX1" fmla="*/ 8145760 w 8178863"/>
                  <a:gd name="connsiteY1" fmla="*/ 1579944 h 2920259"/>
                  <a:gd name="connsiteX2" fmla="*/ 4123353 w 8178863"/>
                  <a:gd name="connsiteY2" fmla="*/ 2919505 h 2920259"/>
                  <a:gd name="connsiteX3" fmla="*/ 2295 w 8178863"/>
                  <a:gd name="connsiteY3" fmla="*/ 1470941 h 2920259"/>
                  <a:gd name="connsiteX4" fmla="*/ 767 w 8178863"/>
                  <a:gd name="connsiteY4" fmla="*/ 0 h 2920259"/>
                  <a:gd name="connsiteX5" fmla="*/ 4068271 w 8178863"/>
                  <a:gd name="connsiteY5" fmla="*/ 1418897 h 2920259"/>
                  <a:gd name="connsiteX6" fmla="*/ 8178863 w 8178863"/>
                  <a:gd name="connsiteY6" fmla="*/ 26952 h 2920259"/>
                  <a:gd name="connsiteX0" fmla="*/ 8167827 w 8167827"/>
                  <a:gd name="connsiteY0" fmla="*/ 40343 h 2920259"/>
                  <a:gd name="connsiteX1" fmla="*/ 8145760 w 8167827"/>
                  <a:gd name="connsiteY1" fmla="*/ 1579944 h 2920259"/>
                  <a:gd name="connsiteX2" fmla="*/ 4123353 w 8167827"/>
                  <a:gd name="connsiteY2" fmla="*/ 2919505 h 2920259"/>
                  <a:gd name="connsiteX3" fmla="*/ 2295 w 8167827"/>
                  <a:gd name="connsiteY3" fmla="*/ 1470941 h 2920259"/>
                  <a:gd name="connsiteX4" fmla="*/ 767 w 8167827"/>
                  <a:gd name="connsiteY4" fmla="*/ 0 h 2920259"/>
                  <a:gd name="connsiteX5" fmla="*/ 4068271 w 8167827"/>
                  <a:gd name="connsiteY5" fmla="*/ 1418897 h 2920259"/>
                  <a:gd name="connsiteX6" fmla="*/ 8167827 w 8167827"/>
                  <a:gd name="connsiteY6" fmla="*/ 40343 h 2920259"/>
                  <a:gd name="connsiteX0" fmla="*/ 8123687 w 8145760"/>
                  <a:gd name="connsiteY0" fmla="*/ 53735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23687 w 8145760"/>
                  <a:gd name="connsiteY6" fmla="*/ 53735 h 2920259"/>
                  <a:gd name="connsiteX0" fmla="*/ 8161918 w 8161918"/>
                  <a:gd name="connsiteY0" fmla="*/ 0 h 2943855"/>
                  <a:gd name="connsiteX1" fmla="*/ 8145760 w 8161918"/>
                  <a:gd name="connsiteY1" fmla="*/ 1603540 h 2943855"/>
                  <a:gd name="connsiteX2" fmla="*/ 4123353 w 8161918"/>
                  <a:gd name="connsiteY2" fmla="*/ 2943101 h 2943855"/>
                  <a:gd name="connsiteX3" fmla="*/ 2295 w 8161918"/>
                  <a:gd name="connsiteY3" fmla="*/ 1494537 h 2943855"/>
                  <a:gd name="connsiteX4" fmla="*/ 767 w 8161918"/>
                  <a:gd name="connsiteY4" fmla="*/ 23596 h 2943855"/>
                  <a:gd name="connsiteX5" fmla="*/ 4068271 w 8161918"/>
                  <a:gd name="connsiteY5" fmla="*/ 1442493 h 2943855"/>
                  <a:gd name="connsiteX6" fmla="*/ 8161918 w 8161918"/>
                  <a:gd name="connsiteY6" fmla="*/ 0 h 2943855"/>
                  <a:gd name="connsiteX0" fmla="*/ 8144926 w 8145760"/>
                  <a:gd name="connsiteY0" fmla="*/ 43424 h 2920259"/>
                  <a:gd name="connsiteX1" fmla="*/ 8145760 w 8145760"/>
                  <a:gd name="connsiteY1" fmla="*/ 1579944 h 2920259"/>
                  <a:gd name="connsiteX2" fmla="*/ 4123353 w 8145760"/>
                  <a:gd name="connsiteY2" fmla="*/ 2919505 h 2920259"/>
                  <a:gd name="connsiteX3" fmla="*/ 2295 w 8145760"/>
                  <a:gd name="connsiteY3" fmla="*/ 1470941 h 2920259"/>
                  <a:gd name="connsiteX4" fmla="*/ 767 w 8145760"/>
                  <a:gd name="connsiteY4" fmla="*/ 0 h 2920259"/>
                  <a:gd name="connsiteX5" fmla="*/ 4068271 w 8145760"/>
                  <a:gd name="connsiteY5" fmla="*/ 1418897 h 2920259"/>
                  <a:gd name="connsiteX6" fmla="*/ 8144926 w 8145760"/>
                  <a:gd name="connsiteY6" fmla="*/ 43424 h 2920259"/>
                  <a:gd name="connsiteX0" fmla="*/ 8161918 w 8161918"/>
                  <a:gd name="connsiteY0" fmla="*/ 0 h 2959321"/>
                  <a:gd name="connsiteX1" fmla="*/ 8145760 w 8161918"/>
                  <a:gd name="connsiteY1" fmla="*/ 1619006 h 2959321"/>
                  <a:gd name="connsiteX2" fmla="*/ 4123353 w 8161918"/>
                  <a:gd name="connsiteY2" fmla="*/ 2958567 h 2959321"/>
                  <a:gd name="connsiteX3" fmla="*/ 2295 w 8161918"/>
                  <a:gd name="connsiteY3" fmla="*/ 1510003 h 2959321"/>
                  <a:gd name="connsiteX4" fmla="*/ 767 w 8161918"/>
                  <a:gd name="connsiteY4" fmla="*/ 39062 h 2959321"/>
                  <a:gd name="connsiteX5" fmla="*/ 4068271 w 8161918"/>
                  <a:gd name="connsiteY5" fmla="*/ 1457959 h 2959321"/>
                  <a:gd name="connsiteX6" fmla="*/ 8161918 w 8161918"/>
                  <a:gd name="connsiteY6" fmla="*/ 0 h 2959321"/>
                  <a:gd name="connsiteX0" fmla="*/ 8161918 w 8162752"/>
                  <a:gd name="connsiteY0" fmla="*/ 0 h 2959488"/>
                  <a:gd name="connsiteX1" fmla="*/ 8162752 w 8162752"/>
                  <a:gd name="connsiteY1" fmla="*/ 1629317 h 2959488"/>
                  <a:gd name="connsiteX2" fmla="*/ 4123353 w 8162752"/>
                  <a:gd name="connsiteY2" fmla="*/ 2958567 h 2959488"/>
                  <a:gd name="connsiteX3" fmla="*/ 2295 w 8162752"/>
                  <a:gd name="connsiteY3" fmla="*/ 1510003 h 2959488"/>
                  <a:gd name="connsiteX4" fmla="*/ 767 w 8162752"/>
                  <a:gd name="connsiteY4" fmla="*/ 39062 h 2959488"/>
                  <a:gd name="connsiteX5" fmla="*/ 4068271 w 8162752"/>
                  <a:gd name="connsiteY5" fmla="*/ 1457959 h 2959488"/>
                  <a:gd name="connsiteX6" fmla="*/ 8161918 w 8162752"/>
                  <a:gd name="connsiteY6" fmla="*/ 0 h 2959488"/>
                  <a:gd name="connsiteX0" fmla="*/ 8165930 w 8166764"/>
                  <a:gd name="connsiteY0" fmla="*/ 7337 h 2966825"/>
                  <a:gd name="connsiteX1" fmla="*/ 8166764 w 8166764"/>
                  <a:gd name="connsiteY1" fmla="*/ 1636654 h 2966825"/>
                  <a:gd name="connsiteX2" fmla="*/ 4127365 w 8166764"/>
                  <a:gd name="connsiteY2" fmla="*/ 2965904 h 2966825"/>
                  <a:gd name="connsiteX3" fmla="*/ 6307 w 8166764"/>
                  <a:gd name="connsiteY3" fmla="*/ 1517340 h 2966825"/>
                  <a:gd name="connsiteX4" fmla="*/ 532 w 8166764"/>
                  <a:gd name="connsiteY4" fmla="*/ 0 h 2966825"/>
                  <a:gd name="connsiteX5" fmla="*/ 4072283 w 8166764"/>
                  <a:gd name="connsiteY5" fmla="*/ 1465296 h 2966825"/>
                  <a:gd name="connsiteX6" fmla="*/ 8165930 w 8166764"/>
                  <a:gd name="connsiteY6" fmla="*/ 7337 h 2966825"/>
                  <a:gd name="connsiteX0" fmla="*/ 8168119 w 8168953"/>
                  <a:gd name="connsiteY0" fmla="*/ 7337 h 2966682"/>
                  <a:gd name="connsiteX1" fmla="*/ 8168953 w 8168953"/>
                  <a:gd name="connsiteY1" fmla="*/ 1636654 h 2966682"/>
                  <a:gd name="connsiteX2" fmla="*/ 4129554 w 8168953"/>
                  <a:gd name="connsiteY2" fmla="*/ 2965904 h 2966682"/>
                  <a:gd name="connsiteX3" fmla="*/ 0 w 8168953"/>
                  <a:gd name="connsiteY3" fmla="*/ 1527651 h 2966682"/>
                  <a:gd name="connsiteX4" fmla="*/ 2721 w 8168953"/>
                  <a:gd name="connsiteY4" fmla="*/ 0 h 2966682"/>
                  <a:gd name="connsiteX5" fmla="*/ 4074472 w 8168953"/>
                  <a:gd name="connsiteY5" fmla="*/ 1465296 h 2966682"/>
                  <a:gd name="connsiteX6" fmla="*/ 8168119 w 8168953"/>
                  <a:gd name="connsiteY6" fmla="*/ 7337 h 2966682"/>
                  <a:gd name="connsiteX0" fmla="*/ 8168119 w 8168953"/>
                  <a:gd name="connsiteY0" fmla="*/ 7337 h 3100377"/>
                  <a:gd name="connsiteX1" fmla="*/ 8168953 w 8168953"/>
                  <a:gd name="connsiteY1" fmla="*/ 1636654 h 3100377"/>
                  <a:gd name="connsiteX2" fmla="*/ 4118520 w 8168953"/>
                  <a:gd name="connsiteY2" fmla="*/ 3099826 h 3100377"/>
                  <a:gd name="connsiteX3" fmla="*/ 0 w 8168953"/>
                  <a:gd name="connsiteY3" fmla="*/ 1527651 h 3100377"/>
                  <a:gd name="connsiteX4" fmla="*/ 2721 w 8168953"/>
                  <a:gd name="connsiteY4" fmla="*/ 0 h 3100377"/>
                  <a:gd name="connsiteX5" fmla="*/ 4074472 w 8168953"/>
                  <a:gd name="connsiteY5" fmla="*/ 1465296 h 3100377"/>
                  <a:gd name="connsiteX6" fmla="*/ 8168119 w 8168953"/>
                  <a:gd name="connsiteY6" fmla="*/ 7337 h 3100377"/>
                  <a:gd name="connsiteX0" fmla="*/ 8168119 w 8168953"/>
                  <a:gd name="connsiteY0" fmla="*/ 7337 h 3100429"/>
                  <a:gd name="connsiteX1" fmla="*/ 8168953 w 8168953"/>
                  <a:gd name="connsiteY1" fmla="*/ 1636654 h 3100429"/>
                  <a:gd name="connsiteX2" fmla="*/ 4118520 w 8168953"/>
                  <a:gd name="connsiteY2" fmla="*/ 3099826 h 3100429"/>
                  <a:gd name="connsiteX3" fmla="*/ 0 w 8168953"/>
                  <a:gd name="connsiteY3" fmla="*/ 1527651 h 3100429"/>
                  <a:gd name="connsiteX4" fmla="*/ 2721 w 8168953"/>
                  <a:gd name="connsiteY4" fmla="*/ 0 h 3100429"/>
                  <a:gd name="connsiteX5" fmla="*/ 4074472 w 8168953"/>
                  <a:gd name="connsiteY5" fmla="*/ 1465296 h 3100429"/>
                  <a:gd name="connsiteX6" fmla="*/ 8168119 w 8168953"/>
                  <a:gd name="connsiteY6" fmla="*/ 7337 h 3100429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72202 w 8166683"/>
                  <a:gd name="connsiteY5" fmla="*/ 1465296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  <a:gd name="connsiteX0" fmla="*/ 8165849 w 8166683"/>
                  <a:gd name="connsiteY0" fmla="*/ 7337 h 3099826"/>
                  <a:gd name="connsiteX1" fmla="*/ 8166683 w 8166683"/>
                  <a:gd name="connsiteY1" fmla="*/ 1636654 h 3099826"/>
                  <a:gd name="connsiteX2" fmla="*/ 4116250 w 8166683"/>
                  <a:gd name="connsiteY2" fmla="*/ 3099826 h 3099826"/>
                  <a:gd name="connsiteX3" fmla="*/ 8764 w 8166683"/>
                  <a:gd name="connsiteY3" fmla="*/ 1634789 h 3099826"/>
                  <a:gd name="connsiteX4" fmla="*/ 451 w 8166683"/>
                  <a:gd name="connsiteY4" fmla="*/ 0 h 3099826"/>
                  <a:gd name="connsiteX5" fmla="*/ 4061168 w 8166683"/>
                  <a:gd name="connsiteY5" fmla="*/ 1438511 h 3099826"/>
                  <a:gd name="connsiteX6" fmla="*/ 8165849 w 8166683"/>
                  <a:gd name="connsiteY6" fmla="*/ 7337 h 30998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     </a:t>
                </a:r>
              </a:p>
            </p:txBody>
          </p:sp>
          <p:sp>
            <p:nvSpPr>
              <p:cNvPr id="449" name="Oval 448">
                <a:extLst>
                  <a:ext uri="{FF2B5EF4-FFF2-40B4-BE49-F238E27FC236}">
                    <a16:creationId xmlns:a16="http://schemas.microsoft.com/office/drawing/2014/main" id="{9739DB09-38E5-A347-93BF-13C80AD84539}"/>
                  </a:ext>
                </a:extLst>
              </p:cNvPr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             </a:t>
                </a:r>
              </a:p>
            </p:txBody>
          </p:sp>
          <p:grpSp>
            <p:nvGrpSpPr>
              <p:cNvPr id="450" name="Group 449">
                <a:extLst>
                  <a:ext uri="{FF2B5EF4-FFF2-40B4-BE49-F238E27FC236}">
                    <a16:creationId xmlns:a16="http://schemas.microsoft.com/office/drawing/2014/main" id="{04079280-378E-384D-9681-BF41B82BF6CB}"/>
                  </a:ext>
                </a:extLst>
              </p:cNvPr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51" name="Freeform 450">
                  <a:extLst>
                    <a:ext uri="{FF2B5EF4-FFF2-40B4-BE49-F238E27FC236}">
                      <a16:creationId xmlns:a16="http://schemas.microsoft.com/office/drawing/2014/main" id="{914AA044-3657-1448-A5E9-2F003DC03F6B}"/>
                    </a:ext>
                  </a:extLst>
                </p:cNvPr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" fmla="*/ 3725333 w 4641485"/>
                    <a:gd name="connsiteY0" fmla="*/ 0 h 1049866"/>
                    <a:gd name="connsiteX1" fmla="*/ 4641485 w 4641485"/>
                    <a:gd name="connsiteY1" fmla="*/ 239402 h 1049866"/>
                    <a:gd name="connsiteX2" fmla="*/ 3962400 w 4641485"/>
                    <a:gd name="connsiteY2" fmla="*/ 541866 h 1049866"/>
                    <a:gd name="connsiteX3" fmla="*/ 3742267 w 4641485"/>
                    <a:gd name="connsiteY3" fmla="*/ 457200 h 1049866"/>
                    <a:gd name="connsiteX4" fmla="*/ 2269067 w 4641485"/>
                    <a:gd name="connsiteY4" fmla="*/ 1049866 h 1049866"/>
                    <a:gd name="connsiteX5" fmla="*/ 880533 w 4641485"/>
                    <a:gd name="connsiteY5" fmla="*/ 457200 h 1049866"/>
                    <a:gd name="connsiteX6" fmla="*/ 592667 w 4641485"/>
                    <a:gd name="connsiteY6" fmla="*/ 541866 h 1049866"/>
                    <a:gd name="connsiteX7" fmla="*/ 0 w 4641485"/>
                    <a:gd name="connsiteY7" fmla="*/ 254000 h 1049866"/>
                    <a:gd name="connsiteX8" fmla="*/ 880533 w 4641485"/>
                    <a:gd name="connsiteY8" fmla="*/ 16933 h 1049866"/>
                    <a:gd name="connsiteX9" fmla="*/ 2302933 w 4641485"/>
                    <a:gd name="connsiteY9" fmla="*/ 626533 h 1049866"/>
                    <a:gd name="connsiteX10" fmla="*/ 3725333 w 4641485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73798 w 4673016"/>
                    <a:gd name="connsiteY3" fmla="*/ 45720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84308 w 4673016"/>
                    <a:gd name="connsiteY3" fmla="*/ 404648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34464 w 4673016"/>
                    <a:gd name="connsiteY9" fmla="*/ 62653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32979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794818 w 4673016"/>
                    <a:gd name="connsiteY3" fmla="*/ 436179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  <a:gd name="connsiteX0" fmla="*/ 3756864 w 4673016"/>
                    <a:gd name="connsiteY0" fmla="*/ 0 h 1049866"/>
                    <a:gd name="connsiteX1" fmla="*/ 4673016 w 4673016"/>
                    <a:gd name="connsiteY1" fmla="*/ 239402 h 1049866"/>
                    <a:gd name="connsiteX2" fmla="*/ 3993931 w 4673016"/>
                    <a:gd name="connsiteY2" fmla="*/ 541866 h 1049866"/>
                    <a:gd name="connsiteX3" fmla="*/ 3815839 w 4673016"/>
                    <a:gd name="connsiteY3" fmla="*/ 467710 h 1049866"/>
                    <a:gd name="connsiteX4" fmla="*/ 2300598 w 4673016"/>
                    <a:gd name="connsiteY4" fmla="*/ 1049866 h 1049866"/>
                    <a:gd name="connsiteX5" fmla="*/ 912064 w 4673016"/>
                    <a:gd name="connsiteY5" fmla="*/ 457200 h 1049866"/>
                    <a:gd name="connsiteX6" fmla="*/ 624198 w 4673016"/>
                    <a:gd name="connsiteY6" fmla="*/ 541866 h 1049866"/>
                    <a:gd name="connsiteX7" fmla="*/ 0 w 4673016"/>
                    <a:gd name="connsiteY7" fmla="*/ 275021 h 1049866"/>
                    <a:gd name="connsiteX8" fmla="*/ 912064 w 4673016"/>
                    <a:gd name="connsiteY8" fmla="*/ 16933 h 1049866"/>
                    <a:gd name="connsiteX9" fmla="*/ 2323954 w 4673016"/>
                    <a:gd name="connsiteY9" fmla="*/ 616023 h 1049866"/>
                    <a:gd name="connsiteX10" fmla="*/ 3756864 w 4673016"/>
                    <a:gd name="connsiteY10" fmla="*/ 0 h 104986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2" name="Freeform 451">
                  <a:extLst>
                    <a:ext uri="{FF2B5EF4-FFF2-40B4-BE49-F238E27FC236}">
                      <a16:creationId xmlns:a16="http://schemas.microsoft.com/office/drawing/2014/main" id="{29FDF0B8-7E9A-1F4D-8C99-CE1C68A1345F}"/>
                    </a:ext>
                  </a:extLst>
                </p:cNvPr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3" name="Freeform 452">
                  <a:extLst>
                    <a:ext uri="{FF2B5EF4-FFF2-40B4-BE49-F238E27FC236}">
                      <a16:creationId xmlns:a16="http://schemas.microsoft.com/office/drawing/2014/main" id="{49A96193-2E73-4C43-843C-2C8C4DCEE478}"/>
                    </a:ext>
                  </a:extLst>
                </p:cNvPr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454" name="Freeform 453">
                  <a:extLst>
                    <a:ext uri="{FF2B5EF4-FFF2-40B4-BE49-F238E27FC236}">
                      <a16:creationId xmlns:a16="http://schemas.microsoft.com/office/drawing/2014/main" id="{F5358318-953E-E249-9021-E0B5DF66E3B3}"/>
                    </a:ext>
                  </a:extLst>
                </p:cNvPr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15" fmla="*/ 441434 w 3731172"/>
                    <a:gd name="connsiteY15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441434 w 3731172"/>
                    <a:gd name="connsiteY14" fmla="*/ 10510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357351 w 3731172"/>
                    <a:gd name="connsiteY14" fmla="*/ 115613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0990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47144 w 3731172"/>
                    <a:gd name="connsiteY14" fmla="*/ 6306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14096 w 3731172"/>
                    <a:gd name="connsiteY13" fmla="*/ 420413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56137 w 3731172"/>
                    <a:gd name="connsiteY13" fmla="*/ 441434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882869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68165 w 3731172"/>
                    <a:gd name="connsiteY0" fmla="*/ 73572 h 1418896"/>
                    <a:gd name="connsiteX1" fmla="*/ 451945 w 3731172"/>
                    <a:gd name="connsiteY1" fmla="*/ 0 h 1418896"/>
                    <a:gd name="connsiteX2" fmla="*/ 1881352 w 3731172"/>
                    <a:gd name="connsiteY2" fmla="*/ 599089 h 1418896"/>
                    <a:gd name="connsiteX3" fmla="*/ 3363310 w 3731172"/>
                    <a:gd name="connsiteY3" fmla="*/ 0 h 1418896"/>
                    <a:gd name="connsiteX4" fmla="*/ 3584027 w 3731172"/>
                    <a:gd name="connsiteY4" fmla="*/ 73572 h 1418896"/>
                    <a:gd name="connsiteX5" fmla="*/ 2627586 w 3731172"/>
                    <a:gd name="connsiteY5" fmla="*/ 441434 h 1418896"/>
                    <a:gd name="connsiteX6" fmla="*/ 2596055 w 3731172"/>
                    <a:gd name="connsiteY6" fmla="*/ 914400 h 1418896"/>
                    <a:gd name="connsiteX7" fmla="*/ 3731172 w 3731172"/>
                    <a:gd name="connsiteY7" fmla="*/ 1345324 h 1418896"/>
                    <a:gd name="connsiteX8" fmla="*/ 3447393 w 3731172"/>
                    <a:gd name="connsiteY8" fmla="*/ 1408386 h 1418896"/>
                    <a:gd name="connsiteX9" fmla="*/ 1870841 w 3731172"/>
                    <a:gd name="connsiteY9" fmla="*/ 746234 h 1418896"/>
                    <a:gd name="connsiteX10" fmla="*/ 262758 w 3731172"/>
                    <a:gd name="connsiteY10" fmla="*/ 1418896 h 1418896"/>
                    <a:gd name="connsiteX11" fmla="*/ 0 w 3731172"/>
                    <a:gd name="connsiteY11" fmla="*/ 1324303 h 1418896"/>
                    <a:gd name="connsiteX12" fmla="*/ 1145627 w 3731172"/>
                    <a:gd name="connsiteY12" fmla="*/ 903890 h 1418896"/>
                    <a:gd name="connsiteX13" fmla="*/ 1145626 w 3731172"/>
                    <a:gd name="connsiteY13" fmla="*/ 451945 h 1418896"/>
                    <a:gd name="connsiteX14" fmla="*/ 189185 w 3731172"/>
                    <a:gd name="connsiteY14" fmla="*/ 84081 h 1418896"/>
                    <a:gd name="connsiteX15" fmla="*/ 168165 w 3731172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575034 w 3710151"/>
                    <a:gd name="connsiteY6" fmla="*/ 91440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06565 w 3710151"/>
                    <a:gd name="connsiteY6" fmla="*/ 924910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06565 w 3710151"/>
                    <a:gd name="connsiteY5" fmla="*/ 441434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5151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60331 w 3710151"/>
                    <a:gd name="connsiteY2" fmla="*/ 599089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124605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12460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47144 w 3710151"/>
                    <a:gd name="connsiteY0" fmla="*/ 73572 h 1418896"/>
                    <a:gd name="connsiteX1" fmla="*/ 430924 w 3710151"/>
                    <a:gd name="connsiteY1" fmla="*/ 0 h 1418896"/>
                    <a:gd name="connsiteX2" fmla="*/ 1838028 w 3710151"/>
                    <a:gd name="connsiteY2" fmla="*/ 591655 h 1418896"/>
                    <a:gd name="connsiteX3" fmla="*/ 3342289 w 3710151"/>
                    <a:gd name="connsiteY3" fmla="*/ 0 h 1418896"/>
                    <a:gd name="connsiteX4" fmla="*/ 3563006 w 3710151"/>
                    <a:gd name="connsiteY4" fmla="*/ 73572 h 1418896"/>
                    <a:gd name="connsiteX5" fmla="*/ 2617717 w 3710151"/>
                    <a:gd name="connsiteY5" fmla="*/ 448868 h 1418896"/>
                    <a:gd name="connsiteX6" fmla="*/ 2610282 w 3710151"/>
                    <a:gd name="connsiteY6" fmla="*/ 902607 h 1418896"/>
                    <a:gd name="connsiteX7" fmla="*/ 3710151 w 3710151"/>
                    <a:gd name="connsiteY7" fmla="*/ 1345324 h 1418896"/>
                    <a:gd name="connsiteX8" fmla="*/ 3426372 w 3710151"/>
                    <a:gd name="connsiteY8" fmla="*/ 1408386 h 1418896"/>
                    <a:gd name="connsiteX9" fmla="*/ 1849820 w 3710151"/>
                    <a:gd name="connsiteY9" fmla="*/ 746234 h 1418896"/>
                    <a:gd name="connsiteX10" fmla="*/ 241737 w 3710151"/>
                    <a:gd name="connsiteY10" fmla="*/ 1418896 h 1418896"/>
                    <a:gd name="connsiteX11" fmla="*/ 0 w 3710151"/>
                    <a:gd name="connsiteY11" fmla="*/ 1334814 h 1418896"/>
                    <a:gd name="connsiteX12" fmla="*/ 1098586 w 3710151"/>
                    <a:gd name="connsiteY12" fmla="*/ 903890 h 1418896"/>
                    <a:gd name="connsiteX13" fmla="*/ 1087434 w 3710151"/>
                    <a:gd name="connsiteY13" fmla="*/ 451945 h 1418896"/>
                    <a:gd name="connsiteX14" fmla="*/ 168164 w 3710151"/>
                    <a:gd name="connsiteY14" fmla="*/ 84081 h 1418896"/>
                    <a:gd name="connsiteX15" fmla="*/ 147144 w 3710151"/>
                    <a:gd name="connsiteY15" fmla="*/ 73572 h 1418896"/>
                    <a:gd name="connsiteX0" fmla="*/ 162012 w 3725019"/>
                    <a:gd name="connsiteY0" fmla="*/ 73572 h 1418896"/>
                    <a:gd name="connsiteX1" fmla="*/ 445792 w 3725019"/>
                    <a:gd name="connsiteY1" fmla="*/ 0 h 1418896"/>
                    <a:gd name="connsiteX2" fmla="*/ 1852896 w 3725019"/>
                    <a:gd name="connsiteY2" fmla="*/ 591655 h 1418896"/>
                    <a:gd name="connsiteX3" fmla="*/ 3357157 w 3725019"/>
                    <a:gd name="connsiteY3" fmla="*/ 0 h 1418896"/>
                    <a:gd name="connsiteX4" fmla="*/ 3577874 w 3725019"/>
                    <a:gd name="connsiteY4" fmla="*/ 73572 h 1418896"/>
                    <a:gd name="connsiteX5" fmla="*/ 2632585 w 3725019"/>
                    <a:gd name="connsiteY5" fmla="*/ 448868 h 1418896"/>
                    <a:gd name="connsiteX6" fmla="*/ 2625150 w 3725019"/>
                    <a:gd name="connsiteY6" fmla="*/ 902607 h 1418896"/>
                    <a:gd name="connsiteX7" fmla="*/ 3725019 w 3725019"/>
                    <a:gd name="connsiteY7" fmla="*/ 1345324 h 1418896"/>
                    <a:gd name="connsiteX8" fmla="*/ 3441240 w 3725019"/>
                    <a:gd name="connsiteY8" fmla="*/ 1408386 h 1418896"/>
                    <a:gd name="connsiteX9" fmla="*/ 1864688 w 3725019"/>
                    <a:gd name="connsiteY9" fmla="*/ 746234 h 1418896"/>
                    <a:gd name="connsiteX10" fmla="*/ 256605 w 3725019"/>
                    <a:gd name="connsiteY10" fmla="*/ 1418896 h 1418896"/>
                    <a:gd name="connsiteX11" fmla="*/ 0 w 3725019"/>
                    <a:gd name="connsiteY11" fmla="*/ 1331097 h 1418896"/>
                    <a:gd name="connsiteX12" fmla="*/ 1113454 w 3725019"/>
                    <a:gd name="connsiteY12" fmla="*/ 903890 h 1418896"/>
                    <a:gd name="connsiteX13" fmla="*/ 1102302 w 3725019"/>
                    <a:gd name="connsiteY13" fmla="*/ 451945 h 1418896"/>
                    <a:gd name="connsiteX14" fmla="*/ 183032 w 3725019"/>
                    <a:gd name="connsiteY14" fmla="*/ 84081 h 1418896"/>
                    <a:gd name="connsiteX15" fmla="*/ 162012 w 3725019"/>
                    <a:gd name="connsiteY15" fmla="*/ 73572 h 14188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</p:grpSp>
      </p:grpSp>
      <p:sp>
        <p:nvSpPr>
          <p:cNvPr id="609" name="Content Placeholder 2">
            <a:extLst>
              <a:ext uri="{FF2B5EF4-FFF2-40B4-BE49-F238E27FC236}">
                <a16:creationId xmlns:a16="http://schemas.microsoft.com/office/drawing/2014/main" id="{2BC3B19B-09E2-1747-9154-87E1DFE72365}"/>
              </a:ext>
            </a:extLst>
          </p:cNvPr>
          <p:cNvSpPr txBox="1">
            <a:spLocks/>
          </p:cNvSpPr>
          <p:nvPr/>
        </p:nvSpPr>
        <p:spPr>
          <a:xfrm>
            <a:off x="839601" y="2732121"/>
            <a:ext cx="5394571" cy="182499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Protocols</a:t>
            </a:r>
            <a:r>
              <a:rPr lang="en-US" altLang="en-US" dirty="0">
                <a:solidFill>
                  <a:srgbClr val="FF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are </a:t>
            </a:r>
            <a:r>
              <a:rPr lang="en-US" altLang="en-US" i="1" dirty="0">
                <a:ea typeface="ＭＳ Ｐゴシック" panose="020B0600070205080204" pitchFamily="34" charset="-128"/>
                <a:cs typeface="Calibri" panose="020F0502020204030204" pitchFamily="34" charset="0"/>
              </a:rPr>
              <a:t>everywhere</a:t>
            </a:r>
          </a:p>
          <a:p>
            <a:pPr lvl="1">
              <a:buClrTx/>
              <a:buSzPct val="75000"/>
            </a:pPr>
            <a:r>
              <a:rPr lang="en-US" altLang="zh-CN" dirty="0">
                <a:ea typeface="ＭＳ Ｐゴシック" panose="020B0600070205080204" pitchFamily="34" charset="-128"/>
                <a:cs typeface="Calibri" panose="020F0502020204030204" pitchFamily="34" charset="0"/>
              </a:rPr>
              <a:t>C</a:t>
            </a:r>
            <a:r>
              <a:rPr lang="en-US" altLang="en-US" dirty="0">
                <a:ea typeface="ＭＳ Ｐゴシック" panose="020B0600070205080204" pitchFamily="34" charset="-128"/>
                <a:cs typeface="Calibri" panose="020F0502020204030204" pitchFamily="34" charset="0"/>
              </a:rPr>
              <a:t>ontrol sending, receiving of messages</a:t>
            </a:r>
          </a:p>
          <a:p>
            <a:pPr lvl="1">
              <a:buClrTx/>
            </a:pPr>
            <a:r>
              <a:rPr lang="en-US" altLang="en-US" dirty="0">
                <a:ea typeface="Arial" panose="020B0604020202020204" pitchFamily="34" charset="0"/>
                <a:cs typeface="Calibri" panose="020F0502020204030204" pitchFamily="34" charset="0"/>
              </a:rPr>
              <a:t>e.g., HTTP (Web), streaming video, Skype, TCP, IP, WiFi, 4/5G, Ethernet</a:t>
            </a:r>
            <a:endParaRPr lang="en-US" altLang="en-US" sz="2800" dirty="0">
              <a:ea typeface="Arial" panose="020B0604020202020204" pitchFamily="34" charset="0"/>
              <a:cs typeface="Calibri" panose="020F050202020403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F538D7F-D092-0B46-9D93-497135430F9C}"/>
              </a:ext>
            </a:extLst>
          </p:cNvPr>
          <p:cNvGrpSpPr/>
          <p:nvPr/>
        </p:nvGrpSpPr>
        <p:grpSpPr>
          <a:xfrm>
            <a:off x="6860324" y="4962204"/>
            <a:ext cx="1547658" cy="518734"/>
            <a:chOff x="6860324" y="4962204"/>
            <a:chExt cx="1547658" cy="518734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CCA2A64-0E06-F545-9FC0-961CFBCC86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68718" y="5327774"/>
              <a:ext cx="439264" cy="153164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D9BBA3E-BB93-084A-B9DE-C031B991FC2B}"/>
                </a:ext>
              </a:extLst>
            </p:cNvPr>
            <p:cNvSpPr txBox="1"/>
            <p:nvPr/>
          </p:nvSpPr>
          <p:spPr>
            <a:xfrm>
              <a:off x="6860324" y="4962204"/>
              <a:ext cx="9121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Ethernet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E38A1FD-ACE2-5F42-9B08-5B2D9CEBC672}"/>
                </a:ext>
              </a:extLst>
            </p:cNvPr>
            <p:cNvCxnSpPr>
              <a:cxnSpLocks/>
            </p:cNvCxnSpPr>
            <p:nvPr/>
          </p:nvCxnSpPr>
          <p:spPr>
            <a:xfrm>
              <a:off x="7704138" y="5144424"/>
              <a:ext cx="470403" cy="21674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091E281-A56A-C34A-A030-5A236D4E586A}"/>
              </a:ext>
            </a:extLst>
          </p:cNvPr>
          <p:cNvGrpSpPr/>
          <p:nvPr/>
        </p:nvGrpSpPr>
        <p:grpSpPr>
          <a:xfrm>
            <a:off x="7562720" y="3698398"/>
            <a:ext cx="3589569" cy="1371857"/>
            <a:chOff x="7562720" y="3668418"/>
            <a:chExt cx="3589569" cy="1371857"/>
          </a:xfrm>
        </p:grpSpPr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45AD7D7E-22F3-B04F-B8D9-3DB14B4EB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85300" y="3668418"/>
              <a:ext cx="2866989" cy="1371857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3" name="TextBox 612">
              <a:extLst>
                <a:ext uri="{FF2B5EF4-FFF2-40B4-BE49-F238E27FC236}">
                  <a16:creationId xmlns:a16="http://schemas.microsoft.com/office/drawing/2014/main" id="{1E2ACEB7-973B-E046-843B-EB2B7621639C}"/>
                </a:ext>
              </a:extLst>
            </p:cNvPr>
            <p:cNvSpPr txBox="1"/>
            <p:nvPr/>
          </p:nvSpPr>
          <p:spPr>
            <a:xfrm>
              <a:off x="7562720" y="4539626"/>
              <a:ext cx="62036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HTTP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7BB92CD-AD73-F344-953E-3EFDD2781945}"/>
                </a:ext>
              </a:extLst>
            </p:cNvPr>
            <p:cNvCxnSpPr>
              <a:cxnSpLocks/>
            </p:cNvCxnSpPr>
            <p:nvPr/>
          </p:nvCxnSpPr>
          <p:spPr>
            <a:xfrm>
              <a:off x="8099825" y="4723687"/>
              <a:ext cx="402218" cy="115861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5BE2CBD-8554-CF42-81E0-EE46D8DE60ED}"/>
              </a:ext>
            </a:extLst>
          </p:cNvPr>
          <p:cNvGrpSpPr/>
          <p:nvPr/>
        </p:nvGrpSpPr>
        <p:grpSpPr>
          <a:xfrm>
            <a:off x="6371219" y="2787535"/>
            <a:ext cx="1271296" cy="663792"/>
            <a:chOff x="6371219" y="2787535"/>
            <a:chExt cx="1271296" cy="663792"/>
          </a:xfrm>
        </p:grpSpPr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DE526F1B-649C-344E-8FAB-A9478EF8DA65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>
              <a:off x="7631020" y="2787535"/>
              <a:ext cx="11495" cy="663792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3" name="TextBox 632">
              <a:extLst>
                <a:ext uri="{FF2B5EF4-FFF2-40B4-BE49-F238E27FC236}">
                  <a16:creationId xmlns:a16="http://schemas.microsoft.com/office/drawing/2014/main" id="{B4A890F6-DD55-B341-BDF4-AF2E70A3CC15}"/>
                </a:ext>
              </a:extLst>
            </p:cNvPr>
            <p:cNvSpPr txBox="1"/>
            <p:nvPr/>
          </p:nvSpPr>
          <p:spPr>
            <a:xfrm>
              <a:off x="6371219" y="2944679"/>
              <a:ext cx="6655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Skype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967D0F28-333C-D24F-9D2D-61124A38416B}"/>
                </a:ext>
              </a:extLst>
            </p:cNvPr>
            <p:cNvCxnSpPr>
              <a:cxnSpLocks/>
            </p:cNvCxnSpPr>
            <p:nvPr/>
          </p:nvCxnSpPr>
          <p:spPr>
            <a:xfrm>
              <a:off x="6973411" y="3119431"/>
              <a:ext cx="559043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5" name="Group 634">
            <a:extLst>
              <a:ext uri="{FF2B5EF4-FFF2-40B4-BE49-F238E27FC236}">
                <a16:creationId xmlns:a16="http://schemas.microsoft.com/office/drawing/2014/main" id="{FD6F349B-89A1-1F4D-9830-6378C687F92A}"/>
              </a:ext>
            </a:extLst>
          </p:cNvPr>
          <p:cNvGrpSpPr/>
          <p:nvPr/>
        </p:nvGrpSpPr>
        <p:grpSpPr>
          <a:xfrm>
            <a:off x="9335579" y="2816377"/>
            <a:ext cx="675986" cy="552257"/>
            <a:chOff x="6710761" y="2934593"/>
            <a:chExt cx="675986" cy="552257"/>
          </a:xfrm>
        </p:grpSpPr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38988E68-C8D7-1041-AEC2-7701BE5D10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84556" y="2978118"/>
              <a:ext cx="302191" cy="508732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7" name="TextBox 636">
              <a:extLst>
                <a:ext uri="{FF2B5EF4-FFF2-40B4-BE49-F238E27FC236}">
                  <a16:creationId xmlns:a16="http://schemas.microsoft.com/office/drawing/2014/main" id="{A6C4F23A-36F1-5E47-94EF-BAE3479A332E}"/>
                </a:ext>
              </a:extLst>
            </p:cNvPr>
            <p:cNvSpPr txBox="1"/>
            <p:nvPr/>
          </p:nvSpPr>
          <p:spPr>
            <a:xfrm>
              <a:off x="6710761" y="2934593"/>
              <a:ext cx="3417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IP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40A312C7-3E2E-8F40-B008-F9AB8292FEA3}"/>
                </a:ext>
              </a:extLst>
            </p:cNvPr>
            <p:cNvCxnSpPr>
              <a:cxnSpLocks/>
            </p:cNvCxnSpPr>
            <p:nvPr/>
          </p:nvCxnSpPr>
          <p:spPr>
            <a:xfrm>
              <a:off x="6973411" y="3119431"/>
              <a:ext cx="262240" cy="0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9" name="Group 638">
            <a:extLst>
              <a:ext uri="{FF2B5EF4-FFF2-40B4-BE49-F238E27FC236}">
                <a16:creationId xmlns:a16="http://schemas.microsoft.com/office/drawing/2014/main" id="{A0B59F70-E34B-7A47-8095-6CB4A425440B}"/>
              </a:ext>
            </a:extLst>
          </p:cNvPr>
          <p:cNvGrpSpPr/>
          <p:nvPr/>
        </p:nvGrpSpPr>
        <p:grpSpPr>
          <a:xfrm>
            <a:off x="9064971" y="5697822"/>
            <a:ext cx="554960" cy="927829"/>
            <a:chOff x="6934147" y="3177198"/>
            <a:chExt cx="554960" cy="927829"/>
          </a:xfrm>
        </p:grpSpPr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7CF95D26-9671-0C42-8E8C-4CE179CE7B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91527" y="3177198"/>
              <a:ext cx="204850" cy="289979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1" name="TextBox 640">
              <a:extLst>
                <a:ext uri="{FF2B5EF4-FFF2-40B4-BE49-F238E27FC236}">
                  <a16:creationId xmlns:a16="http://schemas.microsoft.com/office/drawing/2014/main" id="{99BE214C-A081-5541-8D5F-AB06808F8378}"/>
                </a:ext>
              </a:extLst>
            </p:cNvPr>
            <p:cNvSpPr txBox="1"/>
            <p:nvPr/>
          </p:nvSpPr>
          <p:spPr>
            <a:xfrm>
              <a:off x="6934147" y="3766473"/>
              <a:ext cx="55496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WiFi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8DD32BFA-CE2F-B048-B320-A046B7A403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30890" y="3377014"/>
              <a:ext cx="1" cy="45078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3" name="Group 642">
            <a:extLst>
              <a:ext uri="{FF2B5EF4-FFF2-40B4-BE49-F238E27FC236}">
                <a16:creationId xmlns:a16="http://schemas.microsoft.com/office/drawing/2014/main" id="{1965E68E-3EF0-9445-A466-1B0BCA9A0A95}"/>
              </a:ext>
            </a:extLst>
          </p:cNvPr>
          <p:cNvGrpSpPr/>
          <p:nvPr/>
        </p:nvGrpSpPr>
        <p:grpSpPr>
          <a:xfrm>
            <a:off x="8229600" y="1604463"/>
            <a:ext cx="1050146" cy="671367"/>
            <a:chOff x="7375489" y="2684454"/>
            <a:chExt cx="1050146" cy="671367"/>
          </a:xfrm>
        </p:grpSpPr>
        <p:cxnSp>
          <p:nvCxnSpPr>
            <p:cNvPr id="644" name="Straight Connector 643">
              <a:extLst>
                <a:ext uri="{FF2B5EF4-FFF2-40B4-BE49-F238E27FC236}">
                  <a16:creationId xmlns:a16="http://schemas.microsoft.com/office/drawing/2014/main" id="{70102BD4-D7CF-EA44-B451-F173BE4D5B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75489" y="3222818"/>
              <a:ext cx="628291" cy="133003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5" name="TextBox 644">
              <a:extLst>
                <a:ext uri="{FF2B5EF4-FFF2-40B4-BE49-F238E27FC236}">
                  <a16:creationId xmlns:a16="http://schemas.microsoft.com/office/drawing/2014/main" id="{C50489E1-DD07-B045-9B42-9681020DCB49}"/>
                </a:ext>
              </a:extLst>
            </p:cNvPr>
            <p:cNvSpPr txBox="1"/>
            <p:nvPr/>
          </p:nvSpPr>
          <p:spPr>
            <a:xfrm>
              <a:off x="8006931" y="2684454"/>
              <a:ext cx="4187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4G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3B8E874C-0A2E-C546-9A26-12BBEB875B0D}"/>
                </a:ext>
              </a:extLst>
            </p:cNvPr>
            <p:cNvCxnSpPr>
              <a:cxnSpLocks/>
              <a:stCxn id="48" idx="1"/>
            </p:cNvCxnSpPr>
            <p:nvPr/>
          </p:nvCxnSpPr>
          <p:spPr>
            <a:xfrm flipV="1">
              <a:off x="7620426" y="2864310"/>
              <a:ext cx="430426" cy="44896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7" name="Group 646">
            <a:extLst>
              <a:ext uri="{FF2B5EF4-FFF2-40B4-BE49-F238E27FC236}">
                <a16:creationId xmlns:a16="http://schemas.microsoft.com/office/drawing/2014/main" id="{9278791A-6408-FE49-97C8-366AE865D0FC}"/>
              </a:ext>
            </a:extLst>
          </p:cNvPr>
          <p:cNvGrpSpPr/>
          <p:nvPr/>
        </p:nvGrpSpPr>
        <p:grpSpPr>
          <a:xfrm>
            <a:off x="10484543" y="4543615"/>
            <a:ext cx="1037942" cy="1262658"/>
            <a:chOff x="6559961" y="3177198"/>
            <a:chExt cx="1037942" cy="1262658"/>
          </a:xfrm>
        </p:grpSpPr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54518172-05CD-6E4B-96A3-5AE490F57D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59961" y="3177198"/>
              <a:ext cx="736416" cy="894404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9" name="TextBox 648">
              <a:extLst>
                <a:ext uri="{FF2B5EF4-FFF2-40B4-BE49-F238E27FC236}">
                  <a16:creationId xmlns:a16="http://schemas.microsoft.com/office/drawing/2014/main" id="{4B6916C7-17C2-0043-9CA5-2291C94B8E33}"/>
                </a:ext>
              </a:extLst>
            </p:cNvPr>
            <p:cNvSpPr txBox="1"/>
            <p:nvPr/>
          </p:nvSpPr>
          <p:spPr>
            <a:xfrm>
              <a:off x="7104370" y="4101302"/>
              <a:ext cx="49353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TCP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335A84F3-D0D9-FA40-8F7D-57F594BAB31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29789" y="3709511"/>
              <a:ext cx="297918" cy="45078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E364A443-9918-5240-B7CC-82287B806A53}"/>
              </a:ext>
            </a:extLst>
          </p:cNvPr>
          <p:cNvGrpSpPr/>
          <p:nvPr/>
        </p:nvGrpSpPr>
        <p:grpSpPr>
          <a:xfrm>
            <a:off x="9218788" y="2327787"/>
            <a:ext cx="2594095" cy="1025465"/>
            <a:chOff x="9218788" y="2327787"/>
            <a:chExt cx="2594095" cy="1025465"/>
          </a:xfrm>
        </p:grpSpPr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77901D56-40A9-044D-A6DB-ADD17E4B4B0E}"/>
                </a:ext>
              </a:extLst>
            </p:cNvPr>
            <p:cNvCxnSpPr>
              <a:cxnSpLocks/>
            </p:cNvCxnSpPr>
            <p:nvPr/>
          </p:nvCxnSpPr>
          <p:spPr>
            <a:xfrm>
              <a:off x="9218788" y="2327787"/>
              <a:ext cx="1698979" cy="1025465"/>
            </a:xfrm>
            <a:prstGeom prst="line">
              <a:avLst/>
            </a:prstGeom>
            <a:ln w="31750">
              <a:solidFill>
                <a:srgbClr val="C00000"/>
              </a:solidFill>
              <a:headEnd type="triangle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4" name="TextBox 653">
              <a:extLst>
                <a:ext uri="{FF2B5EF4-FFF2-40B4-BE49-F238E27FC236}">
                  <a16:creationId xmlns:a16="http://schemas.microsoft.com/office/drawing/2014/main" id="{AAECF4C4-245B-3B4F-935D-656C1B7C4318}"/>
                </a:ext>
              </a:extLst>
            </p:cNvPr>
            <p:cNvSpPr txBox="1"/>
            <p:nvPr/>
          </p:nvSpPr>
          <p:spPr>
            <a:xfrm>
              <a:off x="10772213" y="2684297"/>
              <a:ext cx="1040670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dirty="0">
                  <a:solidFill>
                    <a:srgbClr val="C00000"/>
                  </a:solidFill>
                </a:rPr>
                <a:t>Streaming</a:t>
              </a:r>
            </a:p>
            <a:p>
              <a:r>
                <a:rPr lang="en-US" sz="1600" i="1" dirty="0">
                  <a:solidFill>
                    <a:srgbClr val="C00000"/>
                  </a:solidFill>
                </a:rPr>
                <a:t>video</a:t>
              </a:r>
              <a:endParaRPr lang="en-US" i="1" dirty="0">
                <a:solidFill>
                  <a:srgbClr val="C00000"/>
                </a:solidFill>
              </a:endParaRPr>
            </a:p>
          </p:txBody>
        </p: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89160B6B-CFAC-0C4E-AFB5-940C8EF68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69552" y="2937299"/>
              <a:ext cx="405322" cy="147574"/>
            </a:xfrm>
            <a:prstGeom prst="line">
              <a:avLst/>
            </a:prstGeom>
            <a:ln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5" name="Content Placeholder 2">
            <a:extLst>
              <a:ext uri="{FF2B5EF4-FFF2-40B4-BE49-F238E27FC236}">
                <a16:creationId xmlns:a16="http://schemas.microsoft.com/office/drawing/2014/main" id="{E555DF1E-6B68-E548-AEFD-AF3AF6587383}"/>
              </a:ext>
            </a:extLst>
          </p:cNvPr>
          <p:cNvSpPr txBox="1">
            <a:spLocks/>
          </p:cNvSpPr>
          <p:nvPr/>
        </p:nvSpPr>
        <p:spPr>
          <a:xfrm>
            <a:off x="852411" y="4676300"/>
            <a:ext cx="5394571" cy="18683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en-US" i="1" dirty="0">
                <a:solidFill>
                  <a:srgbClr val="C00000"/>
                </a:solidFill>
                <a:ea typeface="ＭＳ Ｐゴシック" panose="020B0600070205080204" pitchFamily="34" charset="-128"/>
                <a:cs typeface="Calibri" panose="020F0502020204030204" pitchFamily="34" charset="0"/>
              </a:rPr>
              <a:t>Internet  standards</a:t>
            </a:r>
          </a:p>
          <a:p>
            <a:pPr lvl="1">
              <a:buClrTx/>
            </a:pPr>
            <a:r>
              <a:rPr lang="en-US" altLang="en-US" dirty="0">
                <a:ea typeface="Arial" panose="020B0604020202020204" pitchFamily="34" charset="0"/>
                <a:cs typeface="Calibri" panose="020F0502020204030204" pitchFamily="34" charset="0"/>
              </a:rPr>
              <a:t>RFC: Request for Comments</a:t>
            </a:r>
          </a:p>
          <a:p>
            <a:pPr lvl="1">
              <a:buClrTx/>
            </a:pPr>
            <a:r>
              <a:rPr lang="en-US" altLang="en-US" dirty="0">
                <a:ea typeface="Arial" panose="020B0604020202020204" pitchFamily="34" charset="0"/>
                <a:cs typeface="Calibri" panose="020F0502020204030204" pitchFamily="34" charset="0"/>
              </a:rPr>
              <a:t>IETF: Internet Engineering Task Force</a:t>
            </a:r>
          </a:p>
        </p:txBody>
      </p:sp>
    </p:spTree>
    <p:extLst>
      <p:ext uri="{BB962C8B-B14F-4D97-AF65-F5344CB8AC3E}">
        <p14:creationId xmlns:p14="http://schemas.microsoft.com/office/powerpoint/2010/main" val="17445559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000"/>
                            </p:stCondLst>
                            <p:childTnLst>
                              <p:par>
                                <p:cTn id="33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7000"/>
                            </p:stCondLst>
                            <p:childTnLst>
                              <p:par>
                                <p:cTn id="37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9" grpId="0"/>
      <p:bldP spid="57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ja-JP" dirty="0"/>
              <a:t>What’s a protocol?</a:t>
            </a:r>
            <a:endParaRPr lang="en-US" dirty="0"/>
          </a:p>
        </p:txBody>
      </p:sp>
      <p:sp>
        <p:nvSpPr>
          <p:cNvPr id="609" name="Rectangle 3">
            <a:extLst>
              <a:ext uri="{FF2B5EF4-FFF2-40B4-BE49-F238E27FC236}">
                <a16:creationId xmlns:a16="http://schemas.microsoft.com/office/drawing/2014/main" id="{206E5658-AD06-5B45-9559-3CE607888606}"/>
              </a:ext>
            </a:extLst>
          </p:cNvPr>
          <p:cNvSpPr txBox="1">
            <a:spLocks noChangeArrowheads="1"/>
          </p:cNvSpPr>
          <p:nvPr/>
        </p:nvSpPr>
        <p:spPr>
          <a:xfrm>
            <a:off x="844202" y="1490089"/>
            <a:ext cx="3581400" cy="4648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Human protocols:</a:t>
            </a:r>
          </a:p>
          <a:p>
            <a:pPr marL="471487" indent="-342900"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ja-JP" sz="2400" dirty="0">
                <a:ea typeface="ＭＳ Ｐゴシック" panose="020B0600070205080204" pitchFamily="34" charset="-128"/>
              </a:rPr>
              <a:t>“what’s the time?”</a:t>
            </a:r>
          </a:p>
          <a:p>
            <a:pPr marL="471487" indent="-342900"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ja-JP" sz="2400" dirty="0">
                <a:ea typeface="ＭＳ Ｐゴシック" panose="020B0600070205080204" pitchFamily="34" charset="-128"/>
              </a:rPr>
              <a:t>“I have a question”</a:t>
            </a:r>
          </a:p>
          <a:p>
            <a:pPr marL="471487" indent="-342900"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en-US" sz="2400" dirty="0">
                <a:ea typeface="ＭＳ Ｐゴシック" panose="020B0600070205080204" pitchFamily="34" charset="-128"/>
              </a:rPr>
              <a:t>introductions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610" name="Rectangle 4">
            <a:extLst>
              <a:ext uri="{FF2B5EF4-FFF2-40B4-BE49-F238E27FC236}">
                <a16:creationId xmlns:a16="http://schemas.microsoft.com/office/drawing/2014/main" id="{9D396FB4-4702-8A46-BFF5-B81AA58972AF}"/>
              </a:ext>
            </a:extLst>
          </p:cNvPr>
          <p:cNvSpPr txBox="1">
            <a:spLocks noChangeArrowheads="1"/>
          </p:cNvSpPr>
          <p:nvPr/>
        </p:nvSpPr>
        <p:spPr>
          <a:xfrm>
            <a:off x="5182172" y="1500137"/>
            <a:ext cx="5780439" cy="192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Network protocols:</a:t>
            </a:r>
          </a:p>
          <a:p>
            <a:pPr marL="471487" indent="-342900"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computers (devices) rather than humans</a:t>
            </a:r>
          </a:p>
          <a:p>
            <a:pPr marL="471487" indent="-342900">
              <a:buClrTx/>
              <a:buSzPct val="75000"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 communication activity in Internet governed by protocols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D53E871-92D8-754E-98DE-E8454C077808}"/>
              </a:ext>
            </a:extLst>
          </p:cNvPr>
          <p:cNvGrpSpPr/>
          <p:nvPr/>
        </p:nvGrpSpPr>
        <p:grpSpPr>
          <a:xfrm>
            <a:off x="5192221" y="3843823"/>
            <a:ext cx="5780439" cy="2433407"/>
            <a:chOff x="5573361" y="4134490"/>
            <a:chExt cx="5780439" cy="2433407"/>
          </a:xfrm>
        </p:grpSpPr>
        <p:sp>
          <p:nvSpPr>
            <p:cNvPr id="612" name="Rectangle 5">
              <a:extLst>
                <a:ext uri="{FF2B5EF4-FFF2-40B4-BE49-F238E27FC236}">
                  <a16:creationId xmlns:a16="http://schemas.microsoft.com/office/drawing/2014/main" id="{638623C1-C1BD-AA44-B5D3-D4E8981772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361" y="4205697"/>
              <a:ext cx="5720151" cy="2362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spcBef>
                  <a:spcPct val="20000"/>
                </a:spcBef>
                <a:buClr>
                  <a:schemeClr val="accent2"/>
                </a:buClr>
                <a:buSzPct val="85000"/>
                <a:buFont typeface="Wingdings" pitchFamily="2" charset="2"/>
                <a:buNone/>
              </a:pP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Protocols</a:t>
              </a:r>
              <a:r>
                <a:rPr lang="en-US" altLang="en-US" sz="2800" i="1" dirty="0">
                  <a:latin typeface="+mn-lt"/>
                </a:rPr>
                <a:t> define the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format</a:t>
              </a:r>
              <a:r>
                <a:rPr lang="en-US" altLang="en-US" sz="2800" i="1" dirty="0">
                  <a:latin typeface="+mn-lt"/>
                </a:rPr>
                <a:t>,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order</a:t>
              </a:r>
              <a:r>
                <a:rPr lang="en-US" altLang="en-US" sz="2800" i="1" dirty="0">
                  <a:latin typeface="+mn-lt"/>
                </a:rPr>
                <a:t> of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messages sent and received</a:t>
              </a:r>
              <a:r>
                <a:rPr lang="en-US" altLang="en-US" sz="2800" i="1" dirty="0">
                  <a:latin typeface="+mn-lt"/>
                </a:rPr>
                <a:t> among network entities, and </a:t>
              </a:r>
              <a:r>
                <a:rPr lang="en-US" altLang="en-US" sz="2800" i="1" dirty="0">
                  <a:solidFill>
                    <a:srgbClr val="CC0000"/>
                  </a:solidFill>
                  <a:latin typeface="+mn-lt"/>
                </a:rPr>
                <a:t>actions taken</a:t>
              </a:r>
              <a:r>
                <a:rPr lang="en-US" altLang="en-US" sz="2800" i="1" dirty="0">
                  <a:latin typeface="+mn-lt"/>
                </a:rPr>
                <a:t> on message transmission, receipt</a:t>
              </a:r>
              <a:r>
                <a:rPr lang="en-US" altLang="en-US" i="1" dirty="0">
                  <a:solidFill>
                    <a:srgbClr val="FF0000"/>
                  </a:solidFill>
                  <a:latin typeface="+mn-lt"/>
                </a:rPr>
                <a:t> </a:t>
              </a:r>
            </a:p>
          </p:txBody>
        </p:sp>
        <p:sp>
          <p:nvSpPr>
            <p:cNvPr id="613" name="Rectangle 6">
              <a:extLst>
                <a:ext uri="{FF2B5EF4-FFF2-40B4-BE49-F238E27FC236}">
                  <a16:creationId xmlns:a16="http://schemas.microsoft.com/office/drawing/2014/main" id="{4BB2FBA9-962F-5D48-9F9D-959DBE62A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3361" y="4134490"/>
              <a:ext cx="5780439" cy="2362200"/>
            </a:xfrm>
            <a:prstGeom prst="rect">
              <a:avLst/>
            </a:prstGeom>
            <a:noFill/>
            <a:ln w="19050">
              <a:solidFill>
                <a:srgbClr val="000099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9" name="Rectangle 3">
            <a:extLst>
              <a:ext uri="{FF2B5EF4-FFF2-40B4-BE49-F238E27FC236}">
                <a16:creationId xmlns:a16="http://schemas.microsoft.com/office/drawing/2014/main" id="{5C4EF36E-7FBB-D046-BD23-68A2AE895884}"/>
              </a:ext>
            </a:extLst>
          </p:cNvPr>
          <p:cNvSpPr txBox="1">
            <a:spLocks noChangeArrowheads="1"/>
          </p:cNvSpPr>
          <p:nvPr/>
        </p:nvSpPr>
        <p:spPr>
          <a:xfrm>
            <a:off x="952500" y="3843823"/>
            <a:ext cx="3581400" cy="206591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Rules for:</a:t>
            </a:r>
          </a:p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… specific messages sent</a:t>
            </a:r>
          </a:p>
          <a:p>
            <a:pPr>
              <a:buFont typeface="Wingdings" pitchFamily="2" charset="2"/>
              <a:buNone/>
            </a:pPr>
            <a:r>
              <a:rPr lang="en-US" altLang="en-US" sz="2400" dirty="0">
                <a:ea typeface="ＭＳ Ｐゴシック" panose="020B0600070205080204" pitchFamily="34" charset="-128"/>
              </a:rPr>
              <a:t>… specific actions taken when message received, or other events</a:t>
            </a:r>
          </a:p>
        </p:txBody>
      </p:sp>
    </p:spTree>
    <p:extLst>
      <p:ext uri="{BB962C8B-B14F-4D97-AF65-F5344CB8AC3E}">
        <p14:creationId xmlns:p14="http://schemas.microsoft.com/office/powerpoint/2010/main" val="730174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/>
          <a:lstStyle/>
          <a:p>
            <a:r>
              <a:rPr lang="en-US" altLang="ja-JP" dirty="0"/>
              <a:t>What’s a protocol – A Human Analogy</a:t>
            </a:r>
            <a:endParaRPr lang="en-US" dirty="0"/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5FDA5BE8-E15B-EA45-8818-A68BEA678236}"/>
              </a:ext>
            </a:extLst>
          </p:cNvPr>
          <p:cNvSpPr txBox="1">
            <a:spLocks noChangeArrowheads="1"/>
          </p:cNvSpPr>
          <p:nvPr/>
        </p:nvSpPr>
        <p:spPr>
          <a:xfrm>
            <a:off x="885095" y="1371600"/>
            <a:ext cx="8153400" cy="6858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None/>
            </a:pPr>
            <a:r>
              <a:rPr lang="en-US" altLang="en-US" dirty="0">
                <a:ea typeface="ＭＳ Ｐゴシック" panose="020B0600070205080204" pitchFamily="34" charset="-128"/>
              </a:rPr>
              <a:t>A human protocol and a computer network protocol:</a:t>
            </a:r>
          </a:p>
          <a:p>
            <a:pPr>
              <a:buFont typeface="Wingdings" pitchFamily="2" charset="2"/>
              <a:buNone/>
            </a:pP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11" name="Rectangle 8">
            <a:extLst>
              <a:ext uri="{FF2B5EF4-FFF2-40B4-BE49-F238E27FC236}">
                <a16:creationId xmlns:a16="http://schemas.microsoft.com/office/drawing/2014/main" id="{CD43C19F-41ED-3443-B50D-7AA2E7350B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0344" y="5862638"/>
            <a:ext cx="5511891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20000"/>
              </a:spcBef>
              <a:buClr>
                <a:schemeClr val="accent2"/>
              </a:buClr>
              <a:buSzPct val="85000"/>
              <a:buFont typeface="Wingdings" pitchFamily="2" charset="2"/>
              <a:buNone/>
            </a:pPr>
            <a:r>
              <a:rPr lang="en-US" altLang="en-US" sz="3200" i="1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Q:</a:t>
            </a:r>
            <a:r>
              <a:rPr lang="en-US" alt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other human protocols? </a:t>
            </a:r>
          </a:p>
        </p:txBody>
      </p:sp>
      <p:pic>
        <p:nvPicPr>
          <p:cNvPr id="13" name="Picture 62" descr="Alice">
            <a:extLst>
              <a:ext uri="{FF2B5EF4-FFF2-40B4-BE49-F238E27FC236}">
                <a16:creationId xmlns:a16="http://schemas.microsoft.com/office/drawing/2014/main" id="{6AC32637-72CC-184C-8EF2-C7474809C0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42" y="2314576"/>
            <a:ext cx="561975" cy="693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63" descr="Bob">
            <a:extLst>
              <a:ext uri="{FF2B5EF4-FFF2-40B4-BE49-F238E27FC236}">
                <a16:creationId xmlns:a16="http://schemas.microsoft.com/office/drawing/2014/main" id="{0C9653DB-36BF-FC4E-96D5-398A63E28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6992" y="2709863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2A0AB36B-394C-B44E-9FDF-B5332733F92C}"/>
              </a:ext>
            </a:extLst>
          </p:cNvPr>
          <p:cNvGrpSpPr/>
          <p:nvPr/>
        </p:nvGrpSpPr>
        <p:grpSpPr>
          <a:xfrm>
            <a:off x="2925329" y="2422526"/>
            <a:ext cx="1762125" cy="563562"/>
            <a:chOff x="2925329" y="2422526"/>
            <a:chExt cx="1762125" cy="563562"/>
          </a:xfrm>
        </p:grpSpPr>
        <p:sp>
          <p:nvSpPr>
            <p:cNvPr id="12" name="Line 10">
              <a:extLst>
                <a:ext uri="{FF2B5EF4-FFF2-40B4-BE49-F238E27FC236}">
                  <a16:creationId xmlns:a16="http://schemas.microsoft.com/office/drawing/2014/main" id="{AF107355-7D98-0B44-975B-CBF0C3994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5329" y="2709863"/>
              <a:ext cx="1762125" cy="2762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5" name="Text Box 64">
              <a:extLst>
                <a:ext uri="{FF2B5EF4-FFF2-40B4-BE49-F238E27FC236}">
                  <a16:creationId xmlns:a16="http://schemas.microsoft.com/office/drawing/2014/main" id="{E3C8F55E-81A4-6845-B300-C80C498A8F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6654" y="2422526"/>
              <a:ext cx="4475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770EA7E-36C8-3342-B70C-2DA2FD8C7B3E}"/>
              </a:ext>
            </a:extLst>
          </p:cNvPr>
          <p:cNvGrpSpPr/>
          <p:nvPr/>
        </p:nvGrpSpPr>
        <p:grpSpPr>
          <a:xfrm>
            <a:off x="2617354" y="3046413"/>
            <a:ext cx="2085975" cy="584200"/>
            <a:chOff x="2617354" y="3046413"/>
            <a:chExt cx="2085975" cy="584200"/>
          </a:xfrm>
        </p:grpSpPr>
        <p:sp>
          <p:nvSpPr>
            <p:cNvPr id="16" name="Line 66">
              <a:extLst>
                <a:ext uri="{FF2B5EF4-FFF2-40B4-BE49-F238E27FC236}">
                  <a16:creationId xmlns:a16="http://schemas.microsoft.com/office/drawing/2014/main" id="{7BC224F4-2A52-C946-B3A2-501E3BADDE2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17354" y="3268663"/>
              <a:ext cx="2085975" cy="3619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7" name="Text Box 67">
              <a:extLst>
                <a:ext uri="{FF2B5EF4-FFF2-40B4-BE49-F238E27FC236}">
                  <a16:creationId xmlns:a16="http://schemas.microsoft.com/office/drawing/2014/main" id="{EF38DB23-31AC-F649-B4F9-0760E840DF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7129" y="3046413"/>
              <a:ext cx="447558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Hi</a:t>
              </a: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C148AFC4-3C67-AC4E-9DBE-C6C666348971}"/>
              </a:ext>
            </a:extLst>
          </p:cNvPr>
          <p:cNvGrpSpPr/>
          <p:nvPr/>
        </p:nvGrpSpPr>
        <p:grpSpPr>
          <a:xfrm>
            <a:off x="2601479" y="3632201"/>
            <a:ext cx="2162175" cy="708025"/>
            <a:chOff x="2601479" y="3632201"/>
            <a:chExt cx="2162175" cy="708025"/>
          </a:xfrm>
        </p:grpSpPr>
        <p:sp>
          <p:nvSpPr>
            <p:cNvPr id="18" name="Line 70">
              <a:extLst>
                <a:ext uri="{FF2B5EF4-FFF2-40B4-BE49-F238E27FC236}">
                  <a16:creationId xmlns:a16="http://schemas.microsoft.com/office/drawing/2014/main" id="{D7E081E5-97A2-4147-A169-A6935464D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1479" y="3700463"/>
              <a:ext cx="2162175" cy="43815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19" name="Group 72">
              <a:extLst>
                <a:ext uri="{FF2B5EF4-FFF2-40B4-BE49-F238E27FC236}">
                  <a16:creationId xmlns:a16="http://schemas.microsoft.com/office/drawing/2014/main" id="{A01E23B5-0258-7C4C-BA5D-199419A7F9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58693" y="3632201"/>
              <a:ext cx="974725" cy="708025"/>
              <a:chOff x="773" y="2747"/>
              <a:chExt cx="614" cy="446"/>
            </a:xfrm>
          </p:grpSpPr>
          <p:sp>
            <p:nvSpPr>
              <p:cNvPr id="20" name="Rectangle 71">
                <a:extLst>
                  <a:ext uri="{FF2B5EF4-FFF2-40B4-BE49-F238E27FC236}">
                    <a16:creationId xmlns:a16="http://schemas.microsoft.com/office/drawing/2014/main" id="{66DE04EC-3AB2-4545-8A40-349D717B3F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6" y="2790"/>
                <a:ext cx="588" cy="3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1" name="Text Box 69">
                <a:extLst>
                  <a:ext uri="{FF2B5EF4-FFF2-40B4-BE49-F238E27FC236}">
                    <a16:creationId xmlns:a16="http://schemas.microsoft.com/office/drawing/2014/main" id="{74B04ADF-02C6-6943-8532-39BACC3EDB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73" y="2747"/>
                <a:ext cx="614" cy="44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/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Got the</a:t>
                </a:r>
              </a:p>
              <a:p>
                <a:pPr algn="ctr"/>
                <a:r>
                  <a:rPr lang="en-US" altLang="en-US" sz="20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time?</a:t>
                </a:r>
              </a:p>
            </p:txBody>
          </p:sp>
        </p:grp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0746F316-9DC6-CE4A-B297-F2AB0B6A4762}"/>
              </a:ext>
            </a:extLst>
          </p:cNvPr>
          <p:cNvGrpSpPr/>
          <p:nvPr/>
        </p:nvGrpSpPr>
        <p:grpSpPr>
          <a:xfrm>
            <a:off x="2763404" y="4271963"/>
            <a:ext cx="1952625" cy="466731"/>
            <a:chOff x="2763404" y="4271963"/>
            <a:chExt cx="1952625" cy="466731"/>
          </a:xfrm>
        </p:grpSpPr>
        <p:sp>
          <p:nvSpPr>
            <p:cNvPr id="22" name="Line 73">
              <a:extLst>
                <a:ext uri="{FF2B5EF4-FFF2-40B4-BE49-F238E27FC236}">
                  <a16:creationId xmlns:a16="http://schemas.microsoft.com/office/drawing/2014/main" id="{33CD3426-2C89-A640-B8D9-4426CF1B00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63404" y="4271963"/>
              <a:ext cx="1952625" cy="33337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23" name="Group 76">
              <a:extLst>
                <a:ext uri="{FF2B5EF4-FFF2-40B4-BE49-F238E27FC236}">
                  <a16:creationId xmlns:a16="http://schemas.microsoft.com/office/drawing/2014/main" id="{A6420C74-64CF-2247-8D4B-DD2DBFA6F7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33304" y="4276731"/>
              <a:ext cx="796925" cy="461963"/>
              <a:chOff x="1046" y="2771"/>
              <a:chExt cx="502" cy="291"/>
            </a:xfrm>
          </p:grpSpPr>
          <p:sp>
            <p:nvSpPr>
              <p:cNvPr id="24" name="Rectangle 75">
                <a:extLst>
                  <a:ext uri="{FF2B5EF4-FFF2-40B4-BE49-F238E27FC236}">
                    <a16:creationId xmlns:a16="http://schemas.microsoft.com/office/drawing/2014/main" id="{D5183736-BE0E-AB46-AFBB-CE022786D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04" y="2820"/>
                <a:ext cx="444" cy="18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25" name="Text Box 74">
                <a:extLst>
                  <a:ext uri="{FF2B5EF4-FFF2-40B4-BE49-F238E27FC236}">
                    <a16:creationId xmlns:a16="http://schemas.microsoft.com/office/drawing/2014/main" id="{1F4F822A-BED8-454A-AAC2-A1B3AFF6B96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46" y="2771"/>
                <a:ext cx="462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r>
                  <a:rPr lang="en-US" alt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2:00</a:t>
                </a:r>
              </a:p>
            </p:txBody>
          </p:sp>
        </p:grpSp>
      </p:grpSp>
      <p:sp>
        <p:nvSpPr>
          <p:cNvPr id="37" name="Line 101">
            <a:extLst>
              <a:ext uri="{FF2B5EF4-FFF2-40B4-BE49-F238E27FC236}">
                <a16:creationId xmlns:a16="http://schemas.microsoft.com/office/drawing/2014/main" id="{CAF66A4D-D465-0449-A83A-EAD8BADEBC8D}"/>
              </a:ext>
            </a:extLst>
          </p:cNvPr>
          <p:cNvSpPr>
            <a:spLocks noChangeShapeType="1"/>
          </p:cNvSpPr>
          <p:nvPr/>
        </p:nvSpPr>
        <p:spPr bwMode="auto">
          <a:xfrm>
            <a:off x="5730145" y="2115345"/>
            <a:ext cx="0" cy="3573462"/>
          </a:xfrm>
          <a:prstGeom prst="line">
            <a:avLst/>
          </a:prstGeom>
          <a:noFill/>
          <a:ln w="19050">
            <a:solidFill>
              <a:schemeClr val="bg1">
                <a:lumMod val="75000"/>
              </a:schemeClr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grpSp>
        <p:nvGrpSpPr>
          <p:cNvPr id="38" name="Group 105">
            <a:extLst>
              <a:ext uri="{FF2B5EF4-FFF2-40B4-BE49-F238E27FC236}">
                <a16:creationId xmlns:a16="http://schemas.microsoft.com/office/drawing/2014/main" id="{CC2D24A5-7C64-F545-A05A-3752F815F89F}"/>
              </a:ext>
            </a:extLst>
          </p:cNvPr>
          <p:cNvGrpSpPr>
            <a:grpSpLocks/>
          </p:cNvGrpSpPr>
          <p:nvPr/>
        </p:nvGrpSpPr>
        <p:grpSpPr bwMode="auto">
          <a:xfrm>
            <a:off x="5403417" y="4910138"/>
            <a:ext cx="720725" cy="396875"/>
            <a:chOff x="2198" y="3221"/>
            <a:chExt cx="454" cy="250"/>
          </a:xfrm>
        </p:grpSpPr>
        <p:sp>
          <p:nvSpPr>
            <p:cNvPr id="39" name="Rectangle 104">
              <a:extLst>
                <a:ext uri="{FF2B5EF4-FFF2-40B4-BE49-F238E27FC236}">
                  <a16:creationId xmlns:a16="http://schemas.microsoft.com/office/drawing/2014/main" id="{6BF887FC-DA49-BC42-A376-A29D67B8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4" y="3282"/>
              <a:ext cx="408" cy="1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0" name="Text Box 102">
              <a:extLst>
                <a:ext uri="{FF2B5EF4-FFF2-40B4-BE49-F238E27FC236}">
                  <a16:creationId xmlns:a16="http://schemas.microsoft.com/office/drawing/2014/main" id="{FD6E114D-BB61-5A43-A6C4-EB93B477DD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8" y="3221"/>
              <a:ext cx="4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2000" dirty="0">
                  <a:latin typeface="Calibri" panose="020F0502020204030204" pitchFamily="34" charset="0"/>
                  <a:cs typeface="Calibri" panose="020F0502020204030204" pitchFamily="34" charset="0"/>
                </a:rPr>
                <a:t>time</a:t>
              </a: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D6B86A-6F1B-0548-9764-136C60D90701}"/>
              </a:ext>
            </a:extLst>
          </p:cNvPr>
          <p:cNvGrpSpPr/>
          <p:nvPr/>
        </p:nvGrpSpPr>
        <p:grpSpPr>
          <a:xfrm>
            <a:off x="6786129" y="3255963"/>
            <a:ext cx="2216150" cy="589096"/>
            <a:chOff x="6786129" y="3255963"/>
            <a:chExt cx="2216150" cy="589096"/>
          </a:xfrm>
        </p:grpSpPr>
        <p:sp>
          <p:nvSpPr>
            <p:cNvPr id="28" name="Line 90">
              <a:extLst>
                <a:ext uri="{FF2B5EF4-FFF2-40B4-BE49-F238E27FC236}">
                  <a16:creationId xmlns:a16="http://schemas.microsoft.com/office/drawing/2014/main" id="{BE73EB41-048F-AA4A-A7C0-5C13D2C225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86129" y="3255963"/>
              <a:ext cx="2216150" cy="398463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9" name="Rectangle 92">
              <a:extLst>
                <a:ext uri="{FF2B5EF4-FFF2-40B4-BE49-F238E27FC236}">
                  <a16:creationId xmlns:a16="http://schemas.microsoft.com/office/drawing/2014/main" id="{3D5059BF-BB04-1840-B77C-F70CB09CD9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1104" y="3278188"/>
              <a:ext cx="143827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0" name="Text Box 91">
              <a:extLst>
                <a:ext uri="{FF2B5EF4-FFF2-40B4-BE49-F238E27FC236}">
                  <a16:creationId xmlns:a16="http://schemas.microsoft.com/office/drawing/2014/main" id="{8B99F7C9-41C0-E948-A1F8-DBFF6271EF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25853" y="3279776"/>
              <a:ext cx="1635127" cy="565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response</a:t>
              </a: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B3F6BB2A-A83B-6E42-97C8-7ABAD5335595}"/>
              </a:ext>
            </a:extLst>
          </p:cNvPr>
          <p:cNvGrpSpPr/>
          <p:nvPr/>
        </p:nvGrpSpPr>
        <p:grpSpPr>
          <a:xfrm>
            <a:off x="6833754" y="4448176"/>
            <a:ext cx="2343150" cy="461665"/>
            <a:chOff x="6833754" y="4448176"/>
            <a:chExt cx="2343150" cy="461665"/>
          </a:xfrm>
        </p:grpSpPr>
        <p:sp>
          <p:nvSpPr>
            <p:cNvPr id="26" name="Line 85">
              <a:extLst>
                <a:ext uri="{FF2B5EF4-FFF2-40B4-BE49-F238E27FC236}">
                  <a16:creationId xmlns:a16="http://schemas.microsoft.com/office/drawing/2014/main" id="{45CDA1E6-D436-1747-9985-487C3C2A77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33754" y="4464051"/>
              <a:ext cx="2343150" cy="428625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5" name="Rectangle 99">
              <a:extLst>
                <a:ext uri="{FF2B5EF4-FFF2-40B4-BE49-F238E27FC236}">
                  <a16:creationId xmlns:a16="http://schemas.microsoft.com/office/drawing/2014/main" id="{0522444E-A828-BE46-A531-855D0C776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02104" y="4562476"/>
              <a:ext cx="919163" cy="2952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6" name="Text Box 100">
              <a:extLst>
                <a:ext uri="{FF2B5EF4-FFF2-40B4-BE49-F238E27FC236}">
                  <a16:creationId xmlns:a16="http://schemas.microsoft.com/office/drawing/2014/main" id="{D6A3FC64-B8C3-524A-97EA-7601A8235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68767" y="4448176"/>
              <a:ext cx="88197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latin typeface="Calibri" panose="020F0502020204030204" pitchFamily="34" charset="0"/>
                  <a:cs typeface="Calibri" panose="020F0502020204030204" pitchFamily="34" charset="0"/>
                </a:rPr>
                <a:t>&lt;file&gt;</a:t>
              </a:r>
            </a:p>
          </p:txBody>
        </p:sp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CDE2E27-ED1E-7344-9B31-50A4E5C09D16}"/>
              </a:ext>
            </a:extLst>
          </p:cNvPr>
          <p:cNvGrpSpPr/>
          <p:nvPr/>
        </p:nvGrpSpPr>
        <p:grpSpPr>
          <a:xfrm>
            <a:off x="6848042" y="2620963"/>
            <a:ext cx="2176462" cy="565283"/>
            <a:chOff x="6848042" y="2620963"/>
            <a:chExt cx="2176462" cy="565283"/>
          </a:xfrm>
        </p:grpSpPr>
        <p:sp>
          <p:nvSpPr>
            <p:cNvPr id="27" name="Line 89">
              <a:extLst>
                <a:ext uri="{FF2B5EF4-FFF2-40B4-BE49-F238E27FC236}">
                  <a16:creationId xmlns:a16="http://schemas.microsoft.com/office/drawing/2014/main" id="{ABF41D13-8507-D844-86E0-3E53225739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8042" y="2749551"/>
              <a:ext cx="2176462" cy="347662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1" name="Rectangle 52">
              <a:extLst>
                <a:ext uri="{FF2B5EF4-FFF2-40B4-BE49-F238E27FC236}">
                  <a16:creationId xmlns:a16="http://schemas.microsoft.com/office/drawing/2014/main" id="{3880A042-2FB6-1941-9EF6-2BBEF497D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33792" y="2689226"/>
              <a:ext cx="1365250" cy="4397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2" name="Text Box 91">
              <a:extLst>
                <a:ext uri="{FF2B5EF4-FFF2-40B4-BE49-F238E27FC236}">
                  <a16:creationId xmlns:a16="http://schemas.microsoft.com/office/drawing/2014/main" id="{520D7CEC-5ABE-CB47-A52E-8A54D3A49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0303" y="2620963"/>
              <a:ext cx="1635127" cy="5652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TCP connection</a:t>
              </a:r>
            </a:p>
            <a:p>
              <a:pPr algn="ctr">
                <a:lnSpc>
                  <a:spcPct val="85000"/>
                </a:lnSpc>
              </a:pPr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request</a:t>
              </a:r>
            </a:p>
          </p:txBody>
        </p:sp>
      </p:grpSp>
      <p:grpSp>
        <p:nvGrpSpPr>
          <p:cNvPr id="43" name="Group 57">
            <a:extLst>
              <a:ext uri="{FF2B5EF4-FFF2-40B4-BE49-F238E27FC236}">
                <a16:creationId xmlns:a16="http://schemas.microsoft.com/office/drawing/2014/main" id="{4A4CE652-658D-B343-B65F-6AC8513C167B}"/>
              </a:ext>
            </a:extLst>
          </p:cNvPr>
          <p:cNvGrpSpPr>
            <a:grpSpLocks/>
          </p:cNvGrpSpPr>
          <p:nvPr/>
        </p:nvGrpSpPr>
        <p:grpSpPr bwMode="auto">
          <a:xfrm>
            <a:off x="9080067" y="2720976"/>
            <a:ext cx="357186" cy="755650"/>
            <a:chOff x="4140" y="429"/>
            <a:chExt cx="1425" cy="2396"/>
          </a:xfrm>
        </p:grpSpPr>
        <p:sp>
          <p:nvSpPr>
            <p:cNvPr id="44" name="Freeform 58">
              <a:extLst>
                <a:ext uri="{FF2B5EF4-FFF2-40B4-BE49-F238E27FC236}">
                  <a16:creationId xmlns:a16="http://schemas.microsoft.com/office/drawing/2014/main" id="{ADF25789-D94D-6440-A211-5DCCB02CE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6 w 354"/>
                <a:gd name="T1" fmla="*/ 0 h 2742"/>
                <a:gd name="T2" fmla="*/ 30 w 354"/>
                <a:gd name="T3" fmla="*/ 46 h 2742"/>
                <a:gd name="T4" fmla="*/ 30 w 354"/>
                <a:gd name="T5" fmla="*/ 354 h 2742"/>
                <a:gd name="T6" fmla="*/ 0 w 354"/>
                <a:gd name="T7" fmla="*/ 371 h 2742"/>
                <a:gd name="T8" fmla="*/ 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5" name="Rectangle 59">
              <a:extLst>
                <a:ext uri="{FF2B5EF4-FFF2-40B4-BE49-F238E27FC236}">
                  <a16:creationId xmlns:a16="http://schemas.microsoft.com/office/drawing/2014/main" id="{E3F6D782-AA2A-884C-8F31-18FB963D42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3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6" name="Freeform 60">
              <a:extLst>
                <a:ext uri="{FF2B5EF4-FFF2-40B4-BE49-F238E27FC236}">
                  <a16:creationId xmlns:a16="http://schemas.microsoft.com/office/drawing/2014/main" id="{8E62C232-6002-7B40-98F7-09DFB8653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8 w 211"/>
                <a:gd name="T3" fmla="*/ 30 h 2537"/>
                <a:gd name="T4" fmla="*/ 2 w 211"/>
                <a:gd name="T5" fmla="*/ 338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7" name="Freeform 61">
              <a:extLst>
                <a:ext uri="{FF2B5EF4-FFF2-40B4-BE49-F238E27FC236}">
                  <a16:creationId xmlns:a16="http://schemas.microsoft.com/office/drawing/2014/main" id="{4AE6A750-54A6-B943-91AB-340390A7C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8 h 226"/>
                <a:gd name="T4" fmla="*/ 29 w 328"/>
                <a:gd name="T5" fmla="*/ 32 h 226"/>
                <a:gd name="T6" fmla="*/ 0 w 328"/>
                <a:gd name="T7" fmla="*/ 13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48" name="Rectangle 62">
              <a:extLst>
                <a:ext uri="{FF2B5EF4-FFF2-40B4-BE49-F238E27FC236}">
                  <a16:creationId xmlns:a16="http://schemas.microsoft.com/office/drawing/2014/main" id="{E71E8CB8-4382-3242-ABC5-C14F81AC85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49" name="Group 63">
              <a:extLst>
                <a:ext uri="{FF2B5EF4-FFF2-40B4-BE49-F238E27FC236}">
                  <a16:creationId xmlns:a16="http://schemas.microsoft.com/office/drawing/2014/main" id="{E7EC998A-9B7F-0746-ABE8-80C8192CA7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4" name="AutoShape 64">
                <a:extLst>
                  <a:ext uri="{FF2B5EF4-FFF2-40B4-BE49-F238E27FC236}">
                    <a16:creationId xmlns:a16="http://schemas.microsoft.com/office/drawing/2014/main" id="{89BFB453-7EA4-7040-A1A5-7D0E5E721F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5" name="AutoShape 65">
                <a:extLst>
                  <a:ext uri="{FF2B5EF4-FFF2-40B4-BE49-F238E27FC236}">
                    <a16:creationId xmlns:a16="http://schemas.microsoft.com/office/drawing/2014/main" id="{DD4207D9-1C2C-A642-874A-C950D1B2F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0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0" name="Rectangle 66">
              <a:extLst>
                <a:ext uri="{FF2B5EF4-FFF2-40B4-BE49-F238E27FC236}">
                  <a16:creationId xmlns:a16="http://schemas.microsoft.com/office/drawing/2014/main" id="{B93B87B1-D6FF-1A43-AFA9-2F4308B469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1018"/>
              <a:ext cx="597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1" name="Group 67">
              <a:extLst>
                <a:ext uri="{FF2B5EF4-FFF2-40B4-BE49-F238E27FC236}">
                  <a16:creationId xmlns:a16="http://schemas.microsoft.com/office/drawing/2014/main" id="{38088FF7-02F0-DB41-8855-F8E64BFD62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2" name="AutoShape 68">
                <a:extLst>
                  <a:ext uri="{FF2B5EF4-FFF2-40B4-BE49-F238E27FC236}">
                    <a16:creationId xmlns:a16="http://schemas.microsoft.com/office/drawing/2014/main" id="{2800C9B7-CBF6-284C-B26D-9F63F319DF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7"/>
                <a:ext cx="726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3" name="AutoShape 69">
                <a:extLst>
                  <a:ext uri="{FF2B5EF4-FFF2-40B4-BE49-F238E27FC236}">
                    <a16:creationId xmlns:a16="http://schemas.microsoft.com/office/drawing/2014/main" id="{96A6E1AD-EAAE-7447-A0BC-68D76E1B92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3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2" name="Rectangle 70">
              <a:extLst>
                <a:ext uri="{FF2B5EF4-FFF2-40B4-BE49-F238E27FC236}">
                  <a16:creationId xmlns:a16="http://schemas.microsoft.com/office/drawing/2014/main" id="{81E7EE8D-57F7-6848-B16A-D11B811B80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60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Rectangle 71">
              <a:extLst>
                <a:ext uri="{FF2B5EF4-FFF2-40B4-BE49-F238E27FC236}">
                  <a16:creationId xmlns:a16="http://schemas.microsoft.com/office/drawing/2014/main" id="{0C489C2A-C1EE-ED4E-915C-600DF0A70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7"/>
              <a:ext cx="597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4" name="Group 72">
              <a:extLst>
                <a:ext uri="{FF2B5EF4-FFF2-40B4-BE49-F238E27FC236}">
                  <a16:creationId xmlns:a16="http://schemas.microsoft.com/office/drawing/2014/main" id="{3D5AED95-1F84-444D-A859-E38C83F838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0" name="AutoShape 73">
                <a:extLst>
                  <a:ext uri="{FF2B5EF4-FFF2-40B4-BE49-F238E27FC236}">
                    <a16:creationId xmlns:a16="http://schemas.microsoft.com/office/drawing/2014/main" id="{A9389B09-349A-964B-85BC-37C0E562CA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8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71" name="AutoShape 74">
                <a:extLst>
                  <a:ext uri="{FF2B5EF4-FFF2-40B4-BE49-F238E27FC236}">
                    <a16:creationId xmlns:a16="http://schemas.microsoft.com/office/drawing/2014/main" id="{4ACE943E-F10C-654A-BD48-143DEEAAE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5" name="Freeform 75">
              <a:extLst>
                <a:ext uri="{FF2B5EF4-FFF2-40B4-BE49-F238E27FC236}">
                  <a16:creationId xmlns:a16="http://schemas.microsoft.com/office/drawing/2014/main" id="{9F74734C-9E68-9045-A6CE-133984B96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29 w 328"/>
                <a:gd name="T3" fmla="*/ 17 h 226"/>
                <a:gd name="T4" fmla="*/ 29 w 328"/>
                <a:gd name="T5" fmla="*/ 30 h 226"/>
                <a:gd name="T6" fmla="*/ 0 w 328"/>
                <a:gd name="T7" fmla="*/ 1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grpSp>
          <p:nvGrpSpPr>
            <p:cNvPr id="56" name="Group 76">
              <a:extLst>
                <a:ext uri="{FF2B5EF4-FFF2-40B4-BE49-F238E27FC236}">
                  <a16:creationId xmlns:a16="http://schemas.microsoft.com/office/drawing/2014/main" id="{99AB90FB-10F4-8646-A5E4-C5948E7CAD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" name="AutoShape 77">
                <a:extLst>
                  <a:ext uri="{FF2B5EF4-FFF2-40B4-BE49-F238E27FC236}">
                    <a16:creationId xmlns:a16="http://schemas.microsoft.com/office/drawing/2014/main" id="{7F4F7BD0-881C-EA41-BF03-C3C7AA0E14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6"/>
                <a:ext cx="724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sp>
            <p:nvSpPr>
              <p:cNvPr id="69" name="AutoShape 78">
                <a:extLst>
                  <a:ext uri="{FF2B5EF4-FFF2-40B4-BE49-F238E27FC236}">
                    <a16:creationId xmlns:a16="http://schemas.microsoft.com/office/drawing/2014/main" id="{82794333-9BCA-1844-811D-E175BCA1C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2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7" name="Rectangle 79">
              <a:extLst>
                <a:ext uri="{FF2B5EF4-FFF2-40B4-BE49-F238E27FC236}">
                  <a16:creationId xmlns:a16="http://schemas.microsoft.com/office/drawing/2014/main" id="{68D85044-2238-9042-992D-932AE7A07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1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8" name="Freeform 80">
              <a:extLst>
                <a:ext uri="{FF2B5EF4-FFF2-40B4-BE49-F238E27FC236}">
                  <a16:creationId xmlns:a16="http://schemas.microsoft.com/office/drawing/2014/main" id="{E6A4A31B-CB3E-DB4B-8D15-11D8649E5C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26 w 296"/>
                <a:gd name="T3" fmla="*/ 18 h 256"/>
                <a:gd name="T4" fmla="*/ 26 w 296"/>
                <a:gd name="T5" fmla="*/ 34 h 256"/>
                <a:gd name="T6" fmla="*/ 0 w 296"/>
                <a:gd name="T7" fmla="*/ 1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9" name="Freeform 81">
              <a:extLst>
                <a:ext uri="{FF2B5EF4-FFF2-40B4-BE49-F238E27FC236}">
                  <a16:creationId xmlns:a16="http://schemas.microsoft.com/office/drawing/2014/main" id="{F52D98EE-0DD8-4D4C-98E3-A45D68AED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27 w 304"/>
                <a:gd name="T3" fmla="*/ 23 h 288"/>
                <a:gd name="T4" fmla="*/ 25 w 304"/>
                <a:gd name="T5" fmla="*/ 39 h 288"/>
                <a:gd name="T6" fmla="*/ 2 w 304"/>
                <a:gd name="T7" fmla="*/ 17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0" name="Oval 82">
              <a:extLst>
                <a:ext uri="{FF2B5EF4-FFF2-40B4-BE49-F238E27FC236}">
                  <a16:creationId xmlns:a16="http://schemas.microsoft.com/office/drawing/2014/main" id="{490E9F0F-6592-0E4D-A291-EBC6AB463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8" y="2609"/>
              <a:ext cx="47" cy="10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1" name="Freeform 83">
              <a:extLst>
                <a:ext uri="{FF2B5EF4-FFF2-40B4-BE49-F238E27FC236}">
                  <a16:creationId xmlns:a16="http://schemas.microsoft.com/office/drawing/2014/main" id="{250F3DCA-32F4-CC4A-891A-B30F6D8EC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5 h 240"/>
                <a:gd name="T2" fmla="*/ 2 w 306"/>
                <a:gd name="T3" fmla="*/ 33 h 240"/>
                <a:gd name="T4" fmla="*/ 27 w 306"/>
                <a:gd name="T5" fmla="*/ 15 h 240"/>
                <a:gd name="T6" fmla="*/ 26 w 306"/>
                <a:gd name="T7" fmla="*/ 0 h 240"/>
                <a:gd name="T8" fmla="*/ 0 w 306"/>
                <a:gd name="T9" fmla="*/ 15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2" name="AutoShape 84">
              <a:extLst>
                <a:ext uri="{FF2B5EF4-FFF2-40B4-BE49-F238E27FC236}">
                  <a16:creationId xmlns:a16="http://schemas.microsoft.com/office/drawing/2014/main" id="{6DF44EB1-30B7-8E4A-A62D-94C2ECCAE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9"/>
              <a:ext cx="1200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3" name="AutoShape 85">
              <a:extLst>
                <a:ext uri="{FF2B5EF4-FFF2-40B4-BE49-F238E27FC236}">
                  <a16:creationId xmlns:a16="http://schemas.microsoft.com/office/drawing/2014/main" id="{1E80FD31-CF6D-E841-82CE-8485CA393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09"/>
              <a:ext cx="1069" cy="8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4" name="Oval 86">
              <a:extLst>
                <a:ext uri="{FF2B5EF4-FFF2-40B4-BE49-F238E27FC236}">
                  <a16:creationId xmlns:a16="http://schemas.microsoft.com/office/drawing/2014/main" id="{A6798635-53B6-DB47-8748-A593507CD7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8" y="2382"/>
              <a:ext cx="157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5" name="Oval 87">
              <a:extLst>
                <a:ext uri="{FF2B5EF4-FFF2-40B4-BE49-F238E27FC236}">
                  <a16:creationId xmlns:a16="http://schemas.microsoft.com/office/drawing/2014/main" id="{37BB0D05-8767-CF4E-8C65-67C1D8D3F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2"/>
              <a:ext cx="162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/>
              <a:endParaRPr lang="en-US" altLang="en-US" sz="1800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6" name="Oval 88">
              <a:extLst>
                <a:ext uri="{FF2B5EF4-FFF2-40B4-BE49-F238E27FC236}">
                  <a16:creationId xmlns:a16="http://schemas.microsoft.com/office/drawing/2014/main" id="{FA7F2C7C-7482-A14C-87FE-F9538208A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2"/>
              <a:ext cx="157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67" name="Rectangle 89">
              <a:extLst>
                <a:ext uri="{FF2B5EF4-FFF2-40B4-BE49-F238E27FC236}">
                  <a16:creationId xmlns:a16="http://schemas.microsoft.com/office/drawing/2014/main" id="{9D056117-88A7-394A-A294-1A033CE4F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3"/>
              <a:ext cx="84" cy="765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76" name="Group 90">
            <a:extLst>
              <a:ext uri="{FF2B5EF4-FFF2-40B4-BE49-F238E27FC236}">
                <a16:creationId xmlns:a16="http://schemas.microsoft.com/office/drawing/2014/main" id="{95F59C81-FDB0-844F-941B-B561FC589D42}"/>
              </a:ext>
            </a:extLst>
          </p:cNvPr>
          <p:cNvGrpSpPr>
            <a:grpSpLocks/>
          </p:cNvGrpSpPr>
          <p:nvPr/>
        </p:nvGrpSpPr>
        <p:grpSpPr bwMode="auto">
          <a:xfrm>
            <a:off x="5943167" y="2278063"/>
            <a:ext cx="893762" cy="828675"/>
            <a:chOff x="-44" y="1473"/>
            <a:chExt cx="981" cy="1105"/>
          </a:xfrm>
        </p:grpSpPr>
        <p:pic>
          <p:nvPicPr>
            <p:cNvPr id="77" name="Picture 91" descr="desktop_computer_stylized_medium">
              <a:extLst>
                <a:ext uri="{FF2B5EF4-FFF2-40B4-BE49-F238E27FC236}">
                  <a16:creationId xmlns:a16="http://schemas.microsoft.com/office/drawing/2014/main" id="{82B0CE96-D20F-0542-B0DD-F5A7003AAB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8" name="Freeform 92">
              <a:extLst>
                <a:ext uri="{FF2B5EF4-FFF2-40B4-BE49-F238E27FC236}">
                  <a16:creationId xmlns:a16="http://schemas.microsoft.com/office/drawing/2014/main" id="{F915E8C7-3CEB-4841-BD57-4B6D62B7028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7497 w 356"/>
                <a:gd name="T3" fmla="*/ 469 h 368"/>
                <a:gd name="T4" fmla="*/ 8894 w 356"/>
                <a:gd name="T5" fmla="*/ 9780 h 368"/>
                <a:gd name="T6" fmla="*/ 1960 w 356"/>
                <a:gd name="T7" fmla="*/ 1223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FE692778-9BBA-824F-8F43-DA909E4E4FB8}"/>
              </a:ext>
            </a:extLst>
          </p:cNvPr>
          <p:cNvGrpSpPr/>
          <p:nvPr/>
        </p:nvGrpSpPr>
        <p:grpSpPr>
          <a:xfrm>
            <a:off x="6666309" y="3902076"/>
            <a:ext cx="2925958" cy="425450"/>
            <a:chOff x="6666309" y="3902076"/>
            <a:chExt cx="2925958" cy="425450"/>
          </a:xfrm>
        </p:grpSpPr>
        <p:sp>
          <p:nvSpPr>
            <p:cNvPr id="31" name="Line 94">
              <a:extLst>
                <a:ext uri="{FF2B5EF4-FFF2-40B4-BE49-F238E27FC236}">
                  <a16:creationId xmlns:a16="http://schemas.microsoft.com/office/drawing/2014/main" id="{1E51E9DA-15A6-C14B-AFD5-A46BE25514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33754" y="3902076"/>
              <a:ext cx="2400300" cy="419100"/>
            </a:xfrm>
            <a:prstGeom prst="line">
              <a:avLst/>
            </a:prstGeom>
            <a:noFill/>
            <a:ln w="28575">
              <a:solidFill>
                <a:srgbClr val="0000A8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F4E0794-86DC-1F40-8E76-AAAF9B0356E2}"/>
                </a:ext>
              </a:extLst>
            </p:cNvPr>
            <p:cNvSpPr/>
            <p:nvPr/>
          </p:nvSpPr>
          <p:spPr>
            <a:xfrm>
              <a:off x="7315200" y="4021087"/>
              <a:ext cx="1687079" cy="2829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Text Box 95">
              <a:extLst>
                <a:ext uri="{FF2B5EF4-FFF2-40B4-BE49-F238E27FC236}">
                  <a16:creationId xmlns:a16="http://schemas.microsoft.com/office/drawing/2014/main" id="{F4BA7FFC-6F32-A047-8695-B7E781EB81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66309" y="3960813"/>
              <a:ext cx="2925958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sz="1800" dirty="0">
                  <a:latin typeface="Calibri" panose="020F0502020204030204" pitchFamily="34" charset="0"/>
                  <a:cs typeface="Calibri" panose="020F0502020204030204" pitchFamily="34" charset="0"/>
                </a:rPr>
                <a:t>GET</a:t>
              </a:r>
              <a:r>
                <a:rPr lang="en-US" altLang="en-US" sz="1400" dirty="0">
                  <a:latin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altLang="en-US" sz="1200" dirty="0">
                  <a:latin typeface="+mn-lt"/>
                  <a:cs typeface="Calibri" panose="020F0502020204030204" pitchFamily="34" charset="0"/>
                </a:rPr>
                <a:t>http://gaia.cs.umass.edu/kurose_ross</a:t>
              </a:r>
              <a:endParaRPr lang="en-US" altLang="en-US" dirty="0">
                <a:latin typeface="+mn-lt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3921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9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Network security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980180" y="1520385"/>
            <a:ext cx="10342830" cy="4922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Internet not originally designed with (much) security in mind</a:t>
            </a:r>
          </a:p>
          <a:p>
            <a:pPr marL="914400" lvl="1" indent="-457200">
              <a:buClrTx/>
            </a:pPr>
            <a:r>
              <a:rPr lang="en-US" altLang="en-US" sz="2800" i="1" dirty="0">
                <a:ea typeface="Arial" panose="020B0604020202020204" pitchFamily="34" charset="0"/>
              </a:rPr>
              <a:t>original vision:</a:t>
            </a:r>
            <a:r>
              <a:rPr lang="en-US" altLang="en-US" sz="2800" dirty="0">
                <a:ea typeface="Arial" panose="020B0604020202020204" pitchFamily="34" charset="0"/>
              </a:rPr>
              <a:t> </a:t>
            </a:r>
            <a:r>
              <a:rPr lang="en-US" altLang="en-US" sz="2800" dirty="0">
                <a:ea typeface="ＭＳ Ｐゴシック" panose="020B0600070205080204" pitchFamily="34" charset="-128"/>
              </a:rPr>
              <a:t>“</a:t>
            </a:r>
            <a:r>
              <a:rPr lang="en-US" altLang="ja-JP" sz="2800" dirty="0">
                <a:ea typeface="ＭＳ Ｐゴシック" panose="020B0600070205080204" pitchFamily="34" charset="-128"/>
              </a:rPr>
              <a:t>a group of mutually trusting users attached to a transparent network” </a:t>
            </a:r>
            <a:r>
              <a:rPr lang="en-US" altLang="ja-JP" sz="2800" dirty="0">
                <a:ea typeface="ＭＳ Ｐゴシック" panose="020B0600070205080204" pitchFamily="34" charset="-128"/>
                <a:sym typeface="Wingdings" pitchFamily="2" charset="2"/>
              </a:rPr>
              <a:t></a:t>
            </a:r>
            <a:endParaRPr lang="en-US" altLang="ja-JP" sz="2800" dirty="0">
              <a:ea typeface="ＭＳ Ｐゴシック" panose="020B0600070205080204" pitchFamily="34" charset="-128"/>
            </a:endParaRPr>
          </a:p>
          <a:p>
            <a:pPr marL="914400" lvl="1" indent="-457200">
              <a:buClrTx/>
            </a:pPr>
            <a:r>
              <a:rPr lang="en-US" altLang="en-US" sz="2800" dirty="0">
                <a:ea typeface="Arial" panose="020B0604020202020204" pitchFamily="34" charset="0"/>
              </a:rPr>
              <a:t>Internet protocol designers playing </a:t>
            </a:r>
            <a:r>
              <a:rPr lang="en-US" altLang="en-US" sz="2800" dirty="0">
                <a:ea typeface="ＭＳ Ｐゴシック" panose="020B0600070205080204" pitchFamily="34" charset="-128"/>
              </a:rPr>
              <a:t>“</a:t>
            </a:r>
            <a:r>
              <a:rPr lang="en-US" altLang="ja-JP" sz="2800" dirty="0">
                <a:ea typeface="ＭＳ Ｐゴシック" panose="020B0600070205080204" pitchFamily="34" charset="-128"/>
              </a:rPr>
              <a:t>catch-up”</a:t>
            </a:r>
          </a:p>
          <a:p>
            <a:pPr marL="914400" lvl="1" indent="-457200">
              <a:buClrTx/>
            </a:pPr>
            <a:r>
              <a:rPr lang="en-US" altLang="en-US" sz="2800" dirty="0">
                <a:ea typeface="Arial" panose="020B0604020202020204" pitchFamily="34" charset="0"/>
              </a:rPr>
              <a:t>security considerations in all layers!</a:t>
            </a:r>
          </a:p>
          <a:p>
            <a:pPr marL="457200" indent="-457200">
              <a:buClrTx/>
              <a:buFont typeface="Arial" panose="020B0604020202020204" pitchFamily="34" charset="0"/>
              <a:buChar char="•"/>
            </a:pPr>
            <a:r>
              <a:rPr lang="en-US" altLang="en-US" sz="3200" dirty="0">
                <a:solidFill>
                  <a:srgbClr val="C00000"/>
                </a:solidFill>
                <a:ea typeface="ＭＳ Ｐゴシック" panose="020B0600070205080204" pitchFamily="34" charset="-128"/>
              </a:rPr>
              <a:t>We now need to think about:</a:t>
            </a:r>
          </a:p>
          <a:p>
            <a:pPr marL="914400" lvl="1" indent="-457200">
              <a:buClrTx/>
            </a:pPr>
            <a:r>
              <a:rPr lang="en-US" altLang="en-US" sz="2800" dirty="0">
                <a:ea typeface="Arial" panose="020B0604020202020204" pitchFamily="34" charset="0"/>
              </a:rPr>
              <a:t>how bad guys can attack computer networks</a:t>
            </a:r>
          </a:p>
          <a:p>
            <a:pPr marL="914400" lvl="1" indent="-457200">
              <a:buClrTx/>
            </a:pPr>
            <a:r>
              <a:rPr lang="en-US" altLang="en-US" sz="2800" dirty="0">
                <a:ea typeface="Arial" panose="020B0604020202020204" pitchFamily="34" charset="0"/>
              </a:rPr>
              <a:t>how we can defend networks against attacks</a:t>
            </a:r>
          </a:p>
          <a:p>
            <a:pPr marL="914400" lvl="1" indent="-457200">
              <a:buClrTx/>
            </a:pPr>
            <a:r>
              <a:rPr lang="en-US" altLang="en-US" sz="2800" dirty="0">
                <a:ea typeface="Arial" panose="020B0604020202020204" pitchFamily="34" charset="0"/>
              </a:rPr>
              <a:t>how to design architectures that are immune to attacks</a:t>
            </a:r>
          </a:p>
        </p:txBody>
      </p:sp>
    </p:spTree>
    <p:extLst>
      <p:ext uri="{BB962C8B-B14F-4D97-AF65-F5344CB8AC3E}">
        <p14:creationId xmlns:p14="http://schemas.microsoft.com/office/powerpoint/2010/main" val="362872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Bad </a:t>
            </a:r>
            <a:r>
              <a:rPr lang="en-US" altLang="en-US" dirty="0">
                <a:ea typeface="ＭＳ Ｐゴシック" panose="020B0600070205080204" pitchFamily="34" charset="-128"/>
              </a:rPr>
              <a:t>g</a:t>
            </a:r>
            <a:r>
              <a:rPr lang="en-US" altLang="en-US" sz="4400" dirty="0">
                <a:ea typeface="ＭＳ Ｐゴシック" panose="020B0600070205080204" pitchFamily="34" charset="-128"/>
              </a:rPr>
              <a:t>uys: packet </a:t>
            </a:r>
            <a:r>
              <a:rPr lang="en-US" altLang="en-US" dirty="0">
                <a:ea typeface="ＭＳ Ｐゴシック" panose="020B0600070205080204" pitchFamily="34" charset="-128"/>
              </a:rPr>
              <a:t>i</a:t>
            </a:r>
            <a:r>
              <a:rPr lang="en-US" altLang="en-US" sz="4400" dirty="0">
                <a:ea typeface="ＭＳ Ｐゴシック" panose="020B0600070205080204" pitchFamily="34" charset="-128"/>
              </a:rPr>
              <a:t>nterception</a:t>
            </a:r>
            <a:endParaRPr lang="en-US" sz="4400" dirty="0"/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921D3CC3-7FC4-4346-86E8-F841A7674F2D}"/>
              </a:ext>
            </a:extLst>
          </p:cNvPr>
          <p:cNvSpPr txBox="1">
            <a:spLocks noChangeArrowheads="1"/>
          </p:cNvSpPr>
          <p:nvPr/>
        </p:nvSpPr>
        <p:spPr>
          <a:xfrm>
            <a:off x="841312" y="1344535"/>
            <a:ext cx="10342830" cy="20844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packet “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sniffing”:</a:t>
            </a:r>
            <a:r>
              <a:rPr kumimoji="0" lang="en-US" altLang="ja-JP" sz="28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broadcast media (shared Ethernet, wireless)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Arial" panose="020B0604020202020204" pitchFamily="34" charset="0"/>
                <a:cs typeface="+mn-cs"/>
              </a:rPr>
              <a:t>promiscuous network interface reads/records all packets (e.g., including passwords!) passing by</a:t>
            </a:r>
          </a:p>
        </p:txBody>
      </p:sp>
      <p:grpSp>
        <p:nvGrpSpPr>
          <p:cNvPr id="5" name="Group 90">
            <a:extLst>
              <a:ext uri="{FF2B5EF4-FFF2-40B4-BE49-F238E27FC236}">
                <a16:creationId xmlns:a16="http://schemas.microsoft.com/office/drawing/2014/main" id="{4B8B6454-D739-8246-8FD0-D07116C10D1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5864103" y="3398264"/>
            <a:ext cx="735012" cy="681037"/>
            <a:chOff x="-44" y="1473"/>
            <a:chExt cx="981" cy="1105"/>
          </a:xfrm>
        </p:grpSpPr>
        <p:pic>
          <p:nvPicPr>
            <p:cNvPr id="7" name="Picture 91" descr="desktop_computer_stylized_medium">
              <a:extLst>
                <a:ext uri="{FF2B5EF4-FFF2-40B4-BE49-F238E27FC236}">
                  <a16:creationId xmlns:a16="http://schemas.microsoft.com/office/drawing/2014/main" id="{9D5E2D1E-EE9F-104B-B66B-CCD25447B8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92">
              <a:extLst>
                <a:ext uri="{FF2B5EF4-FFF2-40B4-BE49-F238E27FC236}">
                  <a16:creationId xmlns:a16="http://schemas.microsoft.com/office/drawing/2014/main" id="{B5AF61F7-8621-F54F-BE21-3743A44AEC3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9" name="Freeform 43">
            <a:extLst>
              <a:ext uri="{FF2B5EF4-FFF2-40B4-BE49-F238E27FC236}">
                <a16:creationId xmlns:a16="http://schemas.microsoft.com/office/drawing/2014/main" id="{4DB7420B-BEB3-FA46-87C6-F4E3D7CFB690}"/>
              </a:ext>
            </a:extLst>
          </p:cNvPr>
          <p:cNvSpPr>
            <a:spLocks/>
          </p:cNvSpPr>
          <p:nvPr/>
        </p:nvSpPr>
        <p:spPr bwMode="auto">
          <a:xfrm>
            <a:off x="3359028" y="4133276"/>
            <a:ext cx="4587875" cy="728663"/>
          </a:xfrm>
          <a:custGeom>
            <a:avLst/>
            <a:gdLst>
              <a:gd name="T0" fmla="*/ 2147483647 w 2620"/>
              <a:gd name="T1" fmla="*/ 0 h 459"/>
              <a:gd name="T2" fmla="*/ 0 w 2620"/>
              <a:gd name="T3" fmla="*/ 2147483647 h 459"/>
              <a:gd name="T4" fmla="*/ 2147483647 w 2620"/>
              <a:gd name="T5" fmla="*/ 2147483647 h 459"/>
              <a:gd name="T6" fmla="*/ 2147483647 w 2620"/>
              <a:gd name="T7" fmla="*/ 2147483647 h 459"/>
              <a:gd name="T8" fmla="*/ 0 60000 65536"/>
              <a:gd name="T9" fmla="*/ 0 60000 65536"/>
              <a:gd name="T10" fmla="*/ 0 60000 65536"/>
              <a:gd name="T11" fmla="*/ 0 60000 65536"/>
              <a:gd name="T12" fmla="*/ 0 w 2620"/>
              <a:gd name="T13" fmla="*/ 0 h 459"/>
              <a:gd name="T14" fmla="*/ 2620 w 2620"/>
              <a:gd name="T15" fmla="*/ 459 h 4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620" h="459">
                <a:moveTo>
                  <a:pt x="2" y="0"/>
                </a:moveTo>
                <a:lnTo>
                  <a:pt x="0" y="253"/>
                </a:lnTo>
                <a:lnTo>
                  <a:pt x="2620" y="253"/>
                </a:lnTo>
                <a:lnTo>
                  <a:pt x="2620" y="459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Freeform 44">
            <a:extLst>
              <a:ext uri="{FF2B5EF4-FFF2-40B4-BE49-F238E27FC236}">
                <a16:creationId xmlns:a16="http://schemas.microsoft.com/office/drawing/2014/main" id="{F85E0A6A-88C0-A24D-8518-8ED500586FDD}"/>
              </a:ext>
            </a:extLst>
          </p:cNvPr>
          <p:cNvSpPr>
            <a:spLocks/>
          </p:cNvSpPr>
          <p:nvPr/>
        </p:nvSpPr>
        <p:spPr bwMode="auto">
          <a:xfrm>
            <a:off x="6191128" y="4003101"/>
            <a:ext cx="4762" cy="522288"/>
          </a:xfrm>
          <a:custGeom>
            <a:avLst/>
            <a:gdLst>
              <a:gd name="T0" fmla="*/ 0 w 3"/>
              <a:gd name="T1" fmla="*/ 2147483647 h 329"/>
              <a:gd name="T2" fmla="*/ 2147483647 w 3"/>
              <a:gd name="T3" fmla="*/ 0 h 329"/>
              <a:gd name="T4" fmla="*/ 0 60000 65536"/>
              <a:gd name="T5" fmla="*/ 0 60000 65536"/>
              <a:gd name="T6" fmla="*/ 0 w 3"/>
              <a:gd name="T7" fmla="*/ 0 h 329"/>
              <a:gd name="T8" fmla="*/ 3 w 3"/>
              <a:gd name="T9" fmla="*/ 329 h 32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29">
                <a:moveTo>
                  <a:pt x="0" y="329"/>
                </a:moveTo>
                <a:lnTo>
                  <a:pt x="3" y="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Line 45">
            <a:extLst>
              <a:ext uri="{FF2B5EF4-FFF2-40B4-BE49-F238E27FC236}">
                <a16:creationId xmlns:a16="http://schemas.microsoft.com/office/drawing/2014/main" id="{2ADBE0C5-B956-4149-BAB8-22ED6ADCCD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33778" y="4525389"/>
            <a:ext cx="0" cy="37465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Line 46">
            <a:extLst>
              <a:ext uri="{FF2B5EF4-FFF2-40B4-BE49-F238E27FC236}">
                <a16:creationId xmlns:a16="http://schemas.microsoft.com/office/drawing/2014/main" id="{90C68912-5E92-7540-BFA2-DF07C51EFD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2828" y="5236589"/>
            <a:ext cx="0" cy="2413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Box 47">
            <a:extLst>
              <a:ext uri="{FF2B5EF4-FFF2-40B4-BE49-F238E27FC236}">
                <a16:creationId xmlns:a16="http://schemas.microsoft.com/office/drawing/2014/main" id="{AEB79674-18BD-3B41-8E45-BBD3D9EBF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6103" y="3422076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</a:t>
            </a:r>
          </a:p>
        </p:txBody>
      </p:sp>
      <p:sp>
        <p:nvSpPr>
          <p:cNvPr id="14" name="Text Box 48">
            <a:extLst>
              <a:ext uri="{FF2B5EF4-FFF2-40B4-BE49-F238E27FC236}">
                <a16:creationId xmlns:a16="http://schemas.microsoft.com/office/drawing/2014/main" id="{9F0C9BB1-EE53-294F-B9A4-6D29AB021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85040" y="4885751"/>
            <a:ext cx="3889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</a:t>
            </a:r>
          </a:p>
        </p:txBody>
      </p:sp>
      <p:sp>
        <p:nvSpPr>
          <p:cNvPr id="15" name="Text Box 49">
            <a:extLst>
              <a:ext uri="{FF2B5EF4-FFF2-40B4-BE49-F238E27FC236}">
                <a16:creationId xmlns:a16="http://schemas.microsoft.com/office/drawing/2014/main" id="{84BD4A5A-ABEB-8E46-B54B-76C3BE0FDF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3215" y="3399851"/>
            <a:ext cx="4048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66D72FA-76CB-8443-8D46-D1C4AD6D2B36}"/>
              </a:ext>
            </a:extLst>
          </p:cNvPr>
          <p:cNvGrpSpPr/>
          <p:nvPr/>
        </p:nvGrpSpPr>
        <p:grpSpPr>
          <a:xfrm>
            <a:off x="5156078" y="4004689"/>
            <a:ext cx="2635250" cy="984250"/>
            <a:chOff x="5156078" y="4004689"/>
            <a:chExt cx="2635250" cy="984250"/>
          </a:xfrm>
        </p:grpSpPr>
        <p:grpSp>
          <p:nvGrpSpPr>
            <p:cNvPr id="16" name="Group 50">
              <a:extLst>
                <a:ext uri="{FF2B5EF4-FFF2-40B4-BE49-F238E27FC236}">
                  <a16:creationId xmlns:a16="http://schemas.microsoft.com/office/drawing/2014/main" id="{3A21CC14-2FFD-1443-8AD6-ED95C8906A8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7828" y="4652389"/>
              <a:ext cx="2295525" cy="336550"/>
              <a:chOff x="2418" y="3342"/>
              <a:chExt cx="1446" cy="212"/>
            </a:xfrm>
          </p:grpSpPr>
          <p:sp>
            <p:nvSpPr>
              <p:cNvPr id="18" name="Rectangle 51">
                <a:extLst>
                  <a:ext uri="{FF2B5EF4-FFF2-40B4-BE49-F238E27FC236}">
                    <a16:creationId xmlns:a16="http://schemas.microsoft.com/office/drawing/2014/main" id="{FFA22DC9-8002-804E-BEF5-0AD6BF292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3" y="3366"/>
                <a:ext cx="1356" cy="174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9" name="Line 52">
                <a:extLst>
                  <a:ext uri="{FF2B5EF4-FFF2-40B4-BE49-F238E27FC236}">
                    <a16:creationId xmlns:a16="http://schemas.microsoft.com/office/drawing/2014/main" id="{C5FFC7EF-F96B-754E-966C-1FA050A778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3372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0" name="Line 53">
                <a:extLst>
                  <a:ext uri="{FF2B5EF4-FFF2-40B4-BE49-F238E27FC236}">
                    <a16:creationId xmlns:a16="http://schemas.microsoft.com/office/drawing/2014/main" id="{A20E5390-7423-1C4D-BCD6-93295C926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86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" name="Line 54">
                <a:extLst>
                  <a:ext uri="{FF2B5EF4-FFF2-40B4-BE49-F238E27FC236}">
                    <a16:creationId xmlns:a16="http://schemas.microsoft.com/office/drawing/2014/main" id="{34698107-E0D4-2D40-8BD4-A07EF85A1E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21" y="3375"/>
                <a:ext cx="0" cy="16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2" name="Text Box 55">
                <a:extLst>
                  <a:ext uri="{FF2B5EF4-FFF2-40B4-BE49-F238E27FC236}">
                    <a16:creationId xmlns:a16="http://schemas.microsoft.com/office/drawing/2014/main" id="{3034D655-D1DA-884B-85A3-B43DDCA03B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18" y="3342"/>
                <a:ext cx="1446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src:B dest:A     payload</a:t>
                </a:r>
                <a:endPara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23" name="Freeform 56">
              <a:extLst>
                <a:ext uri="{FF2B5EF4-FFF2-40B4-BE49-F238E27FC236}">
                  <a16:creationId xmlns:a16="http://schemas.microsoft.com/office/drawing/2014/main" id="{BCF74F8F-5676-9347-82B3-E439D97B3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6078" y="4607939"/>
              <a:ext cx="2635250" cy="241300"/>
            </a:xfrm>
            <a:custGeom>
              <a:avLst/>
              <a:gdLst>
                <a:gd name="T0" fmla="*/ 2147483647 w 1660"/>
                <a:gd name="T1" fmla="*/ 2147483647 h 152"/>
                <a:gd name="T2" fmla="*/ 2147483647 w 1660"/>
                <a:gd name="T3" fmla="*/ 0 h 152"/>
                <a:gd name="T4" fmla="*/ 0 w 1660"/>
                <a:gd name="T5" fmla="*/ 2147483647 h 152"/>
                <a:gd name="T6" fmla="*/ 0 60000 65536"/>
                <a:gd name="T7" fmla="*/ 0 60000 65536"/>
                <a:gd name="T8" fmla="*/ 0 60000 65536"/>
                <a:gd name="T9" fmla="*/ 0 w 1660"/>
                <a:gd name="T10" fmla="*/ 0 h 152"/>
                <a:gd name="T11" fmla="*/ 1660 w 1660"/>
                <a:gd name="T12" fmla="*/ 152 h 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60" h="152">
                  <a:moveTo>
                    <a:pt x="1660" y="152"/>
                  </a:moveTo>
                  <a:lnTo>
                    <a:pt x="1660" y="0"/>
                  </a:lnTo>
                  <a:lnTo>
                    <a:pt x="0" y="4"/>
                  </a:lnTo>
                </a:path>
              </a:pathLst>
            </a:cu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Line 57">
              <a:extLst>
                <a:ext uri="{FF2B5EF4-FFF2-40B4-BE49-F238E27FC236}">
                  <a16:creationId xmlns:a16="http://schemas.microsoft.com/office/drawing/2014/main" id="{218F3DFE-62E8-1C42-A997-A96153618A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99078" y="4004689"/>
              <a:ext cx="0" cy="60325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pic>
        <p:nvPicPr>
          <p:cNvPr id="26" name="Picture 60">
            <a:extLst>
              <a:ext uri="{FF2B5EF4-FFF2-40B4-BE49-F238E27FC236}">
                <a16:creationId xmlns:a16="http://schemas.microsoft.com/office/drawing/2014/main" id="{6C78CF69-C5D1-1042-99DC-4222EA4DC7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090" y="3466526"/>
            <a:ext cx="471488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7" name="Group 54">
            <a:extLst>
              <a:ext uri="{FF2B5EF4-FFF2-40B4-BE49-F238E27FC236}">
                <a16:creationId xmlns:a16="http://schemas.microsoft.com/office/drawing/2014/main" id="{E8873988-DB10-FE45-8043-BCFCC564ED65}"/>
              </a:ext>
            </a:extLst>
          </p:cNvPr>
          <p:cNvGrpSpPr>
            <a:grpSpLocks/>
          </p:cNvGrpSpPr>
          <p:nvPr/>
        </p:nvGrpSpPr>
        <p:grpSpPr bwMode="auto">
          <a:xfrm>
            <a:off x="3184403" y="3460176"/>
            <a:ext cx="365125" cy="712788"/>
            <a:chOff x="4140" y="429"/>
            <a:chExt cx="1425" cy="2396"/>
          </a:xfrm>
        </p:grpSpPr>
        <p:sp>
          <p:nvSpPr>
            <p:cNvPr id="28" name="Freeform 55">
              <a:extLst>
                <a:ext uri="{FF2B5EF4-FFF2-40B4-BE49-F238E27FC236}">
                  <a16:creationId xmlns:a16="http://schemas.microsoft.com/office/drawing/2014/main" id="{7E4CC2E0-3222-BE42-A828-FF50B8CF8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" name="Rectangle 56">
              <a:extLst>
                <a:ext uri="{FF2B5EF4-FFF2-40B4-BE49-F238E27FC236}">
                  <a16:creationId xmlns:a16="http://schemas.microsoft.com/office/drawing/2014/main" id="{A3A95F5A-927B-8844-AEEA-2C83A43D85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7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0" name="Freeform 57">
              <a:extLst>
                <a:ext uri="{FF2B5EF4-FFF2-40B4-BE49-F238E27FC236}">
                  <a16:creationId xmlns:a16="http://schemas.microsoft.com/office/drawing/2014/main" id="{0069D4B1-B450-FA40-8C0C-BF8FC124F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Freeform 58">
              <a:extLst>
                <a:ext uri="{FF2B5EF4-FFF2-40B4-BE49-F238E27FC236}">
                  <a16:creationId xmlns:a16="http://schemas.microsoft.com/office/drawing/2014/main" id="{614429B8-C719-8644-AE6D-47F8C907AA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" name="Rectangle 59">
              <a:extLst>
                <a:ext uri="{FF2B5EF4-FFF2-40B4-BE49-F238E27FC236}">
                  <a16:creationId xmlns:a16="http://schemas.microsoft.com/office/drawing/2014/main" id="{2DD880A9-2F05-6141-8481-7222FC289B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0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3" name="Group 60">
              <a:extLst>
                <a:ext uri="{FF2B5EF4-FFF2-40B4-BE49-F238E27FC236}">
                  <a16:creationId xmlns:a16="http://schemas.microsoft.com/office/drawing/2014/main" id="{719DB695-149D-A94C-90AB-A2D368B8EE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58" name="AutoShape 61">
                <a:extLst>
                  <a:ext uri="{FF2B5EF4-FFF2-40B4-BE49-F238E27FC236}">
                    <a16:creationId xmlns:a16="http://schemas.microsoft.com/office/drawing/2014/main" id="{7A4E2E24-3B0D-AF4F-A52C-2C357CC7EF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9" name="AutoShape 62">
                <a:extLst>
                  <a:ext uri="{FF2B5EF4-FFF2-40B4-BE49-F238E27FC236}">
                    <a16:creationId xmlns:a16="http://schemas.microsoft.com/office/drawing/2014/main" id="{C6BB5F22-0BFB-674E-AB61-C51BC265F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4" name="Rectangle 63">
              <a:extLst>
                <a:ext uri="{FF2B5EF4-FFF2-40B4-BE49-F238E27FC236}">
                  <a16:creationId xmlns:a16="http://schemas.microsoft.com/office/drawing/2014/main" id="{9C5A4256-A53F-874E-BFA1-39FC396FF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021"/>
              <a:ext cx="595" cy="43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5" name="Group 64">
              <a:extLst>
                <a:ext uri="{FF2B5EF4-FFF2-40B4-BE49-F238E27FC236}">
                  <a16:creationId xmlns:a16="http://schemas.microsoft.com/office/drawing/2014/main" id="{0E311E6A-3E40-F74F-B8AF-09D1E252AD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6" name="AutoShape 65">
                <a:extLst>
                  <a:ext uri="{FF2B5EF4-FFF2-40B4-BE49-F238E27FC236}">
                    <a16:creationId xmlns:a16="http://schemas.microsoft.com/office/drawing/2014/main" id="{1D179FF3-E8BF-8947-9AAD-E6B38311CA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9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7" name="AutoShape 66">
                <a:extLst>
                  <a:ext uri="{FF2B5EF4-FFF2-40B4-BE49-F238E27FC236}">
                    <a16:creationId xmlns:a16="http://schemas.microsoft.com/office/drawing/2014/main" id="{C3E96FCC-760E-C448-981B-346F9384B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6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6" name="Rectangle 67">
              <a:extLst>
                <a:ext uri="{FF2B5EF4-FFF2-40B4-BE49-F238E27FC236}">
                  <a16:creationId xmlns:a16="http://schemas.microsoft.com/office/drawing/2014/main" id="{48149864-6DD7-D34A-BFF0-68E14067A8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1358"/>
              <a:ext cx="601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37" name="Rectangle 68">
              <a:extLst>
                <a:ext uri="{FF2B5EF4-FFF2-40B4-BE49-F238E27FC236}">
                  <a16:creationId xmlns:a16="http://schemas.microsoft.com/office/drawing/2014/main" id="{05CA4BF4-1ECD-CA4F-8A7A-7B9330DA5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7" y="1656"/>
              <a:ext cx="595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38" name="Group 69">
              <a:extLst>
                <a:ext uri="{FF2B5EF4-FFF2-40B4-BE49-F238E27FC236}">
                  <a16:creationId xmlns:a16="http://schemas.microsoft.com/office/drawing/2014/main" id="{F3E39B02-1298-0743-931E-B785BC775A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4" name="AutoShape 70">
                <a:extLst>
                  <a:ext uri="{FF2B5EF4-FFF2-40B4-BE49-F238E27FC236}">
                    <a16:creationId xmlns:a16="http://schemas.microsoft.com/office/drawing/2014/main" id="{F3EE4642-5A67-5747-9173-A2328DFB0C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5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5" name="AutoShape 71">
                <a:extLst>
                  <a:ext uri="{FF2B5EF4-FFF2-40B4-BE49-F238E27FC236}">
                    <a16:creationId xmlns:a16="http://schemas.microsoft.com/office/drawing/2014/main" id="{5229E8D7-0E29-214E-AA57-AFE2A59BD2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5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Freeform 72">
              <a:extLst>
                <a:ext uri="{FF2B5EF4-FFF2-40B4-BE49-F238E27FC236}">
                  <a16:creationId xmlns:a16="http://schemas.microsoft.com/office/drawing/2014/main" id="{D90341F2-014E-B14A-B581-851392F9332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0" name="Group 73">
              <a:extLst>
                <a:ext uri="{FF2B5EF4-FFF2-40B4-BE49-F238E27FC236}">
                  <a16:creationId xmlns:a16="http://schemas.microsoft.com/office/drawing/2014/main" id="{280B6B26-F269-5C4C-8C19-DBA764C6CDA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2" name="AutoShape 74">
                <a:extLst>
                  <a:ext uri="{FF2B5EF4-FFF2-40B4-BE49-F238E27FC236}">
                    <a16:creationId xmlns:a16="http://schemas.microsoft.com/office/drawing/2014/main" id="{6DB26256-77EF-F140-B0E4-C02F57D54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3" name="AutoShape 75">
                <a:extLst>
                  <a:ext uri="{FF2B5EF4-FFF2-40B4-BE49-F238E27FC236}">
                    <a16:creationId xmlns:a16="http://schemas.microsoft.com/office/drawing/2014/main" id="{EFE076B6-538F-1744-AEFF-42E849FD61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2" y="2583"/>
                <a:ext cx="695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1" name="Rectangle 76">
              <a:extLst>
                <a:ext uri="{FF2B5EF4-FFF2-40B4-BE49-F238E27FC236}">
                  <a16:creationId xmlns:a16="http://schemas.microsoft.com/office/drawing/2014/main" id="{022EA956-CFF7-F444-96E1-83E349825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2" name="Freeform 77">
              <a:extLst>
                <a:ext uri="{FF2B5EF4-FFF2-40B4-BE49-F238E27FC236}">
                  <a16:creationId xmlns:a16="http://schemas.microsoft.com/office/drawing/2014/main" id="{8B0DE4B6-8814-1E46-82AC-7B6D087A2D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3" name="Freeform 78">
              <a:extLst>
                <a:ext uri="{FF2B5EF4-FFF2-40B4-BE49-F238E27FC236}">
                  <a16:creationId xmlns:a16="http://schemas.microsoft.com/office/drawing/2014/main" id="{A9CF5A83-FC5F-8D4B-B779-B41007025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4" name="Oval 79">
              <a:extLst>
                <a:ext uri="{FF2B5EF4-FFF2-40B4-BE49-F238E27FC236}">
                  <a16:creationId xmlns:a16="http://schemas.microsoft.com/office/drawing/2014/main" id="{FDB262EF-72BC-F740-9B4D-1FFE5D070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2"/>
              <a:ext cx="50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5" name="Freeform 80">
              <a:extLst>
                <a:ext uri="{FF2B5EF4-FFF2-40B4-BE49-F238E27FC236}">
                  <a16:creationId xmlns:a16="http://schemas.microsoft.com/office/drawing/2014/main" id="{20A2BDF1-5362-9947-B37C-44E590138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AutoShape 81">
              <a:extLst>
                <a:ext uri="{FF2B5EF4-FFF2-40B4-BE49-F238E27FC236}">
                  <a16:creationId xmlns:a16="http://schemas.microsoft.com/office/drawing/2014/main" id="{BAC73710-D3B8-8C49-97AA-648DC14CD9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AutoShape 82">
              <a:extLst>
                <a:ext uri="{FF2B5EF4-FFF2-40B4-BE49-F238E27FC236}">
                  <a16:creationId xmlns:a16="http://schemas.microsoft.com/office/drawing/2014/main" id="{1AA6B3D5-8E2F-C340-A675-9DC59E4B0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3"/>
              <a:ext cx="1066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8" name="Oval 83">
              <a:extLst>
                <a:ext uri="{FF2B5EF4-FFF2-40B4-BE49-F238E27FC236}">
                  <a16:creationId xmlns:a16="http://schemas.microsoft.com/office/drawing/2014/main" id="{A39BEF0A-EE8E-7248-A007-97D328CCA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2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9" name="Oval 84">
              <a:extLst>
                <a:ext uri="{FF2B5EF4-FFF2-40B4-BE49-F238E27FC236}">
                  <a16:creationId xmlns:a16="http://schemas.microsoft.com/office/drawing/2014/main" id="{27EEB08E-8DAC-7647-9E5A-B37F47E9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7" y="2382"/>
              <a:ext cx="161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0" name="Oval 85">
              <a:extLst>
                <a:ext uri="{FF2B5EF4-FFF2-40B4-BE49-F238E27FC236}">
                  <a16:creationId xmlns:a16="http://schemas.microsoft.com/office/drawing/2014/main" id="{7165A7B4-85F9-2640-A0EE-2335D6B55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2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1" name="Rectangle 86">
              <a:extLst>
                <a:ext uri="{FF2B5EF4-FFF2-40B4-BE49-F238E27FC236}">
                  <a16:creationId xmlns:a16="http://schemas.microsoft.com/office/drawing/2014/main" id="{C2E9996D-163B-D745-A6A8-45AB41D5ED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3" y="1832"/>
              <a:ext cx="87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0" name="Group 87">
            <a:extLst>
              <a:ext uri="{FF2B5EF4-FFF2-40B4-BE49-F238E27FC236}">
                <a16:creationId xmlns:a16="http://schemas.microsoft.com/office/drawing/2014/main" id="{F67D1896-6BBC-AB41-B67F-AB3399BB37B0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677028" y="4777801"/>
            <a:ext cx="735012" cy="681038"/>
            <a:chOff x="-44" y="1473"/>
            <a:chExt cx="981" cy="1105"/>
          </a:xfrm>
        </p:grpSpPr>
        <p:pic>
          <p:nvPicPr>
            <p:cNvPr id="61" name="Picture 88" descr="desktop_computer_stylized_medium">
              <a:extLst>
                <a:ext uri="{FF2B5EF4-FFF2-40B4-BE49-F238E27FC236}">
                  <a16:creationId xmlns:a16="http://schemas.microsoft.com/office/drawing/2014/main" id="{12544D91-DE12-C440-AF3A-72D9066513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89">
              <a:extLst>
                <a:ext uri="{FF2B5EF4-FFF2-40B4-BE49-F238E27FC236}">
                  <a16:creationId xmlns:a16="http://schemas.microsoft.com/office/drawing/2014/main" id="{D8342731-E1B7-FF4F-B63A-2B9EF713C35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8E7B059-0C82-604F-9216-00FE9590AFC8}"/>
              </a:ext>
            </a:extLst>
          </p:cNvPr>
          <p:cNvGrpSpPr/>
          <p:nvPr/>
        </p:nvGrpSpPr>
        <p:grpSpPr>
          <a:xfrm>
            <a:off x="1456133" y="5624388"/>
            <a:ext cx="10506683" cy="1029566"/>
            <a:chOff x="1456133" y="5624388"/>
            <a:chExt cx="10506683" cy="1029566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CA066BBC-5B2D-0340-8A5E-0AB09584C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2057" y="5737966"/>
              <a:ext cx="10250759" cy="915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457200" marR="0" lvl="1" indent="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000090"/>
                </a:buClr>
                <a:buSzPct val="100000"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  <a:hlinkClick r:id="rId5"/>
                </a:rPr>
                <a:t>Wireshark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charset="0"/>
                  <a:cs typeface="ＭＳ Ｐゴシック" charset="0"/>
                </a:rPr>
                <a:t> software is a (free) packet-sniffer</a:t>
              </a:r>
            </a:p>
            <a:p>
              <a:pPr marL="742950" marR="0" lvl="1" indent="-285750" algn="l" defTabSz="914400" rtl="0" eaLnBrk="1" fontAlgn="auto" latinLnBrk="0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>
                  <a:srgbClr val="ED7D31"/>
                </a:buClr>
                <a:buSzPct val="75000"/>
                <a:buFont typeface="Wingding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charset="0"/>
                <a:ea typeface="ＭＳ Ｐゴシック" charset="0"/>
                <a:cs typeface="ＭＳ Ｐゴシック" charset="0"/>
              </a:endParaRPr>
            </a:p>
          </p:txBody>
        </p:sp>
        <p:pic>
          <p:nvPicPr>
            <p:cNvPr id="8194" name="Picture 2" descr="Image result for wireshark logo">
              <a:extLst>
                <a:ext uri="{FF2B5EF4-FFF2-40B4-BE49-F238E27FC236}">
                  <a16:creationId xmlns:a16="http://schemas.microsoft.com/office/drawing/2014/main" id="{05D86E15-2863-2D4D-B25D-A42C0FE63ED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56133" y="5624388"/>
              <a:ext cx="667509" cy="6675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B9D1305C-AF63-6240-8FD1-E69B36970A8F}"/>
              </a:ext>
            </a:extLst>
          </p:cNvPr>
          <p:cNvGrpSpPr/>
          <p:nvPr/>
        </p:nvGrpSpPr>
        <p:grpSpPr>
          <a:xfrm>
            <a:off x="4054353" y="4784334"/>
            <a:ext cx="958850" cy="476251"/>
            <a:chOff x="7493876" y="2774731"/>
            <a:chExt cx="1481958" cy="894622"/>
          </a:xfrm>
        </p:grpSpPr>
        <p:sp>
          <p:nvSpPr>
            <p:cNvPr id="83" name="Freeform 82">
              <a:extLst>
                <a:ext uri="{FF2B5EF4-FFF2-40B4-BE49-F238E27FC236}">
                  <a16:creationId xmlns:a16="http://schemas.microsoft.com/office/drawing/2014/main" id="{E653ABFA-F7DB-F14E-95A5-0FDFB684F51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     </a:t>
              </a:r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07CB97C4-3176-704C-832B-2769F9BD8A3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              </a:t>
              </a: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1C4E248C-B7EE-0749-BE84-6D97E6830AA8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86" name="Freeform 85">
                <a:extLst>
                  <a:ext uri="{FF2B5EF4-FFF2-40B4-BE49-F238E27FC236}">
                    <a16:creationId xmlns:a16="http://schemas.microsoft.com/office/drawing/2014/main" id="{D8ABCFB8-B1A0-CC43-8976-0D9324A60B7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7" name="Freeform 86">
                <a:extLst>
                  <a:ext uri="{FF2B5EF4-FFF2-40B4-BE49-F238E27FC236}">
                    <a16:creationId xmlns:a16="http://schemas.microsoft.com/office/drawing/2014/main" id="{21E1551D-8D59-7F4D-9AC3-A82F786FCBCE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8" name="Freeform 87">
                <a:extLst>
                  <a:ext uri="{FF2B5EF4-FFF2-40B4-BE49-F238E27FC236}">
                    <a16:creationId xmlns:a16="http://schemas.microsoft.com/office/drawing/2014/main" id="{F50F35D5-457F-BD4D-9C04-D7E77ADC1C6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9" name="Freeform 88">
                <a:extLst>
                  <a:ext uri="{FF2B5EF4-FFF2-40B4-BE49-F238E27FC236}">
                    <a16:creationId xmlns:a16="http://schemas.microsoft.com/office/drawing/2014/main" id="{43929AB4-076F-294E-B995-F22B57E519B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36197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CD900-19EC-824C-BF74-AADFBF5A1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67" y="29194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Bad guys: denial of service</a:t>
            </a:r>
          </a:p>
        </p:txBody>
      </p:sp>
      <p:grpSp>
        <p:nvGrpSpPr>
          <p:cNvPr id="5" name="Group 131">
            <a:extLst>
              <a:ext uri="{FF2B5EF4-FFF2-40B4-BE49-F238E27FC236}">
                <a16:creationId xmlns:a16="http://schemas.microsoft.com/office/drawing/2014/main" id="{5671BF31-8345-4A47-A6EE-F59651ABF1C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546011" y="3759781"/>
            <a:ext cx="735012" cy="681037"/>
            <a:chOff x="-44" y="1473"/>
            <a:chExt cx="981" cy="1105"/>
          </a:xfrm>
        </p:grpSpPr>
        <p:pic>
          <p:nvPicPr>
            <p:cNvPr id="7" name="Picture 132" descr="desktop_computer_stylized_medium">
              <a:extLst>
                <a:ext uri="{FF2B5EF4-FFF2-40B4-BE49-F238E27FC236}">
                  <a16:creationId xmlns:a16="http://schemas.microsoft.com/office/drawing/2014/main" id="{CF849B20-A34D-E044-9DF7-A03B28E734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Freeform 133">
              <a:extLst>
                <a:ext uri="{FF2B5EF4-FFF2-40B4-BE49-F238E27FC236}">
                  <a16:creationId xmlns:a16="http://schemas.microsoft.com/office/drawing/2014/main" id="{F87F7675-3615-BE4C-BECA-BC2EB60FEB9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" name="Group 186">
            <a:extLst>
              <a:ext uri="{FF2B5EF4-FFF2-40B4-BE49-F238E27FC236}">
                <a16:creationId xmlns:a16="http://schemas.microsoft.com/office/drawing/2014/main" id="{A485E3ED-561D-B445-816D-36AEBD4DCE66}"/>
              </a:ext>
            </a:extLst>
          </p:cNvPr>
          <p:cNvGrpSpPr>
            <a:grpSpLocks/>
          </p:cNvGrpSpPr>
          <p:nvPr/>
        </p:nvGrpSpPr>
        <p:grpSpPr bwMode="auto">
          <a:xfrm>
            <a:off x="8087348" y="4002668"/>
            <a:ext cx="831850" cy="1260475"/>
            <a:chOff x="5069" y="1396"/>
            <a:chExt cx="524" cy="794"/>
          </a:xfrm>
        </p:grpSpPr>
        <p:sp>
          <p:nvSpPr>
            <p:cNvPr id="10" name="Text Box 21">
              <a:extLst>
                <a:ext uri="{FF2B5EF4-FFF2-40B4-BE49-F238E27FC236}">
                  <a16:creationId xmlns:a16="http://schemas.microsoft.com/office/drawing/2014/main" id="{252895BB-2B09-1C42-9FBA-A9EA9F582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1940"/>
              <a:ext cx="52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target</a:t>
              </a:r>
            </a:p>
          </p:txBody>
        </p:sp>
        <p:grpSp>
          <p:nvGrpSpPr>
            <p:cNvPr id="11" name="Group 153">
              <a:extLst>
                <a:ext uri="{FF2B5EF4-FFF2-40B4-BE49-F238E27FC236}">
                  <a16:creationId xmlns:a16="http://schemas.microsoft.com/office/drawing/2014/main" id="{2102AA82-D8E7-4149-9FC5-0E55B96871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00" y="1396"/>
              <a:ext cx="258" cy="574"/>
              <a:chOff x="4140" y="429"/>
              <a:chExt cx="1425" cy="2396"/>
            </a:xfrm>
          </p:grpSpPr>
          <p:sp>
            <p:nvSpPr>
              <p:cNvPr id="12" name="Freeform 154">
                <a:extLst>
                  <a:ext uri="{FF2B5EF4-FFF2-40B4-BE49-F238E27FC236}">
                    <a16:creationId xmlns:a16="http://schemas.microsoft.com/office/drawing/2014/main" id="{4ABA3590-788E-A640-8340-D6788D8A7C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" name="Rectangle 155">
                <a:extLst>
                  <a:ext uri="{FF2B5EF4-FFF2-40B4-BE49-F238E27FC236}">
                    <a16:creationId xmlns:a16="http://schemas.microsoft.com/office/drawing/2014/main" id="{BA5EDD97-668D-144C-8C2C-961823730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429"/>
                <a:ext cx="1049" cy="2283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" name="Freeform 156">
                <a:extLst>
                  <a:ext uri="{FF2B5EF4-FFF2-40B4-BE49-F238E27FC236}">
                    <a16:creationId xmlns:a16="http://schemas.microsoft.com/office/drawing/2014/main" id="{2D62D25E-0524-B641-AAD0-241CA458D2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5" name="Freeform 157">
                <a:extLst>
                  <a:ext uri="{FF2B5EF4-FFF2-40B4-BE49-F238E27FC236}">
                    <a16:creationId xmlns:a16="http://schemas.microsoft.com/office/drawing/2014/main" id="{2A48AA36-9069-1545-BFAF-1DE1C7CB82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6" name="Rectangle 158">
                <a:extLst>
                  <a:ext uri="{FF2B5EF4-FFF2-40B4-BE49-F238E27FC236}">
                    <a16:creationId xmlns:a16="http://schemas.microsoft.com/office/drawing/2014/main" id="{C46736B1-4F91-F541-8A78-57B6CCE47A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2" y="692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18" name="Group 159">
                <a:extLst>
                  <a:ext uri="{FF2B5EF4-FFF2-40B4-BE49-F238E27FC236}">
                    <a16:creationId xmlns:a16="http://schemas.microsoft.com/office/drawing/2014/main" id="{58A0138B-7FFC-CD44-9B9E-6FB82DDE21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43" name="AutoShape 160">
                  <a:extLst>
                    <a:ext uri="{FF2B5EF4-FFF2-40B4-BE49-F238E27FC236}">
                      <a16:creationId xmlns:a16="http://schemas.microsoft.com/office/drawing/2014/main" id="{A5FEEE84-EB21-BF47-A4F6-1E0F680B83E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4" name="AutoShape 161">
                  <a:extLst>
                    <a:ext uri="{FF2B5EF4-FFF2-40B4-BE49-F238E27FC236}">
                      <a16:creationId xmlns:a16="http://schemas.microsoft.com/office/drawing/2014/main" id="{C8123062-722F-A642-9F03-DDE66E9B5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6" y="2583"/>
                  <a:ext cx="689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19" name="Rectangle 162">
                <a:extLst>
                  <a:ext uri="{FF2B5EF4-FFF2-40B4-BE49-F238E27FC236}">
                    <a16:creationId xmlns:a16="http://schemas.microsoft.com/office/drawing/2014/main" id="{C9020AB0-B17D-CB4F-A9B5-99244FB363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8"/>
                <a:ext cx="597" cy="50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0" name="Group 163">
                <a:extLst>
                  <a:ext uri="{FF2B5EF4-FFF2-40B4-BE49-F238E27FC236}">
                    <a16:creationId xmlns:a16="http://schemas.microsoft.com/office/drawing/2014/main" id="{CE1259C3-A2E3-0149-B586-E73AACF0B1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41" name="AutoShape 164">
                  <a:extLst>
                    <a:ext uri="{FF2B5EF4-FFF2-40B4-BE49-F238E27FC236}">
                      <a16:creationId xmlns:a16="http://schemas.microsoft.com/office/drawing/2014/main" id="{D86524F2-6B03-3146-93C7-EA6450B7CC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6"/>
                  <a:ext cx="724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2" name="AutoShape 165">
                  <a:extLst>
                    <a:ext uri="{FF2B5EF4-FFF2-40B4-BE49-F238E27FC236}">
                      <a16:creationId xmlns:a16="http://schemas.microsoft.com/office/drawing/2014/main" id="{6476B1C6-56E6-5B4A-8EB5-AE9CB1666D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4"/>
                  <a:ext cx="689" cy="10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1" name="Rectangle 166">
                <a:extLst>
                  <a:ext uri="{FF2B5EF4-FFF2-40B4-BE49-F238E27FC236}">
                    <a16:creationId xmlns:a16="http://schemas.microsoft.com/office/drawing/2014/main" id="{19AC0D5F-2746-3944-A6FE-00A27A7A8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60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2" name="Rectangle 167">
                <a:extLst>
                  <a:ext uri="{FF2B5EF4-FFF2-40B4-BE49-F238E27FC236}">
                    <a16:creationId xmlns:a16="http://schemas.microsoft.com/office/drawing/2014/main" id="{51C0D0C0-5DDE-2749-8E54-4F5D8BBCC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8" y="1656"/>
                <a:ext cx="597" cy="46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3" name="Group 168">
                <a:extLst>
                  <a:ext uri="{FF2B5EF4-FFF2-40B4-BE49-F238E27FC236}">
                    <a16:creationId xmlns:a16="http://schemas.microsoft.com/office/drawing/2014/main" id="{2835C54C-E01E-FF41-8541-1761149C6D6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39" name="AutoShape 169">
                  <a:extLst>
                    <a:ext uri="{FF2B5EF4-FFF2-40B4-BE49-F238E27FC236}">
                      <a16:creationId xmlns:a16="http://schemas.microsoft.com/office/drawing/2014/main" id="{C174DDB7-5793-FE4E-9850-1A7EE0976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2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40" name="AutoShape 170">
                  <a:extLst>
                    <a:ext uri="{FF2B5EF4-FFF2-40B4-BE49-F238E27FC236}">
                      <a16:creationId xmlns:a16="http://schemas.microsoft.com/office/drawing/2014/main" id="{CD6C8529-D6B3-AB49-AAC4-D6272A0472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3"/>
                  <a:ext cx="688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4" name="Freeform 171">
                <a:extLst>
                  <a:ext uri="{FF2B5EF4-FFF2-40B4-BE49-F238E27FC236}">
                    <a16:creationId xmlns:a16="http://schemas.microsoft.com/office/drawing/2014/main" id="{2368CE90-8A8A-B34E-A754-54A2CDC4D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5" name="Group 172">
                <a:extLst>
                  <a:ext uri="{FF2B5EF4-FFF2-40B4-BE49-F238E27FC236}">
                    <a16:creationId xmlns:a16="http://schemas.microsoft.com/office/drawing/2014/main" id="{6BEBC90B-C3CE-7D4B-BA74-8D2E9FB5860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37" name="AutoShape 173">
                  <a:extLst>
                    <a:ext uri="{FF2B5EF4-FFF2-40B4-BE49-F238E27FC236}">
                      <a16:creationId xmlns:a16="http://schemas.microsoft.com/office/drawing/2014/main" id="{AC94CA82-E128-0744-B46F-E756D9305C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8" name="AutoShape 174">
                  <a:extLst>
                    <a:ext uri="{FF2B5EF4-FFF2-40B4-BE49-F238E27FC236}">
                      <a16:creationId xmlns:a16="http://schemas.microsoft.com/office/drawing/2014/main" id="{708F3622-CE87-8044-8A8E-FF1DDA451E0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4"/>
                  <a:ext cx="695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  <p:sp>
            <p:nvSpPr>
              <p:cNvPr id="26" name="Rectangle 175">
                <a:extLst>
                  <a:ext uri="{FF2B5EF4-FFF2-40B4-BE49-F238E27FC236}">
                    <a16:creationId xmlns:a16="http://schemas.microsoft.com/office/drawing/2014/main" id="{3FE17BF0-39BE-F44D-9554-2D4B846E41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" y="429"/>
                <a:ext cx="66" cy="2287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7" name="Freeform 176">
                <a:extLst>
                  <a:ext uri="{FF2B5EF4-FFF2-40B4-BE49-F238E27FC236}">
                    <a16:creationId xmlns:a16="http://schemas.microsoft.com/office/drawing/2014/main" id="{633D9845-5E25-474E-8BF7-FC1F0BD4CD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8" name="Freeform 177">
                <a:extLst>
                  <a:ext uri="{FF2B5EF4-FFF2-40B4-BE49-F238E27FC236}">
                    <a16:creationId xmlns:a16="http://schemas.microsoft.com/office/drawing/2014/main" id="{78C34C93-2320-564F-ADFD-350C3AD55F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9" name="Oval 178">
                <a:extLst>
                  <a:ext uri="{FF2B5EF4-FFF2-40B4-BE49-F238E27FC236}">
                    <a16:creationId xmlns:a16="http://schemas.microsoft.com/office/drawing/2014/main" id="{5424D659-B05B-BA43-836D-2FA5040B7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2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0" name="Freeform 179">
                <a:extLst>
                  <a:ext uri="{FF2B5EF4-FFF2-40B4-BE49-F238E27FC236}">
                    <a16:creationId xmlns:a16="http://schemas.microsoft.com/office/drawing/2014/main" id="{901B4BB8-C637-AE40-85D1-E590B5A63D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31" name="AutoShape 180">
                <a:extLst>
                  <a:ext uri="{FF2B5EF4-FFF2-40B4-BE49-F238E27FC236}">
                    <a16:creationId xmlns:a16="http://schemas.microsoft.com/office/drawing/2014/main" id="{751300FB-CBCE-FB4E-84C9-1F41694500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199" cy="146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2" name="AutoShape 181">
                <a:extLst>
                  <a:ext uri="{FF2B5EF4-FFF2-40B4-BE49-F238E27FC236}">
                    <a16:creationId xmlns:a16="http://schemas.microsoft.com/office/drawing/2014/main" id="{14F80730-26F5-7849-BE0D-295114CEF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2712"/>
                <a:ext cx="1072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3" name="Oval 182">
                <a:extLst>
                  <a:ext uri="{FF2B5EF4-FFF2-40B4-BE49-F238E27FC236}">
                    <a16:creationId xmlns:a16="http://schemas.microsoft.com/office/drawing/2014/main" id="{754B8C0E-A673-B848-BF9B-96DC9D8610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6" y="2383"/>
                <a:ext cx="160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4" name="Oval 183">
                <a:extLst>
                  <a:ext uri="{FF2B5EF4-FFF2-40B4-BE49-F238E27FC236}">
                    <a16:creationId xmlns:a16="http://schemas.microsoft.com/office/drawing/2014/main" id="{0850A2C2-5BDF-8644-B742-A1CE7E1342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8" y="2383"/>
                <a:ext cx="160" cy="146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5" name="Oval 184">
                <a:extLst>
                  <a:ext uri="{FF2B5EF4-FFF2-40B4-BE49-F238E27FC236}">
                    <a16:creationId xmlns:a16="http://schemas.microsoft.com/office/drawing/2014/main" id="{542B7A1C-5166-F14C-99EB-9D369CD71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5" y="2383"/>
                <a:ext cx="155" cy="13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36" name="Rectangle 185">
                <a:extLst>
                  <a:ext uri="{FF2B5EF4-FFF2-40B4-BE49-F238E27FC236}">
                    <a16:creationId xmlns:a16="http://schemas.microsoft.com/office/drawing/2014/main" id="{96E57170-1D21-3041-80C5-BCD5BCFE03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6"/>
                <a:ext cx="83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45" name="Rectangle 3">
            <a:extLst>
              <a:ext uri="{FF2B5EF4-FFF2-40B4-BE49-F238E27FC236}">
                <a16:creationId xmlns:a16="http://schemas.microsoft.com/office/drawing/2014/main" id="{B003BE48-58DC-5A4B-9250-A838A7C7044A}"/>
              </a:ext>
            </a:extLst>
          </p:cNvPr>
          <p:cNvSpPr txBox="1">
            <a:spLocks noChangeArrowheads="1"/>
          </p:cNvSpPr>
          <p:nvPr/>
        </p:nvSpPr>
        <p:spPr>
          <a:xfrm>
            <a:off x="727345" y="1393213"/>
            <a:ext cx="9863871" cy="15244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Denial of Service (DoS):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attackers make resources (server, bandwidth) unavailable to legitimate traffic by overwhelming resource with bogus traffic</a:t>
            </a:r>
          </a:p>
        </p:txBody>
      </p:sp>
      <p:sp>
        <p:nvSpPr>
          <p:cNvPr id="46" name="Rectangle 4">
            <a:extLst>
              <a:ext uri="{FF2B5EF4-FFF2-40B4-BE49-F238E27FC236}">
                <a16:creationId xmlns:a16="http://schemas.microsoft.com/office/drawing/2014/main" id="{CEF91AB4-C999-A54F-97F0-0D764C08F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658" y="3116853"/>
            <a:ext cx="41148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1.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select target</a:t>
            </a:r>
          </a:p>
        </p:txBody>
      </p:sp>
      <p:sp>
        <p:nvSpPr>
          <p:cNvPr id="47" name="Rectangle 5">
            <a:extLst>
              <a:ext uri="{FF2B5EF4-FFF2-40B4-BE49-F238E27FC236}">
                <a16:creationId xmlns:a16="http://schemas.microsoft.com/office/drawing/2014/main" id="{075D78BA-F2C2-D04E-8588-A73192FF0C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1423" y="3883879"/>
            <a:ext cx="4341955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2.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break into hosts around the network (see botnet)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SzPct val="85000"/>
              <a:buFont typeface="ZapfDingbats" charset="2"/>
              <a:buAutoNum type="arabicPeriod" startAt="2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8" name="Rectangle 6">
            <a:extLst>
              <a:ext uri="{FF2B5EF4-FFF2-40B4-BE49-F238E27FC236}">
                <a16:creationId xmlns:a16="http://schemas.microsoft.com/office/drawing/2014/main" id="{9860933B-2B16-1242-A6CB-2A2E5DF5B1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1657" y="4908337"/>
            <a:ext cx="4432737" cy="9501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57200" indent="-4572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ED7D31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3.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send packets to target from compromised hosts</a:t>
            </a:r>
          </a:p>
        </p:txBody>
      </p:sp>
      <p:grpSp>
        <p:nvGrpSpPr>
          <p:cNvPr id="49" name="Group 152">
            <a:extLst>
              <a:ext uri="{FF2B5EF4-FFF2-40B4-BE49-F238E27FC236}">
                <a16:creationId xmlns:a16="http://schemas.microsoft.com/office/drawing/2014/main" id="{34BB1FB3-F797-CE40-A303-F67D5EA0D714}"/>
              </a:ext>
            </a:extLst>
          </p:cNvPr>
          <p:cNvGrpSpPr>
            <a:grpSpLocks/>
          </p:cNvGrpSpPr>
          <p:nvPr/>
        </p:nvGrpSpPr>
        <p:grpSpPr bwMode="auto">
          <a:xfrm>
            <a:off x="6876086" y="3297818"/>
            <a:ext cx="2720975" cy="2674938"/>
            <a:chOff x="-262" y="2555"/>
            <a:chExt cx="1714" cy="1685"/>
          </a:xfrm>
        </p:grpSpPr>
        <p:sp>
          <p:nvSpPr>
            <p:cNvPr id="50" name="Line 63">
              <a:extLst>
                <a:ext uri="{FF2B5EF4-FFF2-40B4-BE49-F238E27FC236}">
                  <a16:creationId xmlns:a16="http://schemas.microsoft.com/office/drawing/2014/main" id="{240D789E-07A8-4A47-8526-9F3894E157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0" y="3261"/>
              <a:ext cx="436" cy="16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Line 64">
              <a:extLst>
                <a:ext uri="{FF2B5EF4-FFF2-40B4-BE49-F238E27FC236}">
                  <a16:creationId xmlns:a16="http://schemas.microsoft.com/office/drawing/2014/main" id="{8EA69BDD-6834-BA4E-8A9A-CDD3D334E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3" y="3470"/>
              <a:ext cx="226" cy="324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2" name="Line 65">
              <a:extLst>
                <a:ext uri="{FF2B5EF4-FFF2-40B4-BE49-F238E27FC236}">
                  <a16:creationId xmlns:a16="http://schemas.microsoft.com/office/drawing/2014/main" id="{6F7FFC2D-076E-9641-9969-CA6045CBAF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57" y="3410"/>
              <a:ext cx="595" cy="456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3" name="Line 66">
              <a:extLst>
                <a:ext uri="{FF2B5EF4-FFF2-40B4-BE49-F238E27FC236}">
                  <a16:creationId xmlns:a16="http://schemas.microsoft.com/office/drawing/2014/main" id="{411EA141-EA1B-9249-AC8C-AEFF840A4B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2555"/>
              <a:ext cx="16" cy="46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4" name="Line 67">
              <a:extLst>
                <a:ext uri="{FF2B5EF4-FFF2-40B4-BE49-F238E27FC236}">
                  <a16:creationId xmlns:a16="http://schemas.microsoft.com/office/drawing/2014/main" id="{2980C73E-B307-9347-B762-286D7DB5F9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29" y="3011"/>
              <a:ext cx="473" cy="18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Line 68">
              <a:extLst>
                <a:ext uri="{FF2B5EF4-FFF2-40B4-BE49-F238E27FC236}">
                  <a16:creationId xmlns:a16="http://schemas.microsoft.com/office/drawing/2014/main" id="{671BC8F5-6316-CD48-97A2-C38DE07E42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262" y="3083"/>
              <a:ext cx="879" cy="111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6" name="Line 69">
              <a:extLst>
                <a:ext uri="{FF2B5EF4-FFF2-40B4-BE49-F238E27FC236}">
                  <a16:creationId xmlns:a16="http://schemas.microsoft.com/office/drawing/2014/main" id="{8B7BCBEF-584C-F74E-80E0-8BC296AF69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01" y="3362"/>
              <a:ext cx="800" cy="649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7" name="Line 70">
              <a:extLst>
                <a:ext uri="{FF2B5EF4-FFF2-40B4-BE49-F238E27FC236}">
                  <a16:creationId xmlns:a16="http://schemas.microsoft.com/office/drawing/2014/main" id="{673660B3-2563-1141-BC2A-1820CBC952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52" y="2623"/>
              <a:ext cx="352" cy="39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8" name="Line 71">
              <a:extLst>
                <a:ext uri="{FF2B5EF4-FFF2-40B4-BE49-F238E27FC236}">
                  <a16:creationId xmlns:a16="http://schemas.microsoft.com/office/drawing/2014/main" id="{2AE70CDA-56D3-054F-9B05-C53E40B7AB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" y="3582"/>
              <a:ext cx="198" cy="6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9" name="Line 72">
              <a:extLst>
                <a:ext uri="{FF2B5EF4-FFF2-40B4-BE49-F238E27FC236}">
                  <a16:creationId xmlns:a16="http://schemas.microsoft.com/office/drawing/2014/main" id="{D3EB0842-476A-254E-83F2-76A01FFE72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2" y="2738"/>
              <a:ext cx="416" cy="258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0" name="Group 113">
            <a:extLst>
              <a:ext uri="{FF2B5EF4-FFF2-40B4-BE49-F238E27FC236}">
                <a16:creationId xmlns:a16="http://schemas.microsoft.com/office/drawing/2014/main" id="{10A7333E-A585-D14F-B6DB-52435ACF182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041436" y="2937456"/>
            <a:ext cx="735012" cy="681037"/>
            <a:chOff x="-44" y="1473"/>
            <a:chExt cx="981" cy="1105"/>
          </a:xfrm>
        </p:grpSpPr>
        <p:pic>
          <p:nvPicPr>
            <p:cNvPr id="61" name="Picture 114" descr="desktop_computer_stylized_medium">
              <a:extLst>
                <a:ext uri="{FF2B5EF4-FFF2-40B4-BE49-F238E27FC236}">
                  <a16:creationId xmlns:a16="http://schemas.microsoft.com/office/drawing/2014/main" id="{01147AF7-C025-614C-95B2-DC5DF0AB4C0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115">
              <a:extLst>
                <a:ext uri="{FF2B5EF4-FFF2-40B4-BE49-F238E27FC236}">
                  <a16:creationId xmlns:a16="http://schemas.microsoft.com/office/drawing/2014/main" id="{EBCFF3AE-DFA4-114F-8873-ED4B72E8B49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3" name="Group 116">
            <a:extLst>
              <a:ext uri="{FF2B5EF4-FFF2-40B4-BE49-F238E27FC236}">
                <a16:creationId xmlns:a16="http://schemas.microsoft.com/office/drawing/2014/main" id="{A679AEDC-8797-7C4C-9512-CC63DE65687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328773" y="3774068"/>
            <a:ext cx="735013" cy="681038"/>
            <a:chOff x="-44" y="1473"/>
            <a:chExt cx="981" cy="1105"/>
          </a:xfrm>
        </p:grpSpPr>
        <p:pic>
          <p:nvPicPr>
            <p:cNvPr id="64" name="Picture 117" descr="desktop_computer_stylized_medium">
              <a:extLst>
                <a:ext uri="{FF2B5EF4-FFF2-40B4-BE49-F238E27FC236}">
                  <a16:creationId xmlns:a16="http://schemas.microsoft.com/office/drawing/2014/main" id="{99C8CCE2-64C9-E548-A809-8ACB9E412A2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118">
              <a:extLst>
                <a:ext uri="{FF2B5EF4-FFF2-40B4-BE49-F238E27FC236}">
                  <a16:creationId xmlns:a16="http://schemas.microsoft.com/office/drawing/2014/main" id="{FD178B63-073D-904B-AB24-5180E69BD2F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6" name="Group 119">
            <a:extLst>
              <a:ext uri="{FF2B5EF4-FFF2-40B4-BE49-F238E27FC236}">
                <a16:creationId xmlns:a16="http://schemas.microsoft.com/office/drawing/2014/main" id="{A4F38700-463B-DC46-9ECE-001F57B0508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387511" y="4475743"/>
            <a:ext cx="735012" cy="681038"/>
            <a:chOff x="-44" y="1473"/>
            <a:chExt cx="981" cy="1105"/>
          </a:xfrm>
        </p:grpSpPr>
        <p:pic>
          <p:nvPicPr>
            <p:cNvPr id="67" name="Picture 120" descr="desktop_computer_stylized_medium">
              <a:extLst>
                <a:ext uri="{FF2B5EF4-FFF2-40B4-BE49-F238E27FC236}">
                  <a16:creationId xmlns:a16="http://schemas.microsoft.com/office/drawing/2014/main" id="{3A3D357D-C23A-4346-93FC-BEE43FD511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8" name="Freeform 121">
              <a:extLst>
                <a:ext uri="{FF2B5EF4-FFF2-40B4-BE49-F238E27FC236}">
                  <a16:creationId xmlns:a16="http://schemas.microsoft.com/office/drawing/2014/main" id="{AB59AC13-2896-E340-8D89-AD696502F6B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69" name="Group 122">
            <a:extLst>
              <a:ext uri="{FF2B5EF4-FFF2-40B4-BE49-F238E27FC236}">
                <a16:creationId xmlns:a16="http://schemas.microsoft.com/office/drawing/2014/main" id="{0D817B4B-4AD3-C14B-AE56-7E65C40EB00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424023" y="5256793"/>
            <a:ext cx="735013" cy="681038"/>
            <a:chOff x="-44" y="1473"/>
            <a:chExt cx="981" cy="1105"/>
          </a:xfrm>
        </p:grpSpPr>
        <p:pic>
          <p:nvPicPr>
            <p:cNvPr id="70" name="Picture 123" descr="desktop_computer_stylized_medium">
              <a:extLst>
                <a:ext uri="{FF2B5EF4-FFF2-40B4-BE49-F238E27FC236}">
                  <a16:creationId xmlns:a16="http://schemas.microsoft.com/office/drawing/2014/main" id="{D67B6E62-62DF-E440-84A6-40CD76C264A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" name="Freeform 124">
              <a:extLst>
                <a:ext uri="{FF2B5EF4-FFF2-40B4-BE49-F238E27FC236}">
                  <a16:creationId xmlns:a16="http://schemas.microsoft.com/office/drawing/2014/main" id="{BFE0D576-BA51-9845-8319-80EBFDCB87E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2" name="Group 125">
            <a:extLst>
              <a:ext uri="{FF2B5EF4-FFF2-40B4-BE49-F238E27FC236}">
                <a16:creationId xmlns:a16="http://schemas.microsoft.com/office/drawing/2014/main" id="{26C51172-8D8D-7A48-AF47-2DEAA12AA6D8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079411" y="3066043"/>
            <a:ext cx="735012" cy="681038"/>
            <a:chOff x="-44" y="1473"/>
            <a:chExt cx="981" cy="1105"/>
          </a:xfrm>
        </p:grpSpPr>
        <p:pic>
          <p:nvPicPr>
            <p:cNvPr id="73" name="Picture 126" descr="desktop_computer_stylized_medium">
              <a:extLst>
                <a:ext uri="{FF2B5EF4-FFF2-40B4-BE49-F238E27FC236}">
                  <a16:creationId xmlns:a16="http://schemas.microsoft.com/office/drawing/2014/main" id="{69C5B0D9-2504-0549-B400-71295C40B5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4" name="Freeform 127">
              <a:extLst>
                <a:ext uri="{FF2B5EF4-FFF2-40B4-BE49-F238E27FC236}">
                  <a16:creationId xmlns:a16="http://schemas.microsoft.com/office/drawing/2014/main" id="{9E974D9F-ACEC-1344-B5C8-FF8AAB7F540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5" name="Group 128">
            <a:extLst>
              <a:ext uri="{FF2B5EF4-FFF2-40B4-BE49-F238E27FC236}">
                <a16:creationId xmlns:a16="http://schemas.microsoft.com/office/drawing/2014/main" id="{9C958751-0861-8C42-9DE0-5B95FEB2EAF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074523" y="3127956"/>
            <a:ext cx="735013" cy="681037"/>
            <a:chOff x="-44" y="1473"/>
            <a:chExt cx="981" cy="1105"/>
          </a:xfrm>
        </p:grpSpPr>
        <p:pic>
          <p:nvPicPr>
            <p:cNvPr id="76" name="Picture 129" descr="desktop_computer_stylized_medium">
              <a:extLst>
                <a:ext uri="{FF2B5EF4-FFF2-40B4-BE49-F238E27FC236}">
                  <a16:creationId xmlns:a16="http://schemas.microsoft.com/office/drawing/2014/main" id="{BAB817CE-0790-2B4E-B65F-A6498BE9CB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30">
              <a:extLst>
                <a:ext uri="{FF2B5EF4-FFF2-40B4-BE49-F238E27FC236}">
                  <a16:creationId xmlns:a16="http://schemas.microsoft.com/office/drawing/2014/main" id="{EFC5C2B3-2D8A-6747-B184-076FA411FE9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78" name="Group 134">
            <a:extLst>
              <a:ext uri="{FF2B5EF4-FFF2-40B4-BE49-F238E27FC236}">
                <a16:creationId xmlns:a16="http://schemas.microsoft.com/office/drawing/2014/main" id="{87DE748A-5111-7641-85D8-040FC10E7AF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58561" y="3832806"/>
            <a:ext cx="735012" cy="681037"/>
            <a:chOff x="-44" y="1473"/>
            <a:chExt cx="981" cy="1105"/>
          </a:xfrm>
        </p:grpSpPr>
        <p:pic>
          <p:nvPicPr>
            <p:cNvPr id="79" name="Picture 135" descr="desktop_computer_stylized_medium">
              <a:extLst>
                <a:ext uri="{FF2B5EF4-FFF2-40B4-BE49-F238E27FC236}">
                  <a16:creationId xmlns:a16="http://schemas.microsoft.com/office/drawing/2014/main" id="{636D1BB9-AB82-8944-82FF-E59A7BD5E9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136">
              <a:extLst>
                <a:ext uri="{FF2B5EF4-FFF2-40B4-BE49-F238E27FC236}">
                  <a16:creationId xmlns:a16="http://schemas.microsoft.com/office/drawing/2014/main" id="{1B6337C3-6A6A-3247-B100-E450F3744EF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1" name="Group 137">
            <a:extLst>
              <a:ext uri="{FF2B5EF4-FFF2-40B4-BE49-F238E27FC236}">
                <a16:creationId xmlns:a16="http://schemas.microsoft.com/office/drawing/2014/main" id="{7EE5AE12-F723-1844-BF7D-895F4D162FD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90386" y="4567818"/>
            <a:ext cx="735012" cy="681038"/>
            <a:chOff x="-44" y="1473"/>
            <a:chExt cx="981" cy="1105"/>
          </a:xfrm>
        </p:grpSpPr>
        <p:pic>
          <p:nvPicPr>
            <p:cNvPr id="82" name="Picture 138" descr="desktop_computer_stylized_medium">
              <a:extLst>
                <a:ext uri="{FF2B5EF4-FFF2-40B4-BE49-F238E27FC236}">
                  <a16:creationId xmlns:a16="http://schemas.microsoft.com/office/drawing/2014/main" id="{66F3AA24-FB01-0448-9AF5-44833FAC73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Freeform 139">
              <a:extLst>
                <a:ext uri="{FF2B5EF4-FFF2-40B4-BE49-F238E27FC236}">
                  <a16:creationId xmlns:a16="http://schemas.microsoft.com/office/drawing/2014/main" id="{F76D9B25-D392-6E4A-8438-3E7A671FB6D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4" name="Group 140">
            <a:extLst>
              <a:ext uri="{FF2B5EF4-FFF2-40B4-BE49-F238E27FC236}">
                <a16:creationId xmlns:a16="http://schemas.microsoft.com/office/drawing/2014/main" id="{2D102063-F0AD-F642-9447-16BE27DA9172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520611" y="5177418"/>
            <a:ext cx="735012" cy="681038"/>
            <a:chOff x="-44" y="1473"/>
            <a:chExt cx="981" cy="1105"/>
          </a:xfrm>
        </p:grpSpPr>
        <p:pic>
          <p:nvPicPr>
            <p:cNvPr id="85" name="Picture 141" descr="desktop_computer_stylized_medium">
              <a:extLst>
                <a:ext uri="{FF2B5EF4-FFF2-40B4-BE49-F238E27FC236}">
                  <a16:creationId xmlns:a16="http://schemas.microsoft.com/office/drawing/2014/main" id="{D5D011E5-F7A0-DA49-81C5-F47FA6BE69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6" name="Freeform 142">
              <a:extLst>
                <a:ext uri="{FF2B5EF4-FFF2-40B4-BE49-F238E27FC236}">
                  <a16:creationId xmlns:a16="http://schemas.microsoft.com/office/drawing/2014/main" id="{071EB120-A48C-5541-A035-75E75050CB6F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7" name="Group 143">
            <a:extLst>
              <a:ext uri="{FF2B5EF4-FFF2-40B4-BE49-F238E27FC236}">
                <a16:creationId xmlns:a16="http://schemas.microsoft.com/office/drawing/2014/main" id="{C3CAAC65-E33C-344E-BA73-EDB94437CA1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598273" y="5467931"/>
            <a:ext cx="735013" cy="681037"/>
            <a:chOff x="-44" y="1473"/>
            <a:chExt cx="981" cy="1105"/>
          </a:xfrm>
        </p:grpSpPr>
        <p:pic>
          <p:nvPicPr>
            <p:cNvPr id="88" name="Picture 144" descr="desktop_computer_stylized_medium">
              <a:extLst>
                <a:ext uri="{FF2B5EF4-FFF2-40B4-BE49-F238E27FC236}">
                  <a16:creationId xmlns:a16="http://schemas.microsoft.com/office/drawing/2014/main" id="{FAF13606-284B-D544-8976-8A32823F7C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9" name="Freeform 145">
              <a:extLst>
                <a:ext uri="{FF2B5EF4-FFF2-40B4-BE49-F238E27FC236}">
                  <a16:creationId xmlns:a16="http://schemas.microsoft.com/office/drawing/2014/main" id="{591D49EF-BC84-FF48-8AB6-8F0B28E38229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0" name="Group 146">
            <a:extLst>
              <a:ext uri="{FF2B5EF4-FFF2-40B4-BE49-F238E27FC236}">
                <a16:creationId xmlns:a16="http://schemas.microsoft.com/office/drawing/2014/main" id="{476E2AF9-489F-A04E-A23A-81549329EA2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90486" y="5974343"/>
            <a:ext cx="735012" cy="681038"/>
            <a:chOff x="-44" y="1473"/>
            <a:chExt cx="981" cy="1105"/>
          </a:xfrm>
        </p:grpSpPr>
        <p:pic>
          <p:nvPicPr>
            <p:cNvPr id="91" name="Picture 147" descr="desktop_computer_stylized_medium">
              <a:extLst>
                <a:ext uri="{FF2B5EF4-FFF2-40B4-BE49-F238E27FC236}">
                  <a16:creationId xmlns:a16="http://schemas.microsoft.com/office/drawing/2014/main" id="{D31CCA85-16F8-CF40-9FD2-361C58F0C1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2" name="Freeform 148">
              <a:extLst>
                <a:ext uri="{FF2B5EF4-FFF2-40B4-BE49-F238E27FC236}">
                  <a16:creationId xmlns:a16="http://schemas.microsoft.com/office/drawing/2014/main" id="{4B061CF6-50E2-0C4F-8DA2-97A8C0438F71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3" name="Group 149">
            <a:extLst>
              <a:ext uri="{FF2B5EF4-FFF2-40B4-BE49-F238E27FC236}">
                <a16:creationId xmlns:a16="http://schemas.microsoft.com/office/drawing/2014/main" id="{BC019584-C571-0243-9746-D5FAF904985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35023" y="5585406"/>
            <a:ext cx="735013" cy="681037"/>
            <a:chOff x="-44" y="1473"/>
            <a:chExt cx="981" cy="1105"/>
          </a:xfrm>
        </p:grpSpPr>
        <p:pic>
          <p:nvPicPr>
            <p:cNvPr id="94" name="Picture 150" descr="desktop_computer_stylized_medium">
              <a:extLst>
                <a:ext uri="{FF2B5EF4-FFF2-40B4-BE49-F238E27FC236}">
                  <a16:creationId xmlns:a16="http://schemas.microsoft.com/office/drawing/2014/main" id="{008D1F22-90A3-BE4F-BA4C-262C33588E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51">
              <a:extLst>
                <a:ext uri="{FF2B5EF4-FFF2-40B4-BE49-F238E27FC236}">
                  <a16:creationId xmlns:a16="http://schemas.microsoft.com/office/drawing/2014/main" id="{87AB5A67-132D-0D48-9235-45C2FC56AE8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8034 w 356"/>
                <a:gd name="T3" fmla="*/ 1220 h 368"/>
                <a:gd name="T4" fmla="*/ 21394 w 356"/>
                <a:gd name="T5" fmla="*/ 25425 h 368"/>
                <a:gd name="T6" fmla="*/ 4715 w 356"/>
                <a:gd name="T7" fmla="*/ 31797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96" name="Group 89">
            <a:extLst>
              <a:ext uri="{FF2B5EF4-FFF2-40B4-BE49-F238E27FC236}">
                <a16:creationId xmlns:a16="http://schemas.microsoft.com/office/drawing/2014/main" id="{A6B06288-15F9-FA41-9711-4E4611B1C7A3}"/>
              </a:ext>
            </a:extLst>
          </p:cNvPr>
          <p:cNvGrpSpPr>
            <a:grpSpLocks/>
          </p:cNvGrpSpPr>
          <p:nvPr/>
        </p:nvGrpSpPr>
        <p:grpSpPr bwMode="auto">
          <a:xfrm>
            <a:off x="6383961" y="3005718"/>
            <a:ext cx="3525837" cy="3408363"/>
            <a:chOff x="2920" y="1824"/>
            <a:chExt cx="2221" cy="2147"/>
          </a:xfrm>
        </p:grpSpPr>
        <p:pic>
          <p:nvPicPr>
            <p:cNvPr id="97" name="Picture 7">
              <a:extLst>
                <a:ext uri="{FF2B5EF4-FFF2-40B4-BE49-F238E27FC236}">
                  <a16:creationId xmlns:a16="http://schemas.microsoft.com/office/drawing/2014/main" id="{D8D05F46-329F-7746-A822-2566BD62481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67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8" name="Picture 54">
              <a:extLst>
                <a:ext uri="{FF2B5EF4-FFF2-40B4-BE49-F238E27FC236}">
                  <a16:creationId xmlns:a16="http://schemas.microsoft.com/office/drawing/2014/main" id="{E0C724BB-6735-2F4C-B320-8B57ABD11D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21" y="192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9" name="Picture 55">
              <a:extLst>
                <a:ext uri="{FF2B5EF4-FFF2-40B4-BE49-F238E27FC236}">
                  <a16:creationId xmlns:a16="http://schemas.microsoft.com/office/drawing/2014/main" id="{43360ABB-D0D2-114B-8A10-C625284905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0" y="2376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0" name="Picture 56">
              <a:extLst>
                <a:ext uri="{FF2B5EF4-FFF2-40B4-BE49-F238E27FC236}">
                  <a16:creationId xmlns:a16="http://schemas.microsoft.com/office/drawing/2014/main" id="{7FEBFDE8-0666-7A45-8B5B-A74E50C0AD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70" y="2803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1" name="Picture 57">
              <a:extLst>
                <a:ext uri="{FF2B5EF4-FFF2-40B4-BE49-F238E27FC236}">
                  <a16:creationId xmlns:a16="http://schemas.microsoft.com/office/drawing/2014/main" id="{C1327435-8A3A-3549-A5BE-B588A97766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0" y="3230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" name="Picture 58">
              <a:extLst>
                <a:ext uri="{FF2B5EF4-FFF2-40B4-BE49-F238E27FC236}">
                  <a16:creationId xmlns:a16="http://schemas.microsoft.com/office/drawing/2014/main" id="{9F15F78D-2BDD-5041-95EA-4372AE3201A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87" y="3692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3" name="Picture 59">
              <a:extLst>
                <a:ext uri="{FF2B5EF4-FFF2-40B4-BE49-F238E27FC236}">
                  <a16:creationId xmlns:a16="http://schemas.microsoft.com/office/drawing/2014/main" id="{589B9A7E-C72C-3642-8499-4288D926EA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44" y="3308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4" name="Picture 60">
              <a:extLst>
                <a:ext uri="{FF2B5EF4-FFF2-40B4-BE49-F238E27FC236}">
                  <a16:creationId xmlns:a16="http://schemas.microsoft.com/office/drawing/2014/main" id="{FB16E4F5-EE33-084D-83BA-FA88374C852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58" y="2339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5" name="Picture 61">
              <a:extLst>
                <a:ext uri="{FF2B5EF4-FFF2-40B4-BE49-F238E27FC236}">
                  <a16:creationId xmlns:a16="http://schemas.microsoft.com/office/drawing/2014/main" id="{72D217B6-6EB5-454E-A6D1-F8907DA44BA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14" y="3395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6" name="Picture 62">
              <a:extLst>
                <a:ext uri="{FF2B5EF4-FFF2-40B4-BE49-F238E27FC236}">
                  <a16:creationId xmlns:a16="http://schemas.microsoft.com/office/drawing/2014/main" id="{D388E590-7D12-084D-B4AB-9486F64CA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52" y="1824"/>
              <a:ext cx="29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7" name="Slide Number Placeholder 5">
            <a:extLst>
              <a:ext uri="{FF2B5EF4-FFF2-40B4-BE49-F238E27FC236}">
                <a16:creationId xmlns:a16="http://schemas.microsoft.com/office/drawing/2014/main" id="{CEA3DD75-9DAB-5E4A-B3E0-855D2D494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23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uild="p" autoUpdateAnimBg="0"/>
      <p:bldP spid="47" grpId="0" autoUpdateAnimBg="0"/>
      <p:bldP spid="4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8E0C0E59-015C-00AC-583E-1C278AEFD4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Network Threats &amp; Attacks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F5B0163C-4BC1-3849-4CFB-EFA91592C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19970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29" name="Rectangle 4">
            <a:extLst>
              <a:ext uri="{FF2B5EF4-FFF2-40B4-BE49-F238E27FC236}">
                <a16:creationId xmlns:a16="http://schemas.microsoft.com/office/drawing/2014/main" id="{5C112266-F6EF-66FB-9CF1-88A372577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25304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0" name="Rectangle 5">
            <a:extLst>
              <a:ext uri="{FF2B5EF4-FFF2-40B4-BE49-F238E27FC236}">
                <a16:creationId xmlns:a16="http://schemas.microsoft.com/office/drawing/2014/main" id="{932C24D7-6C16-DEB6-81B7-AA18746CD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0638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1" name="Rectangle 6">
            <a:extLst>
              <a:ext uri="{FF2B5EF4-FFF2-40B4-BE49-F238E27FC236}">
                <a16:creationId xmlns:a16="http://schemas.microsoft.com/office/drawing/2014/main" id="{49E9E868-0C62-F244-0B27-FF568D9171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35972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2" name="Rectangle 7">
            <a:extLst>
              <a:ext uri="{FF2B5EF4-FFF2-40B4-BE49-F238E27FC236}">
                <a16:creationId xmlns:a16="http://schemas.microsoft.com/office/drawing/2014/main" id="{30EFD085-F354-FABF-8951-D20C0A493F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41306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3" name="Rectangle 8">
            <a:extLst>
              <a:ext uri="{FF2B5EF4-FFF2-40B4-BE49-F238E27FC236}">
                <a16:creationId xmlns:a16="http://schemas.microsoft.com/office/drawing/2014/main" id="{1023D7DD-01EF-96F4-64FC-7D79FB453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46640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4" name="Rectangle 9">
            <a:extLst>
              <a:ext uri="{FF2B5EF4-FFF2-40B4-BE49-F238E27FC236}">
                <a16:creationId xmlns:a16="http://schemas.microsoft.com/office/drawing/2014/main" id="{DC2B3259-EEB7-DE52-F5BC-3F18E6AEC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3400" y="51974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5" name="Rectangle 10">
            <a:extLst>
              <a:ext uri="{FF2B5EF4-FFF2-40B4-BE49-F238E27FC236}">
                <a16:creationId xmlns:a16="http://schemas.microsoft.com/office/drawing/2014/main" id="{95907AD3-BE8D-06FB-D523-6F1019C89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19970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6" name="Rectangle 11">
            <a:extLst>
              <a:ext uri="{FF2B5EF4-FFF2-40B4-BE49-F238E27FC236}">
                <a16:creationId xmlns:a16="http://schemas.microsoft.com/office/drawing/2014/main" id="{D5A7C8E9-669A-4D72-2E4B-07ACADB8C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25304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7" name="Rectangle 12">
            <a:extLst>
              <a:ext uri="{FF2B5EF4-FFF2-40B4-BE49-F238E27FC236}">
                <a16:creationId xmlns:a16="http://schemas.microsoft.com/office/drawing/2014/main" id="{1021B2C0-CBC4-5A55-BECE-585109531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0638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8" name="Rectangle 13">
            <a:extLst>
              <a:ext uri="{FF2B5EF4-FFF2-40B4-BE49-F238E27FC236}">
                <a16:creationId xmlns:a16="http://schemas.microsoft.com/office/drawing/2014/main" id="{C38F4DB4-0C2D-84B7-9672-ADC4CE02F5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35972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39" name="Rectangle 14">
            <a:extLst>
              <a:ext uri="{FF2B5EF4-FFF2-40B4-BE49-F238E27FC236}">
                <a16:creationId xmlns:a16="http://schemas.microsoft.com/office/drawing/2014/main" id="{5FE01791-EBF9-5D34-A26C-8729BAD14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1306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40" name="Rectangle 15">
            <a:extLst>
              <a:ext uri="{FF2B5EF4-FFF2-40B4-BE49-F238E27FC236}">
                <a16:creationId xmlns:a16="http://schemas.microsoft.com/office/drawing/2014/main" id="{527779F2-5D75-A7E7-5264-2DD782661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46640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41" name="Rectangle 16">
            <a:extLst>
              <a:ext uri="{FF2B5EF4-FFF2-40B4-BE49-F238E27FC236}">
                <a16:creationId xmlns:a16="http://schemas.microsoft.com/office/drawing/2014/main" id="{6186F3AB-B162-3530-987F-C86C94F38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0" y="5197475"/>
            <a:ext cx="1498600" cy="5334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6642" name="Text Box 17">
            <a:extLst>
              <a:ext uri="{FF2B5EF4-FFF2-40B4-BE49-F238E27FC236}">
                <a16:creationId xmlns:a16="http://schemas.microsoft.com/office/drawing/2014/main" id="{21CFF054-C58E-E966-ADF5-7B23891AA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2057400"/>
            <a:ext cx="785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26643" name="Text Box 18">
            <a:extLst>
              <a:ext uri="{FF2B5EF4-FFF2-40B4-BE49-F238E27FC236}">
                <a16:creationId xmlns:a16="http://schemas.microsoft.com/office/drawing/2014/main" id="{299A8EF4-861F-F22C-68D0-3DBA37F18E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2579689"/>
            <a:ext cx="11557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 dirty="0">
                <a:solidFill>
                  <a:schemeClr val="tx1"/>
                </a:solidFill>
              </a:rPr>
              <a:t>application</a:t>
            </a:r>
          </a:p>
        </p:txBody>
      </p:sp>
      <p:sp>
        <p:nvSpPr>
          <p:cNvPr id="26644" name="Text Box 19">
            <a:extLst>
              <a:ext uri="{FF2B5EF4-FFF2-40B4-BE49-F238E27FC236}">
                <a16:creationId xmlns:a16="http://schemas.microsoft.com/office/drawing/2014/main" id="{190EEB68-DA0E-CB9F-30F4-9AF33DEC4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108325"/>
            <a:ext cx="8318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session</a:t>
            </a:r>
          </a:p>
        </p:txBody>
      </p:sp>
      <p:sp>
        <p:nvSpPr>
          <p:cNvPr id="26645" name="Text Box 20">
            <a:extLst>
              <a:ext uri="{FF2B5EF4-FFF2-40B4-BE49-F238E27FC236}">
                <a16:creationId xmlns:a16="http://schemas.microsoft.com/office/drawing/2014/main" id="{123C88D5-7C76-ED66-0FBE-12AE53F643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3641725"/>
            <a:ext cx="10001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transport</a:t>
            </a:r>
          </a:p>
        </p:txBody>
      </p:sp>
      <p:sp>
        <p:nvSpPr>
          <p:cNvPr id="26646" name="Text Box 21">
            <a:extLst>
              <a:ext uri="{FF2B5EF4-FFF2-40B4-BE49-F238E27FC236}">
                <a16:creationId xmlns:a16="http://schemas.microsoft.com/office/drawing/2014/main" id="{A461A434-D811-D8BF-E31B-C9133EC372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175125"/>
            <a:ext cx="90805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network</a:t>
            </a:r>
          </a:p>
        </p:txBody>
      </p:sp>
      <p:sp>
        <p:nvSpPr>
          <p:cNvPr id="26647" name="Text Box 22">
            <a:extLst>
              <a:ext uri="{FF2B5EF4-FFF2-40B4-BE49-F238E27FC236}">
                <a16:creationId xmlns:a16="http://schemas.microsoft.com/office/drawing/2014/main" id="{23B35FEC-05E3-C76C-C4FD-941530A25A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4708525"/>
            <a:ext cx="947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data link</a:t>
            </a:r>
          </a:p>
        </p:txBody>
      </p:sp>
      <p:sp>
        <p:nvSpPr>
          <p:cNvPr id="26648" name="Text Box 23">
            <a:extLst>
              <a:ext uri="{FF2B5EF4-FFF2-40B4-BE49-F238E27FC236}">
                <a16:creationId xmlns:a16="http://schemas.microsoft.com/office/drawing/2014/main" id="{E5BF1412-BF11-3927-20F3-B84E324BE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5241925"/>
            <a:ext cx="8937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physical</a:t>
            </a:r>
          </a:p>
        </p:txBody>
      </p:sp>
      <p:sp>
        <p:nvSpPr>
          <p:cNvPr id="26649" name="Line 24">
            <a:extLst>
              <a:ext uri="{FF2B5EF4-FFF2-40B4-BE49-F238E27FC236}">
                <a16:creationId xmlns:a16="http://schemas.microsoft.com/office/drawing/2014/main" id="{119E2DEC-6DF1-F014-FA0A-93E97943AD04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74320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0" name="Line 25">
            <a:extLst>
              <a:ext uri="{FF2B5EF4-FFF2-40B4-BE49-F238E27FC236}">
                <a16:creationId xmlns:a16="http://schemas.microsoft.com/office/drawing/2014/main" id="{75697DCE-95B9-7B83-C954-7B10C0196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825875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1" name="Line 26">
            <a:extLst>
              <a:ext uri="{FF2B5EF4-FFF2-40B4-BE49-F238E27FC236}">
                <a16:creationId xmlns:a16="http://schemas.microsoft.com/office/drawing/2014/main" id="{84D99860-9BEC-525E-8DE9-2CBB43BF8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435475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2" name="Text Box 27">
            <a:extLst>
              <a:ext uri="{FF2B5EF4-FFF2-40B4-BE49-F238E27FC236}">
                <a16:creationId xmlns:a16="http://schemas.microsoft.com/office/drawing/2014/main" id="{09E5A3CA-68B6-0AD2-8DCE-DCA0B173E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538" y="4022725"/>
            <a:ext cx="37306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IP</a:t>
            </a:r>
          </a:p>
        </p:txBody>
      </p:sp>
      <p:sp>
        <p:nvSpPr>
          <p:cNvPr id="26653" name="Text Box 28">
            <a:extLst>
              <a:ext uri="{FF2B5EF4-FFF2-40B4-BE49-F238E27FC236}">
                <a16:creationId xmlns:a16="http://schemas.microsoft.com/office/drawing/2014/main" id="{6E5121F0-E65D-1EF9-00A4-B77B05DBC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3444875"/>
            <a:ext cx="5381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TCP</a:t>
            </a:r>
          </a:p>
        </p:txBody>
      </p:sp>
      <p:sp>
        <p:nvSpPr>
          <p:cNvPr id="26654" name="Text Box 29">
            <a:extLst>
              <a:ext uri="{FF2B5EF4-FFF2-40B4-BE49-F238E27FC236}">
                <a16:creationId xmlns:a16="http://schemas.microsoft.com/office/drawing/2014/main" id="{D48C998A-BF59-CB98-6CA2-55AD7147E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1" y="2330450"/>
            <a:ext cx="16668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email, Web, NFS</a:t>
            </a:r>
          </a:p>
        </p:txBody>
      </p:sp>
      <p:sp>
        <p:nvSpPr>
          <p:cNvPr id="26655" name="Line 30">
            <a:extLst>
              <a:ext uri="{FF2B5EF4-FFF2-40B4-BE49-F238E27FC236}">
                <a16:creationId xmlns:a16="http://schemas.microsoft.com/office/drawing/2014/main" id="{5478A25D-E5A6-7E26-CFF2-8DA7CBEF693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3292475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6" name="Text Box 31">
            <a:extLst>
              <a:ext uri="{FF2B5EF4-FFF2-40B4-BE49-F238E27FC236}">
                <a16:creationId xmlns:a16="http://schemas.microsoft.com/office/drawing/2014/main" id="{333C59FE-B02A-879C-471F-07EF67786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7401" y="2911475"/>
            <a:ext cx="54451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RPC</a:t>
            </a:r>
          </a:p>
        </p:txBody>
      </p:sp>
      <p:sp>
        <p:nvSpPr>
          <p:cNvPr id="26657" name="Line 32">
            <a:extLst>
              <a:ext uri="{FF2B5EF4-FFF2-40B4-BE49-F238E27FC236}">
                <a16:creationId xmlns:a16="http://schemas.microsoft.com/office/drawing/2014/main" id="{00D702AD-105C-CD7D-6265-26EA741206B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4968875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58" name="Text Box 33">
            <a:extLst>
              <a:ext uri="{FF2B5EF4-FFF2-40B4-BE49-F238E27FC236}">
                <a16:creationId xmlns:a16="http://schemas.microsoft.com/office/drawing/2014/main" id="{DBB77461-C504-9094-635A-0F5451128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200" y="4556125"/>
            <a:ext cx="8016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802.11</a:t>
            </a:r>
          </a:p>
        </p:txBody>
      </p:sp>
      <p:sp>
        <p:nvSpPr>
          <p:cNvPr id="25637" name="Text Box 35">
            <a:extLst>
              <a:ext uri="{FF2B5EF4-FFF2-40B4-BE49-F238E27FC236}">
                <a16:creationId xmlns:a16="http://schemas.microsoft.com/office/drawing/2014/main" id="{635B6F21-16E0-273F-3A86-BBB47675A3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2311400"/>
            <a:ext cx="3552825" cy="584200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Sendmail, FTP, NFS bugs, chosen-protocol and version-rollback attacks</a:t>
            </a:r>
          </a:p>
        </p:txBody>
      </p:sp>
      <p:sp>
        <p:nvSpPr>
          <p:cNvPr id="25638" name="Text Box 36">
            <a:extLst>
              <a:ext uri="{FF2B5EF4-FFF2-40B4-BE49-F238E27FC236}">
                <a16:creationId xmlns:a16="http://schemas.microsoft.com/office/drawing/2014/main" id="{9B13D524-7913-799E-0AFF-A8B0FB5568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3444876"/>
            <a:ext cx="2748445" cy="53553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SYN flooding, RIP attacks,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sequence number prediction</a:t>
            </a:r>
          </a:p>
        </p:txBody>
      </p:sp>
      <p:sp>
        <p:nvSpPr>
          <p:cNvPr id="25639" name="Text Box 37">
            <a:extLst>
              <a:ext uri="{FF2B5EF4-FFF2-40B4-BE49-F238E27FC236}">
                <a16:creationId xmlns:a16="http://schemas.microsoft.com/office/drawing/2014/main" id="{9C8A5995-AF7D-1CF7-197F-6B37B7983E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4130676"/>
            <a:ext cx="2419830" cy="53553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IP smurfing and other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address spoofing attacks</a:t>
            </a:r>
          </a:p>
        </p:txBody>
      </p:sp>
      <p:sp>
        <p:nvSpPr>
          <p:cNvPr id="25640" name="Text Box 38">
            <a:extLst>
              <a:ext uri="{FF2B5EF4-FFF2-40B4-BE49-F238E27FC236}">
                <a16:creationId xmlns:a16="http://schemas.microsoft.com/office/drawing/2014/main" id="{1C522DE2-D0BC-EAAE-BEBA-57FA4AEF0D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3003550"/>
            <a:ext cx="3152210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RPC worms, portmapper exploits</a:t>
            </a:r>
          </a:p>
        </p:txBody>
      </p:sp>
      <p:sp>
        <p:nvSpPr>
          <p:cNvPr id="25641" name="Text Box 39">
            <a:extLst>
              <a:ext uri="{FF2B5EF4-FFF2-40B4-BE49-F238E27FC236}">
                <a16:creationId xmlns:a16="http://schemas.microsoft.com/office/drawing/2014/main" id="{4E249704-4BF4-96BD-1EB8-B1F2FEA0E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4816475"/>
            <a:ext cx="1301959" cy="33855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WEP attacks</a:t>
            </a:r>
          </a:p>
        </p:txBody>
      </p:sp>
      <p:sp>
        <p:nvSpPr>
          <p:cNvPr id="26664" name="Text Box 40">
            <a:extLst>
              <a:ext uri="{FF2B5EF4-FFF2-40B4-BE49-F238E27FC236}">
                <a16:creationId xmlns:a16="http://schemas.microsoft.com/office/drawing/2014/main" id="{AA5BCA44-83A4-D0EF-B86C-579248EAB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326" y="5943601"/>
            <a:ext cx="514743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Only as secure as the </a:t>
            </a:r>
            <a:r>
              <a:rPr lang="en-US" altLang="en-US" sz="2000" u="sng" dirty="0">
                <a:solidFill>
                  <a:schemeClr val="tx1"/>
                </a:solidFill>
              </a:rPr>
              <a:t>single</a:t>
            </a:r>
            <a:r>
              <a:rPr lang="en-US" altLang="en-US" sz="2000" dirty="0">
                <a:solidFill>
                  <a:schemeClr val="tx1"/>
                </a:solidFill>
              </a:rPr>
              <a:t> weakest layer…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… or interconnection between the layers</a:t>
            </a:r>
          </a:p>
        </p:txBody>
      </p:sp>
      <p:sp>
        <p:nvSpPr>
          <p:cNvPr id="26665" name="Line 32">
            <a:extLst>
              <a:ext uri="{FF2B5EF4-FFF2-40B4-BE49-F238E27FC236}">
                <a16:creationId xmlns:a16="http://schemas.microsoft.com/office/drawing/2014/main" id="{8ADB0477-4345-89E1-C9BC-9BDDD5CAAE0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544195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666" name="Text Box 33">
            <a:extLst>
              <a:ext uri="{FF2B5EF4-FFF2-40B4-BE49-F238E27FC236}">
                <a16:creationId xmlns:a16="http://schemas.microsoft.com/office/drawing/2014/main" id="{DD4BEF63-FF89-0023-7ED3-A18B9B061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3600" y="5105400"/>
            <a:ext cx="419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chemeClr val="tx1"/>
                </a:solidFill>
              </a:rPr>
              <a:t>RF</a:t>
            </a:r>
          </a:p>
        </p:txBody>
      </p:sp>
      <p:sp>
        <p:nvSpPr>
          <p:cNvPr id="44" name="Text Box 39">
            <a:extLst>
              <a:ext uri="{FF2B5EF4-FFF2-40B4-BE49-F238E27FC236}">
                <a16:creationId xmlns:a16="http://schemas.microsoft.com/office/drawing/2014/main" id="{E47C2D43-6E07-4C2F-C5F1-3DE5B2362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1" y="5289550"/>
            <a:ext cx="2187575" cy="338138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RF fingerprinting, DoS</a:t>
            </a:r>
          </a:p>
        </p:txBody>
      </p:sp>
      <p:sp>
        <p:nvSpPr>
          <p:cNvPr id="26668" name="Line 24">
            <a:extLst>
              <a:ext uri="{FF2B5EF4-FFF2-40B4-BE49-F238E27FC236}">
                <a16:creationId xmlns:a16="http://schemas.microsoft.com/office/drawing/2014/main" id="{2982A075-A0A1-9080-A402-B11AE411CC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0" y="2133600"/>
            <a:ext cx="34290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stealth" w="lg" len="lg"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Text Box 35">
            <a:extLst>
              <a:ext uri="{FF2B5EF4-FFF2-40B4-BE49-F238E27FC236}">
                <a16:creationId xmlns:a16="http://schemas.microsoft.com/office/drawing/2014/main" id="{DCD36649-C2AB-653D-5199-67A056DFC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34200" y="1905000"/>
            <a:ext cx="2565400" cy="338138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600">
                <a:solidFill>
                  <a:srgbClr val="FF0000"/>
                </a:solidFill>
              </a:rPr>
              <a:t>Phishing attacks, usability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37" grpId="0" animBg="1"/>
      <p:bldP spid="25638" grpId="0" animBg="1"/>
      <p:bldP spid="25639" grpId="0" animBg="1"/>
      <p:bldP spid="25640" grpId="0" animBg="1"/>
      <p:bldP spid="25641" grpId="0" animBg="1"/>
      <p:bldP spid="44" grpId="0" animBg="1"/>
      <p:bldP spid="4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61D5D1CF-0400-2899-0F8A-107EE039E0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Defenses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5218AAB3-2553-E3E2-DA32-081246110A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5149850"/>
            <a:ext cx="3581400" cy="762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Cryptographic primitives</a:t>
            </a:r>
          </a:p>
        </p:txBody>
      </p:sp>
      <p:sp>
        <p:nvSpPr>
          <p:cNvPr id="27653" name="Rectangle 4">
            <a:extLst>
              <a:ext uri="{FF2B5EF4-FFF2-40B4-BE49-F238E27FC236}">
                <a16:creationId xmlns:a16="http://schemas.microsoft.com/office/drawing/2014/main" id="{3316E63F-1521-198D-EB3F-A913A62739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006850"/>
            <a:ext cx="3581400" cy="762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Protocols and policies</a:t>
            </a:r>
          </a:p>
        </p:txBody>
      </p:sp>
      <p:sp>
        <p:nvSpPr>
          <p:cNvPr id="27654" name="Rectangle 5">
            <a:extLst>
              <a:ext uri="{FF2B5EF4-FFF2-40B4-BE49-F238E27FC236}">
                <a16:creationId xmlns:a16="http://schemas.microsoft.com/office/drawing/2014/main" id="{D2B9FAE1-4EE2-C813-0816-D12AFC93D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2863850"/>
            <a:ext cx="3581400" cy="7620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Implementations</a:t>
            </a:r>
          </a:p>
        </p:txBody>
      </p:sp>
      <p:sp>
        <p:nvSpPr>
          <p:cNvPr id="27655" name="Text Box 6">
            <a:extLst>
              <a:ext uri="{FF2B5EF4-FFF2-40B4-BE49-F238E27FC236}">
                <a16:creationId xmlns:a16="http://schemas.microsoft.com/office/drawing/2014/main" id="{04527C15-BA49-8BCB-D4CA-7D21B6C3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5214938"/>
            <a:ext cx="152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Building blocks</a:t>
            </a:r>
          </a:p>
        </p:txBody>
      </p:sp>
      <p:sp>
        <p:nvSpPr>
          <p:cNvPr id="27656" name="Text Box 7">
            <a:extLst>
              <a:ext uri="{FF2B5EF4-FFF2-40B4-BE49-F238E27FC236}">
                <a16:creationId xmlns:a16="http://schemas.microsoft.com/office/drawing/2014/main" id="{52985041-3DA7-1AA0-3E9C-421DF42AF3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550" y="4159251"/>
            <a:ext cx="1289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1800">
                <a:solidFill>
                  <a:schemeClr val="tx1"/>
                </a:solidFill>
              </a:rPr>
              <a:t>Blueprints</a:t>
            </a:r>
          </a:p>
        </p:txBody>
      </p:sp>
      <p:sp>
        <p:nvSpPr>
          <p:cNvPr id="27657" name="Text Box 8">
            <a:extLst>
              <a:ext uri="{FF2B5EF4-FFF2-40B4-BE49-F238E27FC236}">
                <a16:creationId xmlns:a16="http://schemas.microsoft.com/office/drawing/2014/main" id="{00830DA8-C1C9-2A9D-9FC3-41AAE90A80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0" y="3016251"/>
            <a:ext cx="1289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Systems</a:t>
            </a:r>
          </a:p>
        </p:txBody>
      </p:sp>
      <p:sp>
        <p:nvSpPr>
          <p:cNvPr id="27658" name="AutoShape 9">
            <a:extLst>
              <a:ext uri="{FF2B5EF4-FFF2-40B4-BE49-F238E27FC236}">
                <a16:creationId xmlns:a16="http://schemas.microsoft.com/office/drawing/2014/main" id="{44D37AC3-0000-E0C7-6E96-A495722B9D5E}"/>
              </a:ext>
            </a:extLst>
          </p:cNvPr>
          <p:cNvSpPr>
            <a:spLocks noChangeArrowheads="1"/>
          </p:cNvSpPr>
          <p:nvPr/>
        </p:nvSpPr>
        <p:spPr bwMode="auto">
          <a:xfrm rot="5421991" flipH="1">
            <a:off x="6236494" y="4739482"/>
            <a:ext cx="360363" cy="419100"/>
          </a:xfrm>
          <a:prstGeom prst="right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7659" name="AutoShape 10">
            <a:extLst>
              <a:ext uri="{FF2B5EF4-FFF2-40B4-BE49-F238E27FC236}">
                <a16:creationId xmlns:a16="http://schemas.microsoft.com/office/drawing/2014/main" id="{0263744B-9B64-0567-E2EB-6F396C4433CB}"/>
              </a:ext>
            </a:extLst>
          </p:cNvPr>
          <p:cNvSpPr>
            <a:spLocks noChangeArrowheads="1"/>
          </p:cNvSpPr>
          <p:nvPr/>
        </p:nvSpPr>
        <p:spPr bwMode="auto">
          <a:xfrm rot="5421991" flipH="1">
            <a:off x="6236494" y="3596482"/>
            <a:ext cx="360363" cy="419100"/>
          </a:xfrm>
          <a:prstGeom prst="right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grpSp>
        <p:nvGrpSpPr>
          <p:cNvPr id="27660" name="Group 11">
            <a:extLst>
              <a:ext uri="{FF2B5EF4-FFF2-40B4-BE49-F238E27FC236}">
                <a16:creationId xmlns:a16="http://schemas.microsoft.com/office/drawing/2014/main" id="{1578D06B-A1FF-5F28-A5D7-C9303D5BF8A3}"/>
              </a:ext>
            </a:extLst>
          </p:cNvPr>
          <p:cNvGrpSpPr>
            <a:grpSpLocks/>
          </p:cNvGrpSpPr>
          <p:nvPr/>
        </p:nvGrpSpPr>
        <p:grpSpPr bwMode="auto">
          <a:xfrm>
            <a:off x="2362200" y="5400676"/>
            <a:ext cx="533400" cy="423863"/>
            <a:chOff x="288" y="2942"/>
            <a:chExt cx="336" cy="267"/>
          </a:xfrm>
        </p:grpSpPr>
        <p:sp>
          <p:nvSpPr>
            <p:cNvPr id="28163" name="Freeform 12">
              <a:extLst>
                <a:ext uri="{FF2B5EF4-FFF2-40B4-BE49-F238E27FC236}">
                  <a16:creationId xmlns:a16="http://schemas.microsoft.com/office/drawing/2014/main" id="{4F7653C8-2037-3D2D-263D-E70E72B5A4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" y="2942"/>
              <a:ext cx="336" cy="267"/>
            </a:xfrm>
            <a:custGeom>
              <a:avLst/>
              <a:gdLst>
                <a:gd name="T0" fmla="*/ 0 w 1343"/>
                <a:gd name="T1" fmla="*/ 0 h 1068"/>
                <a:gd name="T2" fmla="*/ 0 w 1343"/>
                <a:gd name="T3" fmla="*/ 0 h 1068"/>
                <a:gd name="T4" fmla="*/ 0 w 1343"/>
                <a:gd name="T5" fmla="*/ 0 h 1068"/>
                <a:gd name="T6" fmla="*/ 0 w 1343"/>
                <a:gd name="T7" fmla="*/ 0 h 1068"/>
                <a:gd name="T8" fmla="*/ 0 w 1343"/>
                <a:gd name="T9" fmla="*/ 0 h 1068"/>
                <a:gd name="T10" fmla="*/ 0 w 1343"/>
                <a:gd name="T11" fmla="*/ 0 h 1068"/>
                <a:gd name="T12" fmla="*/ 0 w 1343"/>
                <a:gd name="T13" fmla="*/ 0 h 1068"/>
                <a:gd name="T14" fmla="*/ 0 w 1343"/>
                <a:gd name="T15" fmla="*/ 0 h 1068"/>
                <a:gd name="T16" fmla="*/ 0 w 1343"/>
                <a:gd name="T17" fmla="*/ 0 h 106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343"/>
                <a:gd name="T28" fmla="*/ 0 h 1068"/>
                <a:gd name="T29" fmla="*/ 1343 w 1343"/>
                <a:gd name="T30" fmla="*/ 1068 h 1068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343" h="1068">
                  <a:moveTo>
                    <a:pt x="54" y="303"/>
                  </a:moveTo>
                  <a:lnTo>
                    <a:pt x="54" y="587"/>
                  </a:lnTo>
                  <a:lnTo>
                    <a:pt x="0" y="615"/>
                  </a:lnTo>
                  <a:lnTo>
                    <a:pt x="0" y="916"/>
                  </a:lnTo>
                  <a:lnTo>
                    <a:pt x="570" y="1068"/>
                  </a:lnTo>
                  <a:lnTo>
                    <a:pt x="1343" y="570"/>
                  </a:lnTo>
                  <a:lnTo>
                    <a:pt x="1343" y="94"/>
                  </a:lnTo>
                  <a:lnTo>
                    <a:pt x="815" y="0"/>
                  </a:lnTo>
                  <a:lnTo>
                    <a:pt x="54" y="303"/>
                  </a:lnTo>
                  <a:close/>
                </a:path>
              </a:pathLst>
            </a:custGeom>
            <a:solidFill>
              <a:srgbClr val="E28C4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64" name="Freeform 13">
              <a:extLst>
                <a:ext uri="{FF2B5EF4-FFF2-40B4-BE49-F238E27FC236}">
                  <a16:creationId xmlns:a16="http://schemas.microsoft.com/office/drawing/2014/main" id="{81CE6040-6D40-764A-FBDD-3387CDE98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" y="2947"/>
              <a:ext cx="300" cy="166"/>
            </a:xfrm>
            <a:custGeom>
              <a:avLst/>
              <a:gdLst>
                <a:gd name="T0" fmla="*/ 0 w 1196"/>
                <a:gd name="T1" fmla="*/ 0 h 663"/>
                <a:gd name="T2" fmla="*/ 0 w 1196"/>
                <a:gd name="T3" fmla="*/ 0 h 663"/>
                <a:gd name="T4" fmla="*/ 0 w 1196"/>
                <a:gd name="T5" fmla="*/ 0 h 663"/>
                <a:gd name="T6" fmla="*/ 0 w 1196"/>
                <a:gd name="T7" fmla="*/ 0 h 663"/>
                <a:gd name="T8" fmla="*/ 0 w 1196"/>
                <a:gd name="T9" fmla="*/ 0 h 663"/>
                <a:gd name="T10" fmla="*/ 0 w 1196"/>
                <a:gd name="T11" fmla="*/ 0 h 663"/>
                <a:gd name="T12" fmla="*/ 0 w 1196"/>
                <a:gd name="T13" fmla="*/ 0 h 663"/>
                <a:gd name="T14" fmla="*/ 0 w 1196"/>
                <a:gd name="T15" fmla="*/ 0 h 663"/>
                <a:gd name="T16" fmla="*/ 0 w 1196"/>
                <a:gd name="T17" fmla="*/ 0 h 663"/>
                <a:gd name="T18" fmla="*/ 0 w 1196"/>
                <a:gd name="T19" fmla="*/ 0 h 663"/>
                <a:gd name="T20" fmla="*/ 0 w 1196"/>
                <a:gd name="T21" fmla="*/ 0 h 66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1196"/>
                <a:gd name="T34" fmla="*/ 0 h 663"/>
                <a:gd name="T35" fmla="*/ 1196 w 1196"/>
                <a:gd name="T36" fmla="*/ 663 h 663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1196" h="663">
                  <a:moveTo>
                    <a:pt x="59" y="285"/>
                  </a:moveTo>
                  <a:lnTo>
                    <a:pt x="0" y="277"/>
                  </a:lnTo>
                  <a:lnTo>
                    <a:pt x="720" y="0"/>
                  </a:lnTo>
                  <a:lnTo>
                    <a:pt x="1196" y="85"/>
                  </a:lnTo>
                  <a:lnTo>
                    <a:pt x="527" y="422"/>
                  </a:lnTo>
                  <a:lnTo>
                    <a:pt x="525" y="663"/>
                  </a:lnTo>
                  <a:lnTo>
                    <a:pt x="488" y="649"/>
                  </a:lnTo>
                  <a:lnTo>
                    <a:pt x="486" y="400"/>
                  </a:lnTo>
                  <a:lnTo>
                    <a:pt x="1121" y="92"/>
                  </a:lnTo>
                  <a:lnTo>
                    <a:pt x="723" y="25"/>
                  </a:lnTo>
                  <a:lnTo>
                    <a:pt x="59" y="28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65" name="Freeform 14">
              <a:extLst>
                <a:ext uri="{FF2B5EF4-FFF2-40B4-BE49-F238E27FC236}">
                  <a16:creationId xmlns:a16="http://schemas.microsoft.com/office/drawing/2014/main" id="{9EF565B1-4C49-6F11-F119-7C9AA5D0B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" y="2972"/>
              <a:ext cx="320" cy="229"/>
            </a:xfrm>
            <a:custGeom>
              <a:avLst/>
              <a:gdLst>
                <a:gd name="T0" fmla="*/ 0 w 1283"/>
                <a:gd name="T1" fmla="*/ 0 h 917"/>
                <a:gd name="T2" fmla="*/ 0 w 1283"/>
                <a:gd name="T3" fmla="*/ 0 h 917"/>
                <a:gd name="T4" fmla="*/ 0 w 1283"/>
                <a:gd name="T5" fmla="*/ 0 h 917"/>
                <a:gd name="T6" fmla="*/ 0 w 1283"/>
                <a:gd name="T7" fmla="*/ 0 h 917"/>
                <a:gd name="T8" fmla="*/ 0 w 1283"/>
                <a:gd name="T9" fmla="*/ 0 h 917"/>
                <a:gd name="T10" fmla="*/ 0 w 1283"/>
                <a:gd name="T11" fmla="*/ 0 h 917"/>
                <a:gd name="T12" fmla="*/ 0 w 1283"/>
                <a:gd name="T13" fmla="*/ 0 h 917"/>
                <a:gd name="T14" fmla="*/ 0 w 1283"/>
                <a:gd name="T15" fmla="*/ 0 h 917"/>
                <a:gd name="T16" fmla="*/ 0 w 1283"/>
                <a:gd name="T17" fmla="*/ 0 h 917"/>
                <a:gd name="T18" fmla="*/ 0 w 1283"/>
                <a:gd name="T19" fmla="*/ 0 h 917"/>
                <a:gd name="T20" fmla="*/ 0 w 1283"/>
                <a:gd name="T21" fmla="*/ 0 h 917"/>
                <a:gd name="T22" fmla="*/ 0 w 1283"/>
                <a:gd name="T23" fmla="*/ 0 h 917"/>
                <a:gd name="T24" fmla="*/ 0 w 1283"/>
                <a:gd name="T25" fmla="*/ 0 h 917"/>
                <a:gd name="T26" fmla="*/ 0 w 1283"/>
                <a:gd name="T27" fmla="*/ 0 h 917"/>
                <a:gd name="T28" fmla="*/ 0 w 1283"/>
                <a:gd name="T29" fmla="*/ 0 h 917"/>
                <a:gd name="T30" fmla="*/ 0 w 1283"/>
                <a:gd name="T31" fmla="*/ 0 h 917"/>
                <a:gd name="T32" fmla="*/ 0 w 1283"/>
                <a:gd name="T33" fmla="*/ 0 h 917"/>
                <a:gd name="T34" fmla="*/ 0 w 1283"/>
                <a:gd name="T35" fmla="*/ 0 h 917"/>
                <a:gd name="T36" fmla="*/ 0 w 1283"/>
                <a:gd name="T37" fmla="*/ 0 h 917"/>
                <a:gd name="T38" fmla="*/ 0 w 1283"/>
                <a:gd name="T39" fmla="*/ 0 h 917"/>
                <a:gd name="T40" fmla="*/ 0 w 1283"/>
                <a:gd name="T41" fmla="*/ 0 h 917"/>
                <a:gd name="T42" fmla="*/ 0 w 1283"/>
                <a:gd name="T43" fmla="*/ 0 h 917"/>
                <a:gd name="T44" fmla="*/ 0 w 1283"/>
                <a:gd name="T45" fmla="*/ 0 h 917"/>
                <a:gd name="T46" fmla="*/ 0 w 1283"/>
                <a:gd name="T47" fmla="*/ 0 h 917"/>
                <a:gd name="T48" fmla="*/ 0 w 1283"/>
                <a:gd name="T49" fmla="*/ 0 h 917"/>
                <a:gd name="T50" fmla="*/ 0 w 1283"/>
                <a:gd name="T51" fmla="*/ 0 h 917"/>
                <a:gd name="T52" fmla="*/ 0 w 1283"/>
                <a:gd name="T53" fmla="*/ 0 h 917"/>
                <a:gd name="T54" fmla="*/ 0 w 1283"/>
                <a:gd name="T55" fmla="*/ 0 h 917"/>
                <a:gd name="T56" fmla="*/ 0 w 1283"/>
                <a:gd name="T57" fmla="*/ 0 h 917"/>
                <a:gd name="T58" fmla="*/ 0 w 1283"/>
                <a:gd name="T59" fmla="*/ 0 h 917"/>
                <a:gd name="T60" fmla="*/ 0 w 1283"/>
                <a:gd name="T61" fmla="*/ 0 h 917"/>
                <a:gd name="T62" fmla="*/ 0 w 1283"/>
                <a:gd name="T63" fmla="*/ 0 h 917"/>
                <a:gd name="T64" fmla="*/ 0 w 1283"/>
                <a:gd name="T65" fmla="*/ 0 h 917"/>
                <a:gd name="T66" fmla="*/ 0 w 1283"/>
                <a:gd name="T67" fmla="*/ 0 h 917"/>
                <a:gd name="T68" fmla="*/ 0 w 1283"/>
                <a:gd name="T69" fmla="*/ 0 h 917"/>
                <a:gd name="T70" fmla="*/ 0 w 1283"/>
                <a:gd name="T71" fmla="*/ 0 h 917"/>
                <a:gd name="T72" fmla="*/ 0 w 1283"/>
                <a:gd name="T73" fmla="*/ 0 h 917"/>
                <a:gd name="T74" fmla="*/ 0 w 1283"/>
                <a:gd name="T75" fmla="*/ 0 h 917"/>
                <a:gd name="T76" fmla="*/ 0 w 1283"/>
                <a:gd name="T77" fmla="*/ 0 h 917"/>
                <a:gd name="T78" fmla="*/ 0 w 1283"/>
                <a:gd name="T79" fmla="*/ 0 h 917"/>
                <a:gd name="T80" fmla="*/ 0 w 1283"/>
                <a:gd name="T81" fmla="*/ 0 h 917"/>
                <a:gd name="T82" fmla="*/ 0 w 1283"/>
                <a:gd name="T83" fmla="*/ 0 h 917"/>
                <a:gd name="T84" fmla="*/ 0 w 1283"/>
                <a:gd name="T85" fmla="*/ 0 h 917"/>
                <a:gd name="T86" fmla="*/ 0 w 1283"/>
                <a:gd name="T87" fmla="*/ 0 h 917"/>
                <a:gd name="T88" fmla="*/ 0 w 1283"/>
                <a:gd name="T89" fmla="*/ 0 h 917"/>
                <a:gd name="T90" fmla="*/ 0 w 1283"/>
                <a:gd name="T91" fmla="*/ 0 h 917"/>
                <a:gd name="T92" fmla="*/ 0 w 1283"/>
                <a:gd name="T93" fmla="*/ 0 h 917"/>
                <a:gd name="T94" fmla="*/ 0 w 1283"/>
                <a:gd name="T95" fmla="*/ 0 h 917"/>
                <a:gd name="T96" fmla="*/ 0 w 1283"/>
                <a:gd name="T97" fmla="*/ 0 h 917"/>
                <a:gd name="T98" fmla="*/ 0 w 1283"/>
                <a:gd name="T99" fmla="*/ 0 h 917"/>
                <a:gd name="T100" fmla="*/ 0 w 1283"/>
                <a:gd name="T101" fmla="*/ 0 h 917"/>
                <a:gd name="T102" fmla="*/ 0 w 1283"/>
                <a:gd name="T103" fmla="*/ 0 h 917"/>
                <a:gd name="T104" fmla="*/ 0 w 1283"/>
                <a:gd name="T105" fmla="*/ 0 h 917"/>
                <a:gd name="T106" fmla="*/ 0 w 1283"/>
                <a:gd name="T107" fmla="*/ 0 h 917"/>
                <a:gd name="T108" fmla="*/ 0 w 1283"/>
                <a:gd name="T109" fmla="*/ 0 h 917"/>
                <a:gd name="T110" fmla="*/ 0 w 1283"/>
                <a:gd name="T111" fmla="*/ 0 h 917"/>
                <a:gd name="T112" fmla="*/ 0 w 1283"/>
                <a:gd name="T113" fmla="*/ 0 h 917"/>
                <a:gd name="T114" fmla="*/ 0 w 1283"/>
                <a:gd name="T115" fmla="*/ 0 h 917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w 1283"/>
                <a:gd name="T175" fmla="*/ 0 h 917"/>
                <a:gd name="T176" fmla="*/ 1283 w 1283"/>
                <a:gd name="T177" fmla="*/ 917 h 917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T174" t="T175" r="T176" b="T177"/>
              <a:pathLst>
                <a:path w="1283" h="917">
                  <a:moveTo>
                    <a:pt x="528" y="302"/>
                  </a:moveTo>
                  <a:lnTo>
                    <a:pt x="528" y="331"/>
                  </a:lnTo>
                  <a:lnTo>
                    <a:pt x="76" y="236"/>
                  </a:lnTo>
                  <a:lnTo>
                    <a:pt x="76" y="474"/>
                  </a:lnTo>
                  <a:lnTo>
                    <a:pt x="578" y="597"/>
                  </a:lnTo>
                  <a:lnTo>
                    <a:pt x="1256" y="203"/>
                  </a:lnTo>
                  <a:lnTo>
                    <a:pt x="1258" y="14"/>
                  </a:lnTo>
                  <a:lnTo>
                    <a:pt x="1282" y="0"/>
                  </a:lnTo>
                  <a:lnTo>
                    <a:pt x="1279" y="222"/>
                  </a:lnTo>
                  <a:lnTo>
                    <a:pt x="565" y="642"/>
                  </a:lnTo>
                  <a:lnTo>
                    <a:pt x="566" y="867"/>
                  </a:lnTo>
                  <a:lnTo>
                    <a:pt x="1257" y="417"/>
                  </a:lnTo>
                  <a:lnTo>
                    <a:pt x="1257" y="379"/>
                  </a:lnTo>
                  <a:lnTo>
                    <a:pt x="1257" y="341"/>
                  </a:lnTo>
                  <a:lnTo>
                    <a:pt x="1257" y="302"/>
                  </a:lnTo>
                  <a:lnTo>
                    <a:pt x="1257" y="264"/>
                  </a:lnTo>
                  <a:lnTo>
                    <a:pt x="1283" y="250"/>
                  </a:lnTo>
                  <a:lnTo>
                    <a:pt x="1282" y="429"/>
                  </a:lnTo>
                  <a:lnTo>
                    <a:pt x="1272" y="436"/>
                  </a:lnTo>
                  <a:lnTo>
                    <a:pt x="1249" y="452"/>
                  </a:lnTo>
                  <a:lnTo>
                    <a:pt x="1212" y="476"/>
                  </a:lnTo>
                  <a:lnTo>
                    <a:pt x="1165" y="509"/>
                  </a:lnTo>
                  <a:lnTo>
                    <a:pt x="1108" y="546"/>
                  </a:lnTo>
                  <a:lnTo>
                    <a:pt x="1045" y="586"/>
                  </a:lnTo>
                  <a:lnTo>
                    <a:pt x="979" y="630"/>
                  </a:lnTo>
                  <a:lnTo>
                    <a:pt x="910" y="676"/>
                  </a:lnTo>
                  <a:lnTo>
                    <a:pt x="841" y="721"/>
                  </a:lnTo>
                  <a:lnTo>
                    <a:pt x="774" y="765"/>
                  </a:lnTo>
                  <a:lnTo>
                    <a:pt x="713" y="805"/>
                  </a:lnTo>
                  <a:lnTo>
                    <a:pt x="656" y="841"/>
                  </a:lnTo>
                  <a:lnTo>
                    <a:pt x="609" y="873"/>
                  </a:lnTo>
                  <a:lnTo>
                    <a:pt x="572" y="896"/>
                  </a:lnTo>
                  <a:lnTo>
                    <a:pt x="549" y="911"/>
                  </a:lnTo>
                  <a:lnTo>
                    <a:pt x="541" y="917"/>
                  </a:lnTo>
                  <a:lnTo>
                    <a:pt x="535" y="916"/>
                  </a:lnTo>
                  <a:lnTo>
                    <a:pt x="518" y="911"/>
                  </a:lnTo>
                  <a:lnTo>
                    <a:pt x="491" y="904"/>
                  </a:lnTo>
                  <a:lnTo>
                    <a:pt x="458" y="896"/>
                  </a:lnTo>
                  <a:lnTo>
                    <a:pt x="417" y="885"/>
                  </a:lnTo>
                  <a:lnTo>
                    <a:pt x="372" y="874"/>
                  </a:lnTo>
                  <a:lnTo>
                    <a:pt x="323" y="861"/>
                  </a:lnTo>
                  <a:lnTo>
                    <a:pt x="273" y="848"/>
                  </a:lnTo>
                  <a:lnTo>
                    <a:pt x="223" y="836"/>
                  </a:lnTo>
                  <a:lnTo>
                    <a:pt x="175" y="824"/>
                  </a:lnTo>
                  <a:lnTo>
                    <a:pt x="128" y="812"/>
                  </a:lnTo>
                  <a:lnTo>
                    <a:pt x="88" y="801"/>
                  </a:lnTo>
                  <a:lnTo>
                    <a:pt x="53" y="793"/>
                  </a:lnTo>
                  <a:lnTo>
                    <a:pt x="25" y="785"/>
                  </a:lnTo>
                  <a:lnTo>
                    <a:pt x="8" y="780"/>
                  </a:lnTo>
                  <a:lnTo>
                    <a:pt x="1" y="778"/>
                  </a:lnTo>
                  <a:lnTo>
                    <a:pt x="0" y="501"/>
                  </a:lnTo>
                  <a:lnTo>
                    <a:pt x="25" y="510"/>
                  </a:lnTo>
                  <a:lnTo>
                    <a:pt x="26" y="757"/>
                  </a:lnTo>
                  <a:lnTo>
                    <a:pt x="529" y="876"/>
                  </a:lnTo>
                  <a:lnTo>
                    <a:pt x="529" y="626"/>
                  </a:lnTo>
                  <a:lnTo>
                    <a:pt x="46" y="496"/>
                  </a:lnTo>
                  <a:lnTo>
                    <a:pt x="47" y="203"/>
                  </a:lnTo>
                  <a:lnTo>
                    <a:pt x="528" y="30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66" name="Freeform 15">
              <a:extLst>
                <a:ext uri="{FF2B5EF4-FFF2-40B4-BE49-F238E27FC236}">
                  <a16:creationId xmlns:a16="http://schemas.microsoft.com/office/drawing/2014/main" id="{FB522964-2BD9-6733-18E6-3F315A8E5E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3012"/>
              <a:ext cx="94" cy="24"/>
            </a:xfrm>
            <a:custGeom>
              <a:avLst/>
              <a:gdLst>
                <a:gd name="T0" fmla="*/ 0 w 375"/>
                <a:gd name="T1" fmla="*/ 0 h 98"/>
                <a:gd name="T2" fmla="*/ 0 w 375"/>
                <a:gd name="T3" fmla="*/ 0 h 98"/>
                <a:gd name="T4" fmla="*/ 0 w 375"/>
                <a:gd name="T5" fmla="*/ 0 h 98"/>
                <a:gd name="T6" fmla="*/ 0 w 375"/>
                <a:gd name="T7" fmla="*/ 0 h 98"/>
                <a:gd name="T8" fmla="*/ 0 w 375"/>
                <a:gd name="T9" fmla="*/ 0 h 98"/>
                <a:gd name="T10" fmla="*/ 0 w 375"/>
                <a:gd name="T11" fmla="*/ 0 h 98"/>
                <a:gd name="T12" fmla="*/ 0 w 375"/>
                <a:gd name="T13" fmla="*/ 0 h 98"/>
                <a:gd name="T14" fmla="*/ 0 w 375"/>
                <a:gd name="T15" fmla="*/ 0 h 98"/>
                <a:gd name="T16" fmla="*/ 0 w 375"/>
                <a:gd name="T17" fmla="*/ 0 h 98"/>
                <a:gd name="T18" fmla="*/ 0 w 375"/>
                <a:gd name="T19" fmla="*/ 0 h 98"/>
                <a:gd name="T20" fmla="*/ 0 w 375"/>
                <a:gd name="T21" fmla="*/ 0 h 98"/>
                <a:gd name="T22" fmla="*/ 0 w 375"/>
                <a:gd name="T23" fmla="*/ 0 h 98"/>
                <a:gd name="T24" fmla="*/ 0 w 375"/>
                <a:gd name="T25" fmla="*/ 0 h 98"/>
                <a:gd name="T26" fmla="*/ 0 w 375"/>
                <a:gd name="T27" fmla="*/ 0 h 98"/>
                <a:gd name="T28" fmla="*/ 0 w 375"/>
                <a:gd name="T29" fmla="*/ 0 h 98"/>
                <a:gd name="T30" fmla="*/ 0 w 375"/>
                <a:gd name="T31" fmla="*/ 0 h 98"/>
                <a:gd name="T32" fmla="*/ 0 w 375"/>
                <a:gd name="T33" fmla="*/ 0 h 98"/>
                <a:gd name="T34" fmla="*/ 0 w 375"/>
                <a:gd name="T35" fmla="*/ 0 h 98"/>
                <a:gd name="T36" fmla="*/ 0 w 375"/>
                <a:gd name="T37" fmla="*/ 0 h 98"/>
                <a:gd name="T38" fmla="*/ 0 w 375"/>
                <a:gd name="T39" fmla="*/ 0 h 98"/>
                <a:gd name="T40" fmla="*/ 0 w 375"/>
                <a:gd name="T41" fmla="*/ 0 h 98"/>
                <a:gd name="T42" fmla="*/ 0 w 375"/>
                <a:gd name="T43" fmla="*/ 0 h 98"/>
                <a:gd name="T44" fmla="*/ 0 w 375"/>
                <a:gd name="T45" fmla="*/ 0 h 98"/>
                <a:gd name="T46" fmla="*/ 0 w 375"/>
                <a:gd name="T47" fmla="*/ 0 h 98"/>
                <a:gd name="T48" fmla="*/ 0 w 375"/>
                <a:gd name="T49" fmla="*/ 0 h 98"/>
                <a:gd name="T50" fmla="*/ 0 w 375"/>
                <a:gd name="T51" fmla="*/ 0 h 98"/>
                <a:gd name="T52" fmla="*/ 0 w 375"/>
                <a:gd name="T53" fmla="*/ 0 h 98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75"/>
                <a:gd name="T82" fmla="*/ 0 h 98"/>
                <a:gd name="T83" fmla="*/ 375 w 375"/>
                <a:gd name="T84" fmla="*/ 98 h 98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75" h="98">
                  <a:moveTo>
                    <a:pt x="198" y="90"/>
                  </a:moveTo>
                  <a:lnTo>
                    <a:pt x="214" y="92"/>
                  </a:lnTo>
                  <a:lnTo>
                    <a:pt x="229" y="93"/>
                  </a:lnTo>
                  <a:lnTo>
                    <a:pt x="242" y="95"/>
                  </a:lnTo>
                  <a:lnTo>
                    <a:pt x="256" y="97"/>
                  </a:lnTo>
                  <a:lnTo>
                    <a:pt x="268" y="98"/>
                  </a:lnTo>
                  <a:lnTo>
                    <a:pt x="282" y="97"/>
                  </a:lnTo>
                  <a:lnTo>
                    <a:pt x="296" y="93"/>
                  </a:lnTo>
                  <a:lnTo>
                    <a:pt x="312" y="88"/>
                  </a:lnTo>
                  <a:lnTo>
                    <a:pt x="316" y="87"/>
                  </a:lnTo>
                  <a:lnTo>
                    <a:pt x="326" y="83"/>
                  </a:lnTo>
                  <a:lnTo>
                    <a:pt x="339" y="77"/>
                  </a:lnTo>
                  <a:lnTo>
                    <a:pt x="353" y="70"/>
                  </a:lnTo>
                  <a:lnTo>
                    <a:pt x="366" y="62"/>
                  </a:lnTo>
                  <a:lnTo>
                    <a:pt x="374" y="54"/>
                  </a:lnTo>
                  <a:lnTo>
                    <a:pt x="375" y="46"/>
                  </a:lnTo>
                  <a:lnTo>
                    <a:pt x="367" y="39"/>
                  </a:lnTo>
                  <a:lnTo>
                    <a:pt x="137" y="0"/>
                  </a:lnTo>
                  <a:lnTo>
                    <a:pt x="113" y="3"/>
                  </a:lnTo>
                  <a:lnTo>
                    <a:pt x="89" y="7"/>
                  </a:lnTo>
                  <a:lnTo>
                    <a:pt x="63" y="14"/>
                  </a:lnTo>
                  <a:lnTo>
                    <a:pt x="40" y="21"/>
                  </a:lnTo>
                  <a:lnTo>
                    <a:pt x="20" y="29"/>
                  </a:lnTo>
                  <a:lnTo>
                    <a:pt x="7" y="36"/>
                  </a:lnTo>
                  <a:lnTo>
                    <a:pt x="0" y="42"/>
                  </a:lnTo>
                  <a:lnTo>
                    <a:pt x="1" y="46"/>
                  </a:lnTo>
                  <a:lnTo>
                    <a:pt x="198" y="9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67" name="Freeform 16">
              <a:extLst>
                <a:ext uri="{FF2B5EF4-FFF2-40B4-BE49-F238E27FC236}">
                  <a16:creationId xmlns:a16="http://schemas.microsoft.com/office/drawing/2014/main" id="{C50BCA26-B842-5523-F962-A09420BAB6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" y="2988"/>
              <a:ext cx="90" cy="23"/>
            </a:xfrm>
            <a:custGeom>
              <a:avLst/>
              <a:gdLst>
                <a:gd name="T0" fmla="*/ 0 w 362"/>
                <a:gd name="T1" fmla="*/ 0 h 94"/>
                <a:gd name="T2" fmla="*/ 0 w 362"/>
                <a:gd name="T3" fmla="*/ 0 h 94"/>
                <a:gd name="T4" fmla="*/ 0 w 362"/>
                <a:gd name="T5" fmla="*/ 0 h 94"/>
                <a:gd name="T6" fmla="*/ 0 w 362"/>
                <a:gd name="T7" fmla="*/ 0 h 94"/>
                <a:gd name="T8" fmla="*/ 0 w 362"/>
                <a:gd name="T9" fmla="*/ 0 h 94"/>
                <a:gd name="T10" fmla="*/ 0 w 362"/>
                <a:gd name="T11" fmla="*/ 0 h 94"/>
                <a:gd name="T12" fmla="*/ 0 w 362"/>
                <a:gd name="T13" fmla="*/ 0 h 94"/>
                <a:gd name="T14" fmla="*/ 0 w 362"/>
                <a:gd name="T15" fmla="*/ 0 h 94"/>
                <a:gd name="T16" fmla="*/ 0 w 362"/>
                <a:gd name="T17" fmla="*/ 0 h 94"/>
                <a:gd name="T18" fmla="*/ 0 w 362"/>
                <a:gd name="T19" fmla="*/ 0 h 94"/>
                <a:gd name="T20" fmla="*/ 0 w 362"/>
                <a:gd name="T21" fmla="*/ 0 h 94"/>
                <a:gd name="T22" fmla="*/ 0 w 362"/>
                <a:gd name="T23" fmla="*/ 0 h 94"/>
                <a:gd name="T24" fmla="*/ 0 w 362"/>
                <a:gd name="T25" fmla="*/ 0 h 94"/>
                <a:gd name="T26" fmla="*/ 0 w 362"/>
                <a:gd name="T27" fmla="*/ 0 h 94"/>
                <a:gd name="T28" fmla="*/ 0 w 362"/>
                <a:gd name="T29" fmla="*/ 0 h 94"/>
                <a:gd name="T30" fmla="*/ 0 w 362"/>
                <a:gd name="T31" fmla="*/ 0 h 94"/>
                <a:gd name="T32" fmla="*/ 0 w 362"/>
                <a:gd name="T33" fmla="*/ 0 h 94"/>
                <a:gd name="T34" fmla="*/ 0 w 362"/>
                <a:gd name="T35" fmla="*/ 0 h 94"/>
                <a:gd name="T36" fmla="*/ 0 w 362"/>
                <a:gd name="T37" fmla="*/ 0 h 94"/>
                <a:gd name="T38" fmla="*/ 0 w 362"/>
                <a:gd name="T39" fmla="*/ 0 h 94"/>
                <a:gd name="T40" fmla="*/ 0 w 362"/>
                <a:gd name="T41" fmla="*/ 0 h 94"/>
                <a:gd name="T42" fmla="*/ 0 w 362"/>
                <a:gd name="T43" fmla="*/ 0 h 94"/>
                <a:gd name="T44" fmla="*/ 0 w 362"/>
                <a:gd name="T45" fmla="*/ 0 h 94"/>
                <a:gd name="T46" fmla="*/ 0 w 362"/>
                <a:gd name="T47" fmla="*/ 0 h 94"/>
                <a:gd name="T48" fmla="*/ 0 w 362"/>
                <a:gd name="T49" fmla="*/ 0 h 94"/>
                <a:gd name="T50" fmla="*/ 0 w 362"/>
                <a:gd name="T51" fmla="*/ 0 h 94"/>
                <a:gd name="T52" fmla="*/ 0 w 362"/>
                <a:gd name="T53" fmla="*/ 0 h 94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62"/>
                <a:gd name="T82" fmla="*/ 0 h 94"/>
                <a:gd name="T83" fmla="*/ 362 w 362"/>
                <a:gd name="T84" fmla="*/ 94 h 94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62" h="94">
                  <a:moveTo>
                    <a:pt x="191" y="86"/>
                  </a:moveTo>
                  <a:lnTo>
                    <a:pt x="206" y="88"/>
                  </a:lnTo>
                  <a:lnTo>
                    <a:pt x="220" y="89"/>
                  </a:lnTo>
                  <a:lnTo>
                    <a:pt x="234" y="92"/>
                  </a:lnTo>
                  <a:lnTo>
                    <a:pt x="247" y="93"/>
                  </a:lnTo>
                  <a:lnTo>
                    <a:pt x="258" y="94"/>
                  </a:lnTo>
                  <a:lnTo>
                    <a:pt x="272" y="93"/>
                  </a:lnTo>
                  <a:lnTo>
                    <a:pt x="286" y="89"/>
                  </a:lnTo>
                  <a:lnTo>
                    <a:pt x="301" y="85"/>
                  </a:lnTo>
                  <a:lnTo>
                    <a:pt x="305" y="84"/>
                  </a:lnTo>
                  <a:lnTo>
                    <a:pt x="314" y="79"/>
                  </a:lnTo>
                  <a:lnTo>
                    <a:pt x="327" y="73"/>
                  </a:lnTo>
                  <a:lnTo>
                    <a:pt x="341" y="66"/>
                  </a:lnTo>
                  <a:lnTo>
                    <a:pt x="352" y="59"/>
                  </a:lnTo>
                  <a:lnTo>
                    <a:pt x="360" y="51"/>
                  </a:lnTo>
                  <a:lnTo>
                    <a:pt x="362" y="43"/>
                  </a:lnTo>
                  <a:lnTo>
                    <a:pt x="353" y="37"/>
                  </a:lnTo>
                  <a:lnTo>
                    <a:pt x="132" y="0"/>
                  </a:lnTo>
                  <a:lnTo>
                    <a:pt x="110" y="2"/>
                  </a:lnTo>
                  <a:lnTo>
                    <a:pt x="86" y="7"/>
                  </a:lnTo>
                  <a:lnTo>
                    <a:pt x="61" y="13"/>
                  </a:lnTo>
                  <a:lnTo>
                    <a:pt x="39" y="21"/>
                  </a:lnTo>
                  <a:lnTo>
                    <a:pt x="21" y="28"/>
                  </a:lnTo>
                  <a:lnTo>
                    <a:pt x="7" y="36"/>
                  </a:lnTo>
                  <a:lnTo>
                    <a:pt x="0" y="41"/>
                  </a:lnTo>
                  <a:lnTo>
                    <a:pt x="2" y="44"/>
                  </a:lnTo>
                  <a:lnTo>
                    <a:pt x="191" y="8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168" name="Freeform 17">
              <a:extLst>
                <a:ext uri="{FF2B5EF4-FFF2-40B4-BE49-F238E27FC236}">
                  <a16:creationId xmlns:a16="http://schemas.microsoft.com/office/drawing/2014/main" id="{A6AD48E7-D532-7943-7640-97C8550CC1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" y="2966"/>
              <a:ext cx="85" cy="22"/>
            </a:xfrm>
            <a:custGeom>
              <a:avLst/>
              <a:gdLst>
                <a:gd name="T0" fmla="*/ 0 w 337"/>
                <a:gd name="T1" fmla="*/ 0 h 87"/>
                <a:gd name="T2" fmla="*/ 0 w 337"/>
                <a:gd name="T3" fmla="*/ 0 h 87"/>
                <a:gd name="T4" fmla="*/ 0 w 337"/>
                <a:gd name="T5" fmla="*/ 0 h 87"/>
                <a:gd name="T6" fmla="*/ 0 w 337"/>
                <a:gd name="T7" fmla="*/ 0 h 87"/>
                <a:gd name="T8" fmla="*/ 0 w 337"/>
                <a:gd name="T9" fmla="*/ 0 h 87"/>
                <a:gd name="T10" fmla="*/ 0 w 337"/>
                <a:gd name="T11" fmla="*/ 0 h 87"/>
                <a:gd name="T12" fmla="*/ 0 w 337"/>
                <a:gd name="T13" fmla="*/ 0 h 87"/>
                <a:gd name="T14" fmla="*/ 0 w 337"/>
                <a:gd name="T15" fmla="*/ 0 h 87"/>
                <a:gd name="T16" fmla="*/ 0 w 337"/>
                <a:gd name="T17" fmla="*/ 0 h 87"/>
                <a:gd name="T18" fmla="*/ 0 w 337"/>
                <a:gd name="T19" fmla="*/ 0 h 87"/>
                <a:gd name="T20" fmla="*/ 0 w 337"/>
                <a:gd name="T21" fmla="*/ 0 h 87"/>
                <a:gd name="T22" fmla="*/ 0 w 337"/>
                <a:gd name="T23" fmla="*/ 0 h 87"/>
                <a:gd name="T24" fmla="*/ 0 w 337"/>
                <a:gd name="T25" fmla="*/ 0 h 87"/>
                <a:gd name="T26" fmla="*/ 0 w 337"/>
                <a:gd name="T27" fmla="*/ 0 h 87"/>
                <a:gd name="T28" fmla="*/ 0 w 337"/>
                <a:gd name="T29" fmla="*/ 0 h 87"/>
                <a:gd name="T30" fmla="*/ 0 w 337"/>
                <a:gd name="T31" fmla="*/ 0 h 87"/>
                <a:gd name="T32" fmla="*/ 0 w 337"/>
                <a:gd name="T33" fmla="*/ 0 h 87"/>
                <a:gd name="T34" fmla="*/ 0 w 337"/>
                <a:gd name="T35" fmla="*/ 0 h 87"/>
                <a:gd name="T36" fmla="*/ 0 w 337"/>
                <a:gd name="T37" fmla="*/ 0 h 87"/>
                <a:gd name="T38" fmla="*/ 0 w 337"/>
                <a:gd name="T39" fmla="*/ 0 h 87"/>
                <a:gd name="T40" fmla="*/ 0 w 337"/>
                <a:gd name="T41" fmla="*/ 0 h 87"/>
                <a:gd name="T42" fmla="*/ 0 w 337"/>
                <a:gd name="T43" fmla="*/ 0 h 87"/>
                <a:gd name="T44" fmla="*/ 0 w 337"/>
                <a:gd name="T45" fmla="*/ 0 h 87"/>
                <a:gd name="T46" fmla="*/ 0 w 337"/>
                <a:gd name="T47" fmla="*/ 0 h 87"/>
                <a:gd name="T48" fmla="*/ 0 w 337"/>
                <a:gd name="T49" fmla="*/ 0 h 87"/>
                <a:gd name="T50" fmla="*/ 0 w 337"/>
                <a:gd name="T51" fmla="*/ 0 h 87"/>
                <a:gd name="T52" fmla="*/ 0 w 337"/>
                <a:gd name="T53" fmla="*/ 0 h 87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w 337"/>
                <a:gd name="T82" fmla="*/ 0 h 87"/>
                <a:gd name="T83" fmla="*/ 337 w 337"/>
                <a:gd name="T84" fmla="*/ 87 h 87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T81" t="T82" r="T83" b="T84"/>
              <a:pathLst>
                <a:path w="337" h="87">
                  <a:moveTo>
                    <a:pt x="178" y="80"/>
                  </a:moveTo>
                  <a:lnTo>
                    <a:pt x="192" y="83"/>
                  </a:lnTo>
                  <a:lnTo>
                    <a:pt x="206" y="84"/>
                  </a:lnTo>
                  <a:lnTo>
                    <a:pt x="218" y="86"/>
                  </a:lnTo>
                  <a:lnTo>
                    <a:pt x="229" y="87"/>
                  </a:lnTo>
                  <a:lnTo>
                    <a:pt x="241" y="87"/>
                  </a:lnTo>
                  <a:lnTo>
                    <a:pt x="254" y="86"/>
                  </a:lnTo>
                  <a:lnTo>
                    <a:pt x="267" y="84"/>
                  </a:lnTo>
                  <a:lnTo>
                    <a:pt x="280" y="79"/>
                  </a:lnTo>
                  <a:lnTo>
                    <a:pt x="284" y="78"/>
                  </a:lnTo>
                  <a:lnTo>
                    <a:pt x="293" y="75"/>
                  </a:lnTo>
                  <a:lnTo>
                    <a:pt x="305" y="69"/>
                  </a:lnTo>
                  <a:lnTo>
                    <a:pt x="318" y="62"/>
                  </a:lnTo>
                  <a:lnTo>
                    <a:pt x="329" y="55"/>
                  </a:lnTo>
                  <a:lnTo>
                    <a:pt x="336" y="48"/>
                  </a:lnTo>
                  <a:lnTo>
                    <a:pt x="337" y="40"/>
                  </a:lnTo>
                  <a:lnTo>
                    <a:pt x="330" y="34"/>
                  </a:lnTo>
                  <a:lnTo>
                    <a:pt x="123" y="0"/>
                  </a:lnTo>
                  <a:lnTo>
                    <a:pt x="102" y="3"/>
                  </a:lnTo>
                  <a:lnTo>
                    <a:pt x="79" y="6"/>
                  </a:lnTo>
                  <a:lnTo>
                    <a:pt x="57" y="13"/>
                  </a:lnTo>
                  <a:lnTo>
                    <a:pt x="36" y="20"/>
                  </a:lnTo>
                  <a:lnTo>
                    <a:pt x="19" y="27"/>
                  </a:lnTo>
                  <a:lnTo>
                    <a:pt x="6" y="33"/>
                  </a:lnTo>
                  <a:lnTo>
                    <a:pt x="0" y="39"/>
                  </a:lnTo>
                  <a:lnTo>
                    <a:pt x="1" y="41"/>
                  </a:lnTo>
                  <a:lnTo>
                    <a:pt x="178" y="8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661" name="Freeform 18">
            <a:extLst>
              <a:ext uri="{FF2B5EF4-FFF2-40B4-BE49-F238E27FC236}">
                <a16:creationId xmlns:a16="http://schemas.microsoft.com/office/drawing/2014/main" id="{6EA05F5A-F3D2-80EE-0B4E-2ED76225A978}"/>
              </a:ext>
            </a:extLst>
          </p:cNvPr>
          <p:cNvSpPr>
            <a:spLocks/>
          </p:cNvSpPr>
          <p:nvPr/>
        </p:nvSpPr>
        <p:spPr bwMode="auto">
          <a:xfrm>
            <a:off x="2066925" y="4021139"/>
            <a:ext cx="884238" cy="663575"/>
          </a:xfrm>
          <a:custGeom>
            <a:avLst/>
            <a:gdLst>
              <a:gd name="T0" fmla="*/ 2147483647 w 1671"/>
              <a:gd name="T1" fmla="*/ 2147483647 h 1252"/>
              <a:gd name="T2" fmla="*/ 2147483647 w 1671"/>
              <a:gd name="T3" fmla="*/ 2147483647 h 1252"/>
              <a:gd name="T4" fmla="*/ 2147483647 w 1671"/>
              <a:gd name="T5" fmla="*/ 2147483647 h 1252"/>
              <a:gd name="T6" fmla="*/ 2147483647 w 1671"/>
              <a:gd name="T7" fmla="*/ 2147483647 h 1252"/>
              <a:gd name="T8" fmla="*/ 2147483647 w 1671"/>
              <a:gd name="T9" fmla="*/ 2147483647 h 1252"/>
              <a:gd name="T10" fmla="*/ 2147483647 w 1671"/>
              <a:gd name="T11" fmla="*/ 2147483647 h 1252"/>
              <a:gd name="T12" fmla="*/ 2147483647 w 1671"/>
              <a:gd name="T13" fmla="*/ 2147483647 h 1252"/>
              <a:gd name="T14" fmla="*/ 2147483647 w 1671"/>
              <a:gd name="T15" fmla="*/ 2147483647 h 1252"/>
              <a:gd name="T16" fmla="*/ 0 w 1671"/>
              <a:gd name="T17" fmla="*/ 2147483647 h 1252"/>
              <a:gd name="T18" fmla="*/ 2147483647 w 1671"/>
              <a:gd name="T19" fmla="*/ 2147483647 h 1252"/>
              <a:gd name="T20" fmla="*/ 2147483647 w 1671"/>
              <a:gd name="T21" fmla="*/ 2147483647 h 1252"/>
              <a:gd name="T22" fmla="*/ 2147483647 w 1671"/>
              <a:gd name="T23" fmla="*/ 2147483647 h 1252"/>
              <a:gd name="T24" fmla="*/ 2147483647 w 1671"/>
              <a:gd name="T25" fmla="*/ 2147483647 h 1252"/>
              <a:gd name="T26" fmla="*/ 2147483647 w 1671"/>
              <a:gd name="T27" fmla="*/ 2147483647 h 1252"/>
              <a:gd name="T28" fmla="*/ 2147483647 w 1671"/>
              <a:gd name="T29" fmla="*/ 2147483647 h 1252"/>
              <a:gd name="T30" fmla="*/ 2147483647 w 1671"/>
              <a:gd name="T31" fmla="*/ 2147483647 h 1252"/>
              <a:gd name="T32" fmla="*/ 2147483647 w 1671"/>
              <a:gd name="T33" fmla="*/ 2147483647 h 1252"/>
              <a:gd name="T34" fmla="*/ 2147483647 w 1671"/>
              <a:gd name="T35" fmla="*/ 0 h 1252"/>
              <a:gd name="T36" fmla="*/ 2147483647 w 1671"/>
              <a:gd name="T37" fmla="*/ 2147483647 h 1252"/>
              <a:gd name="T38" fmla="*/ 2147483647 w 1671"/>
              <a:gd name="T39" fmla="*/ 2147483647 h 1252"/>
              <a:gd name="T40" fmla="*/ 2147483647 w 1671"/>
              <a:gd name="T41" fmla="*/ 2147483647 h 1252"/>
              <a:gd name="T42" fmla="*/ 2147483647 w 1671"/>
              <a:gd name="T43" fmla="*/ 2147483647 h 1252"/>
              <a:gd name="T44" fmla="*/ 2147483647 w 1671"/>
              <a:gd name="T45" fmla="*/ 2147483647 h 1252"/>
              <a:gd name="T46" fmla="*/ 2147483647 w 1671"/>
              <a:gd name="T47" fmla="*/ 2147483647 h 1252"/>
              <a:gd name="T48" fmla="*/ 2147483647 w 1671"/>
              <a:gd name="T49" fmla="*/ 2147483647 h 1252"/>
              <a:gd name="T50" fmla="*/ 2147483647 w 1671"/>
              <a:gd name="T51" fmla="*/ 2147483647 h 1252"/>
              <a:gd name="T52" fmla="*/ 2147483647 w 1671"/>
              <a:gd name="T53" fmla="*/ 2147483647 h 1252"/>
              <a:gd name="T54" fmla="*/ 2147483647 w 1671"/>
              <a:gd name="T55" fmla="*/ 2147483647 h 1252"/>
              <a:gd name="T56" fmla="*/ 2147483647 w 1671"/>
              <a:gd name="T57" fmla="*/ 2147483647 h 1252"/>
              <a:gd name="T58" fmla="*/ 2147483647 w 1671"/>
              <a:gd name="T59" fmla="*/ 2147483647 h 1252"/>
              <a:gd name="T60" fmla="*/ 2147483647 w 1671"/>
              <a:gd name="T61" fmla="*/ 2147483647 h 1252"/>
              <a:gd name="T62" fmla="*/ 2147483647 w 1671"/>
              <a:gd name="T63" fmla="*/ 2147483647 h 1252"/>
              <a:gd name="T64" fmla="*/ 2147483647 w 1671"/>
              <a:gd name="T65" fmla="*/ 2147483647 h 1252"/>
              <a:gd name="T66" fmla="*/ 2147483647 w 1671"/>
              <a:gd name="T67" fmla="*/ 2147483647 h 1252"/>
              <a:gd name="T68" fmla="*/ 2147483647 w 1671"/>
              <a:gd name="T69" fmla="*/ 2147483647 h 1252"/>
              <a:gd name="T70" fmla="*/ 2147483647 w 1671"/>
              <a:gd name="T71" fmla="*/ 2147483647 h 1252"/>
              <a:gd name="T72" fmla="*/ 2147483647 w 1671"/>
              <a:gd name="T73" fmla="*/ 2147483647 h 1252"/>
              <a:gd name="T74" fmla="*/ 2147483647 w 1671"/>
              <a:gd name="T75" fmla="*/ 2147483647 h 1252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w 1671"/>
              <a:gd name="T115" fmla="*/ 0 h 1252"/>
              <a:gd name="T116" fmla="*/ 1671 w 1671"/>
              <a:gd name="T117" fmla="*/ 1252 h 1252"/>
            </a:gdLst>
            <a:ahLst/>
            <a:cxnLst>
              <a:cxn ang="T76">
                <a:pos x="T0" y="T1"/>
              </a:cxn>
              <a:cxn ang="T77">
                <a:pos x="T2" y="T3"/>
              </a:cxn>
              <a:cxn ang="T78">
                <a:pos x="T4" y="T5"/>
              </a:cxn>
              <a:cxn ang="T79">
                <a:pos x="T6" y="T7"/>
              </a:cxn>
              <a:cxn ang="T80">
                <a:pos x="T8" y="T9"/>
              </a:cxn>
              <a:cxn ang="T81">
                <a:pos x="T10" y="T11"/>
              </a:cxn>
              <a:cxn ang="T82">
                <a:pos x="T12" y="T13"/>
              </a:cxn>
              <a:cxn ang="T83">
                <a:pos x="T14" y="T15"/>
              </a:cxn>
              <a:cxn ang="T84">
                <a:pos x="T16" y="T17"/>
              </a:cxn>
              <a:cxn ang="T85">
                <a:pos x="T18" y="T19"/>
              </a:cxn>
              <a:cxn ang="T86">
                <a:pos x="T20" y="T21"/>
              </a:cxn>
              <a:cxn ang="T87">
                <a:pos x="T22" y="T23"/>
              </a:cxn>
              <a:cxn ang="T88">
                <a:pos x="T24" y="T25"/>
              </a:cxn>
              <a:cxn ang="T89">
                <a:pos x="T26" y="T27"/>
              </a:cxn>
              <a:cxn ang="T90">
                <a:pos x="T28" y="T29"/>
              </a:cxn>
              <a:cxn ang="T91">
                <a:pos x="T30" y="T31"/>
              </a:cxn>
              <a:cxn ang="T92">
                <a:pos x="T32" y="T33"/>
              </a:cxn>
              <a:cxn ang="T93">
                <a:pos x="T34" y="T35"/>
              </a:cxn>
              <a:cxn ang="T94">
                <a:pos x="T36" y="T37"/>
              </a:cxn>
              <a:cxn ang="T95">
                <a:pos x="T38" y="T39"/>
              </a:cxn>
              <a:cxn ang="T96">
                <a:pos x="T40" y="T41"/>
              </a:cxn>
              <a:cxn ang="T97">
                <a:pos x="T42" y="T43"/>
              </a:cxn>
              <a:cxn ang="T98">
                <a:pos x="T44" y="T45"/>
              </a:cxn>
              <a:cxn ang="T99">
                <a:pos x="T46" y="T47"/>
              </a:cxn>
              <a:cxn ang="T100">
                <a:pos x="T48" y="T49"/>
              </a:cxn>
              <a:cxn ang="T101">
                <a:pos x="T50" y="T51"/>
              </a:cxn>
              <a:cxn ang="T102">
                <a:pos x="T52" y="T53"/>
              </a:cxn>
              <a:cxn ang="T103">
                <a:pos x="T54" y="T55"/>
              </a:cxn>
              <a:cxn ang="T104">
                <a:pos x="T56" y="T57"/>
              </a:cxn>
              <a:cxn ang="T105">
                <a:pos x="T58" y="T59"/>
              </a:cxn>
              <a:cxn ang="T106">
                <a:pos x="T60" y="T61"/>
              </a:cxn>
              <a:cxn ang="T107">
                <a:pos x="T62" y="T63"/>
              </a:cxn>
              <a:cxn ang="T108">
                <a:pos x="T64" y="T65"/>
              </a:cxn>
              <a:cxn ang="T109">
                <a:pos x="T66" y="T67"/>
              </a:cxn>
              <a:cxn ang="T110">
                <a:pos x="T68" y="T69"/>
              </a:cxn>
              <a:cxn ang="T111">
                <a:pos x="T70" y="T71"/>
              </a:cxn>
              <a:cxn ang="T112">
                <a:pos x="T72" y="T73"/>
              </a:cxn>
              <a:cxn ang="T113">
                <a:pos x="T74" y="T75"/>
              </a:cxn>
            </a:cxnLst>
            <a:rect l="T114" t="T115" r="T116" b="T117"/>
            <a:pathLst>
              <a:path w="1671" h="1252">
                <a:moveTo>
                  <a:pt x="1451" y="1156"/>
                </a:moveTo>
                <a:lnTo>
                  <a:pt x="1441" y="1163"/>
                </a:lnTo>
                <a:lnTo>
                  <a:pt x="1430" y="1169"/>
                </a:lnTo>
                <a:lnTo>
                  <a:pt x="1419" y="1176"/>
                </a:lnTo>
                <a:lnTo>
                  <a:pt x="1409" y="1183"/>
                </a:lnTo>
                <a:lnTo>
                  <a:pt x="1397" y="1189"/>
                </a:lnTo>
                <a:lnTo>
                  <a:pt x="1386" y="1195"/>
                </a:lnTo>
                <a:lnTo>
                  <a:pt x="1375" y="1202"/>
                </a:lnTo>
                <a:lnTo>
                  <a:pt x="1364" y="1207"/>
                </a:lnTo>
                <a:lnTo>
                  <a:pt x="1353" y="1214"/>
                </a:lnTo>
                <a:lnTo>
                  <a:pt x="1342" y="1220"/>
                </a:lnTo>
                <a:lnTo>
                  <a:pt x="1329" y="1225"/>
                </a:lnTo>
                <a:lnTo>
                  <a:pt x="1318" y="1231"/>
                </a:lnTo>
                <a:lnTo>
                  <a:pt x="1306" y="1236"/>
                </a:lnTo>
                <a:lnTo>
                  <a:pt x="1295" y="1242"/>
                </a:lnTo>
                <a:lnTo>
                  <a:pt x="1282" y="1246"/>
                </a:lnTo>
                <a:lnTo>
                  <a:pt x="1270" y="1252"/>
                </a:lnTo>
                <a:lnTo>
                  <a:pt x="0" y="878"/>
                </a:lnTo>
                <a:lnTo>
                  <a:pt x="215" y="153"/>
                </a:lnTo>
                <a:lnTo>
                  <a:pt x="246" y="135"/>
                </a:lnTo>
                <a:lnTo>
                  <a:pt x="278" y="118"/>
                </a:lnTo>
                <a:lnTo>
                  <a:pt x="312" y="103"/>
                </a:lnTo>
                <a:lnTo>
                  <a:pt x="346" y="87"/>
                </a:lnTo>
                <a:lnTo>
                  <a:pt x="381" y="74"/>
                </a:lnTo>
                <a:lnTo>
                  <a:pt x="418" y="61"/>
                </a:lnTo>
                <a:lnTo>
                  <a:pt x="454" y="50"/>
                </a:lnTo>
                <a:lnTo>
                  <a:pt x="492" y="39"/>
                </a:lnTo>
                <a:lnTo>
                  <a:pt x="530" y="30"/>
                </a:lnTo>
                <a:lnTo>
                  <a:pt x="568" y="22"/>
                </a:lnTo>
                <a:lnTo>
                  <a:pt x="607" y="16"/>
                </a:lnTo>
                <a:lnTo>
                  <a:pt x="647" y="10"/>
                </a:lnTo>
                <a:lnTo>
                  <a:pt x="686" y="6"/>
                </a:lnTo>
                <a:lnTo>
                  <a:pt x="726" y="2"/>
                </a:lnTo>
                <a:lnTo>
                  <a:pt x="767" y="1"/>
                </a:lnTo>
                <a:lnTo>
                  <a:pt x="808" y="0"/>
                </a:lnTo>
                <a:lnTo>
                  <a:pt x="836" y="0"/>
                </a:lnTo>
                <a:lnTo>
                  <a:pt x="864" y="1"/>
                </a:lnTo>
                <a:lnTo>
                  <a:pt x="891" y="2"/>
                </a:lnTo>
                <a:lnTo>
                  <a:pt x="919" y="5"/>
                </a:lnTo>
                <a:lnTo>
                  <a:pt x="947" y="8"/>
                </a:lnTo>
                <a:lnTo>
                  <a:pt x="974" y="11"/>
                </a:lnTo>
                <a:lnTo>
                  <a:pt x="1002" y="15"/>
                </a:lnTo>
                <a:lnTo>
                  <a:pt x="1029" y="19"/>
                </a:lnTo>
                <a:lnTo>
                  <a:pt x="1056" y="25"/>
                </a:lnTo>
                <a:lnTo>
                  <a:pt x="1082" y="30"/>
                </a:lnTo>
                <a:lnTo>
                  <a:pt x="1108" y="36"/>
                </a:lnTo>
                <a:lnTo>
                  <a:pt x="1134" y="42"/>
                </a:lnTo>
                <a:lnTo>
                  <a:pt x="1160" y="49"/>
                </a:lnTo>
                <a:lnTo>
                  <a:pt x="1185" y="57"/>
                </a:lnTo>
                <a:lnTo>
                  <a:pt x="1211" y="66"/>
                </a:lnTo>
                <a:lnTo>
                  <a:pt x="1235" y="75"/>
                </a:lnTo>
                <a:lnTo>
                  <a:pt x="1259" y="84"/>
                </a:lnTo>
                <a:lnTo>
                  <a:pt x="1283" y="94"/>
                </a:lnTo>
                <a:lnTo>
                  <a:pt x="1307" y="104"/>
                </a:lnTo>
                <a:lnTo>
                  <a:pt x="1330" y="115"/>
                </a:lnTo>
                <a:lnTo>
                  <a:pt x="1353" y="126"/>
                </a:lnTo>
                <a:lnTo>
                  <a:pt x="1375" y="137"/>
                </a:lnTo>
                <a:lnTo>
                  <a:pt x="1397" y="150"/>
                </a:lnTo>
                <a:lnTo>
                  <a:pt x="1419" y="163"/>
                </a:lnTo>
                <a:lnTo>
                  <a:pt x="1439" y="175"/>
                </a:lnTo>
                <a:lnTo>
                  <a:pt x="1459" y="190"/>
                </a:lnTo>
                <a:lnTo>
                  <a:pt x="1479" y="203"/>
                </a:lnTo>
                <a:lnTo>
                  <a:pt x="1498" y="218"/>
                </a:lnTo>
                <a:lnTo>
                  <a:pt x="1517" y="233"/>
                </a:lnTo>
                <a:lnTo>
                  <a:pt x="1535" y="248"/>
                </a:lnTo>
                <a:lnTo>
                  <a:pt x="1553" y="264"/>
                </a:lnTo>
                <a:lnTo>
                  <a:pt x="1569" y="280"/>
                </a:lnTo>
                <a:lnTo>
                  <a:pt x="1584" y="296"/>
                </a:lnTo>
                <a:lnTo>
                  <a:pt x="1598" y="312"/>
                </a:lnTo>
                <a:lnTo>
                  <a:pt x="1612" y="327"/>
                </a:lnTo>
                <a:lnTo>
                  <a:pt x="1625" y="344"/>
                </a:lnTo>
                <a:lnTo>
                  <a:pt x="1638" y="360"/>
                </a:lnTo>
                <a:lnTo>
                  <a:pt x="1650" y="376"/>
                </a:lnTo>
                <a:lnTo>
                  <a:pt x="1661" y="393"/>
                </a:lnTo>
                <a:lnTo>
                  <a:pt x="1671" y="410"/>
                </a:lnTo>
                <a:lnTo>
                  <a:pt x="1451" y="1156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2" name="Freeform 19">
            <a:extLst>
              <a:ext uri="{FF2B5EF4-FFF2-40B4-BE49-F238E27FC236}">
                <a16:creationId xmlns:a16="http://schemas.microsoft.com/office/drawing/2014/main" id="{894CB1BE-DC07-7C90-526A-352735CF3A03}"/>
              </a:ext>
            </a:extLst>
          </p:cNvPr>
          <p:cNvSpPr>
            <a:spLocks/>
          </p:cNvSpPr>
          <p:nvPr/>
        </p:nvSpPr>
        <p:spPr bwMode="auto">
          <a:xfrm>
            <a:off x="2101850" y="4021139"/>
            <a:ext cx="838200" cy="657225"/>
          </a:xfrm>
          <a:custGeom>
            <a:avLst/>
            <a:gdLst>
              <a:gd name="T0" fmla="*/ 2147483647 w 1583"/>
              <a:gd name="T1" fmla="*/ 2147483647 h 1240"/>
              <a:gd name="T2" fmla="*/ 2147483647 w 1583"/>
              <a:gd name="T3" fmla="*/ 2147483647 h 1240"/>
              <a:gd name="T4" fmla="*/ 2147483647 w 1583"/>
              <a:gd name="T5" fmla="*/ 0 h 1240"/>
              <a:gd name="T6" fmla="*/ 2147483647 w 1583"/>
              <a:gd name="T7" fmla="*/ 2147483647 h 1240"/>
              <a:gd name="T8" fmla="*/ 2147483647 w 1583"/>
              <a:gd name="T9" fmla="*/ 2147483647 h 1240"/>
              <a:gd name="T10" fmla="*/ 2147483647 w 1583"/>
              <a:gd name="T11" fmla="*/ 2147483647 h 1240"/>
              <a:gd name="T12" fmla="*/ 2147483647 w 1583"/>
              <a:gd name="T13" fmla="*/ 2147483647 h 1240"/>
              <a:gd name="T14" fmla="*/ 2147483647 w 1583"/>
              <a:gd name="T15" fmla="*/ 2147483647 h 1240"/>
              <a:gd name="T16" fmla="*/ 2147483647 w 1583"/>
              <a:gd name="T17" fmla="*/ 2147483647 h 1240"/>
              <a:gd name="T18" fmla="*/ 2147483647 w 1583"/>
              <a:gd name="T19" fmla="*/ 2147483647 h 1240"/>
              <a:gd name="T20" fmla="*/ 2147483647 w 1583"/>
              <a:gd name="T21" fmla="*/ 2147483647 h 1240"/>
              <a:gd name="T22" fmla="*/ 2147483647 w 1583"/>
              <a:gd name="T23" fmla="*/ 2147483647 h 1240"/>
              <a:gd name="T24" fmla="*/ 2147483647 w 1583"/>
              <a:gd name="T25" fmla="*/ 2147483647 h 1240"/>
              <a:gd name="T26" fmla="*/ 2147483647 w 1583"/>
              <a:gd name="T27" fmla="*/ 2147483647 h 1240"/>
              <a:gd name="T28" fmla="*/ 2147483647 w 1583"/>
              <a:gd name="T29" fmla="*/ 2147483647 h 1240"/>
              <a:gd name="T30" fmla="*/ 2147483647 w 1583"/>
              <a:gd name="T31" fmla="*/ 2147483647 h 1240"/>
              <a:gd name="T32" fmla="*/ 2147483647 w 1583"/>
              <a:gd name="T33" fmla="*/ 2147483647 h 1240"/>
              <a:gd name="T34" fmla="*/ 2147483647 w 1583"/>
              <a:gd name="T35" fmla="*/ 2147483647 h 1240"/>
              <a:gd name="T36" fmla="*/ 2147483647 w 1583"/>
              <a:gd name="T37" fmla="*/ 2147483647 h 1240"/>
              <a:gd name="T38" fmla="*/ 2147483647 w 1583"/>
              <a:gd name="T39" fmla="*/ 2147483647 h 1240"/>
              <a:gd name="T40" fmla="*/ 2147483647 w 1583"/>
              <a:gd name="T41" fmla="*/ 2147483647 h 1240"/>
              <a:gd name="T42" fmla="*/ 2147483647 w 1583"/>
              <a:gd name="T43" fmla="*/ 2147483647 h 1240"/>
              <a:gd name="T44" fmla="*/ 2147483647 w 1583"/>
              <a:gd name="T45" fmla="*/ 2147483647 h 1240"/>
              <a:gd name="T46" fmla="*/ 2147483647 w 1583"/>
              <a:gd name="T47" fmla="*/ 2147483647 h 1240"/>
              <a:gd name="T48" fmla="*/ 2147483647 w 1583"/>
              <a:gd name="T49" fmla="*/ 2147483647 h 1240"/>
              <a:gd name="T50" fmla="*/ 2147483647 w 1583"/>
              <a:gd name="T51" fmla="*/ 2147483647 h 1240"/>
              <a:gd name="T52" fmla="*/ 2147483647 w 1583"/>
              <a:gd name="T53" fmla="*/ 2147483647 h 1240"/>
              <a:gd name="T54" fmla="*/ 2147483647 w 1583"/>
              <a:gd name="T55" fmla="*/ 2147483647 h 1240"/>
              <a:gd name="T56" fmla="*/ 2147483647 w 1583"/>
              <a:gd name="T57" fmla="*/ 2147483647 h 1240"/>
              <a:gd name="T58" fmla="*/ 2147483647 w 1583"/>
              <a:gd name="T59" fmla="*/ 2147483647 h 1240"/>
              <a:gd name="T60" fmla="*/ 2147483647 w 1583"/>
              <a:gd name="T61" fmla="*/ 2147483647 h 1240"/>
              <a:gd name="T62" fmla="*/ 2147483647 w 1583"/>
              <a:gd name="T63" fmla="*/ 2147483647 h 1240"/>
              <a:gd name="T64" fmla="*/ 2147483647 w 1583"/>
              <a:gd name="T65" fmla="*/ 2147483647 h 1240"/>
              <a:gd name="T66" fmla="*/ 0 w 1583"/>
              <a:gd name="T67" fmla="*/ 2147483647 h 1240"/>
              <a:gd name="T68" fmla="*/ 2147483647 w 1583"/>
              <a:gd name="T69" fmla="*/ 2147483647 h 1240"/>
              <a:gd name="T70" fmla="*/ 2147483647 w 1583"/>
              <a:gd name="T71" fmla="*/ 2147483647 h 1240"/>
              <a:gd name="T72" fmla="*/ 2147483647 w 1583"/>
              <a:gd name="T73" fmla="*/ 2147483647 h 1240"/>
              <a:gd name="T74" fmla="*/ 2147483647 w 1583"/>
              <a:gd name="T75" fmla="*/ 2147483647 h 1240"/>
              <a:gd name="T76" fmla="*/ 2147483647 w 1583"/>
              <a:gd name="T77" fmla="*/ 2147483647 h 1240"/>
              <a:gd name="T78" fmla="*/ 2147483647 w 1583"/>
              <a:gd name="T79" fmla="*/ 2147483647 h 1240"/>
              <a:gd name="T80" fmla="*/ 2147483647 w 1583"/>
              <a:gd name="T81" fmla="*/ 2147483647 h 1240"/>
              <a:gd name="T82" fmla="*/ 2147483647 w 1583"/>
              <a:gd name="T83" fmla="*/ 2147483647 h 1240"/>
              <a:gd name="T84" fmla="*/ 2147483647 w 1583"/>
              <a:gd name="T85" fmla="*/ 2147483647 h 1240"/>
              <a:gd name="T86" fmla="*/ 2147483647 w 1583"/>
              <a:gd name="T87" fmla="*/ 2147483647 h 1240"/>
              <a:gd name="T88" fmla="*/ 2147483647 w 1583"/>
              <a:gd name="T89" fmla="*/ 2147483647 h 1240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w 1583"/>
              <a:gd name="T136" fmla="*/ 0 h 1240"/>
              <a:gd name="T137" fmla="*/ 1583 w 1583"/>
              <a:gd name="T138" fmla="*/ 1240 h 1240"/>
            </a:gdLst>
            <a:ahLst/>
            <a:cxnLst>
              <a:cxn ang="T90">
                <a:pos x="T0" y="T1"/>
              </a:cxn>
              <a:cxn ang="T91">
                <a:pos x="T2" y="T3"/>
              </a:cxn>
              <a:cxn ang="T92">
                <a:pos x="T4" y="T5"/>
              </a:cxn>
              <a:cxn ang="T93">
                <a:pos x="T6" y="T7"/>
              </a:cxn>
              <a:cxn ang="T94">
                <a:pos x="T8" y="T9"/>
              </a:cxn>
              <a:cxn ang="T95">
                <a:pos x="T10" y="T11"/>
              </a:cxn>
              <a:cxn ang="T96">
                <a:pos x="T12" y="T13"/>
              </a:cxn>
              <a:cxn ang="T97">
                <a:pos x="T14" y="T15"/>
              </a:cxn>
              <a:cxn ang="T98">
                <a:pos x="T16" y="T17"/>
              </a:cxn>
              <a:cxn ang="T99">
                <a:pos x="T18" y="T19"/>
              </a:cxn>
              <a:cxn ang="T100">
                <a:pos x="T20" y="T21"/>
              </a:cxn>
              <a:cxn ang="T101">
                <a:pos x="T22" y="T23"/>
              </a:cxn>
              <a:cxn ang="T102">
                <a:pos x="T24" y="T25"/>
              </a:cxn>
              <a:cxn ang="T103">
                <a:pos x="T26" y="T27"/>
              </a:cxn>
              <a:cxn ang="T104">
                <a:pos x="T28" y="T29"/>
              </a:cxn>
              <a:cxn ang="T105">
                <a:pos x="T30" y="T31"/>
              </a:cxn>
              <a:cxn ang="T106">
                <a:pos x="T32" y="T33"/>
              </a:cxn>
              <a:cxn ang="T107">
                <a:pos x="T34" y="T35"/>
              </a:cxn>
              <a:cxn ang="T108">
                <a:pos x="T36" y="T37"/>
              </a:cxn>
              <a:cxn ang="T109">
                <a:pos x="T38" y="T39"/>
              </a:cxn>
              <a:cxn ang="T110">
                <a:pos x="T40" y="T41"/>
              </a:cxn>
              <a:cxn ang="T111">
                <a:pos x="T42" y="T43"/>
              </a:cxn>
              <a:cxn ang="T112">
                <a:pos x="T44" y="T45"/>
              </a:cxn>
              <a:cxn ang="T113">
                <a:pos x="T46" y="T47"/>
              </a:cxn>
              <a:cxn ang="T114">
                <a:pos x="T48" y="T49"/>
              </a:cxn>
              <a:cxn ang="T115">
                <a:pos x="T50" y="T51"/>
              </a:cxn>
              <a:cxn ang="T116">
                <a:pos x="T52" y="T53"/>
              </a:cxn>
              <a:cxn ang="T117">
                <a:pos x="T54" y="T55"/>
              </a:cxn>
              <a:cxn ang="T118">
                <a:pos x="T56" y="T57"/>
              </a:cxn>
              <a:cxn ang="T119">
                <a:pos x="T58" y="T59"/>
              </a:cxn>
              <a:cxn ang="T120">
                <a:pos x="T60" y="T61"/>
              </a:cxn>
              <a:cxn ang="T121">
                <a:pos x="T62" y="T63"/>
              </a:cxn>
              <a:cxn ang="T122">
                <a:pos x="T64" y="T65"/>
              </a:cxn>
              <a:cxn ang="T123">
                <a:pos x="T66" y="T67"/>
              </a:cxn>
              <a:cxn ang="T124">
                <a:pos x="T68" y="T69"/>
              </a:cxn>
              <a:cxn ang="T125">
                <a:pos x="T70" y="T71"/>
              </a:cxn>
              <a:cxn ang="T126">
                <a:pos x="T72" y="T73"/>
              </a:cxn>
              <a:cxn ang="T127">
                <a:pos x="T74" y="T75"/>
              </a:cxn>
              <a:cxn ang="T128">
                <a:pos x="T76" y="T77"/>
              </a:cxn>
              <a:cxn ang="T129">
                <a:pos x="T78" y="T79"/>
              </a:cxn>
              <a:cxn ang="T130">
                <a:pos x="T80" y="T81"/>
              </a:cxn>
              <a:cxn ang="T131">
                <a:pos x="T82" y="T83"/>
              </a:cxn>
              <a:cxn ang="T132">
                <a:pos x="T84" y="T85"/>
              </a:cxn>
              <a:cxn ang="T133">
                <a:pos x="T86" y="T87"/>
              </a:cxn>
              <a:cxn ang="T134">
                <a:pos x="T88" y="T89"/>
              </a:cxn>
            </a:cxnLst>
            <a:rect l="T135" t="T136" r="T137" b="T138"/>
            <a:pathLst>
              <a:path w="1583" h="1240">
                <a:moveTo>
                  <a:pt x="595" y="496"/>
                </a:moveTo>
                <a:lnTo>
                  <a:pt x="459" y="456"/>
                </a:lnTo>
                <a:lnTo>
                  <a:pt x="453" y="475"/>
                </a:lnTo>
                <a:lnTo>
                  <a:pt x="608" y="519"/>
                </a:lnTo>
                <a:lnTo>
                  <a:pt x="759" y="0"/>
                </a:lnTo>
                <a:lnTo>
                  <a:pt x="773" y="0"/>
                </a:lnTo>
                <a:lnTo>
                  <a:pt x="787" y="1"/>
                </a:lnTo>
                <a:lnTo>
                  <a:pt x="801" y="1"/>
                </a:lnTo>
                <a:lnTo>
                  <a:pt x="814" y="2"/>
                </a:lnTo>
                <a:lnTo>
                  <a:pt x="828" y="3"/>
                </a:lnTo>
                <a:lnTo>
                  <a:pt x="841" y="5"/>
                </a:lnTo>
                <a:lnTo>
                  <a:pt x="854" y="6"/>
                </a:lnTo>
                <a:lnTo>
                  <a:pt x="868" y="7"/>
                </a:lnTo>
                <a:lnTo>
                  <a:pt x="1277" y="126"/>
                </a:lnTo>
                <a:lnTo>
                  <a:pt x="1229" y="290"/>
                </a:lnTo>
                <a:lnTo>
                  <a:pt x="1246" y="296"/>
                </a:lnTo>
                <a:lnTo>
                  <a:pt x="1296" y="130"/>
                </a:lnTo>
                <a:lnTo>
                  <a:pt x="1304" y="134"/>
                </a:lnTo>
                <a:lnTo>
                  <a:pt x="1313" y="140"/>
                </a:lnTo>
                <a:lnTo>
                  <a:pt x="1322" y="144"/>
                </a:lnTo>
                <a:lnTo>
                  <a:pt x="1330" y="150"/>
                </a:lnTo>
                <a:lnTo>
                  <a:pt x="1339" y="154"/>
                </a:lnTo>
                <a:lnTo>
                  <a:pt x="1348" y="160"/>
                </a:lnTo>
                <a:lnTo>
                  <a:pt x="1356" y="164"/>
                </a:lnTo>
                <a:lnTo>
                  <a:pt x="1365" y="170"/>
                </a:lnTo>
                <a:lnTo>
                  <a:pt x="1347" y="165"/>
                </a:lnTo>
                <a:lnTo>
                  <a:pt x="1342" y="164"/>
                </a:lnTo>
                <a:lnTo>
                  <a:pt x="1338" y="165"/>
                </a:lnTo>
                <a:lnTo>
                  <a:pt x="1335" y="169"/>
                </a:lnTo>
                <a:lnTo>
                  <a:pt x="1332" y="173"/>
                </a:lnTo>
                <a:lnTo>
                  <a:pt x="1283" y="340"/>
                </a:lnTo>
                <a:lnTo>
                  <a:pt x="1283" y="344"/>
                </a:lnTo>
                <a:lnTo>
                  <a:pt x="1284" y="348"/>
                </a:lnTo>
                <a:lnTo>
                  <a:pt x="1288" y="353"/>
                </a:lnTo>
                <a:lnTo>
                  <a:pt x="1291" y="355"/>
                </a:lnTo>
                <a:lnTo>
                  <a:pt x="1569" y="437"/>
                </a:lnTo>
                <a:lnTo>
                  <a:pt x="1573" y="437"/>
                </a:lnTo>
                <a:lnTo>
                  <a:pt x="1576" y="436"/>
                </a:lnTo>
                <a:lnTo>
                  <a:pt x="1579" y="434"/>
                </a:lnTo>
                <a:lnTo>
                  <a:pt x="1583" y="432"/>
                </a:lnTo>
                <a:lnTo>
                  <a:pt x="1548" y="548"/>
                </a:lnTo>
                <a:lnTo>
                  <a:pt x="1205" y="448"/>
                </a:lnTo>
                <a:lnTo>
                  <a:pt x="1212" y="426"/>
                </a:lnTo>
                <a:lnTo>
                  <a:pt x="1193" y="421"/>
                </a:lnTo>
                <a:lnTo>
                  <a:pt x="1182" y="460"/>
                </a:lnTo>
                <a:lnTo>
                  <a:pt x="1542" y="567"/>
                </a:lnTo>
                <a:lnTo>
                  <a:pt x="1365" y="1169"/>
                </a:lnTo>
                <a:lnTo>
                  <a:pt x="1349" y="1179"/>
                </a:lnTo>
                <a:lnTo>
                  <a:pt x="1334" y="1188"/>
                </a:lnTo>
                <a:lnTo>
                  <a:pt x="1317" y="1197"/>
                </a:lnTo>
                <a:lnTo>
                  <a:pt x="1301" y="1206"/>
                </a:lnTo>
                <a:lnTo>
                  <a:pt x="1284" y="1215"/>
                </a:lnTo>
                <a:lnTo>
                  <a:pt x="1268" y="1224"/>
                </a:lnTo>
                <a:lnTo>
                  <a:pt x="1251" y="1232"/>
                </a:lnTo>
                <a:lnTo>
                  <a:pt x="1233" y="1240"/>
                </a:lnTo>
                <a:lnTo>
                  <a:pt x="691" y="1080"/>
                </a:lnTo>
                <a:lnTo>
                  <a:pt x="699" y="1052"/>
                </a:lnTo>
                <a:lnTo>
                  <a:pt x="695" y="1051"/>
                </a:lnTo>
                <a:lnTo>
                  <a:pt x="739" y="897"/>
                </a:lnTo>
                <a:lnTo>
                  <a:pt x="744" y="898"/>
                </a:lnTo>
                <a:lnTo>
                  <a:pt x="759" y="845"/>
                </a:lnTo>
                <a:lnTo>
                  <a:pt x="306" y="713"/>
                </a:lnTo>
                <a:lnTo>
                  <a:pt x="278" y="809"/>
                </a:lnTo>
                <a:lnTo>
                  <a:pt x="232" y="795"/>
                </a:lnTo>
                <a:lnTo>
                  <a:pt x="230" y="800"/>
                </a:lnTo>
                <a:lnTo>
                  <a:pt x="85" y="756"/>
                </a:lnTo>
                <a:lnTo>
                  <a:pt x="87" y="752"/>
                </a:lnTo>
                <a:lnTo>
                  <a:pt x="0" y="727"/>
                </a:lnTo>
                <a:lnTo>
                  <a:pt x="105" y="372"/>
                </a:lnTo>
                <a:lnTo>
                  <a:pt x="296" y="428"/>
                </a:lnTo>
                <a:lnTo>
                  <a:pt x="301" y="410"/>
                </a:lnTo>
                <a:lnTo>
                  <a:pt x="111" y="353"/>
                </a:lnTo>
                <a:lnTo>
                  <a:pt x="173" y="139"/>
                </a:lnTo>
                <a:lnTo>
                  <a:pt x="204" y="123"/>
                </a:lnTo>
                <a:lnTo>
                  <a:pt x="236" y="107"/>
                </a:lnTo>
                <a:lnTo>
                  <a:pt x="268" y="93"/>
                </a:lnTo>
                <a:lnTo>
                  <a:pt x="301" y="79"/>
                </a:lnTo>
                <a:lnTo>
                  <a:pt x="335" y="67"/>
                </a:lnTo>
                <a:lnTo>
                  <a:pt x="370" y="56"/>
                </a:lnTo>
                <a:lnTo>
                  <a:pt x="404" y="46"/>
                </a:lnTo>
                <a:lnTo>
                  <a:pt x="440" y="36"/>
                </a:lnTo>
                <a:lnTo>
                  <a:pt x="476" y="28"/>
                </a:lnTo>
                <a:lnTo>
                  <a:pt x="513" y="20"/>
                </a:lnTo>
                <a:lnTo>
                  <a:pt x="549" y="15"/>
                </a:lnTo>
                <a:lnTo>
                  <a:pt x="587" y="9"/>
                </a:lnTo>
                <a:lnTo>
                  <a:pt x="625" y="6"/>
                </a:lnTo>
                <a:lnTo>
                  <a:pt x="663" y="2"/>
                </a:lnTo>
                <a:lnTo>
                  <a:pt x="701" y="1"/>
                </a:lnTo>
                <a:lnTo>
                  <a:pt x="740" y="0"/>
                </a:lnTo>
                <a:lnTo>
                  <a:pt x="595" y="496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3" name="Freeform 20">
            <a:extLst>
              <a:ext uri="{FF2B5EF4-FFF2-40B4-BE49-F238E27FC236}">
                <a16:creationId xmlns:a16="http://schemas.microsoft.com/office/drawing/2014/main" id="{FB2B77DC-12F0-E845-C79F-39F5AE405B1A}"/>
              </a:ext>
            </a:extLst>
          </p:cNvPr>
          <p:cNvSpPr>
            <a:spLocks/>
          </p:cNvSpPr>
          <p:nvPr/>
        </p:nvSpPr>
        <p:spPr bwMode="auto">
          <a:xfrm>
            <a:off x="2682876" y="4419600"/>
            <a:ext cx="111125" cy="109538"/>
          </a:xfrm>
          <a:custGeom>
            <a:avLst/>
            <a:gdLst>
              <a:gd name="T0" fmla="*/ 2147483647 w 209"/>
              <a:gd name="T1" fmla="*/ 2147483647 h 209"/>
              <a:gd name="T2" fmla="*/ 2147483647 w 209"/>
              <a:gd name="T3" fmla="*/ 2147483647 h 209"/>
              <a:gd name="T4" fmla="*/ 2147483647 w 209"/>
              <a:gd name="T5" fmla="*/ 2147483647 h 209"/>
              <a:gd name="T6" fmla="*/ 2147483647 w 209"/>
              <a:gd name="T7" fmla="*/ 2147483647 h 209"/>
              <a:gd name="T8" fmla="*/ 2147483647 w 209"/>
              <a:gd name="T9" fmla="*/ 2147483647 h 209"/>
              <a:gd name="T10" fmla="*/ 2147483647 w 209"/>
              <a:gd name="T11" fmla="*/ 2147483647 h 209"/>
              <a:gd name="T12" fmla="*/ 2147483647 w 209"/>
              <a:gd name="T13" fmla="*/ 2147483647 h 209"/>
              <a:gd name="T14" fmla="*/ 2147483647 w 209"/>
              <a:gd name="T15" fmla="*/ 2147483647 h 209"/>
              <a:gd name="T16" fmla="*/ 2147483647 w 209"/>
              <a:gd name="T17" fmla="*/ 2147483647 h 209"/>
              <a:gd name="T18" fmla="*/ 2147483647 w 209"/>
              <a:gd name="T19" fmla="*/ 2147483647 h 209"/>
              <a:gd name="T20" fmla="*/ 0 w 209"/>
              <a:gd name="T21" fmla="*/ 2147483647 h 209"/>
              <a:gd name="T22" fmla="*/ 0 w 209"/>
              <a:gd name="T23" fmla="*/ 2147483647 h 209"/>
              <a:gd name="T24" fmla="*/ 2147483647 w 209"/>
              <a:gd name="T25" fmla="*/ 2147483647 h 209"/>
              <a:gd name="T26" fmla="*/ 2147483647 w 209"/>
              <a:gd name="T27" fmla="*/ 2147483647 h 209"/>
              <a:gd name="T28" fmla="*/ 2147483647 w 209"/>
              <a:gd name="T29" fmla="*/ 2147483647 h 209"/>
              <a:gd name="T30" fmla="*/ 2147483647 w 209"/>
              <a:gd name="T31" fmla="*/ 2147483647 h 209"/>
              <a:gd name="T32" fmla="*/ 2147483647 w 209"/>
              <a:gd name="T33" fmla="*/ 2147483647 h 209"/>
              <a:gd name="T34" fmla="*/ 2147483647 w 209"/>
              <a:gd name="T35" fmla="*/ 2147483647 h 209"/>
              <a:gd name="T36" fmla="*/ 2147483647 w 209"/>
              <a:gd name="T37" fmla="*/ 2147483647 h 209"/>
              <a:gd name="T38" fmla="*/ 2147483647 w 209"/>
              <a:gd name="T39" fmla="*/ 2147483647 h 209"/>
              <a:gd name="T40" fmla="*/ 2147483647 w 209"/>
              <a:gd name="T41" fmla="*/ 2147483647 h 209"/>
              <a:gd name="T42" fmla="*/ 2147483647 w 209"/>
              <a:gd name="T43" fmla="*/ 2147483647 h 209"/>
              <a:gd name="T44" fmla="*/ 2147483647 w 209"/>
              <a:gd name="T45" fmla="*/ 2147483647 h 209"/>
              <a:gd name="T46" fmla="*/ 2147483647 w 209"/>
              <a:gd name="T47" fmla="*/ 2147483647 h 209"/>
              <a:gd name="T48" fmla="*/ 2147483647 w 209"/>
              <a:gd name="T49" fmla="*/ 2147483647 h 209"/>
              <a:gd name="T50" fmla="*/ 2147483647 w 209"/>
              <a:gd name="T51" fmla="*/ 0 h 209"/>
              <a:gd name="T52" fmla="*/ 2147483647 w 209"/>
              <a:gd name="T53" fmla="*/ 2147483647 h 209"/>
              <a:gd name="T54" fmla="*/ 2147483647 w 209"/>
              <a:gd name="T55" fmla="*/ 2147483647 h 209"/>
              <a:gd name="T56" fmla="*/ 2147483647 w 209"/>
              <a:gd name="T57" fmla="*/ 2147483647 h 209"/>
              <a:gd name="T58" fmla="*/ 2147483647 w 209"/>
              <a:gd name="T59" fmla="*/ 2147483647 h 209"/>
              <a:gd name="T60" fmla="*/ 2147483647 w 209"/>
              <a:gd name="T61" fmla="*/ 2147483647 h 209"/>
              <a:gd name="T62" fmla="*/ 2147483647 w 209"/>
              <a:gd name="T63" fmla="*/ 2147483647 h 209"/>
              <a:gd name="T64" fmla="*/ 2147483647 w 209"/>
              <a:gd name="T65" fmla="*/ 2147483647 h 209"/>
              <a:gd name="T66" fmla="*/ 2147483647 w 209"/>
              <a:gd name="T67" fmla="*/ 2147483647 h 209"/>
              <a:gd name="T68" fmla="*/ 2147483647 w 209"/>
              <a:gd name="T69" fmla="*/ 2147483647 h 209"/>
              <a:gd name="T70" fmla="*/ 2147483647 w 209"/>
              <a:gd name="T71" fmla="*/ 2147483647 h 209"/>
              <a:gd name="T72" fmla="*/ 2147483647 w 209"/>
              <a:gd name="T73" fmla="*/ 2147483647 h 209"/>
              <a:gd name="T74" fmla="*/ 2147483647 w 209"/>
              <a:gd name="T75" fmla="*/ 2147483647 h 209"/>
              <a:gd name="T76" fmla="*/ 2147483647 w 209"/>
              <a:gd name="T77" fmla="*/ 2147483647 h 209"/>
              <a:gd name="T78" fmla="*/ 2147483647 w 209"/>
              <a:gd name="T79" fmla="*/ 2147483647 h 209"/>
              <a:gd name="T80" fmla="*/ 2147483647 w 209"/>
              <a:gd name="T81" fmla="*/ 2147483647 h 209"/>
              <a:gd name="T82" fmla="*/ 2147483647 w 209"/>
              <a:gd name="T83" fmla="*/ 2147483647 h 209"/>
              <a:gd name="T84" fmla="*/ 2147483647 w 209"/>
              <a:gd name="T85" fmla="*/ 2147483647 h 209"/>
              <a:gd name="T86" fmla="*/ 2147483647 w 209"/>
              <a:gd name="T87" fmla="*/ 2147483647 h 209"/>
              <a:gd name="T88" fmla="*/ 2147483647 w 209"/>
              <a:gd name="T89" fmla="*/ 2147483647 h 209"/>
              <a:gd name="T90" fmla="*/ 2147483647 w 209"/>
              <a:gd name="T91" fmla="*/ 2147483647 h 209"/>
              <a:gd name="T92" fmla="*/ 2147483647 w 209"/>
              <a:gd name="T93" fmla="*/ 2147483647 h 209"/>
              <a:gd name="T94" fmla="*/ 2147483647 w 209"/>
              <a:gd name="T95" fmla="*/ 2147483647 h 209"/>
              <a:gd name="T96" fmla="*/ 2147483647 w 209"/>
              <a:gd name="T97" fmla="*/ 2147483647 h 209"/>
              <a:gd name="T98" fmla="*/ 2147483647 w 209"/>
              <a:gd name="T99" fmla="*/ 2147483647 h 209"/>
              <a:gd name="T100" fmla="*/ 2147483647 w 209"/>
              <a:gd name="T101" fmla="*/ 2147483647 h 209"/>
              <a:gd name="T102" fmla="*/ 2147483647 w 209"/>
              <a:gd name="T103" fmla="*/ 2147483647 h 209"/>
              <a:gd name="T104" fmla="*/ 2147483647 w 209"/>
              <a:gd name="T105" fmla="*/ 2147483647 h 20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209"/>
              <a:gd name="T160" fmla="*/ 0 h 209"/>
              <a:gd name="T161" fmla="*/ 209 w 209"/>
              <a:gd name="T162" fmla="*/ 209 h 20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209" h="209">
                <a:moveTo>
                  <a:pt x="75" y="205"/>
                </a:moveTo>
                <a:lnTo>
                  <a:pt x="65" y="202"/>
                </a:lnTo>
                <a:lnTo>
                  <a:pt x="56" y="197"/>
                </a:lnTo>
                <a:lnTo>
                  <a:pt x="47" y="192"/>
                </a:lnTo>
                <a:lnTo>
                  <a:pt x="39" y="186"/>
                </a:lnTo>
                <a:lnTo>
                  <a:pt x="31" y="179"/>
                </a:lnTo>
                <a:lnTo>
                  <a:pt x="23" y="171"/>
                </a:lnTo>
                <a:lnTo>
                  <a:pt x="18" y="163"/>
                </a:lnTo>
                <a:lnTo>
                  <a:pt x="12" y="154"/>
                </a:lnTo>
                <a:lnTo>
                  <a:pt x="4" y="135"/>
                </a:lnTo>
                <a:lnTo>
                  <a:pt x="0" y="115"/>
                </a:lnTo>
                <a:lnTo>
                  <a:pt x="0" y="96"/>
                </a:lnTo>
                <a:lnTo>
                  <a:pt x="3" y="75"/>
                </a:lnTo>
                <a:lnTo>
                  <a:pt x="7" y="65"/>
                </a:lnTo>
                <a:lnTo>
                  <a:pt x="11" y="56"/>
                </a:lnTo>
                <a:lnTo>
                  <a:pt x="17" y="48"/>
                </a:lnTo>
                <a:lnTo>
                  <a:pt x="23" y="39"/>
                </a:lnTo>
                <a:lnTo>
                  <a:pt x="30" y="32"/>
                </a:lnTo>
                <a:lnTo>
                  <a:pt x="38" y="24"/>
                </a:lnTo>
                <a:lnTo>
                  <a:pt x="46" y="18"/>
                </a:lnTo>
                <a:lnTo>
                  <a:pt x="55" y="13"/>
                </a:lnTo>
                <a:lnTo>
                  <a:pt x="64" y="8"/>
                </a:lnTo>
                <a:lnTo>
                  <a:pt x="74" y="5"/>
                </a:lnTo>
                <a:lnTo>
                  <a:pt x="84" y="2"/>
                </a:lnTo>
                <a:lnTo>
                  <a:pt x="94" y="1"/>
                </a:lnTo>
                <a:lnTo>
                  <a:pt x="104" y="0"/>
                </a:lnTo>
                <a:lnTo>
                  <a:pt x="114" y="1"/>
                </a:lnTo>
                <a:lnTo>
                  <a:pt x="124" y="2"/>
                </a:lnTo>
                <a:lnTo>
                  <a:pt x="134" y="4"/>
                </a:lnTo>
                <a:lnTo>
                  <a:pt x="154" y="12"/>
                </a:lnTo>
                <a:lnTo>
                  <a:pt x="171" y="24"/>
                </a:lnTo>
                <a:lnTo>
                  <a:pt x="185" y="37"/>
                </a:lnTo>
                <a:lnTo>
                  <a:pt x="196" y="54"/>
                </a:lnTo>
                <a:lnTo>
                  <a:pt x="204" y="73"/>
                </a:lnTo>
                <a:lnTo>
                  <a:pt x="209" y="92"/>
                </a:lnTo>
                <a:lnTo>
                  <a:pt x="209" y="113"/>
                </a:lnTo>
                <a:lnTo>
                  <a:pt x="205" y="134"/>
                </a:lnTo>
                <a:lnTo>
                  <a:pt x="202" y="144"/>
                </a:lnTo>
                <a:lnTo>
                  <a:pt x="198" y="153"/>
                </a:lnTo>
                <a:lnTo>
                  <a:pt x="192" y="161"/>
                </a:lnTo>
                <a:lnTo>
                  <a:pt x="186" y="169"/>
                </a:lnTo>
                <a:lnTo>
                  <a:pt x="180" y="177"/>
                </a:lnTo>
                <a:lnTo>
                  <a:pt x="172" y="185"/>
                </a:lnTo>
                <a:lnTo>
                  <a:pt x="164" y="190"/>
                </a:lnTo>
                <a:lnTo>
                  <a:pt x="155" y="196"/>
                </a:lnTo>
                <a:lnTo>
                  <a:pt x="146" y="201"/>
                </a:lnTo>
                <a:lnTo>
                  <a:pt x="136" y="204"/>
                </a:lnTo>
                <a:lnTo>
                  <a:pt x="126" y="207"/>
                </a:lnTo>
                <a:lnTo>
                  <a:pt x="116" y="208"/>
                </a:lnTo>
                <a:lnTo>
                  <a:pt x="106" y="209"/>
                </a:lnTo>
                <a:lnTo>
                  <a:pt x="95" y="208"/>
                </a:lnTo>
                <a:lnTo>
                  <a:pt x="85" y="207"/>
                </a:lnTo>
                <a:lnTo>
                  <a:pt x="75" y="205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4" name="Freeform 21">
            <a:extLst>
              <a:ext uri="{FF2B5EF4-FFF2-40B4-BE49-F238E27FC236}">
                <a16:creationId xmlns:a16="http://schemas.microsoft.com/office/drawing/2014/main" id="{BFD86F30-D07C-CB8C-960E-B3E1DD2369AD}"/>
              </a:ext>
            </a:extLst>
          </p:cNvPr>
          <p:cNvSpPr>
            <a:spLocks/>
          </p:cNvSpPr>
          <p:nvPr/>
        </p:nvSpPr>
        <p:spPr bwMode="auto">
          <a:xfrm>
            <a:off x="2687638" y="4424363"/>
            <a:ext cx="100012" cy="100012"/>
          </a:xfrm>
          <a:custGeom>
            <a:avLst/>
            <a:gdLst>
              <a:gd name="T0" fmla="*/ 2147483647 w 189"/>
              <a:gd name="T1" fmla="*/ 2147483647 h 189"/>
              <a:gd name="T2" fmla="*/ 2147483647 w 189"/>
              <a:gd name="T3" fmla="*/ 2147483647 h 189"/>
              <a:gd name="T4" fmla="*/ 2147483647 w 189"/>
              <a:gd name="T5" fmla="*/ 2147483647 h 189"/>
              <a:gd name="T6" fmla="*/ 2147483647 w 189"/>
              <a:gd name="T7" fmla="*/ 2147483647 h 189"/>
              <a:gd name="T8" fmla="*/ 2147483647 w 189"/>
              <a:gd name="T9" fmla="*/ 2147483647 h 189"/>
              <a:gd name="T10" fmla="*/ 2147483647 w 189"/>
              <a:gd name="T11" fmla="*/ 2147483647 h 189"/>
              <a:gd name="T12" fmla="*/ 2147483647 w 189"/>
              <a:gd name="T13" fmla="*/ 2147483647 h 189"/>
              <a:gd name="T14" fmla="*/ 2147483647 w 189"/>
              <a:gd name="T15" fmla="*/ 2147483647 h 189"/>
              <a:gd name="T16" fmla="*/ 2147483647 w 189"/>
              <a:gd name="T17" fmla="*/ 2147483647 h 189"/>
              <a:gd name="T18" fmla="*/ 2147483647 w 189"/>
              <a:gd name="T19" fmla="*/ 2147483647 h 189"/>
              <a:gd name="T20" fmla="*/ 2147483647 w 189"/>
              <a:gd name="T21" fmla="*/ 2147483647 h 189"/>
              <a:gd name="T22" fmla="*/ 2147483647 w 189"/>
              <a:gd name="T23" fmla="*/ 0 h 189"/>
              <a:gd name="T24" fmla="*/ 2147483647 w 189"/>
              <a:gd name="T25" fmla="*/ 2147483647 h 189"/>
              <a:gd name="T26" fmla="*/ 2147483647 w 189"/>
              <a:gd name="T27" fmla="*/ 2147483647 h 189"/>
              <a:gd name="T28" fmla="*/ 2147483647 w 189"/>
              <a:gd name="T29" fmla="*/ 2147483647 h 189"/>
              <a:gd name="T30" fmla="*/ 2147483647 w 189"/>
              <a:gd name="T31" fmla="*/ 2147483647 h 189"/>
              <a:gd name="T32" fmla="*/ 2147483647 w 189"/>
              <a:gd name="T33" fmla="*/ 2147483647 h 189"/>
              <a:gd name="T34" fmla="*/ 2147483647 w 189"/>
              <a:gd name="T35" fmla="*/ 2147483647 h 189"/>
              <a:gd name="T36" fmla="*/ 2147483647 w 189"/>
              <a:gd name="T37" fmla="*/ 2147483647 h 189"/>
              <a:gd name="T38" fmla="*/ 2147483647 w 189"/>
              <a:gd name="T39" fmla="*/ 2147483647 h 189"/>
              <a:gd name="T40" fmla="*/ 2147483647 w 189"/>
              <a:gd name="T41" fmla="*/ 2147483647 h 189"/>
              <a:gd name="T42" fmla="*/ 2147483647 w 189"/>
              <a:gd name="T43" fmla="*/ 2147483647 h 189"/>
              <a:gd name="T44" fmla="*/ 2147483647 w 189"/>
              <a:gd name="T45" fmla="*/ 2147483647 h 189"/>
              <a:gd name="T46" fmla="*/ 2147483647 w 189"/>
              <a:gd name="T47" fmla="*/ 2147483647 h 189"/>
              <a:gd name="T48" fmla="*/ 2147483647 w 189"/>
              <a:gd name="T49" fmla="*/ 2147483647 h 189"/>
              <a:gd name="T50" fmla="*/ 0 w 189"/>
              <a:gd name="T51" fmla="*/ 2147483647 h 189"/>
              <a:gd name="T52" fmla="*/ 0 w 189"/>
              <a:gd name="T53" fmla="*/ 2147483647 h 189"/>
              <a:gd name="T54" fmla="*/ 2147483647 w 189"/>
              <a:gd name="T55" fmla="*/ 2147483647 h 189"/>
              <a:gd name="T56" fmla="*/ 2147483647 w 189"/>
              <a:gd name="T57" fmla="*/ 2147483647 h 189"/>
              <a:gd name="T58" fmla="*/ 2147483647 w 189"/>
              <a:gd name="T59" fmla="*/ 2147483647 h 189"/>
              <a:gd name="T60" fmla="*/ 2147483647 w 189"/>
              <a:gd name="T61" fmla="*/ 2147483647 h 189"/>
              <a:gd name="T62" fmla="*/ 2147483647 w 189"/>
              <a:gd name="T63" fmla="*/ 2147483647 h 189"/>
              <a:gd name="T64" fmla="*/ 2147483647 w 189"/>
              <a:gd name="T65" fmla="*/ 2147483647 h 189"/>
              <a:gd name="T66" fmla="*/ 2147483647 w 189"/>
              <a:gd name="T67" fmla="*/ 2147483647 h 189"/>
              <a:gd name="T68" fmla="*/ 2147483647 w 189"/>
              <a:gd name="T69" fmla="*/ 2147483647 h 189"/>
              <a:gd name="T70" fmla="*/ 2147483647 w 189"/>
              <a:gd name="T71" fmla="*/ 2147483647 h 189"/>
              <a:gd name="T72" fmla="*/ 2147483647 w 189"/>
              <a:gd name="T73" fmla="*/ 2147483647 h 189"/>
              <a:gd name="T74" fmla="*/ 2147483647 w 189"/>
              <a:gd name="T75" fmla="*/ 2147483647 h 189"/>
              <a:gd name="T76" fmla="*/ 2147483647 w 189"/>
              <a:gd name="T77" fmla="*/ 2147483647 h 189"/>
              <a:gd name="T78" fmla="*/ 2147483647 w 189"/>
              <a:gd name="T79" fmla="*/ 2147483647 h 189"/>
              <a:gd name="T80" fmla="*/ 2147483647 w 189"/>
              <a:gd name="T81" fmla="*/ 2147483647 h 189"/>
              <a:gd name="T82" fmla="*/ 2147483647 w 189"/>
              <a:gd name="T83" fmla="*/ 2147483647 h 189"/>
              <a:gd name="T84" fmla="*/ 2147483647 w 189"/>
              <a:gd name="T85" fmla="*/ 2147483647 h 189"/>
              <a:gd name="T86" fmla="*/ 2147483647 w 189"/>
              <a:gd name="T87" fmla="*/ 2147483647 h 189"/>
              <a:gd name="T88" fmla="*/ 2147483647 w 189"/>
              <a:gd name="T89" fmla="*/ 2147483647 h 189"/>
              <a:gd name="T90" fmla="*/ 2147483647 w 189"/>
              <a:gd name="T91" fmla="*/ 2147483647 h 189"/>
              <a:gd name="T92" fmla="*/ 2147483647 w 189"/>
              <a:gd name="T93" fmla="*/ 2147483647 h 189"/>
              <a:gd name="T94" fmla="*/ 2147483647 w 189"/>
              <a:gd name="T95" fmla="*/ 2147483647 h 189"/>
              <a:gd name="T96" fmla="*/ 2147483647 w 189"/>
              <a:gd name="T97" fmla="*/ 2147483647 h 189"/>
              <a:gd name="T98" fmla="*/ 2147483647 w 189"/>
              <a:gd name="T99" fmla="*/ 2147483647 h 189"/>
              <a:gd name="T100" fmla="*/ 2147483647 w 189"/>
              <a:gd name="T101" fmla="*/ 2147483647 h 189"/>
              <a:gd name="T102" fmla="*/ 2147483647 w 189"/>
              <a:gd name="T103" fmla="*/ 2147483647 h 189"/>
              <a:gd name="T104" fmla="*/ 2147483647 w 189"/>
              <a:gd name="T105" fmla="*/ 2147483647 h 189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w 189"/>
              <a:gd name="T160" fmla="*/ 0 h 189"/>
              <a:gd name="T161" fmla="*/ 189 w 189"/>
              <a:gd name="T162" fmla="*/ 189 h 189"/>
            </a:gdLst>
            <a:ahLst/>
            <a:cxnLst>
              <a:cxn ang="T106">
                <a:pos x="T0" y="T1"/>
              </a:cxn>
              <a:cxn ang="T107">
                <a:pos x="T2" y="T3"/>
              </a:cxn>
              <a:cxn ang="T108">
                <a:pos x="T4" y="T5"/>
              </a:cxn>
              <a:cxn ang="T109">
                <a:pos x="T6" y="T7"/>
              </a:cxn>
              <a:cxn ang="T110">
                <a:pos x="T8" y="T9"/>
              </a:cxn>
              <a:cxn ang="T111">
                <a:pos x="T10" y="T11"/>
              </a:cxn>
              <a:cxn ang="T112">
                <a:pos x="T12" y="T13"/>
              </a:cxn>
              <a:cxn ang="T113">
                <a:pos x="T14" y="T15"/>
              </a:cxn>
              <a:cxn ang="T114">
                <a:pos x="T16" y="T17"/>
              </a:cxn>
              <a:cxn ang="T115">
                <a:pos x="T18" y="T19"/>
              </a:cxn>
              <a:cxn ang="T116">
                <a:pos x="T20" y="T21"/>
              </a:cxn>
              <a:cxn ang="T117">
                <a:pos x="T22" y="T23"/>
              </a:cxn>
              <a:cxn ang="T118">
                <a:pos x="T24" y="T25"/>
              </a:cxn>
              <a:cxn ang="T119">
                <a:pos x="T26" y="T27"/>
              </a:cxn>
              <a:cxn ang="T120">
                <a:pos x="T28" y="T29"/>
              </a:cxn>
              <a:cxn ang="T121">
                <a:pos x="T30" y="T31"/>
              </a:cxn>
              <a:cxn ang="T122">
                <a:pos x="T32" y="T33"/>
              </a:cxn>
              <a:cxn ang="T123">
                <a:pos x="T34" y="T35"/>
              </a:cxn>
              <a:cxn ang="T124">
                <a:pos x="T36" y="T37"/>
              </a:cxn>
              <a:cxn ang="T125">
                <a:pos x="T38" y="T39"/>
              </a:cxn>
              <a:cxn ang="T126">
                <a:pos x="T40" y="T41"/>
              </a:cxn>
              <a:cxn ang="T127">
                <a:pos x="T42" y="T43"/>
              </a:cxn>
              <a:cxn ang="T128">
                <a:pos x="T44" y="T45"/>
              </a:cxn>
              <a:cxn ang="T129">
                <a:pos x="T46" y="T47"/>
              </a:cxn>
              <a:cxn ang="T130">
                <a:pos x="T48" y="T49"/>
              </a:cxn>
              <a:cxn ang="T131">
                <a:pos x="T50" y="T51"/>
              </a:cxn>
              <a:cxn ang="T132">
                <a:pos x="T52" y="T53"/>
              </a:cxn>
              <a:cxn ang="T133">
                <a:pos x="T54" y="T55"/>
              </a:cxn>
              <a:cxn ang="T134">
                <a:pos x="T56" y="T57"/>
              </a:cxn>
              <a:cxn ang="T135">
                <a:pos x="T58" y="T59"/>
              </a:cxn>
              <a:cxn ang="T136">
                <a:pos x="T60" y="T61"/>
              </a:cxn>
              <a:cxn ang="T137">
                <a:pos x="T62" y="T63"/>
              </a:cxn>
              <a:cxn ang="T138">
                <a:pos x="T64" y="T65"/>
              </a:cxn>
              <a:cxn ang="T139">
                <a:pos x="T66" y="T67"/>
              </a:cxn>
              <a:cxn ang="T140">
                <a:pos x="T68" y="T69"/>
              </a:cxn>
              <a:cxn ang="T141">
                <a:pos x="T70" y="T71"/>
              </a:cxn>
              <a:cxn ang="T142">
                <a:pos x="T72" y="T73"/>
              </a:cxn>
              <a:cxn ang="T143">
                <a:pos x="T74" y="T75"/>
              </a:cxn>
              <a:cxn ang="T144">
                <a:pos x="T76" y="T77"/>
              </a:cxn>
              <a:cxn ang="T145">
                <a:pos x="T78" y="T79"/>
              </a:cxn>
              <a:cxn ang="T146">
                <a:pos x="T80" y="T81"/>
              </a:cxn>
              <a:cxn ang="T147">
                <a:pos x="T82" y="T83"/>
              </a:cxn>
              <a:cxn ang="T148">
                <a:pos x="T84" y="T85"/>
              </a:cxn>
              <a:cxn ang="T149">
                <a:pos x="T86" y="T87"/>
              </a:cxn>
              <a:cxn ang="T150">
                <a:pos x="T88" y="T89"/>
              </a:cxn>
              <a:cxn ang="T151">
                <a:pos x="T90" y="T91"/>
              </a:cxn>
              <a:cxn ang="T152">
                <a:pos x="T92" y="T93"/>
              </a:cxn>
              <a:cxn ang="T153">
                <a:pos x="T94" y="T95"/>
              </a:cxn>
              <a:cxn ang="T154">
                <a:pos x="T96" y="T97"/>
              </a:cxn>
              <a:cxn ang="T155">
                <a:pos x="T98" y="T99"/>
              </a:cxn>
              <a:cxn ang="T156">
                <a:pos x="T100" y="T101"/>
              </a:cxn>
              <a:cxn ang="T157">
                <a:pos x="T102" y="T103"/>
              </a:cxn>
              <a:cxn ang="T158">
                <a:pos x="T104" y="T105"/>
              </a:cxn>
            </a:cxnLst>
            <a:rect l="T159" t="T160" r="T161" b="T162"/>
            <a:pathLst>
              <a:path w="189" h="189">
                <a:moveTo>
                  <a:pt x="179" y="50"/>
                </a:moveTo>
                <a:lnTo>
                  <a:pt x="174" y="42"/>
                </a:lnTo>
                <a:lnTo>
                  <a:pt x="167" y="34"/>
                </a:lnTo>
                <a:lnTo>
                  <a:pt x="162" y="27"/>
                </a:lnTo>
                <a:lnTo>
                  <a:pt x="155" y="21"/>
                </a:lnTo>
                <a:lnTo>
                  <a:pt x="147" y="15"/>
                </a:lnTo>
                <a:lnTo>
                  <a:pt x="140" y="11"/>
                </a:lnTo>
                <a:lnTo>
                  <a:pt x="131" y="7"/>
                </a:lnTo>
                <a:lnTo>
                  <a:pt x="122" y="4"/>
                </a:lnTo>
                <a:lnTo>
                  <a:pt x="113" y="2"/>
                </a:lnTo>
                <a:lnTo>
                  <a:pt x="103" y="1"/>
                </a:lnTo>
                <a:lnTo>
                  <a:pt x="94" y="0"/>
                </a:lnTo>
                <a:lnTo>
                  <a:pt x="85" y="1"/>
                </a:lnTo>
                <a:lnTo>
                  <a:pt x="76" y="2"/>
                </a:lnTo>
                <a:lnTo>
                  <a:pt x="67" y="4"/>
                </a:lnTo>
                <a:lnTo>
                  <a:pt x="58" y="7"/>
                </a:lnTo>
                <a:lnTo>
                  <a:pt x="49" y="12"/>
                </a:lnTo>
                <a:lnTo>
                  <a:pt x="41" y="16"/>
                </a:lnTo>
                <a:lnTo>
                  <a:pt x="33" y="22"/>
                </a:lnTo>
                <a:lnTo>
                  <a:pt x="27" y="29"/>
                </a:lnTo>
                <a:lnTo>
                  <a:pt x="20" y="35"/>
                </a:lnTo>
                <a:lnTo>
                  <a:pt x="14" y="43"/>
                </a:lnTo>
                <a:lnTo>
                  <a:pt x="10" y="51"/>
                </a:lnTo>
                <a:lnTo>
                  <a:pt x="7" y="59"/>
                </a:lnTo>
                <a:lnTo>
                  <a:pt x="3" y="68"/>
                </a:lnTo>
                <a:lnTo>
                  <a:pt x="0" y="87"/>
                </a:lnTo>
                <a:lnTo>
                  <a:pt x="0" y="106"/>
                </a:lnTo>
                <a:lnTo>
                  <a:pt x="3" y="124"/>
                </a:lnTo>
                <a:lnTo>
                  <a:pt x="11" y="139"/>
                </a:lnTo>
                <a:lnTo>
                  <a:pt x="21" y="155"/>
                </a:lnTo>
                <a:lnTo>
                  <a:pt x="35" y="167"/>
                </a:lnTo>
                <a:lnTo>
                  <a:pt x="50" y="178"/>
                </a:lnTo>
                <a:lnTo>
                  <a:pt x="68" y="185"/>
                </a:lnTo>
                <a:lnTo>
                  <a:pt x="77" y="187"/>
                </a:lnTo>
                <a:lnTo>
                  <a:pt x="86" y="188"/>
                </a:lnTo>
                <a:lnTo>
                  <a:pt x="95" y="189"/>
                </a:lnTo>
                <a:lnTo>
                  <a:pt x="104" y="188"/>
                </a:lnTo>
                <a:lnTo>
                  <a:pt x="113" y="187"/>
                </a:lnTo>
                <a:lnTo>
                  <a:pt x="123" y="185"/>
                </a:lnTo>
                <a:lnTo>
                  <a:pt x="131" y="182"/>
                </a:lnTo>
                <a:lnTo>
                  <a:pt x="140" y="177"/>
                </a:lnTo>
                <a:lnTo>
                  <a:pt x="147" y="173"/>
                </a:lnTo>
                <a:lnTo>
                  <a:pt x="155" y="167"/>
                </a:lnTo>
                <a:lnTo>
                  <a:pt x="162" y="160"/>
                </a:lnTo>
                <a:lnTo>
                  <a:pt x="169" y="154"/>
                </a:lnTo>
                <a:lnTo>
                  <a:pt x="174" y="146"/>
                </a:lnTo>
                <a:lnTo>
                  <a:pt x="179" y="138"/>
                </a:lnTo>
                <a:lnTo>
                  <a:pt x="182" y="130"/>
                </a:lnTo>
                <a:lnTo>
                  <a:pt x="185" y="121"/>
                </a:lnTo>
                <a:lnTo>
                  <a:pt x="189" y="103"/>
                </a:lnTo>
                <a:lnTo>
                  <a:pt x="189" y="84"/>
                </a:lnTo>
                <a:lnTo>
                  <a:pt x="185" y="67"/>
                </a:lnTo>
                <a:lnTo>
                  <a:pt x="179" y="50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5" name="Freeform 22">
            <a:extLst>
              <a:ext uri="{FF2B5EF4-FFF2-40B4-BE49-F238E27FC236}">
                <a16:creationId xmlns:a16="http://schemas.microsoft.com/office/drawing/2014/main" id="{E3129B28-B5E9-2A4D-3B93-AB05267B2120}"/>
              </a:ext>
            </a:extLst>
          </p:cNvPr>
          <p:cNvSpPr>
            <a:spLocks/>
          </p:cNvSpPr>
          <p:nvPr/>
        </p:nvSpPr>
        <p:spPr bwMode="auto">
          <a:xfrm>
            <a:off x="2733676" y="4373564"/>
            <a:ext cx="47625" cy="46037"/>
          </a:xfrm>
          <a:custGeom>
            <a:avLst/>
            <a:gdLst>
              <a:gd name="T0" fmla="*/ 2147483647 w 91"/>
              <a:gd name="T1" fmla="*/ 2147483647 h 85"/>
              <a:gd name="T2" fmla="*/ 2147483647 w 91"/>
              <a:gd name="T3" fmla="*/ 2147483647 h 85"/>
              <a:gd name="T4" fmla="*/ 2147483647 w 91"/>
              <a:gd name="T5" fmla="*/ 2147483647 h 85"/>
              <a:gd name="T6" fmla="*/ 2147483647 w 91"/>
              <a:gd name="T7" fmla="*/ 2147483647 h 85"/>
              <a:gd name="T8" fmla="*/ 2147483647 w 91"/>
              <a:gd name="T9" fmla="*/ 2147483647 h 85"/>
              <a:gd name="T10" fmla="*/ 2147483647 w 91"/>
              <a:gd name="T11" fmla="*/ 2147483647 h 85"/>
              <a:gd name="T12" fmla="*/ 2147483647 w 91"/>
              <a:gd name="T13" fmla="*/ 2147483647 h 85"/>
              <a:gd name="T14" fmla="*/ 2147483647 w 91"/>
              <a:gd name="T15" fmla="*/ 2147483647 h 85"/>
              <a:gd name="T16" fmla="*/ 2147483647 w 91"/>
              <a:gd name="T17" fmla="*/ 2147483647 h 85"/>
              <a:gd name="T18" fmla="*/ 2147483647 w 91"/>
              <a:gd name="T19" fmla="*/ 2147483647 h 85"/>
              <a:gd name="T20" fmla="*/ 0 w 91"/>
              <a:gd name="T21" fmla="*/ 2147483647 h 85"/>
              <a:gd name="T22" fmla="*/ 0 w 91"/>
              <a:gd name="T23" fmla="*/ 2147483647 h 85"/>
              <a:gd name="T24" fmla="*/ 2147483647 w 91"/>
              <a:gd name="T25" fmla="*/ 2147483647 h 85"/>
              <a:gd name="T26" fmla="*/ 2147483647 w 91"/>
              <a:gd name="T27" fmla="*/ 2147483647 h 85"/>
              <a:gd name="T28" fmla="*/ 2147483647 w 91"/>
              <a:gd name="T29" fmla="*/ 2147483647 h 85"/>
              <a:gd name="T30" fmla="*/ 2147483647 w 91"/>
              <a:gd name="T31" fmla="*/ 2147483647 h 85"/>
              <a:gd name="T32" fmla="*/ 2147483647 w 91"/>
              <a:gd name="T33" fmla="*/ 2147483647 h 85"/>
              <a:gd name="T34" fmla="*/ 2147483647 w 91"/>
              <a:gd name="T35" fmla="*/ 2147483647 h 85"/>
              <a:gd name="T36" fmla="*/ 2147483647 w 91"/>
              <a:gd name="T37" fmla="*/ 0 h 85"/>
              <a:gd name="T38" fmla="*/ 2147483647 w 91"/>
              <a:gd name="T39" fmla="*/ 0 h 85"/>
              <a:gd name="T40" fmla="*/ 2147483647 w 91"/>
              <a:gd name="T41" fmla="*/ 2147483647 h 85"/>
              <a:gd name="T42" fmla="*/ 2147483647 w 91"/>
              <a:gd name="T43" fmla="*/ 2147483647 h 85"/>
              <a:gd name="T44" fmla="*/ 2147483647 w 91"/>
              <a:gd name="T45" fmla="*/ 2147483647 h 85"/>
              <a:gd name="T46" fmla="*/ 2147483647 w 91"/>
              <a:gd name="T47" fmla="*/ 2147483647 h 85"/>
              <a:gd name="T48" fmla="*/ 2147483647 w 91"/>
              <a:gd name="T49" fmla="*/ 2147483647 h 85"/>
              <a:gd name="T50" fmla="*/ 2147483647 w 91"/>
              <a:gd name="T51" fmla="*/ 2147483647 h 85"/>
              <a:gd name="T52" fmla="*/ 2147483647 w 91"/>
              <a:gd name="T53" fmla="*/ 2147483647 h 85"/>
              <a:gd name="T54" fmla="*/ 2147483647 w 91"/>
              <a:gd name="T55" fmla="*/ 2147483647 h 85"/>
              <a:gd name="T56" fmla="*/ 2147483647 w 91"/>
              <a:gd name="T57" fmla="*/ 2147483647 h 85"/>
              <a:gd name="T58" fmla="*/ 2147483647 w 91"/>
              <a:gd name="T59" fmla="*/ 2147483647 h 85"/>
              <a:gd name="T60" fmla="*/ 2147483647 w 91"/>
              <a:gd name="T61" fmla="*/ 2147483647 h 85"/>
              <a:gd name="T62" fmla="*/ 2147483647 w 91"/>
              <a:gd name="T63" fmla="*/ 2147483647 h 85"/>
              <a:gd name="T64" fmla="*/ 2147483647 w 91"/>
              <a:gd name="T65" fmla="*/ 2147483647 h 85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1"/>
              <a:gd name="T100" fmla="*/ 0 h 85"/>
              <a:gd name="T101" fmla="*/ 91 w 91"/>
              <a:gd name="T102" fmla="*/ 85 h 85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1" h="85">
                <a:moveTo>
                  <a:pt x="71" y="83"/>
                </a:moveTo>
                <a:lnTo>
                  <a:pt x="63" y="85"/>
                </a:lnTo>
                <a:lnTo>
                  <a:pt x="56" y="85"/>
                </a:lnTo>
                <a:lnTo>
                  <a:pt x="47" y="83"/>
                </a:lnTo>
                <a:lnTo>
                  <a:pt x="38" y="81"/>
                </a:lnTo>
                <a:lnTo>
                  <a:pt x="29" y="79"/>
                </a:lnTo>
                <a:lnTo>
                  <a:pt x="21" y="74"/>
                </a:lnTo>
                <a:lnTo>
                  <a:pt x="13" y="70"/>
                </a:lnTo>
                <a:lnTo>
                  <a:pt x="8" y="66"/>
                </a:lnTo>
                <a:lnTo>
                  <a:pt x="2" y="59"/>
                </a:lnTo>
                <a:lnTo>
                  <a:pt x="0" y="53"/>
                </a:lnTo>
                <a:lnTo>
                  <a:pt x="0" y="48"/>
                </a:lnTo>
                <a:lnTo>
                  <a:pt x="1" y="43"/>
                </a:lnTo>
                <a:lnTo>
                  <a:pt x="5" y="31"/>
                </a:lnTo>
                <a:lnTo>
                  <a:pt x="12" y="21"/>
                </a:lnTo>
                <a:lnTo>
                  <a:pt x="20" y="12"/>
                </a:lnTo>
                <a:lnTo>
                  <a:pt x="30" y="5"/>
                </a:lnTo>
                <a:lnTo>
                  <a:pt x="38" y="2"/>
                </a:lnTo>
                <a:lnTo>
                  <a:pt x="46" y="0"/>
                </a:lnTo>
                <a:lnTo>
                  <a:pt x="53" y="0"/>
                </a:lnTo>
                <a:lnTo>
                  <a:pt x="60" y="1"/>
                </a:lnTo>
                <a:lnTo>
                  <a:pt x="69" y="5"/>
                </a:lnTo>
                <a:lnTo>
                  <a:pt x="76" y="11"/>
                </a:lnTo>
                <a:lnTo>
                  <a:pt x="82" y="18"/>
                </a:lnTo>
                <a:lnTo>
                  <a:pt x="87" y="26"/>
                </a:lnTo>
                <a:lnTo>
                  <a:pt x="89" y="36"/>
                </a:lnTo>
                <a:lnTo>
                  <a:pt x="91" y="47"/>
                </a:lnTo>
                <a:lnTo>
                  <a:pt x="90" y="58"/>
                </a:lnTo>
                <a:lnTo>
                  <a:pt x="88" y="69"/>
                </a:lnTo>
                <a:lnTo>
                  <a:pt x="87" y="73"/>
                </a:lnTo>
                <a:lnTo>
                  <a:pt x="84" y="78"/>
                </a:lnTo>
                <a:lnTo>
                  <a:pt x="78" y="81"/>
                </a:lnTo>
                <a:lnTo>
                  <a:pt x="71" y="83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6" name="Freeform 23">
            <a:extLst>
              <a:ext uri="{FF2B5EF4-FFF2-40B4-BE49-F238E27FC236}">
                <a16:creationId xmlns:a16="http://schemas.microsoft.com/office/drawing/2014/main" id="{B5E5AC42-5D40-3CE3-1536-A92031068830}"/>
              </a:ext>
            </a:extLst>
          </p:cNvPr>
          <p:cNvSpPr>
            <a:spLocks/>
          </p:cNvSpPr>
          <p:nvPr/>
        </p:nvSpPr>
        <p:spPr bwMode="auto">
          <a:xfrm>
            <a:off x="2738438" y="4379914"/>
            <a:ext cx="38100" cy="34925"/>
          </a:xfrm>
          <a:custGeom>
            <a:avLst/>
            <a:gdLst>
              <a:gd name="T0" fmla="*/ 2147483647 w 71"/>
              <a:gd name="T1" fmla="*/ 2147483647 h 66"/>
              <a:gd name="T2" fmla="*/ 2147483647 w 71"/>
              <a:gd name="T3" fmla="*/ 2147483647 h 66"/>
              <a:gd name="T4" fmla="*/ 2147483647 w 71"/>
              <a:gd name="T5" fmla="*/ 2147483647 h 66"/>
              <a:gd name="T6" fmla="*/ 2147483647 w 71"/>
              <a:gd name="T7" fmla="*/ 2147483647 h 66"/>
              <a:gd name="T8" fmla="*/ 2147483647 w 71"/>
              <a:gd name="T9" fmla="*/ 2147483647 h 66"/>
              <a:gd name="T10" fmla="*/ 2147483647 w 71"/>
              <a:gd name="T11" fmla="*/ 0 h 66"/>
              <a:gd name="T12" fmla="*/ 2147483647 w 71"/>
              <a:gd name="T13" fmla="*/ 0 h 66"/>
              <a:gd name="T14" fmla="*/ 2147483647 w 71"/>
              <a:gd name="T15" fmla="*/ 2147483647 h 66"/>
              <a:gd name="T16" fmla="*/ 2147483647 w 71"/>
              <a:gd name="T17" fmla="*/ 2147483647 h 66"/>
              <a:gd name="T18" fmla="*/ 2147483647 w 71"/>
              <a:gd name="T19" fmla="*/ 2147483647 h 66"/>
              <a:gd name="T20" fmla="*/ 2147483647 w 71"/>
              <a:gd name="T21" fmla="*/ 2147483647 h 66"/>
              <a:gd name="T22" fmla="*/ 2147483647 w 71"/>
              <a:gd name="T23" fmla="*/ 2147483647 h 66"/>
              <a:gd name="T24" fmla="*/ 0 w 71"/>
              <a:gd name="T25" fmla="*/ 2147483647 h 66"/>
              <a:gd name="T26" fmla="*/ 0 w 71"/>
              <a:gd name="T27" fmla="*/ 2147483647 h 66"/>
              <a:gd name="T28" fmla="*/ 2147483647 w 71"/>
              <a:gd name="T29" fmla="*/ 2147483647 h 66"/>
              <a:gd name="T30" fmla="*/ 2147483647 w 71"/>
              <a:gd name="T31" fmla="*/ 2147483647 h 66"/>
              <a:gd name="T32" fmla="*/ 2147483647 w 71"/>
              <a:gd name="T33" fmla="*/ 2147483647 h 66"/>
              <a:gd name="T34" fmla="*/ 2147483647 w 71"/>
              <a:gd name="T35" fmla="*/ 2147483647 h 66"/>
              <a:gd name="T36" fmla="*/ 2147483647 w 71"/>
              <a:gd name="T37" fmla="*/ 2147483647 h 66"/>
              <a:gd name="T38" fmla="*/ 2147483647 w 71"/>
              <a:gd name="T39" fmla="*/ 2147483647 h 66"/>
              <a:gd name="T40" fmla="*/ 2147483647 w 71"/>
              <a:gd name="T41" fmla="*/ 2147483647 h 66"/>
              <a:gd name="T42" fmla="*/ 2147483647 w 71"/>
              <a:gd name="T43" fmla="*/ 2147483647 h 66"/>
              <a:gd name="T44" fmla="*/ 2147483647 w 71"/>
              <a:gd name="T45" fmla="*/ 2147483647 h 66"/>
              <a:gd name="T46" fmla="*/ 2147483647 w 71"/>
              <a:gd name="T47" fmla="*/ 2147483647 h 66"/>
              <a:gd name="T48" fmla="*/ 2147483647 w 71"/>
              <a:gd name="T49" fmla="*/ 2147483647 h 66"/>
              <a:gd name="T50" fmla="*/ 2147483647 w 71"/>
              <a:gd name="T51" fmla="*/ 2147483647 h 66"/>
              <a:gd name="T52" fmla="*/ 2147483647 w 71"/>
              <a:gd name="T53" fmla="*/ 2147483647 h 66"/>
              <a:gd name="T54" fmla="*/ 2147483647 w 71"/>
              <a:gd name="T55" fmla="*/ 2147483647 h 66"/>
              <a:gd name="T56" fmla="*/ 2147483647 w 71"/>
              <a:gd name="T57" fmla="*/ 2147483647 h 66"/>
              <a:gd name="T58" fmla="*/ 2147483647 w 71"/>
              <a:gd name="T59" fmla="*/ 2147483647 h 66"/>
              <a:gd name="T60" fmla="*/ 2147483647 w 71"/>
              <a:gd name="T61" fmla="*/ 2147483647 h 66"/>
              <a:gd name="T62" fmla="*/ 2147483647 w 71"/>
              <a:gd name="T63" fmla="*/ 2147483647 h 66"/>
              <a:gd name="T64" fmla="*/ 2147483647 w 71"/>
              <a:gd name="T65" fmla="*/ 2147483647 h 6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71"/>
              <a:gd name="T100" fmla="*/ 0 h 66"/>
              <a:gd name="T101" fmla="*/ 71 w 71"/>
              <a:gd name="T102" fmla="*/ 66 h 6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71" h="66">
                <a:moveTo>
                  <a:pt x="66" y="16"/>
                </a:moveTo>
                <a:lnTo>
                  <a:pt x="62" y="11"/>
                </a:lnTo>
                <a:lnTo>
                  <a:pt x="58" y="6"/>
                </a:lnTo>
                <a:lnTo>
                  <a:pt x="53" y="3"/>
                </a:lnTo>
                <a:lnTo>
                  <a:pt x="48" y="1"/>
                </a:lnTo>
                <a:lnTo>
                  <a:pt x="42" y="0"/>
                </a:lnTo>
                <a:lnTo>
                  <a:pt x="37" y="0"/>
                </a:lnTo>
                <a:lnTo>
                  <a:pt x="30" y="2"/>
                </a:lnTo>
                <a:lnTo>
                  <a:pt x="24" y="4"/>
                </a:lnTo>
                <a:lnTo>
                  <a:pt x="17" y="10"/>
                </a:lnTo>
                <a:lnTo>
                  <a:pt x="10" y="16"/>
                </a:lnTo>
                <a:lnTo>
                  <a:pt x="4" y="25"/>
                </a:lnTo>
                <a:lnTo>
                  <a:pt x="0" y="35"/>
                </a:lnTo>
                <a:lnTo>
                  <a:pt x="0" y="40"/>
                </a:lnTo>
                <a:lnTo>
                  <a:pt x="1" y="43"/>
                </a:lnTo>
                <a:lnTo>
                  <a:pt x="3" y="48"/>
                </a:lnTo>
                <a:lnTo>
                  <a:pt x="8" y="51"/>
                </a:lnTo>
                <a:lnTo>
                  <a:pt x="12" y="54"/>
                </a:lnTo>
                <a:lnTo>
                  <a:pt x="18" y="58"/>
                </a:lnTo>
                <a:lnTo>
                  <a:pt x="23" y="60"/>
                </a:lnTo>
                <a:lnTo>
                  <a:pt x="30" y="62"/>
                </a:lnTo>
                <a:lnTo>
                  <a:pt x="37" y="63"/>
                </a:lnTo>
                <a:lnTo>
                  <a:pt x="42" y="64"/>
                </a:lnTo>
                <a:lnTo>
                  <a:pt x="49" y="66"/>
                </a:lnTo>
                <a:lnTo>
                  <a:pt x="55" y="64"/>
                </a:lnTo>
                <a:lnTo>
                  <a:pt x="60" y="64"/>
                </a:lnTo>
                <a:lnTo>
                  <a:pt x="64" y="62"/>
                </a:lnTo>
                <a:lnTo>
                  <a:pt x="67" y="60"/>
                </a:lnTo>
                <a:lnTo>
                  <a:pt x="69" y="57"/>
                </a:lnTo>
                <a:lnTo>
                  <a:pt x="71" y="45"/>
                </a:lnTo>
                <a:lnTo>
                  <a:pt x="71" y="35"/>
                </a:lnTo>
                <a:lnTo>
                  <a:pt x="70" y="25"/>
                </a:lnTo>
                <a:lnTo>
                  <a:pt x="66" y="16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7" name="Freeform 24">
            <a:extLst>
              <a:ext uri="{FF2B5EF4-FFF2-40B4-BE49-F238E27FC236}">
                <a16:creationId xmlns:a16="http://schemas.microsoft.com/office/drawing/2014/main" id="{EAECB521-BAB6-B0D6-054A-73974BA75B9A}"/>
              </a:ext>
            </a:extLst>
          </p:cNvPr>
          <p:cNvSpPr>
            <a:spLocks/>
          </p:cNvSpPr>
          <p:nvPr/>
        </p:nvSpPr>
        <p:spPr bwMode="auto">
          <a:xfrm>
            <a:off x="2638425" y="4430714"/>
            <a:ext cx="44450" cy="47625"/>
          </a:xfrm>
          <a:custGeom>
            <a:avLst/>
            <a:gdLst>
              <a:gd name="T0" fmla="*/ 2147483647 w 84"/>
              <a:gd name="T1" fmla="*/ 2147483647 h 90"/>
              <a:gd name="T2" fmla="*/ 2147483647 w 84"/>
              <a:gd name="T3" fmla="*/ 2147483647 h 90"/>
              <a:gd name="T4" fmla="*/ 2147483647 w 84"/>
              <a:gd name="T5" fmla="*/ 2147483647 h 90"/>
              <a:gd name="T6" fmla="*/ 2147483647 w 84"/>
              <a:gd name="T7" fmla="*/ 2147483647 h 90"/>
              <a:gd name="T8" fmla="*/ 2147483647 w 84"/>
              <a:gd name="T9" fmla="*/ 2147483647 h 90"/>
              <a:gd name="T10" fmla="*/ 2147483647 w 84"/>
              <a:gd name="T11" fmla="*/ 2147483647 h 90"/>
              <a:gd name="T12" fmla="*/ 2147483647 w 84"/>
              <a:gd name="T13" fmla="*/ 2147483647 h 90"/>
              <a:gd name="T14" fmla="*/ 2147483647 w 84"/>
              <a:gd name="T15" fmla="*/ 2147483647 h 90"/>
              <a:gd name="T16" fmla="*/ 2147483647 w 84"/>
              <a:gd name="T17" fmla="*/ 2147483647 h 90"/>
              <a:gd name="T18" fmla="*/ 2147483647 w 84"/>
              <a:gd name="T19" fmla="*/ 2147483647 h 90"/>
              <a:gd name="T20" fmla="*/ 0 w 84"/>
              <a:gd name="T21" fmla="*/ 2147483647 h 90"/>
              <a:gd name="T22" fmla="*/ 0 w 84"/>
              <a:gd name="T23" fmla="*/ 2147483647 h 90"/>
              <a:gd name="T24" fmla="*/ 2147483647 w 84"/>
              <a:gd name="T25" fmla="*/ 2147483647 h 90"/>
              <a:gd name="T26" fmla="*/ 2147483647 w 84"/>
              <a:gd name="T27" fmla="*/ 2147483647 h 90"/>
              <a:gd name="T28" fmla="*/ 2147483647 w 84"/>
              <a:gd name="T29" fmla="*/ 2147483647 h 90"/>
              <a:gd name="T30" fmla="*/ 2147483647 w 84"/>
              <a:gd name="T31" fmla="*/ 2147483647 h 90"/>
              <a:gd name="T32" fmla="*/ 2147483647 w 84"/>
              <a:gd name="T33" fmla="*/ 2147483647 h 90"/>
              <a:gd name="T34" fmla="*/ 2147483647 w 84"/>
              <a:gd name="T35" fmla="*/ 2147483647 h 90"/>
              <a:gd name="T36" fmla="*/ 2147483647 w 84"/>
              <a:gd name="T37" fmla="*/ 2147483647 h 90"/>
              <a:gd name="T38" fmla="*/ 2147483647 w 84"/>
              <a:gd name="T39" fmla="*/ 2147483647 h 90"/>
              <a:gd name="T40" fmla="*/ 2147483647 w 84"/>
              <a:gd name="T41" fmla="*/ 0 h 90"/>
              <a:gd name="T42" fmla="*/ 2147483647 w 84"/>
              <a:gd name="T43" fmla="*/ 0 h 90"/>
              <a:gd name="T44" fmla="*/ 2147483647 w 84"/>
              <a:gd name="T45" fmla="*/ 2147483647 h 90"/>
              <a:gd name="T46" fmla="*/ 2147483647 w 84"/>
              <a:gd name="T47" fmla="*/ 2147483647 h 90"/>
              <a:gd name="T48" fmla="*/ 2147483647 w 84"/>
              <a:gd name="T49" fmla="*/ 2147483647 h 90"/>
              <a:gd name="T50" fmla="*/ 2147483647 w 84"/>
              <a:gd name="T51" fmla="*/ 2147483647 h 90"/>
              <a:gd name="T52" fmla="*/ 2147483647 w 84"/>
              <a:gd name="T53" fmla="*/ 2147483647 h 90"/>
              <a:gd name="T54" fmla="*/ 2147483647 w 84"/>
              <a:gd name="T55" fmla="*/ 2147483647 h 90"/>
              <a:gd name="T56" fmla="*/ 2147483647 w 84"/>
              <a:gd name="T57" fmla="*/ 2147483647 h 90"/>
              <a:gd name="T58" fmla="*/ 2147483647 w 84"/>
              <a:gd name="T59" fmla="*/ 2147483647 h 90"/>
              <a:gd name="T60" fmla="*/ 2147483647 w 84"/>
              <a:gd name="T61" fmla="*/ 2147483647 h 90"/>
              <a:gd name="T62" fmla="*/ 2147483647 w 84"/>
              <a:gd name="T63" fmla="*/ 2147483647 h 90"/>
              <a:gd name="T64" fmla="*/ 2147483647 w 84"/>
              <a:gd name="T65" fmla="*/ 2147483647 h 90"/>
              <a:gd name="T66" fmla="*/ 2147483647 w 84"/>
              <a:gd name="T67" fmla="*/ 2147483647 h 90"/>
              <a:gd name="T68" fmla="*/ 2147483647 w 84"/>
              <a:gd name="T69" fmla="*/ 2147483647 h 90"/>
              <a:gd name="T70" fmla="*/ 2147483647 w 84"/>
              <a:gd name="T71" fmla="*/ 2147483647 h 90"/>
              <a:gd name="T72" fmla="*/ 2147483647 w 84"/>
              <a:gd name="T73" fmla="*/ 2147483647 h 90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84"/>
              <a:gd name="T112" fmla="*/ 0 h 90"/>
              <a:gd name="T113" fmla="*/ 84 w 84"/>
              <a:gd name="T114" fmla="*/ 90 h 90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84" h="90">
                <a:moveTo>
                  <a:pt x="42" y="89"/>
                </a:moveTo>
                <a:lnTo>
                  <a:pt x="37" y="87"/>
                </a:lnTo>
                <a:lnTo>
                  <a:pt x="30" y="85"/>
                </a:lnTo>
                <a:lnTo>
                  <a:pt x="25" y="81"/>
                </a:lnTo>
                <a:lnTo>
                  <a:pt x="20" y="78"/>
                </a:lnTo>
                <a:lnTo>
                  <a:pt x="16" y="75"/>
                </a:lnTo>
                <a:lnTo>
                  <a:pt x="11" y="70"/>
                </a:lnTo>
                <a:lnTo>
                  <a:pt x="8" y="66"/>
                </a:lnTo>
                <a:lnTo>
                  <a:pt x="4" y="61"/>
                </a:lnTo>
                <a:lnTo>
                  <a:pt x="1" y="54"/>
                </a:lnTo>
                <a:lnTo>
                  <a:pt x="0" y="46"/>
                </a:lnTo>
                <a:lnTo>
                  <a:pt x="0" y="39"/>
                </a:lnTo>
                <a:lnTo>
                  <a:pt x="1" y="31"/>
                </a:lnTo>
                <a:lnTo>
                  <a:pt x="3" y="23"/>
                </a:lnTo>
                <a:lnTo>
                  <a:pt x="8" y="17"/>
                </a:lnTo>
                <a:lnTo>
                  <a:pt x="14" y="11"/>
                </a:lnTo>
                <a:lnTo>
                  <a:pt x="21" y="7"/>
                </a:lnTo>
                <a:lnTo>
                  <a:pt x="27" y="4"/>
                </a:lnTo>
                <a:lnTo>
                  <a:pt x="32" y="2"/>
                </a:lnTo>
                <a:lnTo>
                  <a:pt x="38" y="1"/>
                </a:lnTo>
                <a:lnTo>
                  <a:pt x="44" y="0"/>
                </a:lnTo>
                <a:lnTo>
                  <a:pt x="49" y="0"/>
                </a:lnTo>
                <a:lnTo>
                  <a:pt x="56" y="1"/>
                </a:lnTo>
                <a:lnTo>
                  <a:pt x="61" y="1"/>
                </a:lnTo>
                <a:lnTo>
                  <a:pt x="68" y="3"/>
                </a:lnTo>
                <a:lnTo>
                  <a:pt x="78" y="10"/>
                </a:lnTo>
                <a:lnTo>
                  <a:pt x="84" y="22"/>
                </a:lnTo>
                <a:lnTo>
                  <a:pt x="84" y="38"/>
                </a:lnTo>
                <a:lnTo>
                  <a:pt x="80" y="55"/>
                </a:lnTo>
                <a:lnTo>
                  <a:pt x="78" y="63"/>
                </a:lnTo>
                <a:lnTo>
                  <a:pt x="75" y="69"/>
                </a:lnTo>
                <a:lnTo>
                  <a:pt x="70" y="76"/>
                </a:lnTo>
                <a:lnTo>
                  <a:pt x="66" y="81"/>
                </a:lnTo>
                <a:lnTo>
                  <a:pt x="60" y="86"/>
                </a:lnTo>
                <a:lnTo>
                  <a:pt x="55" y="89"/>
                </a:lnTo>
                <a:lnTo>
                  <a:pt x="49" y="90"/>
                </a:lnTo>
                <a:lnTo>
                  <a:pt x="42" y="89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8" name="Freeform 25">
            <a:extLst>
              <a:ext uri="{FF2B5EF4-FFF2-40B4-BE49-F238E27FC236}">
                <a16:creationId xmlns:a16="http://schemas.microsoft.com/office/drawing/2014/main" id="{B17BD9C1-34A3-3E44-276D-DCD502344EB5}"/>
              </a:ext>
            </a:extLst>
          </p:cNvPr>
          <p:cNvSpPr>
            <a:spLocks/>
          </p:cNvSpPr>
          <p:nvPr/>
        </p:nvSpPr>
        <p:spPr bwMode="auto">
          <a:xfrm>
            <a:off x="2643189" y="4437063"/>
            <a:ext cx="34925" cy="36512"/>
          </a:xfrm>
          <a:custGeom>
            <a:avLst/>
            <a:gdLst>
              <a:gd name="T0" fmla="*/ 2147483647 w 66"/>
              <a:gd name="T1" fmla="*/ 2147483647 h 70"/>
              <a:gd name="T2" fmla="*/ 2147483647 w 66"/>
              <a:gd name="T3" fmla="*/ 2147483647 h 70"/>
              <a:gd name="T4" fmla="*/ 2147483647 w 66"/>
              <a:gd name="T5" fmla="*/ 2147483647 h 70"/>
              <a:gd name="T6" fmla="*/ 2147483647 w 66"/>
              <a:gd name="T7" fmla="*/ 2147483647 h 70"/>
              <a:gd name="T8" fmla="*/ 2147483647 w 66"/>
              <a:gd name="T9" fmla="*/ 2147483647 h 70"/>
              <a:gd name="T10" fmla="*/ 2147483647 w 66"/>
              <a:gd name="T11" fmla="*/ 2147483647 h 70"/>
              <a:gd name="T12" fmla="*/ 2147483647 w 66"/>
              <a:gd name="T13" fmla="*/ 0 h 70"/>
              <a:gd name="T14" fmla="*/ 2147483647 w 66"/>
              <a:gd name="T15" fmla="*/ 0 h 70"/>
              <a:gd name="T16" fmla="*/ 2147483647 w 66"/>
              <a:gd name="T17" fmla="*/ 0 h 70"/>
              <a:gd name="T18" fmla="*/ 2147483647 w 66"/>
              <a:gd name="T19" fmla="*/ 0 h 70"/>
              <a:gd name="T20" fmla="*/ 2147483647 w 66"/>
              <a:gd name="T21" fmla="*/ 2147483647 h 70"/>
              <a:gd name="T22" fmla="*/ 2147483647 w 66"/>
              <a:gd name="T23" fmla="*/ 2147483647 h 70"/>
              <a:gd name="T24" fmla="*/ 2147483647 w 66"/>
              <a:gd name="T25" fmla="*/ 2147483647 h 70"/>
              <a:gd name="T26" fmla="*/ 2147483647 w 66"/>
              <a:gd name="T27" fmla="*/ 2147483647 h 70"/>
              <a:gd name="T28" fmla="*/ 2147483647 w 66"/>
              <a:gd name="T29" fmla="*/ 2147483647 h 70"/>
              <a:gd name="T30" fmla="*/ 2147483647 w 66"/>
              <a:gd name="T31" fmla="*/ 2147483647 h 70"/>
              <a:gd name="T32" fmla="*/ 2147483647 w 66"/>
              <a:gd name="T33" fmla="*/ 2147483647 h 70"/>
              <a:gd name="T34" fmla="*/ 0 w 66"/>
              <a:gd name="T35" fmla="*/ 2147483647 h 70"/>
              <a:gd name="T36" fmla="*/ 2147483647 w 66"/>
              <a:gd name="T37" fmla="*/ 2147483647 h 70"/>
              <a:gd name="T38" fmla="*/ 2147483647 w 66"/>
              <a:gd name="T39" fmla="*/ 2147483647 h 70"/>
              <a:gd name="T40" fmla="*/ 2147483647 w 66"/>
              <a:gd name="T41" fmla="*/ 2147483647 h 70"/>
              <a:gd name="T42" fmla="*/ 2147483647 w 66"/>
              <a:gd name="T43" fmla="*/ 2147483647 h 70"/>
              <a:gd name="T44" fmla="*/ 2147483647 w 66"/>
              <a:gd name="T45" fmla="*/ 2147483647 h 70"/>
              <a:gd name="T46" fmla="*/ 2147483647 w 66"/>
              <a:gd name="T47" fmla="*/ 2147483647 h 70"/>
              <a:gd name="T48" fmla="*/ 2147483647 w 66"/>
              <a:gd name="T49" fmla="*/ 2147483647 h 70"/>
              <a:gd name="T50" fmla="*/ 2147483647 w 66"/>
              <a:gd name="T51" fmla="*/ 2147483647 h 70"/>
              <a:gd name="T52" fmla="*/ 2147483647 w 66"/>
              <a:gd name="T53" fmla="*/ 2147483647 h 70"/>
              <a:gd name="T54" fmla="*/ 2147483647 w 66"/>
              <a:gd name="T55" fmla="*/ 2147483647 h 70"/>
              <a:gd name="T56" fmla="*/ 2147483647 w 66"/>
              <a:gd name="T57" fmla="*/ 2147483647 h 70"/>
              <a:gd name="T58" fmla="*/ 2147483647 w 66"/>
              <a:gd name="T59" fmla="*/ 2147483647 h 70"/>
              <a:gd name="T60" fmla="*/ 2147483647 w 66"/>
              <a:gd name="T61" fmla="*/ 2147483647 h 70"/>
              <a:gd name="T62" fmla="*/ 2147483647 w 66"/>
              <a:gd name="T63" fmla="*/ 2147483647 h 70"/>
              <a:gd name="T64" fmla="*/ 2147483647 w 66"/>
              <a:gd name="T65" fmla="*/ 2147483647 h 70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66"/>
              <a:gd name="T100" fmla="*/ 0 h 70"/>
              <a:gd name="T101" fmla="*/ 66 w 66"/>
              <a:gd name="T102" fmla="*/ 70 h 70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66" h="70">
                <a:moveTo>
                  <a:pt x="65" y="12"/>
                </a:moveTo>
                <a:lnTo>
                  <a:pt x="64" y="9"/>
                </a:lnTo>
                <a:lnTo>
                  <a:pt x="61" y="6"/>
                </a:lnTo>
                <a:lnTo>
                  <a:pt x="59" y="3"/>
                </a:lnTo>
                <a:lnTo>
                  <a:pt x="57" y="2"/>
                </a:lnTo>
                <a:lnTo>
                  <a:pt x="51" y="1"/>
                </a:lnTo>
                <a:lnTo>
                  <a:pt x="46" y="0"/>
                </a:lnTo>
                <a:lnTo>
                  <a:pt x="41" y="0"/>
                </a:lnTo>
                <a:lnTo>
                  <a:pt x="36" y="0"/>
                </a:lnTo>
                <a:lnTo>
                  <a:pt x="30" y="0"/>
                </a:lnTo>
                <a:lnTo>
                  <a:pt x="26" y="1"/>
                </a:lnTo>
                <a:lnTo>
                  <a:pt x="21" y="3"/>
                </a:lnTo>
                <a:lnTo>
                  <a:pt x="17" y="6"/>
                </a:lnTo>
                <a:lnTo>
                  <a:pt x="11" y="9"/>
                </a:lnTo>
                <a:lnTo>
                  <a:pt x="7" y="13"/>
                </a:lnTo>
                <a:lnTo>
                  <a:pt x="3" y="18"/>
                </a:lnTo>
                <a:lnTo>
                  <a:pt x="1" y="23"/>
                </a:lnTo>
                <a:lnTo>
                  <a:pt x="0" y="30"/>
                </a:lnTo>
                <a:lnTo>
                  <a:pt x="1" y="38"/>
                </a:lnTo>
                <a:lnTo>
                  <a:pt x="3" y="45"/>
                </a:lnTo>
                <a:lnTo>
                  <a:pt x="8" y="51"/>
                </a:lnTo>
                <a:lnTo>
                  <a:pt x="12" y="58"/>
                </a:lnTo>
                <a:lnTo>
                  <a:pt x="20" y="63"/>
                </a:lnTo>
                <a:lnTo>
                  <a:pt x="28" y="67"/>
                </a:lnTo>
                <a:lnTo>
                  <a:pt x="37" y="70"/>
                </a:lnTo>
                <a:lnTo>
                  <a:pt x="39" y="70"/>
                </a:lnTo>
                <a:lnTo>
                  <a:pt x="42" y="70"/>
                </a:lnTo>
                <a:lnTo>
                  <a:pt x="46" y="68"/>
                </a:lnTo>
                <a:lnTo>
                  <a:pt x="49" y="66"/>
                </a:lnTo>
                <a:lnTo>
                  <a:pt x="57" y="55"/>
                </a:lnTo>
                <a:lnTo>
                  <a:pt x="62" y="41"/>
                </a:lnTo>
                <a:lnTo>
                  <a:pt x="66" y="26"/>
                </a:lnTo>
                <a:lnTo>
                  <a:pt x="65" y="12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69" name="Freeform 26">
            <a:extLst>
              <a:ext uri="{FF2B5EF4-FFF2-40B4-BE49-F238E27FC236}">
                <a16:creationId xmlns:a16="http://schemas.microsoft.com/office/drawing/2014/main" id="{0ED31662-657B-8B2F-1013-AA69C53032F9}"/>
              </a:ext>
            </a:extLst>
          </p:cNvPr>
          <p:cNvSpPr>
            <a:spLocks/>
          </p:cNvSpPr>
          <p:nvPr/>
        </p:nvSpPr>
        <p:spPr bwMode="auto">
          <a:xfrm>
            <a:off x="2693988" y="4529139"/>
            <a:ext cx="49212" cy="46037"/>
          </a:xfrm>
          <a:custGeom>
            <a:avLst/>
            <a:gdLst>
              <a:gd name="T0" fmla="*/ 2147483647 w 93"/>
              <a:gd name="T1" fmla="*/ 2147483647 h 85"/>
              <a:gd name="T2" fmla="*/ 2147483647 w 93"/>
              <a:gd name="T3" fmla="*/ 2147483647 h 85"/>
              <a:gd name="T4" fmla="*/ 2147483647 w 93"/>
              <a:gd name="T5" fmla="*/ 2147483647 h 85"/>
              <a:gd name="T6" fmla="*/ 2147483647 w 93"/>
              <a:gd name="T7" fmla="*/ 2147483647 h 85"/>
              <a:gd name="T8" fmla="*/ 2147483647 w 93"/>
              <a:gd name="T9" fmla="*/ 2147483647 h 85"/>
              <a:gd name="T10" fmla="*/ 2147483647 w 93"/>
              <a:gd name="T11" fmla="*/ 2147483647 h 85"/>
              <a:gd name="T12" fmla="*/ 2147483647 w 93"/>
              <a:gd name="T13" fmla="*/ 2147483647 h 85"/>
              <a:gd name="T14" fmla="*/ 2147483647 w 93"/>
              <a:gd name="T15" fmla="*/ 2147483647 h 85"/>
              <a:gd name="T16" fmla="*/ 2147483647 w 93"/>
              <a:gd name="T17" fmla="*/ 2147483647 h 85"/>
              <a:gd name="T18" fmla="*/ 2147483647 w 93"/>
              <a:gd name="T19" fmla="*/ 2147483647 h 85"/>
              <a:gd name="T20" fmla="*/ 2147483647 w 93"/>
              <a:gd name="T21" fmla="*/ 2147483647 h 85"/>
              <a:gd name="T22" fmla="*/ 2147483647 w 93"/>
              <a:gd name="T23" fmla="*/ 2147483647 h 85"/>
              <a:gd name="T24" fmla="*/ 2147483647 w 93"/>
              <a:gd name="T25" fmla="*/ 2147483647 h 85"/>
              <a:gd name="T26" fmla="*/ 2147483647 w 93"/>
              <a:gd name="T27" fmla="*/ 2147483647 h 85"/>
              <a:gd name="T28" fmla="*/ 0 w 93"/>
              <a:gd name="T29" fmla="*/ 2147483647 h 85"/>
              <a:gd name="T30" fmla="*/ 2147483647 w 93"/>
              <a:gd name="T31" fmla="*/ 2147483647 h 85"/>
              <a:gd name="T32" fmla="*/ 2147483647 w 93"/>
              <a:gd name="T33" fmla="*/ 2147483647 h 85"/>
              <a:gd name="T34" fmla="*/ 2147483647 w 93"/>
              <a:gd name="T35" fmla="*/ 2147483647 h 85"/>
              <a:gd name="T36" fmla="*/ 2147483647 w 93"/>
              <a:gd name="T37" fmla="*/ 2147483647 h 85"/>
              <a:gd name="T38" fmla="*/ 2147483647 w 93"/>
              <a:gd name="T39" fmla="*/ 2147483647 h 85"/>
              <a:gd name="T40" fmla="*/ 2147483647 w 93"/>
              <a:gd name="T41" fmla="*/ 0 h 85"/>
              <a:gd name="T42" fmla="*/ 2147483647 w 93"/>
              <a:gd name="T43" fmla="*/ 0 h 85"/>
              <a:gd name="T44" fmla="*/ 2147483647 w 93"/>
              <a:gd name="T45" fmla="*/ 0 h 85"/>
              <a:gd name="T46" fmla="*/ 2147483647 w 93"/>
              <a:gd name="T47" fmla="*/ 2147483647 h 85"/>
              <a:gd name="T48" fmla="*/ 2147483647 w 93"/>
              <a:gd name="T49" fmla="*/ 2147483647 h 85"/>
              <a:gd name="T50" fmla="*/ 2147483647 w 93"/>
              <a:gd name="T51" fmla="*/ 2147483647 h 85"/>
              <a:gd name="T52" fmla="*/ 2147483647 w 93"/>
              <a:gd name="T53" fmla="*/ 2147483647 h 85"/>
              <a:gd name="T54" fmla="*/ 2147483647 w 93"/>
              <a:gd name="T55" fmla="*/ 2147483647 h 85"/>
              <a:gd name="T56" fmla="*/ 2147483647 w 93"/>
              <a:gd name="T57" fmla="*/ 2147483647 h 85"/>
              <a:gd name="T58" fmla="*/ 2147483647 w 93"/>
              <a:gd name="T59" fmla="*/ 2147483647 h 85"/>
              <a:gd name="T60" fmla="*/ 2147483647 w 93"/>
              <a:gd name="T61" fmla="*/ 2147483647 h 85"/>
              <a:gd name="T62" fmla="*/ 2147483647 w 93"/>
              <a:gd name="T63" fmla="*/ 2147483647 h 85"/>
              <a:gd name="T64" fmla="*/ 2147483647 w 93"/>
              <a:gd name="T65" fmla="*/ 2147483647 h 85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93"/>
              <a:gd name="T100" fmla="*/ 0 h 85"/>
              <a:gd name="T101" fmla="*/ 93 w 93"/>
              <a:gd name="T102" fmla="*/ 85 h 85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93" h="85">
                <a:moveTo>
                  <a:pt x="92" y="42"/>
                </a:moveTo>
                <a:lnTo>
                  <a:pt x="87" y="54"/>
                </a:lnTo>
                <a:lnTo>
                  <a:pt x="81" y="64"/>
                </a:lnTo>
                <a:lnTo>
                  <a:pt x="72" y="73"/>
                </a:lnTo>
                <a:lnTo>
                  <a:pt x="63" y="80"/>
                </a:lnTo>
                <a:lnTo>
                  <a:pt x="55" y="83"/>
                </a:lnTo>
                <a:lnTo>
                  <a:pt x="47" y="85"/>
                </a:lnTo>
                <a:lnTo>
                  <a:pt x="39" y="85"/>
                </a:lnTo>
                <a:lnTo>
                  <a:pt x="31" y="84"/>
                </a:lnTo>
                <a:lnTo>
                  <a:pt x="24" y="81"/>
                </a:lnTo>
                <a:lnTo>
                  <a:pt x="18" y="76"/>
                </a:lnTo>
                <a:lnTo>
                  <a:pt x="11" y="71"/>
                </a:lnTo>
                <a:lnTo>
                  <a:pt x="7" y="64"/>
                </a:lnTo>
                <a:lnTo>
                  <a:pt x="2" y="53"/>
                </a:lnTo>
                <a:lnTo>
                  <a:pt x="0" y="41"/>
                </a:lnTo>
                <a:lnTo>
                  <a:pt x="1" y="28"/>
                </a:lnTo>
                <a:lnTo>
                  <a:pt x="4" y="16"/>
                </a:lnTo>
                <a:lnTo>
                  <a:pt x="7" y="11"/>
                </a:lnTo>
                <a:lnTo>
                  <a:pt x="11" y="6"/>
                </a:lnTo>
                <a:lnTo>
                  <a:pt x="17" y="3"/>
                </a:lnTo>
                <a:lnTo>
                  <a:pt x="24" y="0"/>
                </a:lnTo>
                <a:lnTo>
                  <a:pt x="30" y="0"/>
                </a:lnTo>
                <a:lnTo>
                  <a:pt x="39" y="0"/>
                </a:lnTo>
                <a:lnTo>
                  <a:pt x="47" y="2"/>
                </a:lnTo>
                <a:lnTo>
                  <a:pt x="55" y="4"/>
                </a:lnTo>
                <a:lnTo>
                  <a:pt x="63" y="6"/>
                </a:lnTo>
                <a:lnTo>
                  <a:pt x="71" y="9"/>
                </a:lnTo>
                <a:lnTo>
                  <a:pt x="77" y="14"/>
                </a:lnTo>
                <a:lnTo>
                  <a:pt x="83" y="18"/>
                </a:lnTo>
                <a:lnTo>
                  <a:pt x="87" y="24"/>
                </a:lnTo>
                <a:lnTo>
                  <a:pt x="91" y="29"/>
                </a:lnTo>
                <a:lnTo>
                  <a:pt x="93" y="35"/>
                </a:lnTo>
                <a:lnTo>
                  <a:pt x="92" y="42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0" name="Freeform 27">
            <a:extLst>
              <a:ext uri="{FF2B5EF4-FFF2-40B4-BE49-F238E27FC236}">
                <a16:creationId xmlns:a16="http://schemas.microsoft.com/office/drawing/2014/main" id="{142FA561-C746-9722-1885-EC27247C5729}"/>
              </a:ext>
            </a:extLst>
          </p:cNvPr>
          <p:cNvSpPr>
            <a:spLocks/>
          </p:cNvSpPr>
          <p:nvPr/>
        </p:nvSpPr>
        <p:spPr bwMode="auto">
          <a:xfrm>
            <a:off x="2700338" y="4533901"/>
            <a:ext cx="38100" cy="34925"/>
          </a:xfrm>
          <a:custGeom>
            <a:avLst/>
            <a:gdLst>
              <a:gd name="T0" fmla="*/ 2147483647 w 72"/>
              <a:gd name="T1" fmla="*/ 2147483647 h 66"/>
              <a:gd name="T2" fmla="*/ 0 w 72"/>
              <a:gd name="T3" fmla="*/ 2147483647 h 66"/>
              <a:gd name="T4" fmla="*/ 2147483647 w 72"/>
              <a:gd name="T5" fmla="*/ 2147483647 h 66"/>
              <a:gd name="T6" fmla="*/ 2147483647 w 72"/>
              <a:gd name="T7" fmla="*/ 2147483647 h 66"/>
              <a:gd name="T8" fmla="*/ 2147483647 w 72"/>
              <a:gd name="T9" fmla="*/ 2147483647 h 66"/>
              <a:gd name="T10" fmla="*/ 2147483647 w 72"/>
              <a:gd name="T11" fmla="*/ 2147483647 h 66"/>
              <a:gd name="T12" fmla="*/ 2147483647 w 72"/>
              <a:gd name="T13" fmla="*/ 2147483647 h 66"/>
              <a:gd name="T14" fmla="*/ 2147483647 w 72"/>
              <a:gd name="T15" fmla="*/ 2147483647 h 66"/>
              <a:gd name="T16" fmla="*/ 2147483647 w 72"/>
              <a:gd name="T17" fmla="*/ 2147483647 h 66"/>
              <a:gd name="T18" fmla="*/ 2147483647 w 72"/>
              <a:gd name="T19" fmla="*/ 2147483647 h 66"/>
              <a:gd name="T20" fmla="*/ 2147483647 w 72"/>
              <a:gd name="T21" fmla="*/ 2147483647 h 66"/>
              <a:gd name="T22" fmla="*/ 2147483647 w 72"/>
              <a:gd name="T23" fmla="*/ 2147483647 h 66"/>
              <a:gd name="T24" fmla="*/ 2147483647 w 72"/>
              <a:gd name="T25" fmla="*/ 2147483647 h 66"/>
              <a:gd name="T26" fmla="*/ 2147483647 w 72"/>
              <a:gd name="T27" fmla="*/ 2147483647 h 66"/>
              <a:gd name="T28" fmla="*/ 2147483647 w 72"/>
              <a:gd name="T29" fmla="*/ 2147483647 h 66"/>
              <a:gd name="T30" fmla="*/ 2147483647 w 72"/>
              <a:gd name="T31" fmla="*/ 2147483647 h 66"/>
              <a:gd name="T32" fmla="*/ 2147483647 w 72"/>
              <a:gd name="T33" fmla="*/ 2147483647 h 66"/>
              <a:gd name="T34" fmla="*/ 2147483647 w 72"/>
              <a:gd name="T35" fmla="*/ 2147483647 h 66"/>
              <a:gd name="T36" fmla="*/ 2147483647 w 72"/>
              <a:gd name="T37" fmla="*/ 2147483647 h 66"/>
              <a:gd name="T38" fmla="*/ 2147483647 w 72"/>
              <a:gd name="T39" fmla="*/ 2147483647 h 66"/>
              <a:gd name="T40" fmla="*/ 2147483647 w 72"/>
              <a:gd name="T41" fmla="*/ 2147483647 h 66"/>
              <a:gd name="T42" fmla="*/ 2147483647 w 72"/>
              <a:gd name="T43" fmla="*/ 2147483647 h 66"/>
              <a:gd name="T44" fmla="*/ 2147483647 w 72"/>
              <a:gd name="T45" fmla="*/ 2147483647 h 66"/>
              <a:gd name="T46" fmla="*/ 2147483647 w 72"/>
              <a:gd name="T47" fmla="*/ 0 h 66"/>
              <a:gd name="T48" fmla="*/ 2147483647 w 72"/>
              <a:gd name="T49" fmla="*/ 2147483647 h 66"/>
              <a:gd name="T50" fmla="*/ 2147483647 w 72"/>
              <a:gd name="T51" fmla="*/ 2147483647 h 66"/>
              <a:gd name="T52" fmla="*/ 2147483647 w 72"/>
              <a:gd name="T53" fmla="*/ 2147483647 h 66"/>
              <a:gd name="T54" fmla="*/ 2147483647 w 72"/>
              <a:gd name="T55" fmla="*/ 2147483647 h 66"/>
              <a:gd name="T56" fmla="*/ 2147483647 w 72"/>
              <a:gd name="T57" fmla="*/ 2147483647 h 6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72"/>
              <a:gd name="T88" fmla="*/ 0 h 66"/>
              <a:gd name="T89" fmla="*/ 72 w 72"/>
              <a:gd name="T90" fmla="*/ 66 h 6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72" h="66">
                <a:moveTo>
                  <a:pt x="2" y="9"/>
                </a:moveTo>
                <a:lnTo>
                  <a:pt x="0" y="28"/>
                </a:lnTo>
                <a:lnTo>
                  <a:pt x="4" y="45"/>
                </a:lnTo>
                <a:lnTo>
                  <a:pt x="11" y="57"/>
                </a:lnTo>
                <a:lnTo>
                  <a:pt x="24" y="65"/>
                </a:lnTo>
                <a:lnTo>
                  <a:pt x="29" y="66"/>
                </a:lnTo>
                <a:lnTo>
                  <a:pt x="36" y="66"/>
                </a:lnTo>
                <a:lnTo>
                  <a:pt x="42" y="64"/>
                </a:lnTo>
                <a:lnTo>
                  <a:pt x="47" y="62"/>
                </a:lnTo>
                <a:lnTo>
                  <a:pt x="56" y="56"/>
                </a:lnTo>
                <a:lnTo>
                  <a:pt x="63" y="50"/>
                </a:lnTo>
                <a:lnTo>
                  <a:pt x="67" y="41"/>
                </a:lnTo>
                <a:lnTo>
                  <a:pt x="72" y="31"/>
                </a:lnTo>
                <a:lnTo>
                  <a:pt x="72" y="27"/>
                </a:lnTo>
                <a:lnTo>
                  <a:pt x="72" y="24"/>
                </a:lnTo>
                <a:lnTo>
                  <a:pt x="69" y="20"/>
                </a:lnTo>
                <a:lnTo>
                  <a:pt x="67" y="17"/>
                </a:lnTo>
                <a:lnTo>
                  <a:pt x="63" y="13"/>
                </a:lnTo>
                <a:lnTo>
                  <a:pt x="56" y="9"/>
                </a:lnTo>
                <a:lnTo>
                  <a:pt x="49" y="6"/>
                </a:lnTo>
                <a:lnTo>
                  <a:pt x="43" y="4"/>
                </a:lnTo>
                <a:lnTo>
                  <a:pt x="35" y="2"/>
                </a:lnTo>
                <a:lnTo>
                  <a:pt x="27" y="2"/>
                </a:lnTo>
                <a:lnTo>
                  <a:pt x="20" y="0"/>
                </a:lnTo>
                <a:lnTo>
                  <a:pt x="14" y="2"/>
                </a:lnTo>
                <a:lnTo>
                  <a:pt x="9" y="3"/>
                </a:lnTo>
                <a:lnTo>
                  <a:pt x="6" y="5"/>
                </a:lnTo>
                <a:lnTo>
                  <a:pt x="4" y="7"/>
                </a:lnTo>
                <a:lnTo>
                  <a:pt x="2" y="9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1" name="Freeform 28">
            <a:extLst>
              <a:ext uri="{FF2B5EF4-FFF2-40B4-BE49-F238E27FC236}">
                <a16:creationId xmlns:a16="http://schemas.microsoft.com/office/drawing/2014/main" id="{FF34F538-3A3B-B5F6-3E0B-32F9DE77901E}"/>
              </a:ext>
            </a:extLst>
          </p:cNvPr>
          <p:cNvSpPr>
            <a:spLocks/>
          </p:cNvSpPr>
          <p:nvPr/>
        </p:nvSpPr>
        <p:spPr bwMode="auto">
          <a:xfrm>
            <a:off x="2794000" y="4468813"/>
            <a:ext cx="44450" cy="49212"/>
          </a:xfrm>
          <a:custGeom>
            <a:avLst/>
            <a:gdLst>
              <a:gd name="T0" fmla="*/ 2147483647 w 85"/>
              <a:gd name="T1" fmla="*/ 2147483647 h 92"/>
              <a:gd name="T2" fmla="*/ 2147483647 w 85"/>
              <a:gd name="T3" fmla="*/ 2147483647 h 92"/>
              <a:gd name="T4" fmla="*/ 2147483647 w 85"/>
              <a:gd name="T5" fmla="*/ 2147483647 h 92"/>
              <a:gd name="T6" fmla="*/ 2147483647 w 85"/>
              <a:gd name="T7" fmla="*/ 2147483647 h 92"/>
              <a:gd name="T8" fmla="*/ 2147483647 w 85"/>
              <a:gd name="T9" fmla="*/ 2147483647 h 92"/>
              <a:gd name="T10" fmla="*/ 2147483647 w 85"/>
              <a:gd name="T11" fmla="*/ 2147483647 h 92"/>
              <a:gd name="T12" fmla="*/ 2147483647 w 85"/>
              <a:gd name="T13" fmla="*/ 2147483647 h 92"/>
              <a:gd name="T14" fmla="*/ 2147483647 w 85"/>
              <a:gd name="T15" fmla="*/ 2147483647 h 92"/>
              <a:gd name="T16" fmla="*/ 2147483647 w 85"/>
              <a:gd name="T17" fmla="*/ 2147483647 h 92"/>
              <a:gd name="T18" fmla="*/ 2147483647 w 85"/>
              <a:gd name="T19" fmla="*/ 2147483647 h 92"/>
              <a:gd name="T20" fmla="*/ 2147483647 w 85"/>
              <a:gd name="T21" fmla="*/ 2147483647 h 92"/>
              <a:gd name="T22" fmla="*/ 2147483647 w 85"/>
              <a:gd name="T23" fmla="*/ 2147483647 h 92"/>
              <a:gd name="T24" fmla="*/ 2147483647 w 85"/>
              <a:gd name="T25" fmla="*/ 2147483647 h 92"/>
              <a:gd name="T26" fmla="*/ 2147483647 w 85"/>
              <a:gd name="T27" fmla="*/ 2147483647 h 92"/>
              <a:gd name="T28" fmla="*/ 2147483647 w 85"/>
              <a:gd name="T29" fmla="*/ 2147483647 h 92"/>
              <a:gd name="T30" fmla="*/ 2147483647 w 85"/>
              <a:gd name="T31" fmla="*/ 2147483647 h 92"/>
              <a:gd name="T32" fmla="*/ 2147483647 w 85"/>
              <a:gd name="T33" fmla="*/ 2147483647 h 92"/>
              <a:gd name="T34" fmla="*/ 0 w 85"/>
              <a:gd name="T35" fmla="*/ 2147483647 h 92"/>
              <a:gd name="T36" fmla="*/ 2147483647 w 85"/>
              <a:gd name="T37" fmla="*/ 2147483647 h 92"/>
              <a:gd name="T38" fmla="*/ 2147483647 w 85"/>
              <a:gd name="T39" fmla="*/ 2147483647 h 92"/>
              <a:gd name="T40" fmla="*/ 2147483647 w 85"/>
              <a:gd name="T41" fmla="*/ 2147483647 h 92"/>
              <a:gd name="T42" fmla="*/ 2147483647 w 85"/>
              <a:gd name="T43" fmla="*/ 2147483647 h 92"/>
              <a:gd name="T44" fmla="*/ 2147483647 w 85"/>
              <a:gd name="T45" fmla="*/ 0 h 92"/>
              <a:gd name="T46" fmla="*/ 2147483647 w 85"/>
              <a:gd name="T47" fmla="*/ 0 h 92"/>
              <a:gd name="T48" fmla="*/ 2147483647 w 85"/>
              <a:gd name="T49" fmla="*/ 2147483647 h 92"/>
              <a:gd name="T50" fmla="*/ 2147483647 w 85"/>
              <a:gd name="T51" fmla="*/ 2147483647 h 92"/>
              <a:gd name="T52" fmla="*/ 2147483647 w 85"/>
              <a:gd name="T53" fmla="*/ 2147483647 h 92"/>
              <a:gd name="T54" fmla="*/ 2147483647 w 85"/>
              <a:gd name="T55" fmla="*/ 2147483647 h 92"/>
              <a:gd name="T56" fmla="*/ 2147483647 w 85"/>
              <a:gd name="T57" fmla="*/ 2147483647 h 92"/>
              <a:gd name="T58" fmla="*/ 2147483647 w 85"/>
              <a:gd name="T59" fmla="*/ 2147483647 h 92"/>
              <a:gd name="T60" fmla="*/ 2147483647 w 85"/>
              <a:gd name="T61" fmla="*/ 2147483647 h 92"/>
              <a:gd name="T62" fmla="*/ 2147483647 w 85"/>
              <a:gd name="T63" fmla="*/ 2147483647 h 92"/>
              <a:gd name="T64" fmla="*/ 2147483647 w 85"/>
              <a:gd name="T65" fmla="*/ 2147483647 h 92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85"/>
              <a:gd name="T100" fmla="*/ 0 h 92"/>
              <a:gd name="T101" fmla="*/ 85 w 85"/>
              <a:gd name="T102" fmla="*/ 92 h 92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85" h="92">
                <a:moveTo>
                  <a:pt x="84" y="61"/>
                </a:moveTo>
                <a:lnTo>
                  <a:pt x="80" y="69"/>
                </a:lnTo>
                <a:lnTo>
                  <a:pt x="76" y="74"/>
                </a:lnTo>
                <a:lnTo>
                  <a:pt x="70" y="81"/>
                </a:lnTo>
                <a:lnTo>
                  <a:pt x="63" y="85"/>
                </a:lnTo>
                <a:lnTo>
                  <a:pt x="58" y="88"/>
                </a:lnTo>
                <a:lnTo>
                  <a:pt x="52" y="90"/>
                </a:lnTo>
                <a:lnTo>
                  <a:pt x="47" y="91"/>
                </a:lnTo>
                <a:lnTo>
                  <a:pt x="41" y="92"/>
                </a:lnTo>
                <a:lnTo>
                  <a:pt x="34" y="92"/>
                </a:lnTo>
                <a:lnTo>
                  <a:pt x="28" y="91"/>
                </a:lnTo>
                <a:lnTo>
                  <a:pt x="22" y="91"/>
                </a:lnTo>
                <a:lnTo>
                  <a:pt x="15" y="89"/>
                </a:lnTo>
                <a:lnTo>
                  <a:pt x="11" y="88"/>
                </a:lnTo>
                <a:lnTo>
                  <a:pt x="7" y="84"/>
                </a:lnTo>
                <a:lnTo>
                  <a:pt x="3" y="79"/>
                </a:lnTo>
                <a:lnTo>
                  <a:pt x="1" y="72"/>
                </a:lnTo>
                <a:lnTo>
                  <a:pt x="0" y="55"/>
                </a:lnTo>
                <a:lnTo>
                  <a:pt x="3" y="37"/>
                </a:lnTo>
                <a:lnTo>
                  <a:pt x="10" y="21"/>
                </a:lnTo>
                <a:lnTo>
                  <a:pt x="20" y="7"/>
                </a:lnTo>
                <a:lnTo>
                  <a:pt x="26" y="3"/>
                </a:lnTo>
                <a:lnTo>
                  <a:pt x="31" y="0"/>
                </a:lnTo>
                <a:lnTo>
                  <a:pt x="37" y="0"/>
                </a:lnTo>
                <a:lnTo>
                  <a:pt x="41" y="2"/>
                </a:lnTo>
                <a:lnTo>
                  <a:pt x="52" y="6"/>
                </a:lnTo>
                <a:lnTo>
                  <a:pt x="61" y="12"/>
                </a:lnTo>
                <a:lnTo>
                  <a:pt x="69" y="18"/>
                </a:lnTo>
                <a:lnTo>
                  <a:pt x="76" y="26"/>
                </a:lnTo>
                <a:lnTo>
                  <a:pt x="81" y="34"/>
                </a:lnTo>
                <a:lnTo>
                  <a:pt x="84" y="43"/>
                </a:lnTo>
                <a:lnTo>
                  <a:pt x="85" y="52"/>
                </a:lnTo>
                <a:lnTo>
                  <a:pt x="84" y="61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2" name="Freeform 29">
            <a:extLst>
              <a:ext uri="{FF2B5EF4-FFF2-40B4-BE49-F238E27FC236}">
                <a16:creationId xmlns:a16="http://schemas.microsoft.com/office/drawing/2014/main" id="{579E5800-EFA9-55D5-7CCB-8EF102C4D016}"/>
              </a:ext>
            </a:extLst>
          </p:cNvPr>
          <p:cNvSpPr>
            <a:spLocks/>
          </p:cNvSpPr>
          <p:nvPr/>
        </p:nvSpPr>
        <p:spPr bwMode="auto">
          <a:xfrm>
            <a:off x="2798764" y="4473575"/>
            <a:ext cx="34925" cy="38100"/>
          </a:xfrm>
          <a:custGeom>
            <a:avLst/>
            <a:gdLst>
              <a:gd name="T0" fmla="*/ 2147483647 w 65"/>
              <a:gd name="T1" fmla="*/ 2147483647 h 72"/>
              <a:gd name="T2" fmla="*/ 0 w 65"/>
              <a:gd name="T3" fmla="*/ 2147483647 h 72"/>
              <a:gd name="T4" fmla="*/ 0 w 65"/>
              <a:gd name="T5" fmla="*/ 2147483647 h 72"/>
              <a:gd name="T6" fmla="*/ 2147483647 w 65"/>
              <a:gd name="T7" fmla="*/ 2147483647 h 72"/>
              <a:gd name="T8" fmla="*/ 2147483647 w 65"/>
              <a:gd name="T9" fmla="*/ 2147483647 h 72"/>
              <a:gd name="T10" fmla="*/ 2147483647 w 65"/>
              <a:gd name="T11" fmla="*/ 2147483647 h 72"/>
              <a:gd name="T12" fmla="*/ 2147483647 w 65"/>
              <a:gd name="T13" fmla="*/ 2147483647 h 72"/>
              <a:gd name="T14" fmla="*/ 2147483647 w 65"/>
              <a:gd name="T15" fmla="*/ 2147483647 h 72"/>
              <a:gd name="T16" fmla="*/ 2147483647 w 65"/>
              <a:gd name="T17" fmla="*/ 2147483647 h 72"/>
              <a:gd name="T18" fmla="*/ 2147483647 w 65"/>
              <a:gd name="T19" fmla="*/ 2147483647 h 72"/>
              <a:gd name="T20" fmla="*/ 2147483647 w 65"/>
              <a:gd name="T21" fmla="*/ 2147483647 h 72"/>
              <a:gd name="T22" fmla="*/ 2147483647 w 65"/>
              <a:gd name="T23" fmla="*/ 2147483647 h 72"/>
              <a:gd name="T24" fmla="*/ 2147483647 w 65"/>
              <a:gd name="T25" fmla="*/ 2147483647 h 72"/>
              <a:gd name="T26" fmla="*/ 2147483647 w 65"/>
              <a:gd name="T27" fmla="*/ 2147483647 h 72"/>
              <a:gd name="T28" fmla="*/ 2147483647 w 65"/>
              <a:gd name="T29" fmla="*/ 2147483647 h 72"/>
              <a:gd name="T30" fmla="*/ 2147483647 w 65"/>
              <a:gd name="T31" fmla="*/ 2147483647 h 72"/>
              <a:gd name="T32" fmla="*/ 2147483647 w 65"/>
              <a:gd name="T33" fmla="*/ 2147483647 h 72"/>
              <a:gd name="T34" fmla="*/ 2147483647 w 65"/>
              <a:gd name="T35" fmla="*/ 2147483647 h 72"/>
              <a:gd name="T36" fmla="*/ 2147483647 w 65"/>
              <a:gd name="T37" fmla="*/ 2147483647 h 72"/>
              <a:gd name="T38" fmla="*/ 2147483647 w 65"/>
              <a:gd name="T39" fmla="*/ 2147483647 h 72"/>
              <a:gd name="T40" fmla="*/ 2147483647 w 65"/>
              <a:gd name="T41" fmla="*/ 2147483647 h 72"/>
              <a:gd name="T42" fmla="*/ 2147483647 w 65"/>
              <a:gd name="T43" fmla="*/ 2147483647 h 72"/>
              <a:gd name="T44" fmla="*/ 2147483647 w 65"/>
              <a:gd name="T45" fmla="*/ 2147483647 h 72"/>
              <a:gd name="T46" fmla="*/ 2147483647 w 65"/>
              <a:gd name="T47" fmla="*/ 2147483647 h 72"/>
              <a:gd name="T48" fmla="*/ 2147483647 w 65"/>
              <a:gd name="T49" fmla="*/ 0 h 72"/>
              <a:gd name="T50" fmla="*/ 2147483647 w 65"/>
              <a:gd name="T51" fmla="*/ 2147483647 h 72"/>
              <a:gd name="T52" fmla="*/ 2147483647 w 65"/>
              <a:gd name="T53" fmla="*/ 2147483647 h 72"/>
              <a:gd name="T54" fmla="*/ 2147483647 w 65"/>
              <a:gd name="T55" fmla="*/ 2147483647 h 72"/>
              <a:gd name="T56" fmla="*/ 2147483647 w 65"/>
              <a:gd name="T57" fmla="*/ 2147483647 h 72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5"/>
              <a:gd name="T88" fmla="*/ 0 h 72"/>
              <a:gd name="T89" fmla="*/ 65 w 65"/>
              <a:gd name="T90" fmla="*/ 72 h 72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5" h="72">
                <a:moveTo>
                  <a:pt x="2" y="31"/>
                </a:moveTo>
                <a:lnTo>
                  <a:pt x="0" y="43"/>
                </a:lnTo>
                <a:lnTo>
                  <a:pt x="0" y="55"/>
                </a:lnTo>
                <a:lnTo>
                  <a:pt x="2" y="64"/>
                </a:lnTo>
                <a:lnTo>
                  <a:pt x="8" y="70"/>
                </a:lnTo>
                <a:lnTo>
                  <a:pt x="13" y="71"/>
                </a:lnTo>
                <a:lnTo>
                  <a:pt x="19" y="72"/>
                </a:lnTo>
                <a:lnTo>
                  <a:pt x="24" y="72"/>
                </a:lnTo>
                <a:lnTo>
                  <a:pt x="29" y="72"/>
                </a:lnTo>
                <a:lnTo>
                  <a:pt x="35" y="72"/>
                </a:lnTo>
                <a:lnTo>
                  <a:pt x="39" y="71"/>
                </a:lnTo>
                <a:lnTo>
                  <a:pt x="45" y="69"/>
                </a:lnTo>
                <a:lnTo>
                  <a:pt x="49" y="66"/>
                </a:lnTo>
                <a:lnTo>
                  <a:pt x="55" y="63"/>
                </a:lnTo>
                <a:lnTo>
                  <a:pt x="58" y="59"/>
                </a:lnTo>
                <a:lnTo>
                  <a:pt x="61" y="54"/>
                </a:lnTo>
                <a:lnTo>
                  <a:pt x="64" y="49"/>
                </a:lnTo>
                <a:lnTo>
                  <a:pt x="65" y="43"/>
                </a:lnTo>
                <a:lnTo>
                  <a:pt x="65" y="36"/>
                </a:lnTo>
                <a:lnTo>
                  <a:pt x="64" y="31"/>
                </a:lnTo>
                <a:lnTo>
                  <a:pt x="61" y="25"/>
                </a:lnTo>
                <a:lnTo>
                  <a:pt x="56" y="17"/>
                </a:lnTo>
                <a:lnTo>
                  <a:pt x="48" y="11"/>
                </a:lnTo>
                <a:lnTo>
                  <a:pt x="39" y="5"/>
                </a:lnTo>
                <a:lnTo>
                  <a:pt x="29" y="0"/>
                </a:lnTo>
                <a:lnTo>
                  <a:pt x="21" y="2"/>
                </a:lnTo>
                <a:lnTo>
                  <a:pt x="13" y="8"/>
                </a:lnTo>
                <a:lnTo>
                  <a:pt x="7" y="18"/>
                </a:lnTo>
                <a:lnTo>
                  <a:pt x="2" y="31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3" name="Freeform 30">
            <a:extLst>
              <a:ext uri="{FF2B5EF4-FFF2-40B4-BE49-F238E27FC236}">
                <a16:creationId xmlns:a16="http://schemas.microsoft.com/office/drawing/2014/main" id="{EF10A0B9-D611-470D-8E4C-A0E003442A97}"/>
              </a:ext>
            </a:extLst>
          </p:cNvPr>
          <p:cNvSpPr>
            <a:spLocks/>
          </p:cNvSpPr>
          <p:nvPr/>
        </p:nvSpPr>
        <p:spPr bwMode="auto">
          <a:xfrm>
            <a:off x="2446338" y="4029075"/>
            <a:ext cx="207962" cy="268288"/>
          </a:xfrm>
          <a:custGeom>
            <a:avLst/>
            <a:gdLst>
              <a:gd name="T0" fmla="*/ 2147483647 w 394"/>
              <a:gd name="T1" fmla="*/ 2147483647 h 505"/>
              <a:gd name="T2" fmla="*/ 2147483647 w 394"/>
              <a:gd name="T3" fmla="*/ 2147483647 h 505"/>
              <a:gd name="T4" fmla="*/ 2147483647 w 394"/>
              <a:gd name="T5" fmla="*/ 2147483647 h 505"/>
              <a:gd name="T6" fmla="*/ 2147483647 w 394"/>
              <a:gd name="T7" fmla="*/ 2147483647 h 505"/>
              <a:gd name="T8" fmla="*/ 2147483647 w 394"/>
              <a:gd name="T9" fmla="*/ 2147483647 h 505"/>
              <a:gd name="T10" fmla="*/ 2147483647 w 394"/>
              <a:gd name="T11" fmla="*/ 2147483647 h 505"/>
              <a:gd name="T12" fmla="*/ 2147483647 w 394"/>
              <a:gd name="T13" fmla="*/ 2147483647 h 505"/>
              <a:gd name="T14" fmla="*/ 2147483647 w 394"/>
              <a:gd name="T15" fmla="*/ 2147483647 h 505"/>
              <a:gd name="T16" fmla="*/ 2147483647 w 394"/>
              <a:gd name="T17" fmla="*/ 2147483647 h 505"/>
              <a:gd name="T18" fmla="*/ 2147483647 w 394"/>
              <a:gd name="T19" fmla="*/ 2147483647 h 505"/>
              <a:gd name="T20" fmla="*/ 2147483647 w 394"/>
              <a:gd name="T21" fmla="*/ 2147483647 h 505"/>
              <a:gd name="T22" fmla="*/ 2147483647 w 394"/>
              <a:gd name="T23" fmla="*/ 2147483647 h 505"/>
              <a:gd name="T24" fmla="*/ 2147483647 w 394"/>
              <a:gd name="T25" fmla="*/ 2147483647 h 505"/>
              <a:gd name="T26" fmla="*/ 2147483647 w 394"/>
              <a:gd name="T27" fmla="*/ 2147483647 h 505"/>
              <a:gd name="T28" fmla="*/ 2147483647 w 394"/>
              <a:gd name="T29" fmla="*/ 2147483647 h 505"/>
              <a:gd name="T30" fmla="*/ 2147483647 w 394"/>
              <a:gd name="T31" fmla="*/ 2147483647 h 505"/>
              <a:gd name="T32" fmla="*/ 2147483647 w 394"/>
              <a:gd name="T33" fmla="*/ 2147483647 h 505"/>
              <a:gd name="T34" fmla="*/ 2147483647 w 394"/>
              <a:gd name="T35" fmla="*/ 2147483647 h 505"/>
              <a:gd name="T36" fmla="*/ 2147483647 w 394"/>
              <a:gd name="T37" fmla="*/ 2147483647 h 505"/>
              <a:gd name="T38" fmla="*/ 2147483647 w 394"/>
              <a:gd name="T39" fmla="*/ 2147483647 h 505"/>
              <a:gd name="T40" fmla="*/ 0 w 394"/>
              <a:gd name="T41" fmla="*/ 2147483647 h 505"/>
              <a:gd name="T42" fmla="*/ 0 w 394"/>
              <a:gd name="T43" fmla="*/ 2147483647 h 505"/>
              <a:gd name="T44" fmla="*/ 2147483647 w 394"/>
              <a:gd name="T45" fmla="*/ 2147483647 h 505"/>
              <a:gd name="T46" fmla="*/ 2147483647 w 394"/>
              <a:gd name="T47" fmla="*/ 2147483647 h 505"/>
              <a:gd name="T48" fmla="*/ 2147483647 w 394"/>
              <a:gd name="T49" fmla="*/ 2147483647 h 505"/>
              <a:gd name="T50" fmla="*/ 2147483647 w 394"/>
              <a:gd name="T51" fmla="*/ 0 h 505"/>
              <a:gd name="T52" fmla="*/ 2147483647 w 394"/>
              <a:gd name="T53" fmla="*/ 2147483647 h 505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w 394"/>
              <a:gd name="T82" fmla="*/ 0 h 505"/>
              <a:gd name="T83" fmla="*/ 394 w 394"/>
              <a:gd name="T84" fmla="*/ 505 h 505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T81" t="T82" r="T83" b="T84"/>
            <a:pathLst>
              <a:path w="394" h="505">
                <a:moveTo>
                  <a:pt x="145" y="1"/>
                </a:moveTo>
                <a:lnTo>
                  <a:pt x="385" y="71"/>
                </a:lnTo>
                <a:lnTo>
                  <a:pt x="390" y="73"/>
                </a:lnTo>
                <a:lnTo>
                  <a:pt x="393" y="77"/>
                </a:lnTo>
                <a:lnTo>
                  <a:pt x="394" y="81"/>
                </a:lnTo>
                <a:lnTo>
                  <a:pt x="393" y="86"/>
                </a:lnTo>
                <a:lnTo>
                  <a:pt x="362" y="193"/>
                </a:lnTo>
                <a:lnTo>
                  <a:pt x="360" y="196"/>
                </a:lnTo>
                <a:lnTo>
                  <a:pt x="356" y="199"/>
                </a:lnTo>
                <a:lnTo>
                  <a:pt x="352" y="201"/>
                </a:lnTo>
                <a:lnTo>
                  <a:pt x="347" y="201"/>
                </a:lnTo>
                <a:lnTo>
                  <a:pt x="238" y="168"/>
                </a:lnTo>
                <a:lnTo>
                  <a:pt x="141" y="497"/>
                </a:lnTo>
                <a:lnTo>
                  <a:pt x="139" y="501"/>
                </a:lnTo>
                <a:lnTo>
                  <a:pt x="135" y="503"/>
                </a:lnTo>
                <a:lnTo>
                  <a:pt x="131" y="505"/>
                </a:lnTo>
                <a:lnTo>
                  <a:pt x="126" y="504"/>
                </a:lnTo>
                <a:lnTo>
                  <a:pt x="8" y="470"/>
                </a:lnTo>
                <a:lnTo>
                  <a:pt x="5" y="467"/>
                </a:lnTo>
                <a:lnTo>
                  <a:pt x="1" y="464"/>
                </a:lnTo>
                <a:lnTo>
                  <a:pt x="0" y="460"/>
                </a:lnTo>
                <a:lnTo>
                  <a:pt x="0" y="455"/>
                </a:lnTo>
                <a:lnTo>
                  <a:pt x="131" y="8"/>
                </a:lnTo>
                <a:lnTo>
                  <a:pt x="133" y="4"/>
                </a:lnTo>
                <a:lnTo>
                  <a:pt x="136" y="1"/>
                </a:lnTo>
                <a:lnTo>
                  <a:pt x="141" y="0"/>
                </a:lnTo>
                <a:lnTo>
                  <a:pt x="145" y="1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4" name="Freeform 31">
            <a:extLst>
              <a:ext uri="{FF2B5EF4-FFF2-40B4-BE49-F238E27FC236}">
                <a16:creationId xmlns:a16="http://schemas.microsoft.com/office/drawing/2014/main" id="{16962FFF-8FCA-1BB2-4251-806E24C7E998}"/>
              </a:ext>
            </a:extLst>
          </p:cNvPr>
          <p:cNvSpPr>
            <a:spLocks/>
          </p:cNvSpPr>
          <p:nvPr/>
        </p:nvSpPr>
        <p:spPr bwMode="auto">
          <a:xfrm>
            <a:off x="2576513" y="4062413"/>
            <a:ext cx="61912" cy="61912"/>
          </a:xfrm>
          <a:custGeom>
            <a:avLst/>
            <a:gdLst>
              <a:gd name="T0" fmla="*/ 0 w 119"/>
              <a:gd name="T1" fmla="*/ 2147483647 h 116"/>
              <a:gd name="T2" fmla="*/ 0 w 119"/>
              <a:gd name="T3" fmla="*/ 2147483647 h 116"/>
              <a:gd name="T4" fmla="*/ 2147483647 w 119"/>
              <a:gd name="T5" fmla="*/ 2147483647 h 116"/>
              <a:gd name="T6" fmla="*/ 2147483647 w 119"/>
              <a:gd name="T7" fmla="*/ 2147483647 h 116"/>
              <a:gd name="T8" fmla="*/ 2147483647 w 119"/>
              <a:gd name="T9" fmla="*/ 2147483647 h 116"/>
              <a:gd name="T10" fmla="*/ 2147483647 w 119"/>
              <a:gd name="T11" fmla="*/ 2147483647 h 116"/>
              <a:gd name="T12" fmla="*/ 2147483647 w 119"/>
              <a:gd name="T13" fmla="*/ 2147483647 h 116"/>
              <a:gd name="T14" fmla="*/ 2147483647 w 119"/>
              <a:gd name="T15" fmla="*/ 2147483647 h 116"/>
              <a:gd name="T16" fmla="*/ 2147483647 w 119"/>
              <a:gd name="T17" fmla="*/ 2147483647 h 116"/>
              <a:gd name="T18" fmla="*/ 2147483647 w 119"/>
              <a:gd name="T19" fmla="*/ 2147483647 h 116"/>
              <a:gd name="T20" fmla="*/ 2147483647 w 119"/>
              <a:gd name="T21" fmla="*/ 2147483647 h 116"/>
              <a:gd name="T22" fmla="*/ 2147483647 w 119"/>
              <a:gd name="T23" fmla="*/ 2147483647 h 116"/>
              <a:gd name="T24" fmla="*/ 2147483647 w 119"/>
              <a:gd name="T25" fmla="*/ 2147483647 h 116"/>
              <a:gd name="T26" fmla="*/ 2147483647 w 119"/>
              <a:gd name="T27" fmla="*/ 2147483647 h 116"/>
              <a:gd name="T28" fmla="*/ 2147483647 w 119"/>
              <a:gd name="T29" fmla="*/ 2147483647 h 116"/>
              <a:gd name="T30" fmla="*/ 2147483647 w 119"/>
              <a:gd name="T31" fmla="*/ 2147483647 h 116"/>
              <a:gd name="T32" fmla="*/ 2147483647 w 119"/>
              <a:gd name="T33" fmla="*/ 2147483647 h 116"/>
              <a:gd name="T34" fmla="*/ 2147483647 w 119"/>
              <a:gd name="T35" fmla="*/ 2147483647 h 116"/>
              <a:gd name="T36" fmla="*/ 2147483647 w 119"/>
              <a:gd name="T37" fmla="*/ 2147483647 h 116"/>
              <a:gd name="T38" fmla="*/ 2147483647 w 119"/>
              <a:gd name="T39" fmla="*/ 2147483647 h 116"/>
              <a:gd name="T40" fmla="*/ 2147483647 w 119"/>
              <a:gd name="T41" fmla="*/ 2147483647 h 116"/>
              <a:gd name="T42" fmla="*/ 2147483647 w 119"/>
              <a:gd name="T43" fmla="*/ 2147483647 h 116"/>
              <a:gd name="T44" fmla="*/ 2147483647 w 119"/>
              <a:gd name="T45" fmla="*/ 2147483647 h 116"/>
              <a:gd name="T46" fmla="*/ 2147483647 w 119"/>
              <a:gd name="T47" fmla="*/ 0 h 116"/>
              <a:gd name="T48" fmla="*/ 2147483647 w 119"/>
              <a:gd name="T49" fmla="*/ 0 h 116"/>
              <a:gd name="T50" fmla="*/ 2147483647 w 119"/>
              <a:gd name="T51" fmla="*/ 0 h 116"/>
              <a:gd name="T52" fmla="*/ 2147483647 w 119"/>
              <a:gd name="T53" fmla="*/ 0 h 116"/>
              <a:gd name="T54" fmla="*/ 2147483647 w 119"/>
              <a:gd name="T55" fmla="*/ 0 h 116"/>
              <a:gd name="T56" fmla="*/ 2147483647 w 119"/>
              <a:gd name="T57" fmla="*/ 0 h 116"/>
              <a:gd name="T58" fmla="*/ 2147483647 w 119"/>
              <a:gd name="T59" fmla="*/ 0 h 116"/>
              <a:gd name="T60" fmla="*/ 2147483647 w 119"/>
              <a:gd name="T61" fmla="*/ 0 h 116"/>
              <a:gd name="T62" fmla="*/ 2147483647 w 119"/>
              <a:gd name="T63" fmla="*/ 2147483647 h 116"/>
              <a:gd name="T64" fmla="*/ 0 w 119"/>
              <a:gd name="T65" fmla="*/ 2147483647 h 11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9"/>
              <a:gd name="T100" fmla="*/ 0 h 116"/>
              <a:gd name="T101" fmla="*/ 119 w 119"/>
              <a:gd name="T102" fmla="*/ 116 h 11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9" h="116">
                <a:moveTo>
                  <a:pt x="0" y="87"/>
                </a:moveTo>
                <a:lnTo>
                  <a:pt x="0" y="88"/>
                </a:lnTo>
                <a:lnTo>
                  <a:pt x="1" y="88"/>
                </a:lnTo>
                <a:lnTo>
                  <a:pt x="1" y="90"/>
                </a:lnTo>
                <a:lnTo>
                  <a:pt x="2" y="90"/>
                </a:lnTo>
                <a:lnTo>
                  <a:pt x="91" y="116"/>
                </a:lnTo>
                <a:lnTo>
                  <a:pt x="92" y="116"/>
                </a:lnTo>
                <a:lnTo>
                  <a:pt x="94" y="115"/>
                </a:lnTo>
                <a:lnTo>
                  <a:pt x="95" y="114"/>
                </a:lnTo>
                <a:lnTo>
                  <a:pt x="119" y="29"/>
                </a:lnTo>
                <a:lnTo>
                  <a:pt x="119" y="28"/>
                </a:lnTo>
                <a:lnTo>
                  <a:pt x="119" y="27"/>
                </a:lnTo>
                <a:lnTo>
                  <a:pt x="118" y="26"/>
                </a:lnTo>
                <a:lnTo>
                  <a:pt x="28" y="0"/>
                </a:lnTo>
                <a:lnTo>
                  <a:pt x="26" y="0"/>
                </a:lnTo>
                <a:lnTo>
                  <a:pt x="25" y="0"/>
                </a:lnTo>
                <a:lnTo>
                  <a:pt x="25" y="1"/>
                </a:lnTo>
                <a:lnTo>
                  <a:pt x="0" y="8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5" name="Freeform 32">
            <a:extLst>
              <a:ext uri="{FF2B5EF4-FFF2-40B4-BE49-F238E27FC236}">
                <a16:creationId xmlns:a16="http://schemas.microsoft.com/office/drawing/2014/main" id="{5FE9EFCF-9045-53BA-1A42-595F44F2C775}"/>
              </a:ext>
            </a:extLst>
          </p:cNvPr>
          <p:cNvSpPr>
            <a:spLocks/>
          </p:cNvSpPr>
          <p:nvPr/>
        </p:nvSpPr>
        <p:spPr bwMode="auto">
          <a:xfrm>
            <a:off x="2451100" y="4035425"/>
            <a:ext cx="198438" cy="255588"/>
          </a:xfrm>
          <a:custGeom>
            <a:avLst/>
            <a:gdLst>
              <a:gd name="T0" fmla="*/ 0 w 375"/>
              <a:gd name="T1" fmla="*/ 2147483647 h 485"/>
              <a:gd name="T2" fmla="*/ 0 w 375"/>
              <a:gd name="T3" fmla="*/ 2147483647 h 485"/>
              <a:gd name="T4" fmla="*/ 2147483647 w 375"/>
              <a:gd name="T5" fmla="*/ 2147483647 h 485"/>
              <a:gd name="T6" fmla="*/ 2147483647 w 375"/>
              <a:gd name="T7" fmla="*/ 2147483647 h 485"/>
              <a:gd name="T8" fmla="*/ 2147483647 w 375"/>
              <a:gd name="T9" fmla="*/ 2147483647 h 485"/>
              <a:gd name="T10" fmla="*/ 2147483647 w 375"/>
              <a:gd name="T11" fmla="*/ 2147483647 h 485"/>
              <a:gd name="T12" fmla="*/ 2147483647 w 375"/>
              <a:gd name="T13" fmla="*/ 2147483647 h 485"/>
              <a:gd name="T14" fmla="*/ 2147483647 w 375"/>
              <a:gd name="T15" fmla="*/ 2147483647 h 485"/>
              <a:gd name="T16" fmla="*/ 2147483647 w 375"/>
              <a:gd name="T17" fmla="*/ 2147483647 h 485"/>
              <a:gd name="T18" fmla="*/ 2147483647 w 375"/>
              <a:gd name="T19" fmla="*/ 2147483647 h 485"/>
              <a:gd name="T20" fmla="*/ 2147483647 w 375"/>
              <a:gd name="T21" fmla="*/ 2147483647 h 485"/>
              <a:gd name="T22" fmla="*/ 2147483647 w 375"/>
              <a:gd name="T23" fmla="*/ 2147483647 h 485"/>
              <a:gd name="T24" fmla="*/ 2147483647 w 375"/>
              <a:gd name="T25" fmla="*/ 2147483647 h 485"/>
              <a:gd name="T26" fmla="*/ 2147483647 w 375"/>
              <a:gd name="T27" fmla="*/ 2147483647 h 485"/>
              <a:gd name="T28" fmla="*/ 2147483647 w 375"/>
              <a:gd name="T29" fmla="*/ 2147483647 h 485"/>
              <a:gd name="T30" fmla="*/ 2147483647 w 375"/>
              <a:gd name="T31" fmla="*/ 2147483647 h 485"/>
              <a:gd name="T32" fmla="*/ 2147483647 w 375"/>
              <a:gd name="T33" fmla="*/ 2147483647 h 485"/>
              <a:gd name="T34" fmla="*/ 2147483647 w 375"/>
              <a:gd name="T35" fmla="*/ 2147483647 h 485"/>
              <a:gd name="T36" fmla="*/ 2147483647 w 375"/>
              <a:gd name="T37" fmla="*/ 2147483647 h 485"/>
              <a:gd name="T38" fmla="*/ 2147483647 w 375"/>
              <a:gd name="T39" fmla="*/ 2147483647 h 485"/>
              <a:gd name="T40" fmla="*/ 2147483647 w 375"/>
              <a:gd name="T41" fmla="*/ 2147483647 h 485"/>
              <a:gd name="T42" fmla="*/ 2147483647 w 375"/>
              <a:gd name="T43" fmla="*/ 2147483647 h 485"/>
              <a:gd name="T44" fmla="*/ 2147483647 w 375"/>
              <a:gd name="T45" fmla="*/ 2147483647 h 485"/>
              <a:gd name="T46" fmla="*/ 2147483647 w 375"/>
              <a:gd name="T47" fmla="*/ 2147483647 h 485"/>
              <a:gd name="T48" fmla="*/ 2147483647 w 375"/>
              <a:gd name="T49" fmla="*/ 2147483647 h 485"/>
              <a:gd name="T50" fmla="*/ 2147483647 w 375"/>
              <a:gd name="T51" fmla="*/ 2147483647 h 485"/>
              <a:gd name="T52" fmla="*/ 2147483647 w 375"/>
              <a:gd name="T53" fmla="*/ 2147483647 h 485"/>
              <a:gd name="T54" fmla="*/ 2147483647 w 375"/>
              <a:gd name="T55" fmla="*/ 2147483647 h 485"/>
              <a:gd name="T56" fmla="*/ 2147483647 w 375"/>
              <a:gd name="T57" fmla="*/ 2147483647 h 485"/>
              <a:gd name="T58" fmla="*/ 2147483647 w 375"/>
              <a:gd name="T59" fmla="*/ 2147483647 h 485"/>
              <a:gd name="T60" fmla="*/ 2147483647 w 375"/>
              <a:gd name="T61" fmla="*/ 2147483647 h 485"/>
              <a:gd name="T62" fmla="*/ 2147483647 w 375"/>
              <a:gd name="T63" fmla="*/ 2147483647 h 485"/>
              <a:gd name="T64" fmla="*/ 2147483647 w 375"/>
              <a:gd name="T65" fmla="*/ 2147483647 h 485"/>
              <a:gd name="T66" fmla="*/ 2147483647 w 375"/>
              <a:gd name="T67" fmla="*/ 2147483647 h 485"/>
              <a:gd name="T68" fmla="*/ 2147483647 w 375"/>
              <a:gd name="T69" fmla="*/ 2147483647 h 485"/>
              <a:gd name="T70" fmla="*/ 2147483647 w 375"/>
              <a:gd name="T71" fmla="*/ 2147483647 h 485"/>
              <a:gd name="T72" fmla="*/ 2147483647 w 375"/>
              <a:gd name="T73" fmla="*/ 2147483647 h 485"/>
              <a:gd name="T74" fmla="*/ 2147483647 w 375"/>
              <a:gd name="T75" fmla="*/ 2147483647 h 485"/>
              <a:gd name="T76" fmla="*/ 2147483647 w 375"/>
              <a:gd name="T77" fmla="*/ 2147483647 h 485"/>
              <a:gd name="T78" fmla="*/ 2147483647 w 375"/>
              <a:gd name="T79" fmla="*/ 2147483647 h 485"/>
              <a:gd name="T80" fmla="*/ 2147483647 w 375"/>
              <a:gd name="T81" fmla="*/ 2147483647 h 485"/>
              <a:gd name="T82" fmla="*/ 2147483647 w 375"/>
              <a:gd name="T83" fmla="*/ 2147483647 h 485"/>
              <a:gd name="T84" fmla="*/ 2147483647 w 375"/>
              <a:gd name="T85" fmla="*/ 2147483647 h 485"/>
              <a:gd name="T86" fmla="*/ 2147483647 w 375"/>
              <a:gd name="T87" fmla="*/ 2147483647 h 485"/>
              <a:gd name="T88" fmla="*/ 2147483647 w 375"/>
              <a:gd name="T89" fmla="*/ 2147483647 h 485"/>
              <a:gd name="T90" fmla="*/ 2147483647 w 375"/>
              <a:gd name="T91" fmla="*/ 2147483647 h 485"/>
              <a:gd name="T92" fmla="*/ 2147483647 w 375"/>
              <a:gd name="T93" fmla="*/ 2147483647 h 485"/>
              <a:gd name="T94" fmla="*/ 2147483647 w 375"/>
              <a:gd name="T95" fmla="*/ 2147483647 h 485"/>
              <a:gd name="T96" fmla="*/ 2147483647 w 375"/>
              <a:gd name="T97" fmla="*/ 2147483647 h 485"/>
              <a:gd name="T98" fmla="*/ 2147483647 w 375"/>
              <a:gd name="T99" fmla="*/ 2147483647 h 485"/>
              <a:gd name="T100" fmla="*/ 2147483647 w 375"/>
              <a:gd name="T101" fmla="*/ 2147483647 h 485"/>
              <a:gd name="T102" fmla="*/ 2147483647 w 375"/>
              <a:gd name="T103" fmla="*/ 2147483647 h 485"/>
              <a:gd name="T104" fmla="*/ 2147483647 w 375"/>
              <a:gd name="T105" fmla="*/ 2147483647 h 485"/>
              <a:gd name="T106" fmla="*/ 2147483647 w 375"/>
              <a:gd name="T107" fmla="*/ 0 h 485"/>
              <a:gd name="T108" fmla="*/ 2147483647 w 375"/>
              <a:gd name="T109" fmla="*/ 0 h 485"/>
              <a:gd name="T110" fmla="*/ 2147483647 w 375"/>
              <a:gd name="T111" fmla="*/ 0 h 485"/>
              <a:gd name="T112" fmla="*/ 2147483647 w 375"/>
              <a:gd name="T113" fmla="*/ 0 h 485"/>
              <a:gd name="T114" fmla="*/ 2147483647 w 375"/>
              <a:gd name="T115" fmla="*/ 0 h 485"/>
              <a:gd name="T116" fmla="*/ 2147483647 w 375"/>
              <a:gd name="T117" fmla="*/ 0 h 485"/>
              <a:gd name="T118" fmla="*/ 2147483647 w 375"/>
              <a:gd name="T119" fmla="*/ 0 h 485"/>
              <a:gd name="T120" fmla="*/ 2147483647 w 375"/>
              <a:gd name="T121" fmla="*/ 2147483647 h 485"/>
              <a:gd name="T122" fmla="*/ 2147483647 w 375"/>
              <a:gd name="T123" fmla="*/ 2147483647 h 485"/>
              <a:gd name="T124" fmla="*/ 0 w 375"/>
              <a:gd name="T125" fmla="*/ 2147483647 h 485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60000 65536"/>
              <a:gd name="T166" fmla="*/ 0 60000 65536"/>
              <a:gd name="T167" fmla="*/ 0 60000 65536"/>
              <a:gd name="T168" fmla="*/ 0 60000 65536"/>
              <a:gd name="T169" fmla="*/ 0 60000 65536"/>
              <a:gd name="T170" fmla="*/ 0 60000 65536"/>
              <a:gd name="T171" fmla="*/ 0 60000 65536"/>
              <a:gd name="T172" fmla="*/ 0 60000 65536"/>
              <a:gd name="T173" fmla="*/ 0 60000 65536"/>
              <a:gd name="T174" fmla="*/ 0 60000 65536"/>
              <a:gd name="T175" fmla="*/ 0 60000 65536"/>
              <a:gd name="T176" fmla="*/ 0 60000 65536"/>
              <a:gd name="T177" fmla="*/ 0 60000 65536"/>
              <a:gd name="T178" fmla="*/ 0 60000 65536"/>
              <a:gd name="T179" fmla="*/ 0 60000 65536"/>
              <a:gd name="T180" fmla="*/ 0 60000 65536"/>
              <a:gd name="T181" fmla="*/ 0 60000 65536"/>
              <a:gd name="T182" fmla="*/ 0 60000 65536"/>
              <a:gd name="T183" fmla="*/ 0 60000 65536"/>
              <a:gd name="T184" fmla="*/ 0 60000 65536"/>
              <a:gd name="T185" fmla="*/ 0 60000 65536"/>
              <a:gd name="T186" fmla="*/ 0 60000 65536"/>
              <a:gd name="T187" fmla="*/ 0 60000 65536"/>
              <a:gd name="T188" fmla="*/ 0 60000 65536"/>
              <a:gd name="T189" fmla="*/ 0 w 375"/>
              <a:gd name="T190" fmla="*/ 0 h 485"/>
              <a:gd name="T191" fmla="*/ 375 w 375"/>
              <a:gd name="T192" fmla="*/ 485 h 485"/>
            </a:gdLst>
            <a:ahLst/>
            <a:cxnLst>
              <a:cxn ang="T126">
                <a:pos x="T0" y="T1"/>
              </a:cxn>
              <a:cxn ang="T127">
                <a:pos x="T2" y="T3"/>
              </a:cxn>
              <a:cxn ang="T128">
                <a:pos x="T4" y="T5"/>
              </a:cxn>
              <a:cxn ang="T129">
                <a:pos x="T6" y="T7"/>
              </a:cxn>
              <a:cxn ang="T130">
                <a:pos x="T8" y="T9"/>
              </a:cxn>
              <a:cxn ang="T131">
                <a:pos x="T10" y="T11"/>
              </a:cxn>
              <a:cxn ang="T132">
                <a:pos x="T12" y="T13"/>
              </a:cxn>
              <a:cxn ang="T133">
                <a:pos x="T14" y="T15"/>
              </a:cxn>
              <a:cxn ang="T134">
                <a:pos x="T16" y="T17"/>
              </a:cxn>
              <a:cxn ang="T135">
                <a:pos x="T18" y="T19"/>
              </a:cxn>
              <a:cxn ang="T136">
                <a:pos x="T20" y="T21"/>
              </a:cxn>
              <a:cxn ang="T137">
                <a:pos x="T22" y="T23"/>
              </a:cxn>
              <a:cxn ang="T138">
                <a:pos x="T24" y="T25"/>
              </a:cxn>
              <a:cxn ang="T139">
                <a:pos x="T26" y="T27"/>
              </a:cxn>
              <a:cxn ang="T140">
                <a:pos x="T28" y="T29"/>
              </a:cxn>
              <a:cxn ang="T141">
                <a:pos x="T30" y="T31"/>
              </a:cxn>
              <a:cxn ang="T142">
                <a:pos x="T32" y="T33"/>
              </a:cxn>
              <a:cxn ang="T143">
                <a:pos x="T34" y="T35"/>
              </a:cxn>
              <a:cxn ang="T144">
                <a:pos x="T36" y="T37"/>
              </a:cxn>
              <a:cxn ang="T145">
                <a:pos x="T38" y="T39"/>
              </a:cxn>
              <a:cxn ang="T146">
                <a:pos x="T40" y="T41"/>
              </a:cxn>
              <a:cxn ang="T147">
                <a:pos x="T42" y="T43"/>
              </a:cxn>
              <a:cxn ang="T148">
                <a:pos x="T44" y="T45"/>
              </a:cxn>
              <a:cxn ang="T149">
                <a:pos x="T46" y="T47"/>
              </a:cxn>
              <a:cxn ang="T150">
                <a:pos x="T48" y="T49"/>
              </a:cxn>
              <a:cxn ang="T151">
                <a:pos x="T50" y="T51"/>
              </a:cxn>
              <a:cxn ang="T152">
                <a:pos x="T52" y="T53"/>
              </a:cxn>
              <a:cxn ang="T153">
                <a:pos x="T54" y="T55"/>
              </a:cxn>
              <a:cxn ang="T154">
                <a:pos x="T56" y="T57"/>
              </a:cxn>
              <a:cxn ang="T155">
                <a:pos x="T58" y="T59"/>
              </a:cxn>
              <a:cxn ang="T156">
                <a:pos x="T60" y="T61"/>
              </a:cxn>
              <a:cxn ang="T157">
                <a:pos x="T62" y="T63"/>
              </a:cxn>
              <a:cxn ang="T158">
                <a:pos x="T64" y="T65"/>
              </a:cxn>
              <a:cxn ang="T159">
                <a:pos x="T66" y="T67"/>
              </a:cxn>
              <a:cxn ang="T160">
                <a:pos x="T68" y="T69"/>
              </a:cxn>
              <a:cxn ang="T161">
                <a:pos x="T70" y="T71"/>
              </a:cxn>
              <a:cxn ang="T162">
                <a:pos x="T72" y="T73"/>
              </a:cxn>
              <a:cxn ang="T163">
                <a:pos x="T74" y="T75"/>
              </a:cxn>
              <a:cxn ang="T164">
                <a:pos x="T76" y="T77"/>
              </a:cxn>
              <a:cxn ang="T165">
                <a:pos x="T78" y="T79"/>
              </a:cxn>
              <a:cxn ang="T166">
                <a:pos x="T80" y="T81"/>
              </a:cxn>
              <a:cxn ang="T167">
                <a:pos x="T82" y="T83"/>
              </a:cxn>
              <a:cxn ang="T168">
                <a:pos x="T84" y="T85"/>
              </a:cxn>
              <a:cxn ang="T169">
                <a:pos x="T86" y="T87"/>
              </a:cxn>
              <a:cxn ang="T170">
                <a:pos x="T88" y="T89"/>
              </a:cxn>
              <a:cxn ang="T171">
                <a:pos x="T90" y="T91"/>
              </a:cxn>
              <a:cxn ang="T172">
                <a:pos x="T92" y="T93"/>
              </a:cxn>
              <a:cxn ang="T173">
                <a:pos x="T94" y="T95"/>
              </a:cxn>
              <a:cxn ang="T174">
                <a:pos x="T96" y="T97"/>
              </a:cxn>
              <a:cxn ang="T175">
                <a:pos x="T98" y="T99"/>
              </a:cxn>
              <a:cxn ang="T176">
                <a:pos x="T100" y="T101"/>
              </a:cxn>
              <a:cxn ang="T177">
                <a:pos x="T102" y="T103"/>
              </a:cxn>
              <a:cxn ang="T178">
                <a:pos x="T104" y="T105"/>
              </a:cxn>
              <a:cxn ang="T179">
                <a:pos x="T106" y="T107"/>
              </a:cxn>
              <a:cxn ang="T180">
                <a:pos x="T108" y="T109"/>
              </a:cxn>
              <a:cxn ang="T181">
                <a:pos x="T110" y="T111"/>
              </a:cxn>
              <a:cxn ang="T182">
                <a:pos x="T112" y="T113"/>
              </a:cxn>
              <a:cxn ang="T183">
                <a:pos x="T114" y="T115"/>
              </a:cxn>
              <a:cxn ang="T184">
                <a:pos x="T116" y="T117"/>
              </a:cxn>
              <a:cxn ang="T185">
                <a:pos x="T118" y="T119"/>
              </a:cxn>
              <a:cxn ang="T186">
                <a:pos x="T120" y="T121"/>
              </a:cxn>
              <a:cxn ang="T187">
                <a:pos x="T122" y="T123"/>
              </a:cxn>
              <a:cxn ang="T188">
                <a:pos x="T124" y="T125"/>
              </a:cxn>
            </a:cxnLst>
            <a:rect l="T189" t="T190" r="T191" b="T192"/>
            <a:pathLst>
              <a:path w="375" h="485">
                <a:moveTo>
                  <a:pt x="0" y="447"/>
                </a:moveTo>
                <a:lnTo>
                  <a:pt x="0" y="449"/>
                </a:lnTo>
                <a:lnTo>
                  <a:pt x="1" y="449"/>
                </a:lnTo>
                <a:lnTo>
                  <a:pt x="1" y="450"/>
                </a:lnTo>
                <a:lnTo>
                  <a:pt x="2" y="450"/>
                </a:lnTo>
                <a:lnTo>
                  <a:pt x="121" y="485"/>
                </a:lnTo>
                <a:lnTo>
                  <a:pt x="122" y="485"/>
                </a:lnTo>
                <a:lnTo>
                  <a:pt x="123" y="484"/>
                </a:lnTo>
                <a:lnTo>
                  <a:pt x="222" y="146"/>
                </a:lnTo>
                <a:lnTo>
                  <a:pt x="230" y="148"/>
                </a:lnTo>
                <a:lnTo>
                  <a:pt x="228" y="146"/>
                </a:lnTo>
                <a:lnTo>
                  <a:pt x="227" y="144"/>
                </a:lnTo>
                <a:lnTo>
                  <a:pt x="227" y="140"/>
                </a:lnTo>
                <a:lnTo>
                  <a:pt x="227" y="137"/>
                </a:lnTo>
                <a:lnTo>
                  <a:pt x="252" y="52"/>
                </a:lnTo>
                <a:lnTo>
                  <a:pt x="255" y="48"/>
                </a:lnTo>
                <a:lnTo>
                  <a:pt x="258" y="44"/>
                </a:lnTo>
                <a:lnTo>
                  <a:pt x="262" y="43"/>
                </a:lnTo>
                <a:lnTo>
                  <a:pt x="267" y="43"/>
                </a:lnTo>
                <a:lnTo>
                  <a:pt x="356" y="70"/>
                </a:lnTo>
                <a:lnTo>
                  <a:pt x="361" y="72"/>
                </a:lnTo>
                <a:lnTo>
                  <a:pt x="364" y="76"/>
                </a:lnTo>
                <a:lnTo>
                  <a:pt x="365" y="80"/>
                </a:lnTo>
                <a:lnTo>
                  <a:pt x="364" y="84"/>
                </a:lnTo>
                <a:lnTo>
                  <a:pt x="340" y="170"/>
                </a:lnTo>
                <a:lnTo>
                  <a:pt x="338" y="173"/>
                </a:lnTo>
                <a:lnTo>
                  <a:pt x="336" y="175"/>
                </a:lnTo>
                <a:lnTo>
                  <a:pt x="334" y="177"/>
                </a:lnTo>
                <a:lnTo>
                  <a:pt x="331" y="178"/>
                </a:lnTo>
                <a:lnTo>
                  <a:pt x="341" y="182"/>
                </a:lnTo>
                <a:lnTo>
                  <a:pt x="342" y="182"/>
                </a:lnTo>
                <a:lnTo>
                  <a:pt x="343" y="182"/>
                </a:lnTo>
                <a:lnTo>
                  <a:pt x="343" y="181"/>
                </a:lnTo>
                <a:lnTo>
                  <a:pt x="344" y="181"/>
                </a:lnTo>
                <a:lnTo>
                  <a:pt x="344" y="179"/>
                </a:lnTo>
                <a:lnTo>
                  <a:pt x="375" y="73"/>
                </a:lnTo>
                <a:lnTo>
                  <a:pt x="375" y="72"/>
                </a:lnTo>
                <a:lnTo>
                  <a:pt x="375" y="71"/>
                </a:lnTo>
                <a:lnTo>
                  <a:pt x="375" y="70"/>
                </a:lnTo>
                <a:lnTo>
                  <a:pt x="374" y="70"/>
                </a:lnTo>
                <a:lnTo>
                  <a:pt x="134" y="0"/>
                </a:lnTo>
                <a:lnTo>
                  <a:pt x="133" y="0"/>
                </a:lnTo>
                <a:lnTo>
                  <a:pt x="132" y="0"/>
                </a:lnTo>
                <a:lnTo>
                  <a:pt x="131" y="1"/>
                </a:lnTo>
                <a:lnTo>
                  <a:pt x="0" y="44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6" name="Freeform 33">
            <a:extLst>
              <a:ext uri="{FF2B5EF4-FFF2-40B4-BE49-F238E27FC236}">
                <a16:creationId xmlns:a16="http://schemas.microsoft.com/office/drawing/2014/main" id="{80CBC3F0-9A91-2246-BD40-731BEA6BB0F3}"/>
              </a:ext>
            </a:extLst>
          </p:cNvPr>
          <p:cNvSpPr>
            <a:spLocks/>
          </p:cNvSpPr>
          <p:nvPr/>
        </p:nvSpPr>
        <p:spPr bwMode="auto">
          <a:xfrm>
            <a:off x="2509839" y="4040189"/>
            <a:ext cx="73025" cy="71437"/>
          </a:xfrm>
          <a:custGeom>
            <a:avLst/>
            <a:gdLst>
              <a:gd name="T0" fmla="*/ 2147483647 w 138"/>
              <a:gd name="T1" fmla="*/ 0 h 135"/>
              <a:gd name="T2" fmla="*/ 2147483647 w 138"/>
              <a:gd name="T3" fmla="*/ 2147483647 h 135"/>
              <a:gd name="T4" fmla="*/ 2147483647 w 138"/>
              <a:gd name="T5" fmla="*/ 2147483647 h 135"/>
              <a:gd name="T6" fmla="*/ 2147483647 w 138"/>
              <a:gd name="T7" fmla="*/ 2147483647 h 135"/>
              <a:gd name="T8" fmla="*/ 2147483647 w 138"/>
              <a:gd name="T9" fmla="*/ 2147483647 h 135"/>
              <a:gd name="T10" fmla="*/ 2147483647 w 138"/>
              <a:gd name="T11" fmla="*/ 2147483647 h 135"/>
              <a:gd name="T12" fmla="*/ 2147483647 w 138"/>
              <a:gd name="T13" fmla="*/ 2147483647 h 135"/>
              <a:gd name="T14" fmla="*/ 2147483647 w 138"/>
              <a:gd name="T15" fmla="*/ 2147483647 h 135"/>
              <a:gd name="T16" fmla="*/ 2147483647 w 138"/>
              <a:gd name="T17" fmla="*/ 2147483647 h 135"/>
              <a:gd name="T18" fmla="*/ 2147483647 w 138"/>
              <a:gd name="T19" fmla="*/ 2147483647 h 135"/>
              <a:gd name="T20" fmla="*/ 2147483647 w 138"/>
              <a:gd name="T21" fmla="*/ 2147483647 h 135"/>
              <a:gd name="T22" fmla="*/ 2147483647 w 138"/>
              <a:gd name="T23" fmla="*/ 2147483647 h 135"/>
              <a:gd name="T24" fmla="*/ 2147483647 w 138"/>
              <a:gd name="T25" fmla="*/ 2147483647 h 135"/>
              <a:gd name="T26" fmla="*/ 2147483647 w 138"/>
              <a:gd name="T27" fmla="*/ 2147483647 h 135"/>
              <a:gd name="T28" fmla="*/ 0 w 138"/>
              <a:gd name="T29" fmla="*/ 2147483647 h 135"/>
              <a:gd name="T30" fmla="*/ 0 w 138"/>
              <a:gd name="T31" fmla="*/ 2147483647 h 135"/>
              <a:gd name="T32" fmla="*/ 2147483647 w 138"/>
              <a:gd name="T33" fmla="*/ 2147483647 h 135"/>
              <a:gd name="T34" fmla="*/ 2147483647 w 138"/>
              <a:gd name="T35" fmla="*/ 2147483647 h 135"/>
              <a:gd name="T36" fmla="*/ 2147483647 w 138"/>
              <a:gd name="T37" fmla="*/ 2147483647 h 135"/>
              <a:gd name="T38" fmla="*/ 2147483647 w 138"/>
              <a:gd name="T39" fmla="*/ 0 h 135"/>
              <a:gd name="T40" fmla="*/ 2147483647 w 138"/>
              <a:gd name="T41" fmla="*/ 0 h 13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38"/>
              <a:gd name="T64" fmla="*/ 0 h 135"/>
              <a:gd name="T65" fmla="*/ 138 w 138"/>
              <a:gd name="T66" fmla="*/ 135 h 13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38" h="135">
                <a:moveTo>
                  <a:pt x="40" y="0"/>
                </a:moveTo>
                <a:lnTo>
                  <a:pt x="130" y="26"/>
                </a:lnTo>
                <a:lnTo>
                  <a:pt x="134" y="29"/>
                </a:lnTo>
                <a:lnTo>
                  <a:pt x="137" y="32"/>
                </a:lnTo>
                <a:lnTo>
                  <a:pt x="138" y="37"/>
                </a:lnTo>
                <a:lnTo>
                  <a:pt x="138" y="41"/>
                </a:lnTo>
                <a:lnTo>
                  <a:pt x="112" y="126"/>
                </a:lnTo>
                <a:lnTo>
                  <a:pt x="110" y="130"/>
                </a:lnTo>
                <a:lnTo>
                  <a:pt x="107" y="133"/>
                </a:lnTo>
                <a:lnTo>
                  <a:pt x="102" y="135"/>
                </a:lnTo>
                <a:lnTo>
                  <a:pt x="98" y="134"/>
                </a:lnTo>
                <a:lnTo>
                  <a:pt x="7" y="108"/>
                </a:lnTo>
                <a:lnTo>
                  <a:pt x="4" y="106"/>
                </a:lnTo>
                <a:lnTo>
                  <a:pt x="1" y="102"/>
                </a:lnTo>
                <a:lnTo>
                  <a:pt x="0" y="98"/>
                </a:lnTo>
                <a:lnTo>
                  <a:pt x="0" y="93"/>
                </a:lnTo>
                <a:lnTo>
                  <a:pt x="25" y="7"/>
                </a:lnTo>
                <a:lnTo>
                  <a:pt x="28" y="4"/>
                </a:lnTo>
                <a:lnTo>
                  <a:pt x="31" y="1"/>
                </a:lnTo>
                <a:lnTo>
                  <a:pt x="35" y="0"/>
                </a:lnTo>
                <a:lnTo>
                  <a:pt x="40" y="0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7" name="Freeform 34">
            <a:extLst>
              <a:ext uri="{FF2B5EF4-FFF2-40B4-BE49-F238E27FC236}">
                <a16:creationId xmlns:a16="http://schemas.microsoft.com/office/drawing/2014/main" id="{F4F91C72-A537-615A-07EB-DBD2004A6E2A}"/>
              </a:ext>
            </a:extLst>
          </p:cNvPr>
          <p:cNvSpPr>
            <a:spLocks/>
          </p:cNvSpPr>
          <p:nvPr/>
        </p:nvSpPr>
        <p:spPr bwMode="auto">
          <a:xfrm>
            <a:off x="2514600" y="4044951"/>
            <a:ext cx="63500" cy="61913"/>
          </a:xfrm>
          <a:custGeom>
            <a:avLst/>
            <a:gdLst>
              <a:gd name="T0" fmla="*/ 0 w 118"/>
              <a:gd name="T1" fmla="*/ 2147483647 h 116"/>
              <a:gd name="T2" fmla="*/ 0 w 118"/>
              <a:gd name="T3" fmla="*/ 2147483647 h 116"/>
              <a:gd name="T4" fmla="*/ 0 w 118"/>
              <a:gd name="T5" fmla="*/ 2147483647 h 116"/>
              <a:gd name="T6" fmla="*/ 0 w 118"/>
              <a:gd name="T7" fmla="*/ 2147483647 h 116"/>
              <a:gd name="T8" fmla="*/ 2147483647 w 118"/>
              <a:gd name="T9" fmla="*/ 2147483647 h 116"/>
              <a:gd name="T10" fmla="*/ 2147483647 w 118"/>
              <a:gd name="T11" fmla="*/ 2147483647 h 116"/>
              <a:gd name="T12" fmla="*/ 2147483647 w 118"/>
              <a:gd name="T13" fmla="*/ 2147483647 h 116"/>
              <a:gd name="T14" fmla="*/ 2147483647 w 118"/>
              <a:gd name="T15" fmla="*/ 2147483647 h 116"/>
              <a:gd name="T16" fmla="*/ 2147483647 w 118"/>
              <a:gd name="T17" fmla="*/ 2147483647 h 116"/>
              <a:gd name="T18" fmla="*/ 2147483647 w 118"/>
              <a:gd name="T19" fmla="*/ 2147483647 h 116"/>
              <a:gd name="T20" fmla="*/ 2147483647 w 118"/>
              <a:gd name="T21" fmla="*/ 2147483647 h 116"/>
              <a:gd name="T22" fmla="*/ 2147483647 w 118"/>
              <a:gd name="T23" fmla="*/ 2147483647 h 116"/>
              <a:gd name="T24" fmla="*/ 2147483647 w 118"/>
              <a:gd name="T25" fmla="*/ 2147483647 h 116"/>
              <a:gd name="T26" fmla="*/ 2147483647 w 118"/>
              <a:gd name="T27" fmla="*/ 2147483647 h 116"/>
              <a:gd name="T28" fmla="*/ 2147483647 w 118"/>
              <a:gd name="T29" fmla="*/ 2147483647 h 116"/>
              <a:gd name="T30" fmla="*/ 2147483647 w 118"/>
              <a:gd name="T31" fmla="*/ 2147483647 h 116"/>
              <a:gd name="T32" fmla="*/ 2147483647 w 118"/>
              <a:gd name="T33" fmla="*/ 2147483647 h 116"/>
              <a:gd name="T34" fmla="*/ 2147483647 w 118"/>
              <a:gd name="T35" fmla="*/ 2147483647 h 116"/>
              <a:gd name="T36" fmla="*/ 2147483647 w 118"/>
              <a:gd name="T37" fmla="*/ 2147483647 h 116"/>
              <a:gd name="T38" fmla="*/ 2147483647 w 118"/>
              <a:gd name="T39" fmla="*/ 2147483647 h 116"/>
              <a:gd name="T40" fmla="*/ 2147483647 w 118"/>
              <a:gd name="T41" fmla="*/ 2147483647 h 116"/>
              <a:gd name="T42" fmla="*/ 2147483647 w 118"/>
              <a:gd name="T43" fmla="*/ 2147483647 h 116"/>
              <a:gd name="T44" fmla="*/ 2147483647 w 118"/>
              <a:gd name="T45" fmla="*/ 2147483647 h 116"/>
              <a:gd name="T46" fmla="*/ 2147483647 w 118"/>
              <a:gd name="T47" fmla="*/ 0 h 116"/>
              <a:gd name="T48" fmla="*/ 2147483647 w 118"/>
              <a:gd name="T49" fmla="*/ 0 h 116"/>
              <a:gd name="T50" fmla="*/ 2147483647 w 118"/>
              <a:gd name="T51" fmla="*/ 0 h 116"/>
              <a:gd name="T52" fmla="*/ 2147483647 w 118"/>
              <a:gd name="T53" fmla="*/ 0 h 116"/>
              <a:gd name="T54" fmla="*/ 2147483647 w 118"/>
              <a:gd name="T55" fmla="*/ 0 h 116"/>
              <a:gd name="T56" fmla="*/ 2147483647 w 118"/>
              <a:gd name="T57" fmla="*/ 0 h 116"/>
              <a:gd name="T58" fmla="*/ 2147483647 w 118"/>
              <a:gd name="T59" fmla="*/ 0 h 116"/>
              <a:gd name="T60" fmla="*/ 2147483647 w 118"/>
              <a:gd name="T61" fmla="*/ 2147483647 h 116"/>
              <a:gd name="T62" fmla="*/ 2147483647 w 118"/>
              <a:gd name="T63" fmla="*/ 2147483647 h 116"/>
              <a:gd name="T64" fmla="*/ 0 w 118"/>
              <a:gd name="T65" fmla="*/ 2147483647 h 11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8"/>
              <a:gd name="T100" fmla="*/ 0 h 116"/>
              <a:gd name="T101" fmla="*/ 118 w 118"/>
              <a:gd name="T102" fmla="*/ 116 h 11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8" h="116">
                <a:moveTo>
                  <a:pt x="0" y="87"/>
                </a:moveTo>
                <a:lnTo>
                  <a:pt x="0" y="88"/>
                </a:lnTo>
                <a:lnTo>
                  <a:pt x="0" y="89"/>
                </a:lnTo>
                <a:lnTo>
                  <a:pt x="1" y="89"/>
                </a:lnTo>
                <a:lnTo>
                  <a:pt x="91" y="116"/>
                </a:lnTo>
                <a:lnTo>
                  <a:pt x="92" y="116"/>
                </a:lnTo>
                <a:lnTo>
                  <a:pt x="93" y="115"/>
                </a:lnTo>
                <a:lnTo>
                  <a:pt x="118" y="29"/>
                </a:lnTo>
                <a:lnTo>
                  <a:pt x="118" y="28"/>
                </a:lnTo>
                <a:lnTo>
                  <a:pt x="118" y="26"/>
                </a:lnTo>
                <a:lnTo>
                  <a:pt x="117" y="26"/>
                </a:lnTo>
                <a:lnTo>
                  <a:pt x="28" y="0"/>
                </a:lnTo>
                <a:lnTo>
                  <a:pt x="26" y="0"/>
                </a:lnTo>
                <a:lnTo>
                  <a:pt x="25" y="0"/>
                </a:lnTo>
                <a:lnTo>
                  <a:pt x="24" y="1"/>
                </a:lnTo>
                <a:lnTo>
                  <a:pt x="0" y="8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8" name="Freeform 35">
            <a:extLst>
              <a:ext uri="{FF2B5EF4-FFF2-40B4-BE49-F238E27FC236}">
                <a16:creationId xmlns:a16="http://schemas.microsoft.com/office/drawing/2014/main" id="{743C3B7F-E580-1B44-0F23-D00DFB75917D}"/>
              </a:ext>
            </a:extLst>
          </p:cNvPr>
          <p:cNvSpPr>
            <a:spLocks/>
          </p:cNvSpPr>
          <p:nvPr/>
        </p:nvSpPr>
        <p:spPr bwMode="auto">
          <a:xfrm>
            <a:off x="2492376" y="4098925"/>
            <a:ext cx="73025" cy="71438"/>
          </a:xfrm>
          <a:custGeom>
            <a:avLst/>
            <a:gdLst>
              <a:gd name="T0" fmla="*/ 2147483647 w 139"/>
              <a:gd name="T1" fmla="*/ 2147483647 h 135"/>
              <a:gd name="T2" fmla="*/ 2147483647 w 139"/>
              <a:gd name="T3" fmla="*/ 2147483647 h 135"/>
              <a:gd name="T4" fmla="*/ 2147483647 w 139"/>
              <a:gd name="T5" fmla="*/ 2147483647 h 135"/>
              <a:gd name="T6" fmla="*/ 2147483647 w 139"/>
              <a:gd name="T7" fmla="*/ 2147483647 h 135"/>
              <a:gd name="T8" fmla="*/ 2147483647 w 139"/>
              <a:gd name="T9" fmla="*/ 2147483647 h 135"/>
              <a:gd name="T10" fmla="*/ 2147483647 w 139"/>
              <a:gd name="T11" fmla="*/ 2147483647 h 135"/>
              <a:gd name="T12" fmla="*/ 2147483647 w 139"/>
              <a:gd name="T13" fmla="*/ 2147483647 h 135"/>
              <a:gd name="T14" fmla="*/ 2147483647 w 139"/>
              <a:gd name="T15" fmla="*/ 2147483647 h 135"/>
              <a:gd name="T16" fmla="*/ 2147483647 w 139"/>
              <a:gd name="T17" fmla="*/ 2147483647 h 135"/>
              <a:gd name="T18" fmla="*/ 2147483647 w 139"/>
              <a:gd name="T19" fmla="*/ 2147483647 h 135"/>
              <a:gd name="T20" fmla="*/ 2147483647 w 139"/>
              <a:gd name="T21" fmla="*/ 2147483647 h 135"/>
              <a:gd name="T22" fmla="*/ 2147483647 w 139"/>
              <a:gd name="T23" fmla="*/ 2147483647 h 135"/>
              <a:gd name="T24" fmla="*/ 2147483647 w 139"/>
              <a:gd name="T25" fmla="*/ 2147483647 h 135"/>
              <a:gd name="T26" fmla="*/ 2147483647 w 139"/>
              <a:gd name="T27" fmla="*/ 2147483647 h 135"/>
              <a:gd name="T28" fmla="*/ 0 w 139"/>
              <a:gd name="T29" fmla="*/ 2147483647 h 135"/>
              <a:gd name="T30" fmla="*/ 0 w 139"/>
              <a:gd name="T31" fmla="*/ 2147483647 h 135"/>
              <a:gd name="T32" fmla="*/ 2147483647 w 139"/>
              <a:gd name="T33" fmla="*/ 2147483647 h 135"/>
              <a:gd name="T34" fmla="*/ 2147483647 w 139"/>
              <a:gd name="T35" fmla="*/ 2147483647 h 135"/>
              <a:gd name="T36" fmla="*/ 2147483647 w 139"/>
              <a:gd name="T37" fmla="*/ 2147483647 h 135"/>
              <a:gd name="T38" fmla="*/ 2147483647 w 139"/>
              <a:gd name="T39" fmla="*/ 0 h 135"/>
              <a:gd name="T40" fmla="*/ 2147483647 w 139"/>
              <a:gd name="T41" fmla="*/ 2147483647 h 13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39"/>
              <a:gd name="T64" fmla="*/ 0 h 135"/>
              <a:gd name="T65" fmla="*/ 139 w 139"/>
              <a:gd name="T66" fmla="*/ 135 h 13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39" h="135">
                <a:moveTo>
                  <a:pt x="40" y="1"/>
                </a:moveTo>
                <a:lnTo>
                  <a:pt x="130" y="27"/>
                </a:lnTo>
                <a:lnTo>
                  <a:pt x="134" y="29"/>
                </a:lnTo>
                <a:lnTo>
                  <a:pt x="138" y="33"/>
                </a:lnTo>
                <a:lnTo>
                  <a:pt x="139" y="37"/>
                </a:lnTo>
                <a:lnTo>
                  <a:pt x="138" y="42"/>
                </a:lnTo>
                <a:lnTo>
                  <a:pt x="113" y="128"/>
                </a:lnTo>
                <a:lnTo>
                  <a:pt x="111" y="131"/>
                </a:lnTo>
                <a:lnTo>
                  <a:pt x="107" y="134"/>
                </a:lnTo>
                <a:lnTo>
                  <a:pt x="103" y="135"/>
                </a:lnTo>
                <a:lnTo>
                  <a:pt x="98" y="135"/>
                </a:lnTo>
                <a:lnTo>
                  <a:pt x="8" y="109"/>
                </a:lnTo>
                <a:lnTo>
                  <a:pt x="5" y="106"/>
                </a:lnTo>
                <a:lnTo>
                  <a:pt x="1" y="103"/>
                </a:lnTo>
                <a:lnTo>
                  <a:pt x="0" y="98"/>
                </a:lnTo>
                <a:lnTo>
                  <a:pt x="0" y="94"/>
                </a:lnTo>
                <a:lnTo>
                  <a:pt x="26" y="9"/>
                </a:lnTo>
                <a:lnTo>
                  <a:pt x="28" y="5"/>
                </a:lnTo>
                <a:lnTo>
                  <a:pt x="31" y="1"/>
                </a:lnTo>
                <a:lnTo>
                  <a:pt x="36" y="0"/>
                </a:lnTo>
                <a:lnTo>
                  <a:pt x="40" y="1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79" name="Freeform 36">
            <a:extLst>
              <a:ext uri="{FF2B5EF4-FFF2-40B4-BE49-F238E27FC236}">
                <a16:creationId xmlns:a16="http://schemas.microsoft.com/office/drawing/2014/main" id="{6DACA275-4179-BC52-DBD6-4B9C52BC41AA}"/>
              </a:ext>
            </a:extLst>
          </p:cNvPr>
          <p:cNvSpPr>
            <a:spLocks/>
          </p:cNvSpPr>
          <p:nvPr/>
        </p:nvSpPr>
        <p:spPr bwMode="auto">
          <a:xfrm>
            <a:off x="2497138" y="4103688"/>
            <a:ext cx="63500" cy="61912"/>
          </a:xfrm>
          <a:custGeom>
            <a:avLst/>
            <a:gdLst>
              <a:gd name="T0" fmla="*/ 0 w 120"/>
              <a:gd name="T1" fmla="*/ 2147483647 h 116"/>
              <a:gd name="T2" fmla="*/ 0 w 120"/>
              <a:gd name="T3" fmla="*/ 2147483647 h 116"/>
              <a:gd name="T4" fmla="*/ 2147483647 w 120"/>
              <a:gd name="T5" fmla="*/ 2147483647 h 116"/>
              <a:gd name="T6" fmla="*/ 2147483647 w 120"/>
              <a:gd name="T7" fmla="*/ 2147483647 h 116"/>
              <a:gd name="T8" fmla="*/ 2147483647 w 120"/>
              <a:gd name="T9" fmla="*/ 2147483647 h 116"/>
              <a:gd name="T10" fmla="*/ 2147483647 w 120"/>
              <a:gd name="T11" fmla="*/ 2147483647 h 116"/>
              <a:gd name="T12" fmla="*/ 2147483647 w 120"/>
              <a:gd name="T13" fmla="*/ 2147483647 h 116"/>
              <a:gd name="T14" fmla="*/ 2147483647 w 120"/>
              <a:gd name="T15" fmla="*/ 2147483647 h 116"/>
              <a:gd name="T16" fmla="*/ 2147483647 w 120"/>
              <a:gd name="T17" fmla="*/ 2147483647 h 116"/>
              <a:gd name="T18" fmla="*/ 2147483647 w 120"/>
              <a:gd name="T19" fmla="*/ 2147483647 h 116"/>
              <a:gd name="T20" fmla="*/ 2147483647 w 120"/>
              <a:gd name="T21" fmla="*/ 2147483647 h 116"/>
              <a:gd name="T22" fmla="*/ 2147483647 w 120"/>
              <a:gd name="T23" fmla="*/ 2147483647 h 116"/>
              <a:gd name="T24" fmla="*/ 2147483647 w 120"/>
              <a:gd name="T25" fmla="*/ 2147483647 h 116"/>
              <a:gd name="T26" fmla="*/ 2147483647 w 120"/>
              <a:gd name="T27" fmla="*/ 2147483647 h 116"/>
              <a:gd name="T28" fmla="*/ 2147483647 w 120"/>
              <a:gd name="T29" fmla="*/ 2147483647 h 116"/>
              <a:gd name="T30" fmla="*/ 2147483647 w 120"/>
              <a:gd name="T31" fmla="*/ 2147483647 h 116"/>
              <a:gd name="T32" fmla="*/ 2147483647 w 120"/>
              <a:gd name="T33" fmla="*/ 2147483647 h 116"/>
              <a:gd name="T34" fmla="*/ 2147483647 w 120"/>
              <a:gd name="T35" fmla="*/ 2147483647 h 116"/>
              <a:gd name="T36" fmla="*/ 2147483647 w 120"/>
              <a:gd name="T37" fmla="*/ 2147483647 h 116"/>
              <a:gd name="T38" fmla="*/ 2147483647 w 120"/>
              <a:gd name="T39" fmla="*/ 2147483647 h 116"/>
              <a:gd name="T40" fmla="*/ 2147483647 w 120"/>
              <a:gd name="T41" fmla="*/ 2147483647 h 116"/>
              <a:gd name="T42" fmla="*/ 2147483647 w 120"/>
              <a:gd name="T43" fmla="*/ 2147483647 h 116"/>
              <a:gd name="T44" fmla="*/ 2147483647 w 120"/>
              <a:gd name="T45" fmla="*/ 2147483647 h 116"/>
              <a:gd name="T46" fmla="*/ 2147483647 w 120"/>
              <a:gd name="T47" fmla="*/ 0 h 116"/>
              <a:gd name="T48" fmla="*/ 2147483647 w 120"/>
              <a:gd name="T49" fmla="*/ 0 h 116"/>
              <a:gd name="T50" fmla="*/ 2147483647 w 120"/>
              <a:gd name="T51" fmla="*/ 0 h 116"/>
              <a:gd name="T52" fmla="*/ 2147483647 w 120"/>
              <a:gd name="T53" fmla="*/ 0 h 116"/>
              <a:gd name="T54" fmla="*/ 2147483647 w 120"/>
              <a:gd name="T55" fmla="*/ 0 h 116"/>
              <a:gd name="T56" fmla="*/ 2147483647 w 120"/>
              <a:gd name="T57" fmla="*/ 0 h 116"/>
              <a:gd name="T58" fmla="*/ 2147483647 w 120"/>
              <a:gd name="T59" fmla="*/ 0 h 116"/>
              <a:gd name="T60" fmla="*/ 2147483647 w 120"/>
              <a:gd name="T61" fmla="*/ 2147483647 h 116"/>
              <a:gd name="T62" fmla="*/ 2147483647 w 120"/>
              <a:gd name="T63" fmla="*/ 2147483647 h 116"/>
              <a:gd name="T64" fmla="*/ 0 w 120"/>
              <a:gd name="T65" fmla="*/ 2147483647 h 11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20"/>
              <a:gd name="T100" fmla="*/ 0 h 116"/>
              <a:gd name="T101" fmla="*/ 120 w 120"/>
              <a:gd name="T102" fmla="*/ 116 h 11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20" h="116">
                <a:moveTo>
                  <a:pt x="0" y="87"/>
                </a:moveTo>
                <a:lnTo>
                  <a:pt x="0" y="88"/>
                </a:lnTo>
                <a:lnTo>
                  <a:pt x="1" y="88"/>
                </a:lnTo>
                <a:lnTo>
                  <a:pt x="1" y="90"/>
                </a:lnTo>
                <a:lnTo>
                  <a:pt x="2" y="90"/>
                </a:lnTo>
                <a:lnTo>
                  <a:pt x="92" y="116"/>
                </a:lnTo>
                <a:lnTo>
                  <a:pt x="93" y="116"/>
                </a:lnTo>
                <a:lnTo>
                  <a:pt x="94" y="116"/>
                </a:lnTo>
                <a:lnTo>
                  <a:pt x="94" y="115"/>
                </a:lnTo>
                <a:lnTo>
                  <a:pt x="95" y="115"/>
                </a:lnTo>
                <a:lnTo>
                  <a:pt x="120" y="29"/>
                </a:lnTo>
                <a:lnTo>
                  <a:pt x="120" y="28"/>
                </a:lnTo>
                <a:lnTo>
                  <a:pt x="120" y="27"/>
                </a:lnTo>
                <a:lnTo>
                  <a:pt x="119" y="27"/>
                </a:lnTo>
                <a:lnTo>
                  <a:pt x="28" y="0"/>
                </a:lnTo>
                <a:lnTo>
                  <a:pt x="27" y="0"/>
                </a:lnTo>
                <a:lnTo>
                  <a:pt x="26" y="0"/>
                </a:lnTo>
                <a:lnTo>
                  <a:pt x="26" y="1"/>
                </a:lnTo>
                <a:lnTo>
                  <a:pt x="0" y="8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0" name="Freeform 37">
            <a:extLst>
              <a:ext uri="{FF2B5EF4-FFF2-40B4-BE49-F238E27FC236}">
                <a16:creationId xmlns:a16="http://schemas.microsoft.com/office/drawing/2014/main" id="{3CBE9BAF-4444-ED55-1727-C1F9C4DAE2B5}"/>
              </a:ext>
            </a:extLst>
          </p:cNvPr>
          <p:cNvSpPr>
            <a:spLocks/>
          </p:cNvSpPr>
          <p:nvPr/>
        </p:nvSpPr>
        <p:spPr bwMode="auto">
          <a:xfrm>
            <a:off x="2474914" y="4157664"/>
            <a:ext cx="73025" cy="71437"/>
          </a:xfrm>
          <a:custGeom>
            <a:avLst/>
            <a:gdLst>
              <a:gd name="T0" fmla="*/ 2147483647 w 138"/>
              <a:gd name="T1" fmla="*/ 0 h 135"/>
              <a:gd name="T2" fmla="*/ 2147483647 w 138"/>
              <a:gd name="T3" fmla="*/ 2147483647 h 135"/>
              <a:gd name="T4" fmla="*/ 2147483647 w 138"/>
              <a:gd name="T5" fmla="*/ 2147483647 h 135"/>
              <a:gd name="T6" fmla="*/ 2147483647 w 138"/>
              <a:gd name="T7" fmla="*/ 2147483647 h 135"/>
              <a:gd name="T8" fmla="*/ 2147483647 w 138"/>
              <a:gd name="T9" fmla="*/ 2147483647 h 135"/>
              <a:gd name="T10" fmla="*/ 2147483647 w 138"/>
              <a:gd name="T11" fmla="*/ 2147483647 h 135"/>
              <a:gd name="T12" fmla="*/ 2147483647 w 138"/>
              <a:gd name="T13" fmla="*/ 2147483647 h 135"/>
              <a:gd name="T14" fmla="*/ 2147483647 w 138"/>
              <a:gd name="T15" fmla="*/ 2147483647 h 135"/>
              <a:gd name="T16" fmla="*/ 2147483647 w 138"/>
              <a:gd name="T17" fmla="*/ 2147483647 h 135"/>
              <a:gd name="T18" fmla="*/ 2147483647 w 138"/>
              <a:gd name="T19" fmla="*/ 2147483647 h 135"/>
              <a:gd name="T20" fmla="*/ 2147483647 w 138"/>
              <a:gd name="T21" fmla="*/ 2147483647 h 135"/>
              <a:gd name="T22" fmla="*/ 2147483647 w 138"/>
              <a:gd name="T23" fmla="*/ 2147483647 h 135"/>
              <a:gd name="T24" fmla="*/ 2147483647 w 138"/>
              <a:gd name="T25" fmla="*/ 2147483647 h 135"/>
              <a:gd name="T26" fmla="*/ 2147483647 w 138"/>
              <a:gd name="T27" fmla="*/ 2147483647 h 135"/>
              <a:gd name="T28" fmla="*/ 0 w 138"/>
              <a:gd name="T29" fmla="*/ 2147483647 h 135"/>
              <a:gd name="T30" fmla="*/ 0 w 138"/>
              <a:gd name="T31" fmla="*/ 2147483647 h 135"/>
              <a:gd name="T32" fmla="*/ 2147483647 w 138"/>
              <a:gd name="T33" fmla="*/ 2147483647 h 135"/>
              <a:gd name="T34" fmla="*/ 2147483647 w 138"/>
              <a:gd name="T35" fmla="*/ 2147483647 h 135"/>
              <a:gd name="T36" fmla="*/ 2147483647 w 138"/>
              <a:gd name="T37" fmla="*/ 2147483647 h 135"/>
              <a:gd name="T38" fmla="*/ 2147483647 w 138"/>
              <a:gd name="T39" fmla="*/ 0 h 135"/>
              <a:gd name="T40" fmla="*/ 2147483647 w 138"/>
              <a:gd name="T41" fmla="*/ 0 h 13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38"/>
              <a:gd name="T64" fmla="*/ 0 h 135"/>
              <a:gd name="T65" fmla="*/ 138 w 138"/>
              <a:gd name="T66" fmla="*/ 135 h 13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38" h="135">
                <a:moveTo>
                  <a:pt x="39" y="0"/>
                </a:moveTo>
                <a:lnTo>
                  <a:pt x="129" y="27"/>
                </a:lnTo>
                <a:lnTo>
                  <a:pt x="134" y="29"/>
                </a:lnTo>
                <a:lnTo>
                  <a:pt x="137" y="32"/>
                </a:lnTo>
                <a:lnTo>
                  <a:pt x="138" y="37"/>
                </a:lnTo>
                <a:lnTo>
                  <a:pt x="137" y="41"/>
                </a:lnTo>
                <a:lnTo>
                  <a:pt x="113" y="127"/>
                </a:lnTo>
                <a:lnTo>
                  <a:pt x="110" y="131"/>
                </a:lnTo>
                <a:lnTo>
                  <a:pt x="107" y="134"/>
                </a:lnTo>
                <a:lnTo>
                  <a:pt x="101" y="135"/>
                </a:lnTo>
                <a:lnTo>
                  <a:pt x="97" y="135"/>
                </a:lnTo>
                <a:lnTo>
                  <a:pt x="8" y="108"/>
                </a:lnTo>
                <a:lnTo>
                  <a:pt x="3" y="106"/>
                </a:lnTo>
                <a:lnTo>
                  <a:pt x="1" y="103"/>
                </a:lnTo>
                <a:lnTo>
                  <a:pt x="0" y="98"/>
                </a:lnTo>
                <a:lnTo>
                  <a:pt x="0" y="94"/>
                </a:lnTo>
                <a:lnTo>
                  <a:pt x="24" y="8"/>
                </a:lnTo>
                <a:lnTo>
                  <a:pt x="27" y="4"/>
                </a:lnTo>
                <a:lnTo>
                  <a:pt x="30" y="1"/>
                </a:lnTo>
                <a:lnTo>
                  <a:pt x="34" y="0"/>
                </a:lnTo>
                <a:lnTo>
                  <a:pt x="39" y="0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1" name="Freeform 38">
            <a:extLst>
              <a:ext uri="{FF2B5EF4-FFF2-40B4-BE49-F238E27FC236}">
                <a16:creationId xmlns:a16="http://schemas.microsoft.com/office/drawing/2014/main" id="{7BD49CAE-9083-A201-E1EF-DAC869744D2C}"/>
              </a:ext>
            </a:extLst>
          </p:cNvPr>
          <p:cNvSpPr>
            <a:spLocks/>
          </p:cNvSpPr>
          <p:nvPr/>
        </p:nvSpPr>
        <p:spPr bwMode="auto">
          <a:xfrm>
            <a:off x="2479675" y="4162426"/>
            <a:ext cx="63500" cy="61913"/>
          </a:xfrm>
          <a:custGeom>
            <a:avLst/>
            <a:gdLst>
              <a:gd name="T0" fmla="*/ 0 w 119"/>
              <a:gd name="T1" fmla="*/ 2147483647 h 115"/>
              <a:gd name="T2" fmla="*/ 0 w 119"/>
              <a:gd name="T3" fmla="*/ 2147483647 h 115"/>
              <a:gd name="T4" fmla="*/ 0 w 119"/>
              <a:gd name="T5" fmla="*/ 2147483647 h 115"/>
              <a:gd name="T6" fmla="*/ 0 w 119"/>
              <a:gd name="T7" fmla="*/ 2147483647 h 115"/>
              <a:gd name="T8" fmla="*/ 2147483647 w 119"/>
              <a:gd name="T9" fmla="*/ 2147483647 h 115"/>
              <a:gd name="T10" fmla="*/ 2147483647 w 119"/>
              <a:gd name="T11" fmla="*/ 2147483647 h 115"/>
              <a:gd name="T12" fmla="*/ 2147483647 w 119"/>
              <a:gd name="T13" fmla="*/ 2147483647 h 115"/>
              <a:gd name="T14" fmla="*/ 2147483647 w 119"/>
              <a:gd name="T15" fmla="*/ 2147483647 h 115"/>
              <a:gd name="T16" fmla="*/ 2147483647 w 119"/>
              <a:gd name="T17" fmla="*/ 2147483647 h 115"/>
              <a:gd name="T18" fmla="*/ 2147483647 w 119"/>
              <a:gd name="T19" fmla="*/ 2147483647 h 115"/>
              <a:gd name="T20" fmla="*/ 2147483647 w 119"/>
              <a:gd name="T21" fmla="*/ 2147483647 h 115"/>
              <a:gd name="T22" fmla="*/ 2147483647 w 119"/>
              <a:gd name="T23" fmla="*/ 2147483647 h 115"/>
              <a:gd name="T24" fmla="*/ 2147483647 w 119"/>
              <a:gd name="T25" fmla="*/ 2147483647 h 115"/>
              <a:gd name="T26" fmla="*/ 2147483647 w 119"/>
              <a:gd name="T27" fmla="*/ 2147483647 h 115"/>
              <a:gd name="T28" fmla="*/ 2147483647 w 119"/>
              <a:gd name="T29" fmla="*/ 2147483647 h 115"/>
              <a:gd name="T30" fmla="*/ 2147483647 w 119"/>
              <a:gd name="T31" fmla="*/ 2147483647 h 115"/>
              <a:gd name="T32" fmla="*/ 2147483647 w 119"/>
              <a:gd name="T33" fmla="*/ 2147483647 h 115"/>
              <a:gd name="T34" fmla="*/ 2147483647 w 119"/>
              <a:gd name="T35" fmla="*/ 2147483647 h 115"/>
              <a:gd name="T36" fmla="*/ 2147483647 w 119"/>
              <a:gd name="T37" fmla="*/ 2147483647 h 115"/>
              <a:gd name="T38" fmla="*/ 2147483647 w 119"/>
              <a:gd name="T39" fmla="*/ 2147483647 h 115"/>
              <a:gd name="T40" fmla="*/ 2147483647 w 119"/>
              <a:gd name="T41" fmla="*/ 2147483647 h 115"/>
              <a:gd name="T42" fmla="*/ 2147483647 w 119"/>
              <a:gd name="T43" fmla="*/ 2147483647 h 115"/>
              <a:gd name="T44" fmla="*/ 2147483647 w 119"/>
              <a:gd name="T45" fmla="*/ 2147483647 h 115"/>
              <a:gd name="T46" fmla="*/ 2147483647 w 119"/>
              <a:gd name="T47" fmla="*/ 0 h 115"/>
              <a:gd name="T48" fmla="*/ 2147483647 w 119"/>
              <a:gd name="T49" fmla="*/ 0 h 115"/>
              <a:gd name="T50" fmla="*/ 2147483647 w 119"/>
              <a:gd name="T51" fmla="*/ 0 h 115"/>
              <a:gd name="T52" fmla="*/ 2147483647 w 119"/>
              <a:gd name="T53" fmla="*/ 0 h 115"/>
              <a:gd name="T54" fmla="*/ 2147483647 w 119"/>
              <a:gd name="T55" fmla="*/ 0 h 115"/>
              <a:gd name="T56" fmla="*/ 2147483647 w 119"/>
              <a:gd name="T57" fmla="*/ 0 h 115"/>
              <a:gd name="T58" fmla="*/ 2147483647 w 119"/>
              <a:gd name="T59" fmla="*/ 0 h 115"/>
              <a:gd name="T60" fmla="*/ 2147483647 w 119"/>
              <a:gd name="T61" fmla="*/ 0 h 115"/>
              <a:gd name="T62" fmla="*/ 2147483647 w 119"/>
              <a:gd name="T63" fmla="*/ 2147483647 h 115"/>
              <a:gd name="T64" fmla="*/ 0 w 119"/>
              <a:gd name="T65" fmla="*/ 2147483647 h 115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9"/>
              <a:gd name="T100" fmla="*/ 0 h 115"/>
              <a:gd name="T101" fmla="*/ 119 w 119"/>
              <a:gd name="T102" fmla="*/ 115 h 115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9" h="115">
                <a:moveTo>
                  <a:pt x="0" y="86"/>
                </a:moveTo>
                <a:lnTo>
                  <a:pt x="0" y="87"/>
                </a:lnTo>
                <a:lnTo>
                  <a:pt x="0" y="88"/>
                </a:lnTo>
                <a:lnTo>
                  <a:pt x="1" y="89"/>
                </a:lnTo>
                <a:lnTo>
                  <a:pt x="91" y="115"/>
                </a:lnTo>
                <a:lnTo>
                  <a:pt x="92" y="115"/>
                </a:lnTo>
                <a:lnTo>
                  <a:pt x="94" y="115"/>
                </a:lnTo>
                <a:lnTo>
                  <a:pt x="94" y="114"/>
                </a:lnTo>
                <a:lnTo>
                  <a:pt x="119" y="29"/>
                </a:lnTo>
                <a:lnTo>
                  <a:pt x="119" y="28"/>
                </a:lnTo>
                <a:lnTo>
                  <a:pt x="119" y="27"/>
                </a:lnTo>
                <a:lnTo>
                  <a:pt x="118" y="27"/>
                </a:lnTo>
                <a:lnTo>
                  <a:pt x="117" y="26"/>
                </a:lnTo>
                <a:lnTo>
                  <a:pt x="28" y="0"/>
                </a:lnTo>
                <a:lnTo>
                  <a:pt x="27" y="0"/>
                </a:lnTo>
                <a:lnTo>
                  <a:pt x="25" y="0"/>
                </a:lnTo>
                <a:lnTo>
                  <a:pt x="24" y="1"/>
                </a:lnTo>
                <a:lnTo>
                  <a:pt x="0" y="86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2" name="Freeform 39">
            <a:extLst>
              <a:ext uri="{FF2B5EF4-FFF2-40B4-BE49-F238E27FC236}">
                <a16:creationId xmlns:a16="http://schemas.microsoft.com/office/drawing/2014/main" id="{E341B347-1432-61D8-D11C-D7FF70E7AAB6}"/>
              </a:ext>
            </a:extLst>
          </p:cNvPr>
          <p:cNvSpPr>
            <a:spLocks/>
          </p:cNvSpPr>
          <p:nvPr/>
        </p:nvSpPr>
        <p:spPr bwMode="auto">
          <a:xfrm>
            <a:off x="2457451" y="4216400"/>
            <a:ext cx="73025" cy="71438"/>
          </a:xfrm>
          <a:custGeom>
            <a:avLst/>
            <a:gdLst>
              <a:gd name="T0" fmla="*/ 2147483647 w 138"/>
              <a:gd name="T1" fmla="*/ 0 h 135"/>
              <a:gd name="T2" fmla="*/ 2147483647 w 138"/>
              <a:gd name="T3" fmla="*/ 2147483647 h 135"/>
              <a:gd name="T4" fmla="*/ 2147483647 w 138"/>
              <a:gd name="T5" fmla="*/ 2147483647 h 135"/>
              <a:gd name="T6" fmla="*/ 2147483647 w 138"/>
              <a:gd name="T7" fmla="*/ 2147483647 h 135"/>
              <a:gd name="T8" fmla="*/ 2147483647 w 138"/>
              <a:gd name="T9" fmla="*/ 2147483647 h 135"/>
              <a:gd name="T10" fmla="*/ 2147483647 w 138"/>
              <a:gd name="T11" fmla="*/ 2147483647 h 135"/>
              <a:gd name="T12" fmla="*/ 2147483647 w 138"/>
              <a:gd name="T13" fmla="*/ 2147483647 h 135"/>
              <a:gd name="T14" fmla="*/ 2147483647 w 138"/>
              <a:gd name="T15" fmla="*/ 2147483647 h 135"/>
              <a:gd name="T16" fmla="*/ 2147483647 w 138"/>
              <a:gd name="T17" fmla="*/ 2147483647 h 135"/>
              <a:gd name="T18" fmla="*/ 2147483647 w 138"/>
              <a:gd name="T19" fmla="*/ 2147483647 h 135"/>
              <a:gd name="T20" fmla="*/ 2147483647 w 138"/>
              <a:gd name="T21" fmla="*/ 2147483647 h 135"/>
              <a:gd name="T22" fmla="*/ 2147483647 w 138"/>
              <a:gd name="T23" fmla="*/ 2147483647 h 135"/>
              <a:gd name="T24" fmla="*/ 2147483647 w 138"/>
              <a:gd name="T25" fmla="*/ 2147483647 h 135"/>
              <a:gd name="T26" fmla="*/ 2147483647 w 138"/>
              <a:gd name="T27" fmla="*/ 2147483647 h 135"/>
              <a:gd name="T28" fmla="*/ 0 w 138"/>
              <a:gd name="T29" fmla="*/ 2147483647 h 135"/>
              <a:gd name="T30" fmla="*/ 0 w 138"/>
              <a:gd name="T31" fmla="*/ 2147483647 h 135"/>
              <a:gd name="T32" fmla="*/ 2147483647 w 138"/>
              <a:gd name="T33" fmla="*/ 2147483647 h 135"/>
              <a:gd name="T34" fmla="*/ 2147483647 w 138"/>
              <a:gd name="T35" fmla="*/ 2147483647 h 135"/>
              <a:gd name="T36" fmla="*/ 2147483647 w 138"/>
              <a:gd name="T37" fmla="*/ 2147483647 h 135"/>
              <a:gd name="T38" fmla="*/ 2147483647 w 138"/>
              <a:gd name="T39" fmla="*/ 0 h 135"/>
              <a:gd name="T40" fmla="*/ 2147483647 w 138"/>
              <a:gd name="T41" fmla="*/ 0 h 135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138"/>
              <a:gd name="T64" fmla="*/ 0 h 135"/>
              <a:gd name="T65" fmla="*/ 138 w 138"/>
              <a:gd name="T66" fmla="*/ 135 h 135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138" h="135">
                <a:moveTo>
                  <a:pt x="40" y="0"/>
                </a:moveTo>
                <a:lnTo>
                  <a:pt x="130" y="26"/>
                </a:lnTo>
                <a:lnTo>
                  <a:pt x="133" y="29"/>
                </a:lnTo>
                <a:lnTo>
                  <a:pt x="137" y="32"/>
                </a:lnTo>
                <a:lnTo>
                  <a:pt x="138" y="36"/>
                </a:lnTo>
                <a:lnTo>
                  <a:pt x="138" y="41"/>
                </a:lnTo>
                <a:lnTo>
                  <a:pt x="112" y="126"/>
                </a:lnTo>
                <a:lnTo>
                  <a:pt x="110" y="130"/>
                </a:lnTo>
                <a:lnTo>
                  <a:pt x="107" y="132"/>
                </a:lnTo>
                <a:lnTo>
                  <a:pt x="102" y="135"/>
                </a:lnTo>
                <a:lnTo>
                  <a:pt x="98" y="134"/>
                </a:lnTo>
                <a:lnTo>
                  <a:pt x="8" y="108"/>
                </a:lnTo>
                <a:lnTo>
                  <a:pt x="5" y="106"/>
                </a:lnTo>
                <a:lnTo>
                  <a:pt x="2" y="102"/>
                </a:lnTo>
                <a:lnTo>
                  <a:pt x="0" y="98"/>
                </a:lnTo>
                <a:lnTo>
                  <a:pt x="0" y="93"/>
                </a:lnTo>
                <a:lnTo>
                  <a:pt x="26" y="7"/>
                </a:lnTo>
                <a:lnTo>
                  <a:pt x="28" y="4"/>
                </a:lnTo>
                <a:lnTo>
                  <a:pt x="32" y="1"/>
                </a:lnTo>
                <a:lnTo>
                  <a:pt x="35" y="0"/>
                </a:lnTo>
                <a:lnTo>
                  <a:pt x="40" y="0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3" name="Freeform 40">
            <a:extLst>
              <a:ext uri="{FF2B5EF4-FFF2-40B4-BE49-F238E27FC236}">
                <a16:creationId xmlns:a16="http://schemas.microsoft.com/office/drawing/2014/main" id="{7FBE3FA0-1AC2-B512-630B-C70F46F60EB7}"/>
              </a:ext>
            </a:extLst>
          </p:cNvPr>
          <p:cNvSpPr>
            <a:spLocks/>
          </p:cNvSpPr>
          <p:nvPr/>
        </p:nvSpPr>
        <p:spPr bwMode="auto">
          <a:xfrm>
            <a:off x="2463801" y="4221163"/>
            <a:ext cx="61913" cy="61912"/>
          </a:xfrm>
          <a:custGeom>
            <a:avLst/>
            <a:gdLst>
              <a:gd name="T0" fmla="*/ 0 w 118"/>
              <a:gd name="T1" fmla="*/ 2147483647 h 116"/>
              <a:gd name="T2" fmla="*/ 0 w 118"/>
              <a:gd name="T3" fmla="*/ 2147483647 h 116"/>
              <a:gd name="T4" fmla="*/ 0 w 118"/>
              <a:gd name="T5" fmla="*/ 2147483647 h 116"/>
              <a:gd name="T6" fmla="*/ 0 w 118"/>
              <a:gd name="T7" fmla="*/ 2147483647 h 116"/>
              <a:gd name="T8" fmla="*/ 2147483647 w 118"/>
              <a:gd name="T9" fmla="*/ 2147483647 h 116"/>
              <a:gd name="T10" fmla="*/ 2147483647 w 118"/>
              <a:gd name="T11" fmla="*/ 2147483647 h 116"/>
              <a:gd name="T12" fmla="*/ 2147483647 w 118"/>
              <a:gd name="T13" fmla="*/ 2147483647 h 116"/>
              <a:gd name="T14" fmla="*/ 2147483647 w 118"/>
              <a:gd name="T15" fmla="*/ 2147483647 h 116"/>
              <a:gd name="T16" fmla="*/ 2147483647 w 118"/>
              <a:gd name="T17" fmla="*/ 2147483647 h 116"/>
              <a:gd name="T18" fmla="*/ 2147483647 w 118"/>
              <a:gd name="T19" fmla="*/ 2147483647 h 116"/>
              <a:gd name="T20" fmla="*/ 2147483647 w 118"/>
              <a:gd name="T21" fmla="*/ 2147483647 h 116"/>
              <a:gd name="T22" fmla="*/ 2147483647 w 118"/>
              <a:gd name="T23" fmla="*/ 2147483647 h 116"/>
              <a:gd name="T24" fmla="*/ 2147483647 w 118"/>
              <a:gd name="T25" fmla="*/ 2147483647 h 116"/>
              <a:gd name="T26" fmla="*/ 2147483647 w 118"/>
              <a:gd name="T27" fmla="*/ 2147483647 h 116"/>
              <a:gd name="T28" fmla="*/ 2147483647 w 118"/>
              <a:gd name="T29" fmla="*/ 2147483647 h 116"/>
              <a:gd name="T30" fmla="*/ 2147483647 w 118"/>
              <a:gd name="T31" fmla="*/ 2147483647 h 116"/>
              <a:gd name="T32" fmla="*/ 2147483647 w 118"/>
              <a:gd name="T33" fmla="*/ 2147483647 h 116"/>
              <a:gd name="T34" fmla="*/ 2147483647 w 118"/>
              <a:gd name="T35" fmla="*/ 2147483647 h 116"/>
              <a:gd name="T36" fmla="*/ 2147483647 w 118"/>
              <a:gd name="T37" fmla="*/ 2147483647 h 116"/>
              <a:gd name="T38" fmla="*/ 2147483647 w 118"/>
              <a:gd name="T39" fmla="*/ 2147483647 h 116"/>
              <a:gd name="T40" fmla="*/ 2147483647 w 118"/>
              <a:gd name="T41" fmla="*/ 2147483647 h 116"/>
              <a:gd name="T42" fmla="*/ 2147483647 w 118"/>
              <a:gd name="T43" fmla="*/ 2147483647 h 116"/>
              <a:gd name="T44" fmla="*/ 2147483647 w 118"/>
              <a:gd name="T45" fmla="*/ 2147483647 h 116"/>
              <a:gd name="T46" fmla="*/ 2147483647 w 118"/>
              <a:gd name="T47" fmla="*/ 0 h 116"/>
              <a:gd name="T48" fmla="*/ 2147483647 w 118"/>
              <a:gd name="T49" fmla="*/ 0 h 116"/>
              <a:gd name="T50" fmla="*/ 2147483647 w 118"/>
              <a:gd name="T51" fmla="*/ 0 h 116"/>
              <a:gd name="T52" fmla="*/ 2147483647 w 118"/>
              <a:gd name="T53" fmla="*/ 0 h 116"/>
              <a:gd name="T54" fmla="*/ 2147483647 w 118"/>
              <a:gd name="T55" fmla="*/ 0 h 116"/>
              <a:gd name="T56" fmla="*/ 2147483647 w 118"/>
              <a:gd name="T57" fmla="*/ 2147483647 h 116"/>
              <a:gd name="T58" fmla="*/ 2147483647 w 118"/>
              <a:gd name="T59" fmla="*/ 2147483647 h 116"/>
              <a:gd name="T60" fmla="*/ 2147483647 w 118"/>
              <a:gd name="T61" fmla="*/ 2147483647 h 116"/>
              <a:gd name="T62" fmla="*/ 2147483647 w 118"/>
              <a:gd name="T63" fmla="*/ 2147483647 h 116"/>
              <a:gd name="T64" fmla="*/ 0 w 118"/>
              <a:gd name="T65" fmla="*/ 2147483647 h 11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118"/>
              <a:gd name="T100" fmla="*/ 0 h 116"/>
              <a:gd name="T101" fmla="*/ 118 w 118"/>
              <a:gd name="T102" fmla="*/ 116 h 11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118" h="116">
                <a:moveTo>
                  <a:pt x="0" y="87"/>
                </a:moveTo>
                <a:lnTo>
                  <a:pt x="0" y="88"/>
                </a:lnTo>
                <a:lnTo>
                  <a:pt x="0" y="89"/>
                </a:lnTo>
                <a:lnTo>
                  <a:pt x="2" y="89"/>
                </a:lnTo>
                <a:lnTo>
                  <a:pt x="91" y="116"/>
                </a:lnTo>
                <a:lnTo>
                  <a:pt x="92" y="116"/>
                </a:lnTo>
                <a:lnTo>
                  <a:pt x="93" y="116"/>
                </a:lnTo>
                <a:lnTo>
                  <a:pt x="93" y="115"/>
                </a:lnTo>
                <a:lnTo>
                  <a:pt x="118" y="29"/>
                </a:lnTo>
                <a:lnTo>
                  <a:pt x="118" y="27"/>
                </a:lnTo>
                <a:lnTo>
                  <a:pt x="118" y="26"/>
                </a:lnTo>
                <a:lnTo>
                  <a:pt x="117" y="26"/>
                </a:lnTo>
                <a:lnTo>
                  <a:pt x="26" y="0"/>
                </a:lnTo>
                <a:lnTo>
                  <a:pt x="25" y="0"/>
                </a:lnTo>
                <a:lnTo>
                  <a:pt x="25" y="1"/>
                </a:lnTo>
                <a:lnTo>
                  <a:pt x="24" y="1"/>
                </a:lnTo>
                <a:lnTo>
                  <a:pt x="24" y="2"/>
                </a:lnTo>
                <a:lnTo>
                  <a:pt x="0" y="8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4" name="Freeform 41">
            <a:extLst>
              <a:ext uri="{FF2B5EF4-FFF2-40B4-BE49-F238E27FC236}">
                <a16:creationId xmlns:a16="http://schemas.microsoft.com/office/drawing/2014/main" id="{4A16BDE3-BD0C-B126-6619-17CC76DAFA88}"/>
              </a:ext>
            </a:extLst>
          </p:cNvPr>
          <p:cNvSpPr>
            <a:spLocks/>
          </p:cNvSpPr>
          <p:nvPr/>
        </p:nvSpPr>
        <p:spPr bwMode="auto">
          <a:xfrm>
            <a:off x="2849563" y="4316413"/>
            <a:ext cx="55562" cy="55562"/>
          </a:xfrm>
          <a:custGeom>
            <a:avLst/>
            <a:gdLst>
              <a:gd name="T0" fmla="*/ 2147483647 w 105"/>
              <a:gd name="T1" fmla="*/ 2147483647 h 105"/>
              <a:gd name="T2" fmla="*/ 2147483647 w 105"/>
              <a:gd name="T3" fmla="*/ 2147483647 h 105"/>
              <a:gd name="T4" fmla="*/ 2147483647 w 105"/>
              <a:gd name="T5" fmla="*/ 2147483647 h 105"/>
              <a:gd name="T6" fmla="*/ 2147483647 w 105"/>
              <a:gd name="T7" fmla="*/ 2147483647 h 105"/>
              <a:gd name="T8" fmla="*/ 2147483647 w 105"/>
              <a:gd name="T9" fmla="*/ 2147483647 h 105"/>
              <a:gd name="T10" fmla="*/ 2147483647 w 105"/>
              <a:gd name="T11" fmla="*/ 2147483647 h 105"/>
              <a:gd name="T12" fmla="*/ 0 w 105"/>
              <a:gd name="T13" fmla="*/ 2147483647 h 105"/>
              <a:gd name="T14" fmla="*/ 0 w 105"/>
              <a:gd name="T15" fmla="*/ 2147483647 h 105"/>
              <a:gd name="T16" fmla="*/ 2147483647 w 105"/>
              <a:gd name="T17" fmla="*/ 2147483647 h 105"/>
              <a:gd name="T18" fmla="*/ 2147483647 w 105"/>
              <a:gd name="T19" fmla="*/ 2147483647 h 105"/>
              <a:gd name="T20" fmla="*/ 2147483647 w 105"/>
              <a:gd name="T21" fmla="*/ 2147483647 h 105"/>
              <a:gd name="T22" fmla="*/ 2147483647 w 105"/>
              <a:gd name="T23" fmla="*/ 2147483647 h 105"/>
              <a:gd name="T24" fmla="*/ 2147483647 w 105"/>
              <a:gd name="T25" fmla="*/ 2147483647 h 105"/>
              <a:gd name="T26" fmla="*/ 2147483647 w 105"/>
              <a:gd name="T27" fmla="*/ 2147483647 h 105"/>
              <a:gd name="T28" fmla="*/ 2147483647 w 105"/>
              <a:gd name="T29" fmla="*/ 2147483647 h 105"/>
              <a:gd name="T30" fmla="*/ 2147483647 w 105"/>
              <a:gd name="T31" fmla="*/ 2147483647 h 105"/>
              <a:gd name="T32" fmla="*/ 2147483647 w 105"/>
              <a:gd name="T33" fmla="*/ 0 h 105"/>
              <a:gd name="T34" fmla="*/ 2147483647 w 105"/>
              <a:gd name="T35" fmla="*/ 0 h 105"/>
              <a:gd name="T36" fmla="*/ 2147483647 w 105"/>
              <a:gd name="T37" fmla="*/ 0 h 105"/>
              <a:gd name="T38" fmla="*/ 2147483647 w 105"/>
              <a:gd name="T39" fmla="*/ 2147483647 h 105"/>
              <a:gd name="T40" fmla="*/ 2147483647 w 105"/>
              <a:gd name="T41" fmla="*/ 2147483647 h 105"/>
              <a:gd name="T42" fmla="*/ 2147483647 w 105"/>
              <a:gd name="T43" fmla="*/ 2147483647 h 105"/>
              <a:gd name="T44" fmla="*/ 2147483647 w 105"/>
              <a:gd name="T45" fmla="*/ 2147483647 h 105"/>
              <a:gd name="T46" fmla="*/ 2147483647 w 105"/>
              <a:gd name="T47" fmla="*/ 2147483647 h 105"/>
              <a:gd name="T48" fmla="*/ 2147483647 w 105"/>
              <a:gd name="T49" fmla="*/ 2147483647 h 105"/>
              <a:gd name="T50" fmla="*/ 2147483647 w 105"/>
              <a:gd name="T51" fmla="*/ 2147483647 h 105"/>
              <a:gd name="T52" fmla="*/ 2147483647 w 105"/>
              <a:gd name="T53" fmla="*/ 2147483647 h 105"/>
              <a:gd name="T54" fmla="*/ 2147483647 w 105"/>
              <a:gd name="T55" fmla="*/ 2147483647 h 105"/>
              <a:gd name="T56" fmla="*/ 2147483647 w 105"/>
              <a:gd name="T57" fmla="*/ 2147483647 h 105"/>
              <a:gd name="T58" fmla="*/ 2147483647 w 105"/>
              <a:gd name="T59" fmla="*/ 2147483647 h 105"/>
              <a:gd name="T60" fmla="*/ 2147483647 w 105"/>
              <a:gd name="T61" fmla="*/ 2147483647 h 105"/>
              <a:gd name="T62" fmla="*/ 2147483647 w 105"/>
              <a:gd name="T63" fmla="*/ 2147483647 h 105"/>
              <a:gd name="T64" fmla="*/ 2147483647 w 105"/>
              <a:gd name="T65" fmla="*/ 2147483647 h 105"/>
              <a:gd name="T66" fmla="*/ 2147483647 w 105"/>
              <a:gd name="T67" fmla="*/ 2147483647 h 105"/>
              <a:gd name="T68" fmla="*/ 2147483647 w 105"/>
              <a:gd name="T69" fmla="*/ 2147483647 h 105"/>
              <a:gd name="T70" fmla="*/ 2147483647 w 105"/>
              <a:gd name="T71" fmla="*/ 2147483647 h 105"/>
              <a:gd name="T72" fmla="*/ 2147483647 w 105"/>
              <a:gd name="T73" fmla="*/ 2147483647 h 105"/>
              <a:gd name="T74" fmla="*/ 2147483647 w 105"/>
              <a:gd name="T75" fmla="*/ 2147483647 h 105"/>
              <a:gd name="T76" fmla="*/ 2147483647 w 105"/>
              <a:gd name="T77" fmla="*/ 2147483647 h 105"/>
              <a:gd name="T78" fmla="*/ 2147483647 w 105"/>
              <a:gd name="T79" fmla="*/ 2147483647 h 105"/>
              <a:gd name="T80" fmla="*/ 2147483647 w 105"/>
              <a:gd name="T81" fmla="*/ 2147483647 h 105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05"/>
              <a:gd name="T124" fmla="*/ 0 h 105"/>
              <a:gd name="T125" fmla="*/ 105 w 105"/>
              <a:gd name="T126" fmla="*/ 105 h 105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05" h="105">
                <a:moveTo>
                  <a:pt x="38" y="103"/>
                </a:moveTo>
                <a:lnTo>
                  <a:pt x="28" y="100"/>
                </a:lnTo>
                <a:lnTo>
                  <a:pt x="20" y="94"/>
                </a:lnTo>
                <a:lnTo>
                  <a:pt x="12" y="86"/>
                </a:lnTo>
                <a:lnTo>
                  <a:pt x="7" y="77"/>
                </a:lnTo>
                <a:lnTo>
                  <a:pt x="2" y="68"/>
                </a:lnTo>
                <a:lnTo>
                  <a:pt x="0" y="58"/>
                </a:lnTo>
                <a:lnTo>
                  <a:pt x="0" y="48"/>
                </a:lnTo>
                <a:lnTo>
                  <a:pt x="2" y="38"/>
                </a:lnTo>
                <a:lnTo>
                  <a:pt x="5" y="28"/>
                </a:lnTo>
                <a:lnTo>
                  <a:pt x="11" y="20"/>
                </a:lnTo>
                <a:lnTo>
                  <a:pt x="18" y="13"/>
                </a:lnTo>
                <a:lnTo>
                  <a:pt x="27" y="7"/>
                </a:lnTo>
                <a:lnTo>
                  <a:pt x="32" y="5"/>
                </a:lnTo>
                <a:lnTo>
                  <a:pt x="37" y="3"/>
                </a:lnTo>
                <a:lnTo>
                  <a:pt x="42" y="1"/>
                </a:lnTo>
                <a:lnTo>
                  <a:pt x="47" y="0"/>
                </a:lnTo>
                <a:lnTo>
                  <a:pt x="52" y="0"/>
                </a:lnTo>
                <a:lnTo>
                  <a:pt x="57" y="0"/>
                </a:lnTo>
                <a:lnTo>
                  <a:pt x="62" y="1"/>
                </a:lnTo>
                <a:lnTo>
                  <a:pt x="67" y="3"/>
                </a:lnTo>
                <a:lnTo>
                  <a:pt x="77" y="6"/>
                </a:lnTo>
                <a:lnTo>
                  <a:pt x="86" y="11"/>
                </a:lnTo>
                <a:lnTo>
                  <a:pt x="93" y="19"/>
                </a:lnTo>
                <a:lnTo>
                  <a:pt x="98" y="27"/>
                </a:lnTo>
                <a:lnTo>
                  <a:pt x="103" y="37"/>
                </a:lnTo>
                <a:lnTo>
                  <a:pt x="105" y="46"/>
                </a:lnTo>
                <a:lnTo>
                  <a:pt x="105" y="57"/>
                </a:lnTo>
                <a:lnTo>
                  <a:pt x="103" y="67"/>
                </a:lnTo>
                <a:lnTo>
                  <a:pt x="99" y="77"/>
                </a:lnTo>
                <a:lnTo>
                  <a:pt x="94" y="85"/>
                </a:lnTo>
                <a:lnTo>
                  <a:pt x="87" y="93"/>
                </a:lnTo>
                <a:lnTo>
                  <a:pt x="78" y="99"/>
                </a:lnTo>
                <a:lnTo>
                  <a:pt x="74" y="101"/>
                </a:lnTo>
                <a:lnTo>
                  <a:pt x="68" y="103"/>
                </a:lnTo>
                <a:lnTo>
                  <a:pt x="63" y="104"/>
                </a:lnTo>
                <a:lnTo>
                  <a:pt x="58" y="105"/>
                </a:lnTo>
                <a:lnTo>
                  <a:pt x="53" y="105"/>
                </a:lnTo>
                <a:lnTo>
                  <a:pt x="48" y="105"/>
                </a:lnTo>
                <a:lnTo>
                  <a:pt x="43" y="104"/>
                </a:lnTo>
                <a:lnTo>
                  <a:pt x="38" y="103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5" name="Freeform 42">
            <a:extLst>
              <a:ext uri="{FF2B5EF4-FFF2-40B4-BE49-F238E27FC236}">
                <a16:creationId xmlns:a16="http://schemas.microsoft.com/office/drawing/2014/main" id="{0FBB39D4-3FF9-CF6D-0EE4-FF336D0DAB7B}"/>
              </a:ext>
            </a:extLst>
          </p:cNvPr>
          <p:cNvSpPr>
            <a:spLocks/>
          </p:cNvSpPr>
          <p:nvPr/>
        </p:nvSpPr>
        <p:spPr bwMode="auto">
          <a:xfrm>
            <a:off x="2854325" y="4321175"/>
            <a:ext cx="46038" cy="46038"/>
          </a:xfrm>
          <a:custGeom>
            <a:avLst/>
            <a:gdLst>
              <a:gd name="T0" fmla="*/ 2147483647 w 86"/>
              <a:gd name="T1" fmla="*/ 2147483647 h 86"/>
              <a:gd name="T2" fmla="*/ 2147483647 w 86"/>
              <a:gd name="T3" fmla="*/ 2147483647 h 86"/>
              <a:gd name="T4" fmla="*/ 2147483647 w 86"/>
              <a:gd name="T5" fmla="*/ 2147483647 h 86"/>
              <a:gd name="T6" fmla="*/ 2147483647 w 86"/>
              <a:gd name="T7" fmla="*/ 2147483647 h 86"/>
              <a:gd name="T8" fmla="*/ 2147483647 w 86"/>
              <a:gd name="T9" fmla="*/ 2147483647 h 86"/>
              <a:gd name="T10" fmla="*/ 2147483647 w 86"/>
              <a:gd name="T11" fmla="*/ 0 h 86"/>
              <a:gd name="T12" fmla="*/ 2147483647 w 86"/>
              <a:gd name="T13" fmla="*/ 0 h 86"/>
              <a:gd name="T14" fmla="*/ 2147483647 w 86"/>
              <a:gd name="T15" fmla="*/ 2147483647 h 86"/>
              <a:gd name="T16" fmla="*/ 2147483647 w 86"/>
              <a:gd name="T17" fmla="*/ 2147483647 h 86"/>
              <a:gd name="T18" fmla="*/ 2147483647 w 86"/>
              <a:gd name="T19" fmla="*/ 2147483647 h 86"/>
              <a:gd name="T20" fmla="*/ 2147483647 w 86"/>
              <a:gd name="T21" fmla="*/ 2147483647 h 86"/>
              <a:gd name="T22" fmla="*/ 2147483647 w 86"/>
              <a:gd name="T23" fmla="*/ 2147483647 h 86"/>
              <a:gd name="T24" fmla="*/ 2147483647 w 86"/>
              <a:gd name="T25" fmla="*/ 2147483647 h 86"/>
              <a:gd name="T26" fmla="*/ 0 w 86"/>
              <a:gd name="T27" fmla="*/ 2147483647 h 86"/>
              <a:gd name="T28" fmla="*/ 0 w 86"/>
              <a:gd name="T29" fmla="*/ 2147483647 h 86"/>
              <a:gd name="T30" fmla="*/ 2147483647 w 86"/>
              <a:gd name="T31" fmla="*/ 2147483647 h 86"/>
              <a:gd name="T32" fmla="*/ 2147483647 w 86"/>
              <a:gd name="T33" fmla="*/ 2147483647 h 86"/>
              <a:gd name="T34" fmla="*/ 2147483647 w 86"/>
              <a:gd name="T35" fmla="*/ 2147483647 h 86"/>
              <a:gd name="T36" fmla="*/ 2147483647 w 86"/>
              <a:gd name="T37" fmla="*/ 2147483647 h 86"/>
              <a:gd name="T38" fmla="*/ 2147483647 w 86"/>
              <a:gd name="T39" fmla="*/ 2147483647 h 86"/>
              <a:gd name="T40" fmla="*/ 2147483647 w 86"/>
              <a:gd name="T41" fmla="*/ 2147483647 h 86"/>
              <a:gd name="T42" fmla="*/ 2147483647 w 86"/>
              <a:gd name="T43" fmla="*/ 2147483647 h 86"/>
              <a:gd name="T44" fmla="*/ 2147483647 w 86"/>
              <a:gd name="T45" fmla="*/ 2147483647 h 86"/>
              <a:gd name="T46" fmla="*/ 2147483647 w 86"/>
              <a:gd name="T47" fmla="*/ 2147483647 h 86"/>
              <a:gd name="T48" fmla="*/ 2147483647 w 86"/>
              <a:gd name="T49" fmla="*/ 2147483647 h 86"/>
              <a:gd name="T50" fmla="*/ 2147483647 w 86"/>
              <a:gd name="T51" fmla="*/ 2147483647 h 86"/>
              <a:gd name="T52" fmla="*/ 2147483647 w 86"/>
              <a:gd name="T53" fmla="*/ 2147483647 h 86"/>
              <a:gd name="T54" fmla="*/ 2147483647 w 86"/>
              <a:gd name="T55" fmla="*/ 2147483647 h 86"/>
              <a:gd name="T56" fmla="*/ 2147483647 w 86"/>
              <a:gd name="T57" fmla="*/ 2147483647 h 86"/>
              <a:gd name="T58" fmla="*/ 2147483647 w 86"/>
              <a:gd name="T59" fmla="*/ 2147483647 h 86"/>
              <a:gd name="T60" fmla="*/ 2147483647 w 86"/>
              <a:gd name="T61" fmla="*/ 2147483647 h 86"/>
              <a:gd name="T62" fmla="*/ 2147483647 w 86"/>
              <a:gd name="T63" fmla="*/ 2147483647 h 86"/>
              <a:gd name="T64" fmla="*/ 2147483647 w 86"/>
              <a:gd name="T65" fmla="*/ 2147483647 h 8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86"/>
              <a:gd name="T100" fmla="*/ 0 h 86"/>
              <a:gd name="T101" fmla="*/ 86 w 86"/>
              <a:gd name="T102" fmla="*/ 86 h 86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86" h="86">
                <a:moveTo>
                  <a:pt x="80" y="24"/>
                </a:moveTo>
                <a:lnTo>
                  <a:pt x="76" y="17"/>
                </a:lnTo>
                <a:lnTo>
                  <a:pt x="69" y="10"/>
                </a:lnTo>
                <a:lnTo>
                  <a:pt x="62" y="6"/>
                </a:lnTo>
                <a:lnTo>
                  <a:pt x="55" y="2"/>
                </a:lnTo>
                <a:lnTo>
                  <a:pt x="47" y="0"/>
                </a:lnTo>
                <a:lnTo>
                  <a:pt x="38" y="0"/>
                </a:lnTo>
                <a:lnTo>
                  <a:pt x="30" y="2"/>
                </a:lnTo>
                <a:lnTo>
                  <a:pt x="22" y="6"/>
                </a:lnTo>
                <a:lnTo>
                  <a:pt x="16" y="10"/>
                </a:lnTo>
                <a:lnTo>
                  <a:pt x="9" y="17"/>
                </a:lnTo>
                <a:lnTo>
                  <a:pt x="4" y="24"/>
                </a:lnTo>
                <a:lnTo>
                  <a:pt x="1" y="32"/>
                </a:lnTo>
                <a:lnTo>
                  <a:pt x="0" y="40"/>
                </a:lnTo>
                <a:lnTo>
                  <a:pt x="0" y="48"/>
                </a:lnTo>
                <a:lnTo>
                  <a:pt x="1" y="56"/>
                </a:lnTo>
                <a:lnTo>
                  <a:pt x="4" y="64"/>
                </a:lnTo>
                <a:lnTo>
                  <a:pt x="9" y="71"/>
                </a:lnTo>
                <a:lnTo>
                  <a:pt x="16" y="77"/>
                </a:lnTo>
                <a:lnTo>
                  <a:pt x="22" y="82"/>
                </a:lnTo>
                <a:lnTo>
                  <a:pt x="30" y="85"/>
                </a:lnTo>
                <a:lnTo>
                  <a:pt x="38" y="86"/>
                </a:lnTo>
                <a:lnTo>
                  <a:pt x="47" y="86"/>
                </a:lnTo>
                <a:lnTo>
                  <a:pt x="55" y="85"/>
                </a:lnTo>
                <a:lnTo>
                  <a:pt x="62" y="82"/>
                </a:lnTo>
                <a:lnTo>
                  <a:pt x="69" y="77"/>
                </a:lnTo>
                <a:lnTo>
                  <a:pt x="76" y="71"/>
                </a:lnTo>
                <a:lnTo>
                  <a:pt x="80" y="64"/>
                </a:lnTo>
                <a:lnTo>
                  <a:pt x="84" y="56"/>
                </a:lnTo>
                <a:lnTo>
                  <a:pt x="86" y="48"/>
                </a:lnTo>
                <a:lnTo>
                  <a:pt x="86" y="39"/>
                </a:lnTo>
                <a:lnTo>
                  <a:pt x="84" y="32"/>
                </a:lnTo>
                <a:lnTo>
                  <a:pt x="80" y="24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6" name="Freeform 43">
            <a:extLst>
              <a:ext uri="{FF2B5EF4-FFF2-40B4-BE49-F238E27FC236}">
                <a16:creationId xmlns:a16="http://schemas.microsoft.com/office/drawing/2014/main" id="{28405001-26CA-723F-FA91-E559AA13806C}"/>
              </a:ext>
            </a:extLst>
          </p:cNvPr>
          <p:cNvSpPr>
            <a:spLocks/>
          </p:cNvSpPr>
          <p:nvPr/>
        </p:nvSpPr>
        <p:spPr bwMode="auto">
          <a:xfrm>
            <a:off x="2247901" y="4024314"/>
            <a:ext cx="188913" cy="128587"/>
          </a:xfrm>
          <a:custGeom>
            <a:avLst/>
            <a:gdLst>
              <a:gd name="T0" fmla="*/ 2147483647 w 356"/>
              <a:gd name="T1" fmla="*/ 2147483647 h 242"/>
              <a:gd name="T2" fmla="*/ 2147483647 w 356"/>
              <a:gd name="T3" fmla="*/ 2147483647 h 242"/>
              <a:gd name="T4" fmla="*/ 2147483647 w 356"/>
              <a:gd name="T5" fmla="*/ 2147483647 h 242"/>
              <a:gd name="T6" fmla="*/ 2147483647 w 356"/>
              <a:gd name="T7" fmla="*/ 2147483647 h 242"/>
              <a:gd name="T8" fmla="*/ 2147483647 w 356"/>
              <a:gd name="T9" fmla="*/ 2147483647 h 242"/>
              <a:gd name="T10" fmla="*/ 2147483647 w 356"/>
              <a:gd name="T11" fmla="*/ 2147483647 h 242"/>
              <a:gd name="T12" fmla="*/ 2147483647 w 356"/>
              <a:gd name="T13" fmla="*/ 2147483647 h 242"/>
              <a:gd name="T14" fmla="*/ 2147483647 w 356"/>
              <a:gd name="T15" fmla="*/ 2147483647 h 242"/>
              <a:gd name="T16" fmla="*/ 0 w 356"/>
              <a:gd name="T17" fmla="*/ 2147483647 h 242"/>
              <a:gd name="T18" fmla="*/ 0 w 356"/>
              <a:gd name="T19" fmla="*/ 2147483647 h 242"/>
              <a:gd name="T20" fmla="*/ 2147483647 w 356"/>
              <a:gd name="T21" fmla="*/ 2147483647 h 242"/>
              <a:gd name="T22" fmla="*/ 2147483647 w 356"/>
              <a:gd name="T23" fmla="*/ 2147483647 h 242"/>
              <a:gd name="T24" fmla="*/ 2147483647 w 356"/>
              <a:gd name="T25" fmla="*/ 2147483647 h 242"/>
              <a:gd name="T26" fmla="*/ 2147483647 w 356"/>
              <a:gd name="T27" fmla="*/ 2147483647 h 242"/>
              <a:gd name="T28" fmla="*/ 2147483647 w 356"/>
              <a:gd name="T29" fmla="*/ 2147483647 h 242"/>
              <a:gd name="T30" fmla="*/ 2147483647 w 356"/>
              <a:gd name="T31" fmla="*/ 2147483647 h 242"/>
              <a:gd name="T32" fmla="*/ 2147483647 w 356"/>
              <a:gd name="T33" fmla="*/ 2147483647 h 242"/>
              <a:gd name="T34" fmla="*/ 2147483647 w 356"/>
              <a:gd name="T35" fmla="*/ 2147483647 h 242"/>
              <a:gd name="T36" fmla="*/ 2147483647 w 356"/>
              <a:gd name="T37" fmla="*/ 2147483647 h 242"/>
              <a:gd name="T38" fmla="*/ 2147483647 w 356"/>
              <a:gd name="T39" fmla="*/ 2147483647 h 242"/>
              <a:gd name="T40" fmla="*/ 2147483647 w 356"/>
              <a:gd name="T41" fmla="*/ 2147483647 h 242"/>
              <a:gd name="T42" fmla="*/ 2147483647 w 356"/>
              <a:gd name="T43" fmla="*/ 2147483647 h 242"/>
              <a:gd name="T44" fmla="*/ 2147483647 w 356"/>
              <a:gd name="T45" fmla="*/ 2147483647 h 242"/>
              <a:gd name="T46" fmla="*/ 2147483647 w 356"/>
              <a:gd name="T47" fmla="*/ 2147483647 h 242"/>
              <a:gd name="T48" fmla="*/ 2147483647 w 356"/>
              <a:gd name="T49" fmla="*/ 2147483647 h 242"/>
              <a:gd name="T50" fmla="*/ 2147483647 w 356"/>
              <a:gd name="T51" fmla="*/ 2147483647 h 242"/>
              <a:gd name="T52" fmla="*/ 2147483647 w 356"/>
              <a:gd name="T53" fmla="*/ 0 h 242"/>
              <a:gd name="T54" fmla="*/ 2147483647 w 356"/>
              <a:gd name="T55" fmla="*/ 2147483647 h 242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w 356"/>
              <a:gd name="T85" fmla="*/ 0 h 242"/>
              <a:gd name="T86" fmla="*/ 356 w 356"/>
              <a:gd name="T87" fmla="*/ 242 h 242"/>
            </a:gdLst>
            <a:ahLst/>
            <a:cxnLst>
              <a:cxn ang="T56">
                <a:pos x="T0" y="T1"/>
              </a:cxn>
              <a:cxn ang="T57">
                <a:pos x="T2" y="T3"/>
              </a:cxn>
              <a:cxn ang="T58">
                <a:pos x="T4" y="T5"/>
              </a:cxn>
              <a:cxn ang="T59">
                <a:pos x="T6" y="T7"/>
              </a:cxn>
              <a:cxn ang="T60">
                <a:pos x="T8" y="T9"/>
              </a:cxn>
              <a:cxn ang="T61">
                <a:pos x="T10" y="T11"/>
              </a:cxn>
              <a:cxn ang="T62">
                <a:pos x="T12" y="T13"/>
              </a:cxn>
              <a:cxn ang="T63">
                <a:pos x="T14" y="T15"/>
              </a:cxn>
              <a:cxn ang="T64">
                <a:pos x="T16" y="T17"/>
              </a:cxn>
              <a:cxn ang="T65">
                <a:pos x="T18" y="T19"/>
              </a:cxn>
              <a:cxn ang="T66">
                <a:pos x="T20" y="T21"/>
              </a:cxn>
              <a:cxn ang="T67">
                <a:pos x="T22" y="T23"/>
              </a:cxn>
              <a:cxn ang="T68">
                <a:pos x="T24" y="T25"/>
              </a:cxn>
              <a:cxn ang="T69">
                <a:pos x="T26" y="T27"/>
              </a:cxn>
              <a:cxn ang="T70">
                <a:pos x="T28" y="T29"/>
              </a:cxn>
              <a:cxn ang="T71">
                <a:pos x="T30" y="T31"/>
              </a:cxn>
              <a:cxn ang="T72">
                <a:pos x="T32" y="T33"/>
              </a:cxn>
              <a:cxn ang="T73">
                <a:pos x="T34" y="T35"/>
              </a:cxn>
              <a:cxn ang="T74">
                <a:pos x="T36" y="T37"/>
              </a:cxn>
              <a:cxn ang="T75">
                <a:pos x="T38" y="T39"/>
              </a:cxn>
              <a:cxn ang="T76">
                <a:pos x="T40" y="T41"/>
              </a:cxn>
              <a:cxn ang="T77">
                <a:pos x="T42" y="T43"/>
              </a:cxn>
              <a:cxn ang="T78">
                <a:pos x="T44" y="T45"/>
              </a:cxn>
              <a:cxn ang="T79">
                <a:pos x="T46" y="T47"/>
              </a:cxn>
              <a:cxn ang="T80">
                <a:pos x="T48" y="T49"/>
              </a:cxn>
              <a:cxn ang="T81">
                <a:pos x="T50" y="T51"/>
              </a:cxn>
              <a:cxn ang="T82">
                <a:pos x="T52" y="T53"/>
              </a:cxn>
              <a:cxn ang="T83">
                <a:pos x="T54" y="T55"/>
              </a:cxn>
            </a:cxnLst>
            <a:rect l="T84" t="T85" r="T86" b="T87"/>
            <a:pathLst>
              <a:path w="356" h="242">
                <a:moveTo>
                  <a:pt x="287" y="234"/>
                </a:moveTo>
                <a:lnTo>
                  <a:pt x="285" y="237"/>
                </a:lnTo>
                <a:lnTo>
                  <a:pt x="281" y="241"/>
                </a:lnTo>
                <a:lnTo>
                  <a:pt x="277" y="242"/>
                </a:lnTo>
                <a:lnTo>
                  <a:pt x="272" y="242"/>
                </a:lnTo>
                <a:lnTo>
                  <a:pt x="8" y="164"/>
                </a:lnTo>
                <a:lnTo>
                  <a:pt x="4" y="161"/>
                </a:lnTo>
                <a:lnTo>
                  <a:pt x="1" y="158"/>
                </a:lnTo>
                <a:lnTo>
                  <a:pt x="0" y="154"/>
                </a:lnTo>
                <a:lnTo>
                  <a:pt x="0" y="149"/>
                </a:lnTo>
                <a:lnTo>
                  <a:pt x="21" y="75"/>
                </a:lnTo>
                <a:lnTo>
                  <a:pt x="41" y="69"/>
                </a:lnTo>
                <a:lnTo>
                  <a:pt x="60" y="61"/>
                </a:lnTo>
                <a:lnTo>
                  <a:pt x="80" y="54"/>
                </a:lnTo>
                <a:lnTo>
                  <a:pt x="100" y="49"/>
                </a:lnTo>
                <a:lnTo>
                  <a:pt x="121" y="43"/>
                </a:lnTo>
                <a:lnTo>
                  <a:pt x="142" y="36"/>
                </a:lnTo>
                <a:lnTo>
                  <a:pt x="162" y="32"/>
                </a:lnTo>
                <a:lnTo>
                  <a:pt x="183" y="26"/>
                </a:lnTo>
                <a:lnTo>
                  <a:pt x="204" y="22"/>
                </a:lnTo>
                <a:lnTo>
                  <a:pt x="226" y="17"/>
                </a:lnTo>
                <a:lnTo>
                  <a:pt x="247" y="14"/>
                </a:lnTo>
                <a:lnTo>
                  <a:pt x="268" y="10"/>
                </a:lnTo>
                <a:lnTo>
                  <a:pt x="290" y="7"/>
                </a:lnTo>
                <a:lnTo>
                  <a:pt x="312" y="4"/>
                </a:lnTo>
                <a:lnTo>
                  <a:pt x="334" y="2"/>
                </a:lnTo>
                <a:lnTo>
                  <a:pt x="356" y="0"/>
                </a:lnTo>
                <a:lnTo>
                  <a:pt x="287" y="234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7" name="Freeform 44">
            <a:extLst>
              <a:ext uri="{FF2B5EF4-FFF2-40B4-BE49-F238E27FC236}">
                <a16:creationId xmlns:a16="http://schemas.microsoft.com/office/drawing/2014/main" id="{E8139898-7559-00C3-CA74-19EBBFCCD132}"/>
              </a:ext>
            </a:extLst>
          </p:cNvPr>
          <p:cNvSpPr>
            <a:spLocks/>
          </p:cNvSpPr>
          <p:nvPr/>
        </p:nvSpPr>
        <p:spPr bwMode="auto">
          <a:xfrm>
            <a:off x="2252664" y="4024314"/>
            <a:ext cx="179387" cy="123825"/>
          </a:xfrm>
          <a:custGeom>
            <a:avLst/>
            <a:gdLst>
              <a:gd name="T0" fmla="*/ 2147483647 w 337"/>
              <a:gd name="T1" fmla="*/ 2147483647 h 232"/>
              <a:gd name="T2" fmla="*/ 2147483647 w 337"/>
              <a:gd name="T3" fmla="*/ 2147483647 h 232"/>
              <a:gd name="T4" fmla="*/ 2147483647 w 337"/>
              <a:gd name="T5" fmla="*/ 2147483647 h 232"/>
              <a:gd name="T6" fmla="*/ 2147483647 w 337"/>
              <a:gd name="T7" fmla="*/ 2147483647 h 232"/>
              <a:gd name="T8" fmla="*/ 2147483647 w 337"/>
              <a:gd name="T9" fmla="*/ 2147483647 h 232"/>
              <a:gd name="T10" fmla="*/ 2147483647 w 337"/>
              <a:gd name="T11" fmla="*/ 2147483647 h 232"/>
              <a:gd name="T12" fmla="*/ 2147483647 w 337"/>
              <a:gd name="T13" fmla="*/ 2147483647 h 232"/>
              <a:gd name="T14" fmla="*/ 2147483647 w 337"/>
              <a:gd name="T15" fmla="*/ 2147483647 h 232"/>
              <a:gd name="T16" fmla="*/ 2147483647 w 337"/>
              <a:gd name="T17" fmla="*/ 2147483647 h 232"/>
              <a:gd name="T18" fmla="*/ 2147483647 w 337"/>
              <a:gd name="T19" fmla="*/ 2147483647 h 232"/>
              <a:gd name="T20" fmla="*/ 2147483647 w 337"/>
              <a:gd name="T21" fmla="*/ 2147483647 h 232"/>
              <a:gd name="T22" fmla="*/ 2147483647 w 337"/>
              <a:gd name="T23" fmla="*/ 2147483647 h 232"/>
              <a:gd name="T24" fmla="*/ 0 w 337"/>
              <a:gd name="T25" fmla="*/ 2147483647 h 232"/>
              <a:gd name="T26" fmla="*/ 0 w 337"/>
              <a:gd name="T27" fmla="*/ 2147483647 h 232"/>
              <a:gd name="T28" fmla="*/ 2147483647 w 337"/>
              <a:gd name="T29" fmla="*/ 2147483647 h 232"/>
              <a:gd name="T30" fmla="*/ 2147483647 w 337"/>
              <a:gd name="T31" fmla="*/ 2147483647 h 232"/>
              <a:gd name="T32" fmla="*/ 2147483647 w 337"/>
              <a:gd name="T33" fmla="*/ 2147483647 h 232"/>
              <a:gd name="T34" fmla="*/ 2147483647 w 337"/>
              <a:gd name="T35" fmla="*/ 2147483647 h 232"/>
              <a:gd name="T36" fmla="*/ 2147483647 w 337"/>
              <a:gd name="T37" fmla="*/ 2147483647 h 232"/>
              <a:gd name="T38" fmla="*/ 2147483647 w 337"/>
              <a:gd name="T39" fmla="*/ 2147483647 h 232"/>
              <a:gd name="T40" fmla="*/ 2147483647 w 337"/>
              <a:gd name="T41" fmla="*/ 2147483647 h 232"/>
              <a:gd name="T42" fmla="*/ 2147483647 w 337"/>
              <a:gd name="T43" fmla="*/ 2147483647 h 232"/>
              <a:gd name="T44" fmla="*/ 2147483647 w 337"/>
              <a:gd name="T45" fmla="*/ 2147483647 h 232"/>
              <a:gd name="T46" fmla="*/ 2147483647 w 337"/>
              <a:gd name="T47" fmla="*/ 2147483647 h 232"/>
              <a:gd name="T48" fmla="*/ 2147483647 w 337"/>
              <a:gd name="T49" fmla="*/ 2147483647 h 232"/>
              <a:gd name="T50" fmla="*/ 2147483647 w 337"/>
              <a:gd name="T51" fmla="*/ 2147483647 h 232"/>
              <a:gd name="T52" fmla="*/ 2147483647 w 337"/>
              <a:gd name="T53" fmla="*/ 2147483647 h 232"/>
              <a:gd name="T54" fmla="*/ 2147483647 w 337"/>
              <a:gd name="T55" fmla="*/ 2147483647 h 232"/>
              <a:gd name="T56" fmla="*/ 2147483647 w 337"/>
              <a:gd name="T57" fmla="*/ 2147483647 h 232"/>
              <a:gd name="T58" fmla="*/ 2147483647 w 337"/>
              <a:gd name="T59" fmla="*/ 2147483647 h 232"/>
              <a:gd name="T60" fmla="*/ 2147483647 w 337"/>
              <a:gd name="T61" fmla="*/ 0 h 232"/>
              <a:gd name="T62" fmla="*/ 2147483647 w 337"/>
              <a:gd name="T63" fmla="*/ 2147483647 h 232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w 337"/>
              <a:gd name="T97" fmla="*/ 0 h 232"/>
              <a:gd name="T98" fmla="*/ 337 w 337"/>
              <a:gd name="T99" fmla="*/ 232 h 232"/>
            </a:gdLst>
            <a:ahLst/>
            <a:cxnLst>
              <a:cxn ang="T64">
                <a:pos x="T0" y="T1"/>
              </a:cxn>
              <a:cxn ang="T65">
                <a:pos x="T2" y="T3"/>
              </a:cxn>
              <a:cxn ang="T66">
                <a:pos x="T4" y="T5"/>
              </a:cxn>
              <a:cxn ang="T67">
                <a:pos x="T6" y="T7"/>
              </a:cxn>
              <a:cxn ang="T68">
                <a:pos x="T8" y="T9"/>
              </a:cxn>
              <a:cxn ang="T69">
                <a:pos x="T10" y="T11"/>
              </a:cxn>
              <a:cxn ang="T70">
                <a:pos x="T12" y="T13"/>
              </a:cxn>
              <a:cxn ang="T71">
                <a:pos x="T14" y="T15"/>
              </a:cxn>
              <a:cxn ang="T72">
                <a:pos x="T16" y="T17"/>
              </a:cxn>
              <a:cxn ang="T73">
                <a:pos x="T18" y="T19"/>
              </a:cxn>
              <a:cxn ang="T74">
                <a:pos x="T20" y="T21"/>
              </a:cxn>
              <a:cxn ang="T75">
                <a:pos x="T22" y="T23"/>
              </a:cxn>
              <a:cxn ang="T76">
                <a:pos x="T24" y="T25"/>
              </a:cxn>
              <a:cxn ang="T77">
                <a:pos x="T26" y="T27"/>
              </a:cxn>
              <a:cxn ang="T78">
                <a:pos x="T28" y="T29"/>
              </a:cxn>
              <a:cxn ang="T79">
                <a:pos x="T30" y="T31"/>
              </a:cxn>
              <a:cxn ang="T80">
                <a:pos x="T32" y="T33"/>
              </a:cxn>
              <a:cxn ang="T81">
                <a:pos x="T34" y="T35"/>
              </a:cxn>
              <a:cxn ang="T82">
                <a:pos x="T36" y="T37"/>
              </a:cxn>
              <a:cxn ang="T83">
                <a:pos x="T38" y="T39"/>
              </a:cxn>
              <a:cxn ang="T84">
                <a:pos x="T40" y="T41"/>
              </a:cxn>
              <a:cxn ang="T85">
                <a:pos x="T42" y="T43"/>
              </a:cxn>
              <a:cxn ang="T86">
                <a:pos x="T44" y="T45"/>
              </a:cxn>
              <a:cxn ang="T87">
                <a:pos x="T46" y="T47"/>
              </a:cxn>
              <a:cxn ang="T88">
                <a:pos x="T48" y="T49"/>
              </a:cxn>
              <a:cxn ang="T89">
                <a:pos x="T50" y="T51"/>
              </a:cxn>
              <a:cxn ang="T90">
                <a:pos x="T52" y="T53"/>
              </a:cxn>
              <a:cxn ang="T91">
                <a:pos x="T54" y="T55"/>
              </a:cxn>
              <a:cxn ang="T92">
                <a:pos x="T56" y="T57"/>
              </a:cxn>
              <a:cxn ang="T93">
                <a:pos x="T58" y="T59"/>
              </a:cxn>
              <a:cxn ang="T94">
                <a:pos x="T60" y="T61"/>
              </a:cxn>
              <a:cxn ang="T95">
                <a:pos x="T62" y="T63"/>
              </a:cxn>
            </a:cxnLst>
            <a:rect l="T96" t="T97" r="T98" b="T99"/>
            <a:pathLst>
              <a:path w="337" h="232">
                <a:moveTo>
                  <a:pt x="269" y="230"/>
                </a:moveTo>
                <a:lnTo>
                  <a:pt x="269" y="231"/>
                </a:lnTo>
                <a:lnTo>
                  <a:pt x="268" y="231"/>
                </a:lnTo>
                <a:lnTo>
                  <a:pt x="268" y="232"/>
                </a:lnTo>
                <a:lnTo>
                  <a:pt x="267" y="232"/>
                </a:lnTo>
                <a:lnTo>
                  <a:pt x="2" y="154"/>
                </a:lnTo>
                <a:lnTo>
                  <a:pt x="1" y="153"/>
                </a:lnTo>
                <a:lnTo>
                  <a:pt x="1" y="152"/>
                </a:lnTo>
                <a:lnTo>
                  <a:pt x="0" y="152"/>
                </a:lnTo>
                <a:lnTo>
                  <a:pt x="0" y="150"/>
                </a:lnTo>
                <a:lnTo>
                  <a:pt x="24" y="70"/>
                </a:lnTo>
                <a:lnTo>
                  <a:pt x="42" y="63"/>
                </a:lnTo>
                <a:lnTo>
                  <a:pt x="61" y="57"/>
                </a:lnTo>
                <a:lnTo>
                  <a:pt x="80" y="51"/>
                </a:lnTo>
                <a:lnTo>
                  <a:pt x="99" y="45"/>
                </a:lnTo>
                <a:lnTo>
                  <a:pt x="118" y="40"/>
                </a:lnTo>
                <a:lnTo>
                  <a:pt x="137" y="34"/>
                </a:lnTo>
                <a:lnTo>
                  <a:pt x="156" y="30"/>
                </a:lnTo>
                <a:lnTo>
                  <a:pt x="176" y="25"/>
                </a:lnTo>
                <a:lnTo>
                  <a:pt x="195" y="21"/>
                </a:lnTo>
                <a:lnTo>
                  <a:pt x="215" y="16"/>
                </a:lnTo>
                <a:lnTo>
                  <a:pt x="236" y="13"/>
                </a:lnTo>
                <a:lnTo>
                  <a:pt x="256" y="10"/>
                </a:lnTo>
                <a:lnTo>
                  <a:pt x="276" y="6"/>
                </a:lnTo>
                <a:lnTo>
                  <a:pt x="296" y="4"/>
                </a:lnTo>
                <a:lnTo>
                  <a:pt x="316" y="2"/>
                </a:lnTo>
                <a:lnTo>
                  <a:pt x="337" y="0"/>
                </a:lnTo>
                <a:lnTo>
                  <a:pt x="269" y="230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8" name="Freeform 45">
            <a:extLst>
              <a:ext uri="{FF2B5EF4-FFF2-40B4-BE49-F238E27FC236}">
                <a16:creationId xmlns:a16="http://schemas.microsoft.com/office/drawing/2014/main" id="{15077E7A-AF22-0E5F-6412-A855864FAD2F}"/>
              </a:ext>
            </a:extLst>
          </p:cNvPr>
          <p:cNvSpPr>
            <a:spLocks/>
          </p:cNvSpPr>
          <p:nvPr/>
        </p:nvSpPr>
        <p:spPr bwMode="auto">
          <a:xfrm>
            <a:off x="2165350" y="4154488"/>
            <a:ext cx="109538" cy="80962"/>
          </a:xfrm>
          <a:custGeom>
            <a:avLst/>
            <a:gdLst>
              <a:gd name="T0" fmla="*/ 2147483647 w 206"/>
              <a:gd name="T1" fmla="*/ 2147483647 h 153"/>
              <a:gd name="T2" fmla="*/ 2147483647 w 206"/>
              <a:gd name="T3" fmla="*/ 2147483647 h 153"/>
              <a:gd name="T4" fmla="*/ 0 w 206"/>
              <a:gd name="T5" fmla="*/ 2147483647 h 153"/>
              <a:gd name="T6" fmla="*/ 2147483647 w 206"/>
              <a:gd name="T7" fmla="*/ 0 h 153"/>
              <a:gd name="T8" fmla="*/ 2147483647 w 206"/>
              <a:gd name="T9" fmla="*/ 2147483647 h 15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6"/>
              <a:gd name="T16" fmla="*/ 0 h 153"/>
              <a:gd name="T17" fmla="*/ 206 w 206"/>
              <a:gd name="T18" fmla="*/ 153 h 15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6" h="153">
                <a:moveTo>
                  <a:pt x="206" y="52"/>
                </a:moveTo>
                <a:lnTo>
                  <a:pt x="176" y="153"/>
                </a:lnTo>
                <a:lnTo>
                  <a:pt x="0" y="102"/>
                </a:lnTo>
                <a:lnTo>
                  <a:pt x="30" y="0"/>
                </a:lnTo>
                <a:lnTo>
                  <a:pt x="206" y="52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89" name="Freeform 46">
            <a:extLst>
              <a:ext uri="{FF2B5EF4-FFF2-40B4-BE49-F238E27FC236}">
                <a16:creationId xmlns:a16="http://schemas.microsoft.com/office/drawing/2014/main" id="{24913A12-8B3C-5422-F6E7-AE28E4123DE6}"/>
              </a:ext>
            </a:extLst>
          </p:cNvPr>
          <p:cNvSpPr>
            <a:spLocks/>
          </p:cNvSpPr>
          <p:nvPr/>
        </p:nvSpPr>
        <p:spPr bwMode="auto">
          <a:xfrm>
            <a:off x="2171700" y="4160838"/>
            <a:ext cx="96838" cy="68262"/>
          </a:xfrm>
          <a:custGeom>
            <a:avLst/>
            <a:gdLst>
              <a:gd name="T0" fmla="*/ 0 w 182"/>
              <a:gd name="T1" fmla="*/ 2147483647 h 130"/>
              <a:gd name="T2" fmla="*/ 2147483647 w 182"/>
              <a:gd name="T3" fmla="*/ 2147483647 h 130"/>
              <a:gd name="T4" fmla="*/ 2147483647 w 182"/>
              <a:gd name="T5" fmla="*/ 2147483647 h 130"/>
              <a:gd name="T6" fmla="*/ 2147483647 w 182"/>
              <a:gd name="T7" fmla="*/ 0 h 130"/>
              <a:gd name="T8" fmla="*/ 0 w 182"/>
              <a:gd name="T9" fmla="*/ 2147483647 h 13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2"/>
              <a:gd name="T16" fmla="*/ 0 h 130"/>
              <a:gd name="T17" fmla="*/ 182 w 182"/>
              <a:gd name="T18" fmla="*/ 130 h 13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2" h="130">
                <a:moveTo>
                  <a:pt x="0" y="83"/>
                </a:moveTo>
                <a:lnTo>
                  <a:pt x="157" y="130"/>
                </a:lnTo>
                <a:lnTo>
                  <a:pt x="182" y="46"/>
                </a:lnTo>
                <a:lnTo>
                  <a:pt x="24" y="0"/>
                </a:lnTo>
                <a:lnTo>
                  <a:pt x="0" y="83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0" name="Freeform 47">
            <a:extLst>
              <a:ext uri="{FF2B5EF4-FFF2-40B4-BE49-F238E27FC236}">
                <a16:creationId xmlns:a16="http://schemas.microsoft.com/office/drawing/2014/main" id="{8A34FDBE-A401-95B0-AB28-06CECBB874DC}"/>
              </a:ext>
            </a:extLst>
          </p:cNvPr>
          <p:cNvSpPr>
            <a:spLocks/>
          </p:cNvSpPr>
          <p:nvPr/>
        </p:nvSpPr>
        <p:spPr bwMode="auto">
          <a:xfrm>
            <a:off x="2381251" y="4240214"/>
            <a:ext cx="34925" cy="34925"/>
          </a:xfrm>
          <a:custGeom>
            <a:avLst/>
            <a:gdLst>
              <a:gd name="T0" fmla="*/ 2147483647 w 64"/>
              <a:gd name="T1" fmla="*/ 2147483647 h 64"/>
              <a:gd name="T2" fmla="*/ 2147483647 w 64"/>
              <a:gd name="T3" fmla="*/ 2147483647 h 64"/>
              <a:gd name="T4" fmla="*/ 2147483647 w 64"/>
              <a:gd name="T5" fmla="*/ 2147483647 h 64"/>
              <a:gd name="T6" fmla="*/ 2147483647 w 64"/>
              <a:gd name="T7" fmla="*/ 2147483647 h 64"/>
              <a:gd name="T8" fmla="*/ 2147483647 w 64"/>
              <a:gd name="T9" fmla="*/ 2147483647 h 64"/>
              <a:gd name="T10" fmla="*/ 2147483647 w 64"/>
              <a:gd name="T11" fmla="*/ 2147483647 h 64"/>
              <a:gd name="T12" fmla="*/ 2147483647 w 64"/>
              <a:gd name="T13" fmla="*/ 2147483647 h 64"/>
              <a:gd name="T14" fmla="*/ 2147483647 w 64"/>
              <a:gd name="T15" fmla="*/ 2147483647 h 64"/>
              <a:gd name="T16" fmla="*/ 2147483647 w 64"/>
              <a:gd name="T17" fmla="*/ 2147483647 h 64"/>
              <a:gd name="T18" fmla="*/ 2147483647 w 64"/>
              <a:gd name="T19" fmla="*/ 2147483647 h 64"/>
              <a:gd name="T20" fmla="*/ 2147483647 w 64"/>
              <a:gd name="T21" fmla="*/ 2147483647 h 64"/>
              <a:gd name="T22" fmla="*/ 2147483647 w 64"/>
              <a:gd name="T23" fmla="*/ 2147483647 h 64"/>
              <a:gd name="T24" fmla="*/ 2147483647 w 64"/>
              <a:gd name="T25" fmla="*/ 2147483647 h 64"/>
              <a:gd name="T26" fmla="*/ 2147483647 w 64"/>
              <a:gd name="T27" fmla="*/ 2147483647 h 64"/>
              <a:gd name="T28" fmla="*/ 2147483647 w 64"/>
              <a:gd name="T29" fmla="*/ 2147483647 h 64"/>
              <a:gd name="T30" fmla="*/ 2147483647 w 64"/>
              <a:gd name="T31" fmla="*/ 2147483647 h 64"/>
              <a:gd name="T32" fmla="*/ 2147483647 w 64"/>
              <a:gd name="T33" fmla="*/ 2147483647 h 64"/>
              <a:gd name="T34" fmla="*/ 2147483647 w 64"/>
              <a:gd name="T35" fmla="*/ 2147483647 h 64"/>
              <a:gd name="T36" fmla="*/ 0 w 64"/>
              <a:gd name="T37" fmla="*/ 2147483647 h 64"/>
              <a:gd name="T38" fmla="*/ 0 w 64"/>
              <a:gd name="T39" fmla="*/ 2147483647 h 64"/>
              <a:gd name="T40" fmla="*/ 2147483647 w 64"/>
              <a:gd name="T41" fmla="*/ 2147483647 h 64"/>
              <a:gd name="T42" fmla="*/ 2147483647 w 64"/>
              <a:gd name="T43" fmla="*/ 2147483647 h 64"/>
              <a:gd name="T44" fmla="*/ 2147483647 w 64"/>
              <a:gd name="T45" fmla="*/ 2147483647 h 64"/>
              <a:gd name="T46" fmla="*/ 2147483647 w 64"/>
              <a:gd name="T47" fmla="*/ 2147483647 h 64"/>
              <a:gd name="T48" fmla="*/ 2147483647 w 64"/>
              <a:gd name="T49" fmla="*/ 2147483647 h 64"/>
              <a:gd name="T50" fmla="*/ 2147483647 w 64"/>
              <a:gd name="T51" fmla="*/ 2147483647 h 64"/>
              <a:gd name="T52" fmla="*/ 2147483647 w 64"/>
              <a:gd name="T53" fmla="*/ 0 h 64"/>
              <a:gd name="T54" fmla="*/ 2147483647 w 64"/>
              <a:gd name="T55" fmla="*/ 0 h 64"/>
              <a:gd name="T56" fmla="*/ 2147483647 w 64"/>
              <a:gd name="T57" fmla="*/ 2147483647 h 64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64"/>
              <a:gd name="T88" fmla="*/ 0 h 64"/>
              <a:gd name="T89" fmla="*/ 64 w 64"/>
              <a:gd name="T90" fmla="*/ 64 h 64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64" h="64">
                <a:moveTo>
                  <a:pt x="41" y="1"/>
                </a:moveTo>
                <a:lnTo>
                  <a:pt x="52" y="7"/>
                </a:lnTo>
                <a:lnTo>
                  <a:pt x="61" y="16"/>
                </a:lnTo>
                <a:lnTo>
                  <a:pt x="64" y="28"/>
                </a:lnTo>
                <a:lnTo>
                  <a:pt x="63" y="42"/>
                </a:lnTo>
                <a:lnTo>
                  <a:pt x="61" y="47"/>
                </a:lnTo>
                <a:lnTo>
                  <a:pt x="57" y="53"/>
                </a:lnTo>
                <a:lnTo>
                  <a:pt x="53" y="57"/>
                </a:lnTo>
                <a:lnTo>
                  <a:pt x="47" y="61"/>
                </a:lnTo>
                <a:lnTo>
                  <a:pt x="42" y="63"/>
                </a:lnTo>
                <a:lnTo>
                  <a:pt x="35" y="64"/>
                </a:lnTo>
                <a:lnTo>
                  <a:pt x="29" y="64"/>
                </a:lnTo>
                <a:lnTo>
                  <a:pt x="23" y="63"/>
                </a:lnTo>
                <a:lnTo>
                  <a:pt x="17" y="61"/>
                </a:lnTo>
                <a:lnTo>
                  <a:pt x="12" y="57"/>
                </a:lnTo>
                <a:lnTo>
                  <a:pt x="7" y="53"/>
                </a:lnTo>
                <a:lnTo>
                  <a:pt x="4" y="47"/>
                </a:lnTo>
                <a:lnTo>
                  <a:pt x="1" y="42"/>
                </a:lnTo>
                <a:lnTo>
                  <a:pt x="0" y="36"/>
                </a:lnTo>
                <a:lnTo>
                  <a:pt x="0" y="29"/>
                </a:lnTo>
                <a:lnTo>
                  <a:pt x="1" y="23"/>
                </a:lnTo>
                <a:lnTo>
                  <a:pt x="4" y="17"/>
                </a:lnTo>
                <a:lnTo>
                  <a:pt x="7" y="12"/>
                </a:lnTo>
                <a:lnTo>
                  <a:pt x="12" y="7"/>
                </a:lnTo>
                <a:lnTo>
                  <a:pt x="17" y="4"/>
                </a:lnTo>
                <a:lnTo>
                  <a:pt x="23" y="1"/>
                </a:lnTo>
                <a:lnTo>
                  <a:pt x="28" y="0"/>
                </a:lnTo>
                <a:lnTo>
                  <a:pt x="35" y="0"/>
                </a:lnTo>
                <a:lnTo>
                  <a:pt x="41" y="1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1" name="Freeform 48">
            <a:extLst>
              <a:ext uri="{FF2B5EF4-FFF2-40B4-BE49-F238E27FC236}">
                <a16:creationId xmlns:a16="http://schemas.microsoft.com/office/drawing/2014/main" id="{3A11A707-03A9-D7C9-CD49-B4AA51A304BB}"/>
              </a:ext>
            </a:extLst>
          </p:cNvPr>
          <p:cNvSpPr>
            <a:spLocks/>
          </p:cNvSpPr>
          <p:nvPr/>
        </p:nvSpPr>
        <p:spPr bwMode="auto">
          <a:xfrm>
            <a:off x="2386013" y="4244975"/>
            <a:ext cx="25400" cy="25400"/>
          </a:xfrm>
          <a:custGeom>
            <a:avLst/>
            <a:gdLst>
              <a:gd name="T0" fmla="*/ 2147483647 w 46"/>
              <a:gd name="T1" fmla="*/ 2147483647 h 46"/>
              <a:gd name="T2" fmla="*/ 2147483647 w 46"/>
              <a:gd name="T3" fmla="*/ 2147483647 h 46"/>
              <a:gd name="T4" fmla="*/ 2147483647 w 46"/>
              <a:gd name="T5" fmla="*/ 2147483647 h 46"/>
              <a:gd name="T6" fmla="*/ 2147483647 w 46"/>
              <a:gd name="T7" fmla="*/ 2147483647 h 46"/>
              <a:gd name="T8" fmla="*/ 2147483647 w 46"/>
              <a:gd name="T9" fmla="*/ 2147483647 h 46"/>
              <a:gd name="T10" fmla="*/ 2147483647 w 46"/>
              <a:gd name="T11" fmla="*/ 2147483647 h 46"/>
              <a:gd name="T12" fmla="*/ 2147483647 w 46"/>
              <a:gd name="T13" fmla="*/ 2147483647 h 46"/>
              <a:gd name="T14" fmla="*/ 2147483647 w 46"/>
              <a:gd name="T15" fmla="*/ 2147483647 h 46"/>
              <a:gd name="T16" fmla="*/ 2147483647 w 46"/>
              <a:gd name="T17" fmla="*/ 2147483647 h 46"/>
              <a:gd name="T18" fmla="*/ 2147483647 w 46"/>
              <a:gd name="T19" fmla="*/ 2147483647 h 46"/>
              <a:gd name="T20" fmla="*/ 2147483647 w 46"/>
              <a:gd name="T21" fmla="*/ 2147483647 h 46"/>
              <a:gd name="T22" fmla="*/ 2147483647 w 46"/>
              <a:gd name="T23" fmla="*/ 2147483647 h 46"/>
              <a:gd name="T24" fmla="*/ 2147483647 w 46"/>
              <a:gd name="T25" fmla="*/ 2147483647 h 46"/>
              <a:gd name="T26" fmla="*/ 2147483647 w 46"/>
              <a:gd name="T27" fmla="*/ 2147483647 h 46"/>
              <a:gd name="T28" fmla="*/ 2147483647 w 46"/>
              <a:gd name="T29" fmla="*/ 2147483647 h 46"/>
              <a:gd name="T30" fmla="*/ 2147483647 w 46"/>
              <a:gd name="T31" fmla="*/ 2147483647 h 46"/>
              <a:gd name="T32" fmla="*/ 2147483647 w 46"/>
              <a:gd name="T33" fmla="*/ 2147483647 h 46"/>
              <a:gd name="T34" fmla="*/ 2147483647 w 46"/>
              <a:gd name="T35" fmla="*/ 0 h 46"/>
              <a:gd name="T36" fmla="*/ 2147483647 w 46"/>
              <a:gd name="T37" fmla="*/ 0 h 46"/>
              <a:gd name="T38" fmla="*/ 2147483647 w 46"/>
              <a:gd name="T39" fmla="*/ 2147483647 h 46"/>
              <a:gd name="T40" fmla="*/ 2147483647 w 46"/>
              <a:gd name="T41" fmla="*/ 2147483647 h 46"/>
              <a:gd name="T42" fmla="*/ 2147483647 w 46"/>
              <a:gd name="T43" fmla="*/ 2147483647 h 46"/>
              <a:gd name="T44" fmla="*/ 2147483647 w 46"/>
              <a:gd name="T45" fmla="*/ 2147483647 h 46"/>
              <a:gd name="T46" fmla="*/ 2147483647 w 46"/>
              <a:gd name="T47" fmla="*/ 2147483647 h 46"/>
              <a:gd name="T48" fmla="*/ 2147483647 w 46"/>
              <a:gd name="T49" fmla="*/ 2147483647 h 46"/>
              <a:gd name="T50" fmla="*/ 0 w 46"/>
              <a:gd name="T51" fmla="*/ 2147483647 h 46"/>
              <a:gd name="T52" fmla="*/ 2147483647 w 46"/>
              <a:gd name="T53" fmla="*/ 2147483647 h 46"/>
              <a:gd name="T54" fmla="*/ 2147483647 w 46"/>
              <a:gd name="T55" fmla="*/ 2147483647 h 46"/>
              <a:gd name="T56" fmla="*/ 2147483647 w 46"/>
              <a:gd name="T57" fmla="*/ 2147483647 h 4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46"/>
              <a:gd name="T88" fmla="*/ 0 h 46"/>
              <a:gd name="T89" fmla="*/ 46 w 46"/>
              <a:gd name="T90" fmla="*/ 46 h 46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46" h="46">
                <a:moveTo>
                  <a:pt x="17" y="45"/>
                </a:moveTo>
                <a:lnTo>
                  <a:pt x="22" y="46"/>
                </a:lnTo>
                <a:lnTo>
                  <a:pt x="26" y="45"/>
                </a:lnTo>
                <a:lnTo>
                  <a:pt x="29" y="45"/>
                </a:lnTo>
                <a:lnTo>
                  <a:pt x="34" y="43"/>
                </a:lnTo>
                <a:lnTo>
                  <a:pt x="37" y="41"/>
                </a:lnTo>
                <a:lnTo>
                  <a:pt x="40" y="37"/>
                </a:lnTo>
                <a:lnTo>
                  <a:pt x="43" y="34"/>
                </a:lnTo>
                <a:lnTo>
                  <a:pt x="45" y="29"/>
                </a:lnTo>
                <a:lnTo>
                  <a:pt x="46" y="25"/>
                </a:lnTo>
                <a:lnTo>
                  <a:pt x="46" y="20"/>
                </a:lnTo>
                <a:lnTo>
                  <a:pt x="45" y="17"/>
                </a:lnTo>
                <a:lnTo>
                  <a:pt x="43" y="13"/>
                </a:lnTo>
                <a:lnTo>
                  <a:pt x="40" y="9"/>
                </a:lnTo>
                <a:lnTo>
                  <a:pt x="37" y="6"/>
                </a:lnTo>
                <a:lnTo>
                  <a:pt x="34" y="4"/>
                </a:lnTo>
                <a:lnTo>
                  <a:pt x="29" y="1"/>
                </a:lnTo>
                <a:lnTo>
                  <a:pt x="25" y="0"/>
                </a:lnTo>
                <a:lnTo>
                  <a:pt x="20" y="0"/>
                </a:lnTo>
                <a:lnTo>
                  <a:pt x="16" y="1"/>
                </a:lnTo>
                <a:lnTo>
                  <a:pt x="13" y="4"/>
                </a:lnTo>
                <a:lnTo>
                  <a:pt x="8" y="6"/>
                </a:lnTo>
                <a:lnTo>
                  <a:pt x="6" y="9"/>
                </a:lnTo>
                <a:lnTo>
                  <a:pt x="3" y="13"/>
                </a:lnTo>
                <a:lnTo>
                  <a:pt x="1" y="17"/>
                </a:lnTo>
                <a:lnTo>
                  <a:pt x="0" y="26"/>
                </a:lnTo>
                <a:lnTo>
                  <a:pt x="4" y="34"/>
                </a:lnTo>
                <a:lnTo>
                  <a:pt x="9" y="41"/>
                </a:lnTo>
                <a:lnTo>
                  <a:pt x="17" y="45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2" name="Freeform 49">
            <a:extLst>
              <a:ext uri="{FF2B5EF4-FFF2-40B4-BE49-F238E27FC236}">
                <a16:creationId xmlns:a16="http://schemas.microsoft.com/office/drawing/2014/main" id="{7B45351A-3633-5AD7-E1B0-338A6B4A9DA0}"/>
              </a:ext>
            </a:extLst>
          </p:cNvPr>
          <p:cNvSpPr>
            <a:spLocks/>
          </p:cNvSpPr>
          <p:nvPr/>
        </p:nvSpPr>
        <p:spPr bwMode="auto">
          <a:xfrm>
            <a:off x="2382838" y="4210051"/>
            <a:ext cx="30162" cy="30163"/>
          </a:xfrm>
          <a:custGeom>
            <a:avLst/>
            <a:gdLst>
              <a:gd name="T0" fmla="*/ 2147483647 w 57"/>
              <a:gd name="T1" fmla="*/ 2147483647 h 58"/>
              <a:gd name="T2" fmla="*/ 2147483647 w 57"/>
              <a:gd name="T3" fmla="*/ 2147483647 h 58"/>
              <a:gd name="T4" fmla="*/ 2147483647 w 57"/>
              <a:gd name="T5" fmla="*/ 2147483647 h 58"/>
              <a:gd name="T6" fmla="*/ 2147483647 w 57"/>
              <a:gd name="T7" fmla="*/ 2147483647 h 58"/>
              <a:gd name="T8" fmla="*/ 2147483647 w 57"/>
              <a:gd name="T9" fmla="*/ 2147483647 h 58"/>
              <a:gd name="T10" fmla="*/ 2147483647 w 57"/>
              <a:gd name="T11" fmla="*/ 2147483647 h 58"/>
              <a:gd name="T12" fmla="*/ 2147483647 w 57"/>
              <a:gd name="T13" fmla="*/ 2147483647 h 58"/>
              <a:gd name="T14" fmla="*/ 2147483647 w 57"/>
              <a:gd name="T15" fmla="*/ 2147483647 h 58"/>
              <a:gd name="T16" fmla="*/ 2147483647 w 57"/>
              <a:gd name="T17" fmla="*/ 2147483647 h 58"/>
              <a:gd name="T18" fmla="*/ 2147483647 w 57"/>
              <a:gd name="T19" fmla="*/ 2147483647 h 58"/>
              <a:gd name="T20" fmla="*/ 2147483647 w 57"/>
              <a:gd name="T21" fmla="*/ 2147483647 h 58"/>
              <a:gd name="T22" fmla="*/ 2147483647 w 57"/>
              <a:gd name="T23" fmla="*/ 2147483647 h 58"/>
              <a:gd name="T24" fmla="*/ 2147483647 w 57"/>
              <a:gd name="T25" fmla="*/ 2147483647 h 58"/>
              <a:gd name="T26" fmla="*/ 2147483647 w 57"/>
              <a:gd name="T27" fmla="*/ 2147483647 h 58"/>
              <a:gd name="T28" fmla="*/ 2147483647 w 57"/>
              <a:gd name="T29" fmla="*/ 2147483647 h 58"/>
              <a:gd name="T30" fmla="*/ 2147483647 w 57"/>
              <a:gd name="T31" fmla="*/ 2147483647 h 58"/>
              <a:gd name="T32" fmla="*/ 2147483647 w 57"/>
              <a:gd name="T33" fmla="*/ 2147483647 h 58"/>
              <a:gd name="T34" fmla="*/ 2147483647 w 57"/>
              <a:gd name="T35" fmla="*/ 2147483647 h 58"/>
              <a:gd name="T36" fmla="*/ 0 w 57"/>
              <a:gd name="T37" fmla="*/ 2147483647 h 58"/>
              <a:gd name="T38" fmla="*/ 0 w 57"/>
              <a:gd name="T39" fmla="*/ 2147483647 h 58"/>
              <a:gd name="T40" fmla="*/ 2147483647 w 57"/>
              <a:gd name="T41" fmla="*/ 2147483647 h 58"/>
              <a:gd name="T42" fmla="*/ 2147483647 w 57"/>
              <a:gd name="T43" fmla="*/ 2147483647 h 58"/>
              <a:gd name="T44" fmla="*/ 2147483647 w 57"/>
              <a:gd name="T45" fmla="*/ 2147483647 h 58"/>
              <a:gd name="T46" fmla="*/ 2147483647 w 57"/>
              <a:gd name="T47" fmla="*/ 2147483647 h 58"/>
              <a:gd name="T48" fmla="*/ 2147483647 w 57"/>
              <a:gd name="T49" fmla="*/ 2147483647 h 58"/>
              <a:gd name="T50" fmla="*/ 2147483647 w 57"/>
              <a:gd name="T51" fmla="*/ 2147483647 h 58"/>
              <a:gd name="T52" fmla="*/ 2147483647 w 57"/>
              <a:gd name="T53" fmla="*/ 0 h 58"/>
              <a:gd name="T54" fmla="*/ 2147483647 w 57"/>
              <a:gd name="T55" fmla="*/ 0 h 58"/>
              <a:gd name="T56" fmla="*/ 2147483647 w 57"/>
              <a:gd name="T57" fmla="*/ 2147483647 h 58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57"/>
              <a:gd name="T88" fmla="*/ 0 h 58"/>
              <a:gd name="T89" fmla="*/ 57 w 57"/>
              <a:gd name="T90" fmla="*/ 58 h 58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57" h="58">
                <a:moveTo>
                  <a:pt x="37" y="1"/>
                </a:moveTo>
                <a:lnTo>
                  <a:pt x="47" y="7"/>
                </a:lnTo>
                <a:lnTo>
                  <a:pt x="54" y="16"/>
                </a:lnTo>
                <a:lnTo>
                  <a:pt x="57" y="26"/>
                </a:lnTo>
                <a:lnTo>
                  <a:pt x="56" y="37"/>
                </a:lnTo>
                <a:lnTo>
                  <a:pt x="54" y="43"/>
                </a:lnTo>
                <a:lnTo>
                  <a:pt x="52" y="47"/>
                </a:lnTo>
                <a:lnTo>
                  <a:pt x="47" y="51"/>
                </a:lnTo>
                <a:lnTo>
                  <a:pt x="43" y="54"/>
                </a:lnTo>
                <a:lnTo>
                  <a:pt x="37" y="56"/>
                </a:lnTo>
                <a:lnTo>
                  <a:pt x="32" y="58"/>
                </a:lnTo>
                <a:lnTo>
                  <a:pt x="26" y="58"/>
                </a:lnTo>
                <a:lnTo>
                  <a:pt x="21" y="57"/>
                </a:lnTo>
                <a:lnTo>
                  <a:pt x="15" y="55"/>
                </a:lnTo>
                <a:lnTo>
                  <a:pt x="11" y="52"/>
                </a:lnTo>
                <a:lnTo>
                  <a:pt x="7" y="47"/>
                </a:lnTo>
                <a:lnTo>
                  <a:pt x="4" y="43"/>
                </a:lnTo>
                <a:lnTo>
                  <a:pt x="2" y="37"/>
                </a:lnTo>
                <a:lnTo>
                  <a:pt x="0" y="32"/>
                </a:lnTo>
                <a:lnTo>
                  <a:pt x="0" y="27"/>
                </a:lnTo>
                <a:lnTo>
                  <a:pt x="2" y="22"/>
                </a:lnTo>
                <a:lnTo>
                  <a:pt x="4" y="16"/>
                </a:lnTo>
                <a:lnTo>
                  <a:pt x="7" y="11"/>
                </a:lnTo>
                <a:lnTo>
                  <a:pt x="11" y="7"/>
                </a:lnTo>
                <a:lnTo>
                  <a:pt x="15" y="4"/>
                </a:lnTo>
                <a:lnTo>
                  <a:pt x="21" y="1"/>
                </a:lnTo>
                <a:lnTo>
                  <a:pt x="26" y="0"/>
                </a:lnTo>
                <a:lnTo>
                  <a:pt x="32" y="0"/>
                </a:lnTo>
                <a:lnTo>
                  <a:pt x="37" y="1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3" name="Freeform 50">
            <a:extLst>
              <a:ext uri="{FF2B5EF4-FFF2-40B4-BE49-F238E27FC236}">
                <a16:creationId xmlns:a16="http://schemas.microsoft.com/office/drawing/2014/main" id="{A4BB6C5C-1754-A3E5-51C7-0DF254B13C64}"/>
              </a:ext>
            </a:extLst>
          </p:cNvPr>
          <p:cNvSpPr>
            <a:spLocks/>
          </p:cNvSpPr>
          <p:nvPr/>
        </p:nvSpPr>
        <p:spPr bwMode="auto">
          <a:xfrm>
            <a:off x="2387600" y="4214814"/>
            <a:ext cx="20638" cy="20637"/>
          </a:xfrm>
          <a:custGeom>
            <a:avLst/>
            <a:gdLst>
              <a:gd name="T0" fmla="*/ 2147483647 w 39"/>
              <a:gd name="T1" fmla="*/ 2147483647 h 38"/>
              <a:gd name="T2" fmla="*/ 2147483647 w 39"/>
              <a:gd name="T3" fmla="*/ 2147483647 h 38"/>
              <a:gd name="T4" fmla="*/ 2147483647 w 39"/>
              <a:gd name="T5" fmla="*/ 2147483647 h 38"/>
              <a:gd name="T6" fmla="*/ 2147483647 w 39"/>
              <a:gd name="T7" fmla="*/ 2147483647 h 38"/>
              <a:gd name="T8" fmla="*/ 2147483647 w 39"/>
              <a:gd name="T9" fmla="*/ 2147483647 h 38"/>
              <a:gd name="T10" fmla="*/ 2147483647 w 39"/>
              <a:gd name="T11" fmla="*/ 2147483647 h 38"/>
              <a:gd name="T12" fmla="*/ 2147483647 w 39"/>
              <a:gd name="T13" fmla="*/ 2147483647 h 38"/>
              <a:gd name="T14" fmla="*/ 2147483647 w 39"/>
              <a:gd name="T15" fmla="*/ 2147483647 h 38"/>
              <a:gd name="T16" fmla="*/ 2147483647 w 39"/>
              <a:gd name="T17" fmla="*/ 2147483647 h 38"/>
              <a:gd name="T18" fmla="*/ 2147483647 w 39"/>
              <a:gd name="T19" fmla="*/ 2147483647 h 38"/>
              <a:gd name="T20" fmla="*/ 2147483647 w 39"/>
              <a:gd name="T21" fmla="*/ 2147483647 h 38"/>
              <a:gd name="T22" fmla="*/ 2147483647 w 39"/>
              <a:gd name="T23" fmla="*/ 2147483647 h 38"/>
              <a:gd name="T24" fmla="*/ 2147483647 w 39"/>
              <a:gd name="T25" fmla="*/ 2147483647 h 38"/>
              <a:gd name="T26" fmla="*/ 2147483647 w 39"/>
              <a:gd name="T27" fmla="*/ 2147483647 h 38"/>
              <a:gd name="T28" fmla="*/ 2147483647 w 39"/>
              <a:gd name="T29" fmla="*/ 2147483647 h 38"/>
              <a:gd name="T30" fmla="*/ 2147483647 w 39"/>
              <a:gd name="T31" fmla="*/ 2147483647 h 38"/>
              <a:gd name="T32" fmla="*/ 2147483647 w 39"/>
              <a:gd name="T33" fmla="*/ 2147483647 h 38"/>
              <a:gd name="T34" fmla="*/ 2147483647 w 39"/>
              <a:gd name="T35" fmla="*/ 0 h 38"/>
              <a:gd name="T36" fmla="*/ 2147483647 w 39"/>
              <a:gd name="T37" fmla="*/ 0 h 38"/>
              <a:gd name="T38" fmla="*/ 2147483647 w 39"/>
              <a:gd name="T39" fmla="*/ 2147483647 h 38"/>
              <a:gd name="T40" fmla="*/ 2147483647 w 39"/>
              <a:gd name="T41" fmla="*/ 2147483647 h 38"/>
              <a:gd name="T42" fmla="*/ 2147483647 w 39"/>
              <a:gd name="T43" fmla="*/ 2147483647 h 38"/>
              <a:gd name="T44" fmla="*/ 2147483647 w 39"/>
              <a:gd name="T45" fmla="*/ 2147483647 h 38"/>
              <a:gd name="T46" fmla="*/ 2147483647 w 39"/>
              <a:gd name="T47" fmla="*/ 2147483647 h 38"/>
              <a:gd name="T48" fmla="*/ 2147483647 w 39"/>
              <a:gd name="T49" fmla="*/ 2147483647 h 38"/>
              <a:gd name="T50" fmla="*/ 0 w 39"/>
              <a:gd name="T51" fmla="*/ 2147483647 h 38"/>
              <a:gd name="T52" fmla="*/ 2147483647 w 39"/>
              <a:gd name="T53" fmla="*/ 2147483647 h 38"/>
              <a:gd name="T54" fmla="*/ 2147483647 w 39"/>
              <a:gd name="T55" fmla="*/ 2147483647 h 38"/>
              <a:gd name="T56" fmla="*/ 2147483647 w 39"/>
              <a:gd name="T57" fmla="*/ 2147483647 h 38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w 39"/>
              <a:gd name="T88" fmla="*/ 0 h 38"/>
              <a:gd name="T89" fmla="*/ 39 w 39"/>
              <a:gd name="T90" fmla="*/ 38 h 38"/>
            </a:gdLst>
            <a:ahLst/>
            <a:cxnLst>
              <a:cxn ang="T58">
                <a:pos x="T0" y="T1"/>
              </a:cxn>
              <a:cxn ang="T59">
                <a:pos x="T2" y="T3"/>
              </a:cxn>
              <a:cxn ang="T60">
                <a:pos x="T4" y="T5"/>
              </a:cxn>
              <a:cxn ang="T61">
                <a:pos x="T6" y="T7"/>
              </a:cxn>
              <a:cxn ang="T62">
                <a:pos x="T8" y="T9"/>
              </a:cxn>
              <a:cxn ang="T63">
                <a:pos x="T10" y="T11"/>
              </a:cxn>
              <a:cxn ang="T64">
                <a:pos x="T12" y="T13"/>
              </a:cxn>
              <a:cxn ang="T65">
                <a:pos x="T14" y="T15"/>
              </a:cxn>
              <a:cxn ang="T66">
                <a:pos x="T16" y="T17"/>
              </a:cxn>
              <a:cxn ang="T67">
                <a:pos x="T18" y="T19"/>
              </a:cxn>
              <a:cxn ang="T68">
                <a:pos x="T20" y="T21"/>
              </a:cxn>
              <a:cxn ang="T69">
                <a:pos x="T22" y="T23"/>
              </a:cxn>
              <a:cxn ang="T70">
                <a:pos x="T24" y="T25"/>
              </a:cxn>
              <a:cxn ang="T71">
                <a:pos x="T26" y="T27"/>
              </a:cxn>
              <a:cxn ang="T72">
                <a:pos x="T28" y="T29"/>
              </a:cxn>
              <a:cxn ang="T73">
                <a:pos x="T30" y="T31"/>
              </a:cxn>
              <a:cxn ang="T74">
                <a:pos x="T32" y="T33"/>
              </a:cxn>
              <a:cxn ang="T75">
                <a:pos x="T34" y="T35"/>
              </a:cxn>
              <a:cxn ang="T76">
                <a:pos x="T36" y="T37"/>
              </a:cxn>
              <a:cxn ang="T77">
                <a:pos x="T38" y="T39"/>
              </a:cxn>
              <a:cxn ang="T78">
                <a:pos x="T40" y="T41"/>
              </a:cxn>
              <a:cxn ang="T79">
                <a:pos x="T42" y="T43"/>
              </a:cxn>
              <a:cxn ang="T80">
                <a:pos x="T44" y="T45"/>
              </a:cxn>
              <a:cxn ang="T81">
                <a:pos x="T46" y="T47"/>
              </a:cxn>
              <a:cxn ang="T82">
                <a:pos x="T48" y="T49"/>
              </a:cxn>
              <a:cxn ang="T83">
                <a:pos x="T50" y="T51"/>
              </a:cxn>
              <a:cxn ang="T84">
                <a:pos x="T52" y="T53"/>
              </a:cxn>
              <a:cxn ang="T85">
                <a:pos x="T54" y="T55"/>
              </a:cxn>
              <a:cxn ang="T86">
                <a:pos x="T56" y="T57"/>
              </a:cxn>
            </a:cxnLst>
            <a:rect l="T87" t="T88" r="T89" b="T90"/>
            <a:pathLst>
              <a:path w="39" h="38">
                <a:moveTo>
                  <a:pt x="15" y="37"/>
                </a:moveTo>
                <a:lnTo>
                  <a:pt x="18" y="38"/>
                </a:lnTo>
                <a:lnTo>
                  <a:pt x="23" y="38"/>
                </a:lnTo>
                <a:lnTo>
                  <a:pt x="26" y="37"/>
                </a:lnTo>
                <a:lnTo>
                  <a:pt x="29" y="36"/>
                </a:lnTo>
                <a:lnTo>
                  <a:pt x="33" y="34"/>
                </a:lnTo>
                <a:lnTo>
                  <a:pt x="35" y="32"/>
                </a:lnTo>
                <a:lnTo>
                  <a:pt x="36" y="28"/>
                </a:lnTo>
                <a:lnTo>
                  <a:pt x="38" y="25"/>
                </a:lnTo>
                <a:lnTo>
                  <a:pt x="39" y="20"/>
                </a:lnTo>
                <a:lnTo>
                  <a:pt x="39" y="17"/>
                </a:lnTo>
                <a:lnTo>
                  <a:pt x="38" y="14"/>
                </a:lnTo>
                <a:lnTo>
                  <a:pt x="36" y="10"/>
                </a:lnTo>
                <a:lnTo>
                  <a:pt x="34" y="7"/>
                </a:lnTo>
                <a:lnTo>
                  <a:pt x="32" y="5"/>
                </a:lnTo>
                <a:lnTo>
                  <a:pt x="28" y="3"/>
                </a:lnTo>
                <a:lnTo>
                  <a:pt x="25" y="1"/>
                </a:lnTo>
                <a:lnTo>
                  <a:pt x="22" y="0"/>
                </a:lnTo>
                <a:lnTo>
                  <a:pt x="18" y="0"/>
                </a:lnTo>
                <a:lnTo>
                  <a:pt x="14" y="1"/>
                </a:lnTo>
                <a:lnTo>
                  <a:pt x="10" y="3"/>
                </a:lnTo>
                <a:lnTo>
                  <a:pt x="7" y="5"/>
                </a:lnTo>
                <a:lnTo>
                  <a:pt x="5" y="7"/>
                </a:lnTo>
                <a:lnTo>
                  <a:pt x="3" y="10"/>
                </a:lnTo>
                <a:lnTo>
                  <a:pt x="2" y="14"/>
                </a:lnTo>
                <a:lnTo>
                  <a:pt x="0" y="22"/>
                </a:lnTo>
                <a:lnTo>
                  <a:pt x="3" y="28"/>
                </a:lnTo>
                <a:lnTo>
                  <a:pt x="7" y="34"/>
                </a:lnTo>
                <a:lnTo>
                  <a:pt x="15" y="3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4" name="Freeform 51">
            <a:extLst>
              <a:ext uri="{FF2B5EF4-FFF2-40B4-BE49-F238E27FC236}">
                <a16:creationId xmlns:a16="http://schemas.microsoft.com/office/drawing/2014/main" id="{71FED53F-8232-EE45-DB78-057320352645}"/>
              </a:ext>
            </a:extLst>
          </p:cNvPr>
          <p:cNvSpPr>
            <a:spLocks/>
          </p:cNvSpPr>
          <p:nvPr/>
        </p:nvSpPr>
        <p:spPr bwMode="auto">
          <a:xfrm>
            <a:off x="2652714" y="4081464"/>
            <a:ext cx="52387" cy="52387"/>
          </a:xfrm>
          <a:custGeom>
            <a:avLst/>
            <a:gdLst>
              <a:gd name="T0" fmla="*/ 2147483647 w 98"/>
              <a:gd name="T1" fmla="*/ 2147483647 h 98"/>
              <a:gd name="T2" fmla="*/ 2147483647 w 98"/>
              <a:gd name="T3" fmla="*/ 2147483647 h 98"/>
              <a:gd name="T4" fmla="*/ 2147483647 w 98"/>
              <a:gd name="T5" fmla="*/ 2147483647 h 98"/>
              <a:gd name="T6" fmla="*/ 2147483647 w 98"/>
              <a:gd name="T7" fmla="*/ 2147483647 h 98"/>
              <a:gd name="T8" fmla="*/ 2147483647 w 98"/>
              <a:gd name="T9" fmla="*/ 2147483647 h 98"/>
              <a:gd name="T10" fmla="*/ 2147483647 w 98"/>
              <a:gd name="T11" fmla="*/ 2147483647 h 98"/>
              <a:gd name="T12" fmla="*/ 2147483647 w 98"/>
              <a:gd name="T13" fmla="*/ 2147483647 h 98"/>
              <a:gd name="T14" fmla="*/ 2147483647 w 98"/>
              <a:gd name="T15" fmla="*/ 2147483647 h 98"/>
              <a:gd name="T16" fmla="*/ 2147483647 w 98"/>
              <a:gd name="T17" fmla="*/ 0 h 98"/>
              <a:gd name="T18" fmla="*/ 2147483647 w 98"/>
              <a:gd name="T19" fmla="*/ 0 h 98"/>
              <a:gd name="T20" fmla="*/ 2147483647 w 98"/>
              <a:gd name="T21" fmla="*/ 0 h 98"/>
              <a:gd name="T22" fmla="*/ 2147483647 w 98"/>
              <a:gd name="T23" fmla="*/ 2147483647 h 98"/>
              <a:gd name="T24" fmla="*/ 2147483647 w 98"/>
              <a:gd name="T25" fmla="*/ 2147483647 h 98"/>
              <a:gd name="T26" fmla="*/ 2147483647 w 98"/>
              <a:gd name="T27" fmla="*/ 2147483647 h 98"/>
              <a:gd name="T28" fmla="*/ 2147483647 w 98"/>
              <a:gd name="T29" fmla="*/ 2147483647 h 98"/>
              <a:gd name="T30" fmla="*/ 2147483647 w 98"/>
              <a:gd name="T31" fmla="*/ 2147483647 h 98"/>
              <a:gd name="T32" fmla="*/ 2147483647 w 98"/>
              <a:gd name="T33" fmla="*/ 2147483647 h 98"/>
              <a:gd name="T34" fmla="*/ 2147483647 w 98"/>
              <a:gd name="T35" fmla="*/ 2147483647 h 98"/>
              <a:gd name="T36" fmla="*/ 2147483647 w 98"/>
              <a:gd name="T37" fmla="*/ 2147483647 h 98"/>
              <a:gd name="T38" fmla="*/ 2147483647 w 98"/>
              <a:gd name="T39" fmla="*/ 2147483647 h 98"/>
              <a:gd name="T40" fmla="*/ 2147483647 w 98"/>
              <a:gd name="T41" fmla="*/ 2147483647 h 98"/>
              <a:gd name="T42" fmla="*/ 2147483647 w 98"/>
              <a:gd name="T43" fmla="*/ 2147483647 h 98"/>
              <a:gd name="T44" fmla="*/ 2147483647 w 98"/>
              <a:gd name="T45" fmla="*/ 2147483647 h 98"/>
              <a:gd name="T46" fmla="*/ 2147483647 w 98"/>
              <a:gd name="T47" fmla="*/ 2147483647 h 98"/>
              <a:gd name="T48" fmla="*/ 2147483647 w 98"/>
              <a:gd name="T49" fmla="*/ 2147483647 h 98"/>
              <a:gd name="T50" fmla="*/ 2147483647 w 98"/>
              <a:gd name="T51" fmla="*/ 2147483647 h 98"/>
              <a:gd name="T52" fmla="*/ 2147483647 w 98"/>
              <a:gd name="T53" fmla="*/ 2147483647 h 98"/>
              <a:gd name="T54" fmla="*/ 2147483647 w 98"/>
              <a:gd name="T55" fmla="*/ 2147483647 h 98"/>
              <a:gd name="T56" fmla="*/ 2147483647 w 98"/>
              <a:gd name="T57" fmla="*/ 2147483647 h 98"/>
              <a:gd name="T58" fmla="*/ 2147483647 w 98"/>
              <a:gd name="T59" fmla="*/ 2147483647 h 98"/>
              <a:gd name="T60" fmla="*/ 2147483647 w 98"/>
              <a:gd name="T61" fmla="*/ 2147483647 h 98"/>
              <a:gd name="T62" fmla="*/ 2147483647 w 98"/>
              <a:gd name="T63" fmla="*/ 2147483647 h 98"/>
              <a:gd name="T64" fmla="*/ 2147483647 w 98"/>
              <a:gd name="T65" fmla="*/ 2147483647 h 98"/>
              <a:gd name="T66" fmla="*/ 2147483647 w 98"/>
              <a:gd name="T67" fmla="*/ 2147483647 h 98"/>
              <a:gd name="T68" fmla="*/ 2147483647 w 98"/>
              <a:gd name="T69" fmla="*/ 2147483647 h 98"/>
              <a:gd name="T70" fmla="*/ 2147483647 w 98"/>
              <a:gd name="T71" fmla="*/ 2147483647 h 98"/>
              <a:gd name="T72" fmla="*/ 2147483647 w 98"/>
              <a:gd name="T73" fmla="*/ 2147483647 h 98"/>
              <a:gd name="T74" fmla="*/ 2147483647 w 98"/>
              <a:gd name="T75" fmla="*/ 2147483647 h 98"/>
              <a:gd name="T76" fmla="*/ 0 w 98"/>
              <a:gd name="T77" fmla="*/ 2147483647 h 98"/>
              <a:gd name="T78" fmla="*/ 0 w 98"/>
              <a:gd name="T79" fmla="*/ 2147483647 h 98"/>
              <a:gd name="T80" fmla="*/ 2147483647 w 98"/>
              <a:gd name="T81" fmla="*/ 2147483647 h 98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98"/>
              <a:gd name="T124" fmla="*/ 0 h 98"/>
              <a:gd name="T125" fmla="*/ 98 w 98"/>
              <a:gd name="T126" fmla="*/ 98 h 98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98" h="98">
                <a:moveTo>
                  <a:pt x="2" y="36"/>
                </a:moveTo>
                <a:lnTo>
                  <a:pt x="6" y="27"/>
                </a:lnTo>
                <a:lnTo>
                  <a:pt x="11" y="18"/>
                </a:lnTo>
                <a:lnTo>
                  <a:pt x="18" y="11"/>
                </a:lnTo>
                <a:lnTo>
                  <a:pt x="26" y="6"/>
                </a:lnTo>
                <a:lnTo>
                  <a:pt x="30" y="3"/>
                </a:lnTo>
                <a:lnTo>
                  <a:pt x="35" y="2"/>
                </a:lnTo>
                <a:lnTo>
                  <a:pt x="39" y="1"/>
                </a:lnTo>
                <a:lnTo>
                  <a:pt x="44" y="0"/>
                </a:lnTo>
                <a:lnTo>
                  <a:pt x="48" y="0"/>
                </a:lnTo>
                <a:lnTo>
                  <a:pt x="54" y="0"/>
                </a:lnTo>
                <a:lnTo>
                  <a:pt x="58" y="1"/>
                </a:lnTo>
                <a:lnTo>
                  <a:pt x="63" y="2"/>
                </a:lnTo>
                <a:lnTo>
                  <a:pt x="71" y="6"/>
                </a:lnTo>
                <a:lnTo>
                  <a:pt x="80" y="11"/>
                </a:lnTo>
                <a:lnTo>
                  <a:pt x="87" y="18"/>
                </a:lnTo>
                <a:lnTo>
                  <a:pt x="93" y="26"/>
                </a:lnTo>
                <a:lnTo>
                  <a:pt x="96" y="35"/>
                </a:lnTo>
                <a:lnTo>
                  <a:pt x="98" y="44"/>
                </a:lnTo>
                <a:lnTo>
                  <a:pt x="98" y="54"/>
                </a:lnTo>
                <a:lnTo>
                  <a:pt x="96" y="64"/>
                </a:lnTo>
                <a:lnTo>
                  <a:pt x="93" y="73"/>
                </a:lnTo>
                <a:lnTo>
                  <a:pt x="87" y="80"/>
                </a:lnTo>
                <a:lnTo>
                  <a:pt x="80" y="87"/>
                </a:lnTo>
                <a:lnTo>
                  <a:pt x="73" y="93"/>
                </a:lnTo>
                <a:lnTo>
                  <a:pt x="68" y="95"/>
                </a:lnTo>
                <a:lnTo>
                  <a:pt x="64" y="96"/>
                </a:lnTo>
                <a:lnTo>
                  <a:pt x="59" y="97"/>
                </a:lnTo>
                <a:lnTo>
                  <a:pt x="55" y="98"/>
                </a:lnTo>
                <a:lnTo>
                  <a:pt x="49" y="98"/>
                </a:lnTo>
                <a:lnTo>
                  <a:pt x="45" y="98"/>
                </a:lnTo>
                <a:lnTo>
                  <a:pt x="39" y="97"/>
                </a:lnTo>
                <a:lnTo>
                  <a:pt x="35" y="96"/>
                </a:lnTo>
                <a:lnTo>
                  <a:pt x="26" y="93"/>
                </a:lnTo>
                <a:lnTo>
                  <a:pt x="18" y="87"/>
                </a:lnTo>
                <a:lnTo>
                  <a:pt x="11" y="80"/>
                </a:lnTo>
                <a:lnTo>
                  <a:pt x="6" y="73"/>
                </a:lnTo>
                <a:lnTo>
                  <a:pt x="2" y="64"/>
                </a:lnTo>
                <a:lnTo>
                  <a:pt x="0" y="55"/>
                </a:lnTo>
                <a:lnTo>
                  <a:pt x="0" y="45"/>
                </a:lnTo>
                <a:lnTo>
                  <a:pt x="2" y="36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5" name="Freeform 52">
            <a:extLst>
              <a:ext uri="{FF2B5EF4-FFF2-40B4-BE49-F238E27FC236}">
                <a16:creationId xmlns:a16="http://schemas.microsoft.com/office/drawing/2014/main" id="{7D814FA1-9D99-6DC2-8EED-FBACE1096950}"/>
              </a:ext>
            </a:extLst>
          </p:cNvPr>
          <p:cNvSpPr>
            <a:spLocks/>
          </p:cNvSpPr>
          <p:nvPr/>
        </p:nvSpPr>
        <p:spPr bwMode="auto">
          <a:xfrm>
            <a:off x="2659064" y="4087814"/>
            <a:ext cx="41275" cy="41275"/>
          </a:xfrm>
          <a:custGeom>
            <a:avLst/>
            <a:gdLst>
              <a:gd name="T0" fmla="*/ 2147483647 w 79"/>
              <a:gd name="T1" fmla="*/ 2147483647 h 78"/>
              <a:gd name="T2" fmla="*/ 2147483647 w 79"/>
              <a:gd name="T3" fmla="*/ 2147483647 h 78"/>
              <a:gd name="T4" fmla="*/ 2147483647 w 79"/>
              <a:gd name="T5" fmla="*/ 2147483647 h 78"/>
              <a:gd name="T6" fmla="*/ 2147483647 w 79"/>
              <a:gd name="T7" fmla="*/ 2147483647 h 78"/>
              <a:gd name="T8" fmla="*/ 2147483647 w 79"/>
              <a:gd name="T9" fmla="*/ 2147483647 h 78"/>
              <a:gd name="T10" fmla="*/ 2147483647 w 79"/>
              <a:gd name="T11" fmla="*/ 2147483647 h 78"/>
              <a:gd name="T12" fmla="*/ 2147483647 w 79"/>
              <a:gd name="T13" fmla="*/ 2147483647 h 78"/>
              <a:gd name="T14" fmla="*/ 2147483647 w 79"/>
              <a:gd name="T15" fmla="*/ 2147483647 h 78"/>
              <a:gd name="T16" fmla="*/ 2147483647 w 79"/>
              <a:gd name="T17" fmla="*/ 2147483647 h 78"/>
              <a:gd name="T18" fmla="*/ 2147483647 w 79"/>
              <a:gd name="T19" fmla="*/ 2147483647 h 78"/>
              <a:gd name="T20" fmla="*/ 2147483647 w 79"/>
              <a:gd name="T21" fmla="*/ 2147483647 h 78"/>
              <a:gd name="T22" fmla="*/ 2147483647 w 79"/>
              <a:gd name="T23" fmla="*/ 2147483647 h 78"/>
              <a:gd name="T24" fmla="*/ 2147483647 w 79"/>
              <a:gd name="T25" fmla="*/ 2147483647 h 78"/>
              <a:gd name="T26" fmla="*/ 2147483647 w 79"/>
              <a:gd name="T27" fmla="*/ 2147483647 h 78"/>
              <a:gd name="T28" fmla="*/ 2147483647 w 79"/>
              <a:gd name="T29" fmla="*/ 2147483647 h 78"/>
              <a:gd name="T30" fmla="*/ 2147483647 w 79"/>
              <a:gd name="T31" fmla="*/ 2147483647 h 78"/>
              <a:gd name="T32" fmla="*/ 2147483647 w 79"/>
              <a:gd name="T33" fmla="*/ 2147483647 h 78"/>
              <a:gd name="T34" fmla="*/ 2147483647 w 79"/>
              <a:gd name="T35" fmla="*/ 0 h 78"/>
              <a:gd name="T36" fmla="*/ 2147483647 w 79"/>
              <a:gd name="T37" fmla="*/ 0 h 78"/>
              <a:gd name="T38" fmla="*/ 2147483647 w 79"/>
              <a:gd name="T39" fmla="*/ 2147483647 h 78"/>
              <a:gd name="T40" fmla="*/ 2147483647 w 79"/>
              <a:gd name="T41" fmla="*/ 2147483647 h 78"/>
              <a:gd name="T42" fmla="*/ 2147483647 w 79"/>
              <a:gd name="T43" fmla="*/ 2147483647 h 78"/>
              <a:gd name="T44" fmla="*/ 2147483647 w 79"/>
              <a:gd name="T45" fmla="*/ 2147483647 h 78"/>
              <a:gd name="T46" fmla="*/ 2147483647 w 79"/>
              <a:gd name="T47" fmla="*/ 2147483647 h 78"/>
              <a:gd name="T48" fmla="*/ 2147483647 w 79"/>
              <a:gd name="T49" fmla="*/ 2147483647 h 78"/>
              <a:gd name="T50" fmla="*/ 0 w 79"/>
              <a:gd name="T51" fmla="*/ 2147483647 h 78"/>
              <a:gd name="T52" fmla="*/ 0 w 79"/>
              <a:gd name="T53" fmla="*/ 2147483647 h 78"/>
              <a:gd name="T54" fmla="*/ 2147483647 w 79"/>
              <a:gd name="T55" fmla="*/ 2147483647 h 78"/>
              <a:gd name="T56" fmla="*/ 2147483647 w 79"/>
              <a:gd name="T57" fmla="*/ 2147483647 h 78"/>
              <a:gd name="T58" fmla="*/ 2147483647 w 79"/>
              <a:gd name="T59" fmla="*/ 2147483647 h 78"/>
              <a:gd name="T60" fmla="*/ 2147483647 w 79"/>
              <a:gd name="T61" fmla="*/ 2147483647 h 78"/>
              <a:gd name="T62" fmla="*/ 2147483647 w 79"/>
              <a:gd name="T63" fmla="*/ 2147483647 h 78"/>
              <a:gd name="T64" fmla="*/ 2147483647 w 79"/>
              <a:gd name="T65" fmla="*/ 2147483647 h 78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w 79"/>
              <a:gd name="T100" fmla="*/ 0 h 78"/>
              <a:gd name="T101" fmla="*/ 79 w 79"/>
              <a:gd name="T102" fmla="*/ 78 h 78"/>
            </a:gdLst>
            <a:ahLst/>
            <a:cxnLst>
              <a:cxn ang="T66">
                <a:pos x="T0" y="T1"/>
              </a:cxn>
              <a:cxn ang="T67">
                <a:pos x="T2" y="T3"/>
              </a:cxn>
              <a:cxn ang="T68">
                <a:pos x="T4" y="T5"/>
              </a:cxn>
              <a:cxn ang="T69">
                <a:pos x="T6" y="T7"/>
              </a:cxn>
              <a:cxn ang="T70">
                <a:pos x="T8" y="T9"/>
              </a:cxn>
              <a:cxn ang="T71">
                <a:pos x="T10" y="T11"/>
              </a:cxn>
              <a:cxn ang="T72">
                <a:pos x="T12" y="T13"/>
              </a:cxn>
              <a:cxn ang="T73">
                <a:pos x="T14" y="T15"/>
              </a:cxn>
              <a:cxn ang="T74">
                <a:pos x="T16" y="T17"/>
              </a:cxn>
              <a:cxn ang="T75">
                <a:pos x="T18" y="T19"/>
              </a:cxn>
              <a:cxn ang="T76">
                <a:pos x="T20" y="T21"/>
              </a:cxn>
              <a:cxn ang="T77">
                <a:pos x="T22" y="T23"/>
              </a:cxn>
              <a:cxn ang="T78">
                <a:pos x="T24" y="T25"/>
              </a:cxn>
              <a:cxn ang="T79">
                <a:pos x="T26" y="T27"/>
              </a:cxn>
              <a:cxn ang="T80">
                <a:pos x="T28" y="T29"/>
              </a:cxn>
              <a:cxn ang="T81">
                <a:pos x="T30" y="T31"/>
              </a:cxn>
              <a:cxn ang="T82">
                <a:pos x="T32" y="T33"/>
              </a:cxn>
              <a:cxn ang="T83">
                <a:pos x="T34" y="T35"/>
              </a:cxn>
              <a:cxn ang="T84">
                <a:pos x="T36" y="T37"/>
              </a:cxn>
              <a:cxn ang="T85">
                <a:pos x="T38" y="T39"/>
              </a:cxn>
              <a:cxn ang="T86">
                <a:pos x="T40" y="T41"/>
              </a:cxn>
              <a:cxn ang="T87">
                <a:pos x="T42" y="T43"/>
              </a:cxn>
              <a:cxn ang="T88">
                <a:pos x="T44" y="T45"/>
              </a:cxn>
              <a:cxn ang="T89">
                <a:pos x="T46" y="T47"/>
              </a:cxn>
              <a:cxn ang="T90">
                <a:pos x="T48" y="T49"/>
              </a:cxn>
              <a:cxn ang="T91">
                <a:pos x="T50" y="T51"/>
              </a:cxn>
              <a:cxn ang="T92">
                <a:pos x="T52" y="T53"/>
              </a:cxn>
              <a:cxn ang="T93">
                <a:pos x="T54" y="T55"/>
              </a:cxn>
              <a:cxn ang="T94">
                <a:pos x="T56" y="T57"/>
              </a:cxn>
              <a:cxn ang="T95">
                <a:pos x="T58" y="T59"/>
              </a:cxn>
              <a:cxn ang="T96">
                <a:pos x="T60" y="T61"/>
              </a:cxn>
              <a:cxn ang="T97">
                <a:pos x="T62" y="T63"/>
              </a:cxn>
              <a:cxn ang="T98">
                <a:pos x="T64" y="T65"/>
              </a:cxn>
            </a:cxnLst>
            <a:rect l="T99" t="T100" r="T101" b="T102"/>
            <a:pathLst>
              <a:path w="79" h="78">
                <a:moveTo>
                  <a:pt x="28" y="77"/>
                </a:moveTo>
                <a:lnTo>
                  <a:pt x="36" y="78"/>
                </a:lnTo>
                <a:lnTo>
                  <a:pt x="44" y="78"/>
                </a:lnTo>
                <a:lnTo>
                  <a:pt x="51" y="77"/>
                </a:lnTo>
                <a:lnTo>
                  <a:pt x="58" y="74"/>
                </a:lnTo>
                <a:lnTo>
                  <a:pt x="65" y="69"/>
                </a:lnTo>
                <a:lnTo>
                  <a:pt x="69" y="64"/>
                </a:lnTo>
                <a:lnTo>
                  <a:pt x="74" y="58"/>
                </a:lnTo>
                <a:lnTo>
                  <a:pt x="77" y="50"/>
                </a:lnTo>
                <a:lnTo>
                  <a:pt x="79" y="42"/>
                </a:lnTo>
                <a:lnTo>
                  <a:pt x="79" y="35"/>
                </a:lnTo>
                <a:lnTo>
                  <a:pt x="77" y="27"/>
                </a:lnTo>
                <a:lnTo>
                  <a:pt x="74" y="20"/>
                </a:lnTo>
                <a:lnTo>
                  <a:pt x="69" y="13"/>
                </a:lnTo>
                <a:lnTo>
                  <a:pt x="64" y="9"/>
                </a:lnTo>
                <a:lnTo>
                  <a:pt x="58" y="4"/>
                </a:lnTo>
                <a:lnTo>
                  <a:pt x="50" y="1"/>
                </a:lnTo>
                <a:lnTo>
                  <a:pt x="43" y="0"/>
                </a:lnTo>
                <a:lnTo>
                  <a:pt x="35" y="0"/>
                </a:lnTo>
                <a:lnTo>
                  <a:pt x="27" y="1"/>
                </a:lnTo>
                <a:lnTo>
                  <a:pt x="20" y="4"/>
                </a:lnTo>
                <a:lnTo>
                  <a:pt x="13" y="9"/>
                </a:lnTo>
                <a:lnTo>
                  <a:pt x="9" y="15"/>
                </a:lnTo>
                <a:lnTo>
                  <a:pt x="5" y="21"/>
                </a:lnTo>
                <a:lnTo>
                  <a:pt x="1" y="28"/>
                </a:lnTo>
                <a:lnTo>
                  <a:pt x="0" y="36"/>
                </a:lnTo>
                <a:lnTo>
                  <a:pt x="0" y="44"/>
                </a:lnTo>
                <a:lnTo>
                  <a:pt x="1" y="51"/>
                </a:lnTo>
                <a:lnTo>
                  <a:pt x="5" y="58"/>
                </a:lnTo>
                <a:lnTo>
                  <a:pt x="8" y="65"/>
                </a:lnTo>
                <a:lnTo>
                  <a:pt x="13" y="70"/>
                </a:lnTo>
                <a:lnTo>
                  <a:pt x="20" y="74"/>
                </a:lnTo>
                <a:lnTo>
                  <a:pt x="28" y="77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6" name="Freeform 53">
            <a:extLst>
              <a:ext uri="{FF2B5EF4-FFF2-40B4-BE49-F238E27FC236}">
                <a16:creationId xmlns:a16="http://schemas.microsoft.com/office/drawing/2014/main" id="{7B9C4EC1-226A-84E8-F1F5-87DEFE02EC32}"/>
              </a:ext>
            </a:extLst>
          </p:cNvPr>
          <p:cNvSpPr>
            <a:spLocks/>
          </p:cNvSpPr>
          <p:nvPr/>
        </p:nvSpPr>
        <p:spPr bwMode="auto">
          <a:xfrm>
            <a:off x="2563814" y="4173538"/>
            <a:ext cx="71437" cy="127000"/>
          </a:xfrm>
          <a:custGeom>
            <a:avLst/>
            <a:gdLst>
              <a:gd name="T0" fmla="*/ 2147483647 w 134"/>
              <a:gd name="T1" fmla="*/ 2147483647 h 240"/>
              <a:gd name="T2" fmla="*/ 2147483647 w 134"/>
              <a:gd name="T3" fmla="*/ 2147483647 h 240"/>
              <a:gd name="T4" fmla="*/ 2147483647 w 134"/>
              <a:gd name="T5" fmla="*/ 2147483647 h 240"/>
              <a:gd name="T6" fmla="*/ 2147483647 w 134"/>
              <a:gd name="T7" fmla="*/ 2147483647 h 240"/>
              <a:gd name="T8" fmla="*/ 2147483647 w 134"/>
              <a:gd name="T9" fmla="*/ 2147483647 h 240"/>
              <a:gd name="T10" fmla="*/ 2147483647 w 134"/>
              <a:gd name="T11" fmla="*/ 2147483647 h 240"/>
              <a:gd name="T12" fmla="*/ 2147483647 w 134"/>
              <a:gd name="T13" fmla="*/ 2147483647 h 240"/>
              <a:gd name="T14" fmla="*/ 2147483647 w 134"/>
              <a:gd name="T15" fmla="*/ 2147483647 h 240"/>
              <a:gd name="T16" fmla="*/ 2147483647 w 134"/>
              <a:gd name="T17" fmla="*/ 2147483647 h 240"/>
              <a:gd name="T18" fmla="*/ 2147483647 w 134"/>
              <a:gd name="T19" fmla="*/ 2147483647 h 240"/>
              <a:gd name="T20" fmla="*/ 2147483647 w 134"/>
              <a:gd name="T21" fmla="*/ 2147483647 h 240"/>
              <a:gd name="T22" fmla="*/ 2147483647 w 134"/>
              <a:gd name="T23" fmla="*/ 2147483647 h 240"/>
              <a:gd name="T24" fmla="*/ 2147483647 w 134"/>
              <a:gd name="T25" fmla="*/ 2147483647 h 240"/>
              <a:gd name="T26" fmla="*/ 2147483647 w 134"/>
              <a:gd name="T27" fmla="*/ 2147483647 h 240"/>
              <a:gd name="T28" fmla="*/ 2147483647 w 134"/>
              <a:gd name="T29" fmla="*/ 2147483647 h 240"/>
              <a:gd name="T30" fmla="*/ 2147483647 w 134"/>
              <a:gd name="T31" fmla="*/ 2147483647 h 240"/>
              <a:gd name="T32" fmla="*/ 2147483647 w 134"/>
              <a:gd name="T33" fmla="*/ 2147483647 h 240"/>
              <a:gd name="T34" fmla="*/ 2147483647 w 134"/>
              <a:gd name="T35" fmla="*/ 2147483647 h 240"/>
              <a:gd name="T36" fmla="*/ 2147483647 w 134"/>
              <a:gd name="T37" fmla="*/ 2147483647 h 240"/>
              <a:gd name="T38" fmla="*/ 2147483647 w 134"/>
              <a:gd name="T39" fmla="*/ 2147483647 h 240"/>
              <a:gd name="T40" fmla="*/ 2147483647 w 134"/>
              <a:gd name="T41" fmla="*/ 2147483647 h 240"/>
              <a:gd name="T42" fmla="*/ 2147483647 w 134"/>
              <a:gd name="T43" fmla="*/ 2147483647 h 240"/>
              <a:gd name="T44" fmla="*/ 2147483647 w 134"/>
              <a:gd name="T45" fmla="*/ 2147483647 h 240"/>
              <a:gd name="T46" fmla="*/ 2147483647 w 134"/>
              <a:gd name="T47" fmla="*/ 2147483647 h 240"/>
              <a:gd name="T48" fmla="*/ 2147483647 w 134"/>
              <a:gd name="T49" fmla="*/ 2147483647 h 240"/>
              <a:gd name="T50" fmla="*/ 2147483647 w 134"/>
              <a:gd name="T51" fmla="*/ 2147483647 h 240"/>
              <a:gd name="T52" fmla="*/ 0 w 134"/>
              <a:gd name="T53" fmla="*/ 2147483647 h 240"/>
              <a:gd name="T54" fmla="*/ 2147483647 w 134"/>
              <a:gd name="T55" fmla="*/ 2147483647 h 240"/>
              <a:gd name="T56" fmla="*/ 2147483647 w 134"/>
              <a:gd name="T57" fmla="*/ 2147483647 h 240"/>
              <a:gd name="T58" fmla="*/ 2147483647 w 134"/>
              <a:gd name="T59" fmla="*/ 2147483647 h 240"/>
              <a:gd name="T60" fmla="*/ 2147483647 w 134"/>
              <a:gd name="T61" fmla="*/ 2147483647 h 240"/>
              <a:gd name="T62" fmla="*/ 2147483647 w 134"/>
              <a:gd name="T63" fmla="*/ 2147483647 h 240"/>
              <a:gd name="T64" fmla="*/ 2147483647 w 134"/>
              <a:gd name="T65" fmla="*/ 2147483647 h 240"/>
              <a:gd name="T66" fmla="*/ 2147483647 w 134"/>
              <a:gd name="T67" fmla="*/ 2147483647 h 240"/>
              <a:gd name="T68" fmla="*/ 2147483647 w 134"/>
              <a:gd name="T69" fmla="*/ 2147483647 h 240"/>
              <a:gd name="T70" fmla="*/ 2147483647 w 134"/>
              <a:gd name="T71" fmla="*/ 2147483647 h 240"/>
              <a:gd name="T72" fmla="*/ 2147483647 w 134"/>
              <a:gd name="T73" fmla="*/ 2147483647 h 240"/>
              <a:gd name="T74" fmla="*/ 2147483647 w 134"/>
              <a:gd name="T75" fmla="*/ 2147483647 h 240"/>
              <a:gd name="T76" fmla="*/ 2147483647 w 134"/>
              <a:gd name="T77" fmla="*/ 0 h 240"/>
              <a:gd name="T78" fmla="*/ 2147483647 w 134"/>
              <a:gd name="T79" fmla="*/ 0 h 240"/>
              <a:gd name="T80" fmla="*/ 2147483647 w 134"/>
              <a:gd name="T81" fmla="*/ 2147483647 h 240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34"/>
              <a:gd name="T124" fmla="*/ 0 h 240"/>
              <a:gd name="T125" fmla="*/ 134 w 134"/>
              <a:gd name="T126" fmla="*/ 240 h 240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34" h="240">
                <a:moveTo>
                  <a:pt x="103" y="1"/>
                </a:moveTo>
                <a:lnTo>
                  <a:pt x="114" y="7"/>
                </a:lnTo>
                <a:lnTo>
                  <a:pt x="122" y="17"/>
                </a:lnTo>
                <a:lnTo>
                  <a:pt x="129" y="30"/>
                </a:lnTo>
                <a:lnTo>
                  <a:pt x="133" y="47"/>
                </a:lnTo>
                <a:lnTo>
                  <a:pt x="134" y="67"/>
                </a:lnTo>
                <a:lnTo>
                  <a:pt x="134" y="89"/>
                </a:lnTo>
                <a:lnTo>
                  <a:pt x="131" y="113"/>
                </a:lnTo>
                <a:lnTo>
                  <a:pt x="124" y="137"/>
                </a:lnTo>
                <a:lnTo>
                  <a:pt x="119" y="154"/>
                </a:lnTo>
                <a:lnTo>
                  <a:pt x="112" y="170"/>
                </a:lnTo>
                <a:lnTo>
                  <a:pt x="105" y="184"/>
                </a:lnTo>
                <a:lnTo>
                  <a:pt x="98" y="198"/>
                </a:lnTo>
                <a:lnTo>
                  <a:pt x="89" y="210"/>
                </a:lnTo>
                <a:lnTo>
                  <a:pt x="80" y="220"/>
                </a:lnTo>
                <a:lnTo>
                  <a:pt x="71" y="228"/>
                </a:lnTo>
                <a:lnTo>
                  <a:pt x="61" y="234"/>
                </a:lnTo>
                <a:lnTo>
                  <a:pt x="53" y="238"/>
                </a:lnTo>
                <a:lnTo>
                  <a:pt x="46" y="240"/>
                </a:lnTo>
                <a:lnTo>
                  <a:pt x="40" y="240"/>
                </a:lnTo>
                <a:lnTo>
                  <a:pt x="33" y="239"/>
                </a:lnTo>
                <a:lnTo>
                  <a:pt x="26" y="237"/>
                </a:lnTo>
                <a:lnTo>
                  <a:pt x="21" y="232"/>
                </a:lnTo>
                <a:lnTo>
                  <a:pt x="15" y="227"/>
                </a:lnTo>
                <a:lnTo>
                  <a:pt x="11" y="220"/>
                </a:lnTo>
                <a:lnTo>
                  <a:pt x="3" y="198"/>
                </a:lnTo>
                <a:lnTo>
                  <a:pt x="0" y="170"/>
                </a:lnTo>
                <a:lnTo>
                  <a:pt x="3" y="137"/>
                </a:lnTo>
                <a:lnTo>
                  <a:pt x="11" y="103"/>
                </a:lnTo>
                <a:lnTo>
                  <a:pt x="16" y="86"/>
                </a:lnTo>
                <a:lnTo>
                  <a:pt x="23" y="70"/>
                </a:lnTo>
                <a:lnTo>
                  <a:pt x="30" y="56"/>
                </a:lnTo>
                <a:lnTo>
                  <a:pt x="37" y="42"/>
                </a:lnTo>
                <a:lnTo>
                  <a:pt x="46" y="30"/>
                </a:lnTo>
                <a:lnTo>
                  <a:pt x="55" y="20"/>
                </a:lnTo>
                <a:lnTo>
                  <a:pt x="64" y="12"/>
                </a:lnTo>
                <a:lnTo>
                  <a:pt x="74" y="6"/>
                </a:lnTo>
                <a:lnTo>
                  <a:pt x="82" y="2"/>
                </a:lnTo>
                <a:lnTo>
                  <a:pt x="89" y="0"/>
                </a:lnTo>
                <a:lnTo>
                  <a:pt x="97" y="0"/>
                </a:lnTo>
                <a:lnTo>
                  <a:pt x="103" y="1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7" name="Freeform 54">
            <a:extLst>
              <a:ext uri="{FF2B5EF4-FFF2-40B4-BE49-F238E27FC236}">
                <a16:creationId xmlns:a16="http://schemas.microsoft.com/office/drawing/2014/main" id="{B4996967-DD71-59E6-9006-3668660405EE}"/>
              </a:ext>
            </a:extLst>
          </p:cNvPr>
          <p:cNvSpPr>
            <a:spLocks/>
          </p:cNvSpPr>
          <p:nvPr/>
        </p:nvSpPr>
        <p:spPr bwMode="auto">
          <a:xfrm>
            <a:off x="2570164" y="4178301"/>
            <a:ext cx="60325" cy="117475"/>
          </a:xfrm>
          <a:custGeom>
            <a:avLst/>
            <a:gdLst>
              <a:gd name="T0" fmla="*/ 2147483647 w 112"/>
              <a:gd name="T1" fmla="*/ 2147483647 h 222"/>
              <a:gd name="T2" fmla="*/ 2147483647 w 112"/>
              <a:gd name="T3" fmla="*/ 2147483647 h 222"/>
              <a:gd name="T4" fmla="*/ 2147483647 w 112"/>
              <a:gd name="T5" fmla="*/ 2147483647 h 222"/>
              <a:gd name="T6" fmla="*/ 2147483647 w 112"/>
              <a:gd name="T7" fmla="*/ 2147483647 h 222"/>
              <a:gd name="T8" fmla="*/ 2147483647 w 112"/>
              <a:gd name="T9" fmla="*/ 2147483647 h 222"/>
              <a:gd name="T10" fmla="*/ 2147483647 w 112"/>
              <a:gd name="T11" fmla="*/ 2147483647 h 222"/>
              <a:gd name="T12" fmla="*/ 2147483647 w 112"/>
              <a:gd name="T13" fmla="*/ 2147483647 h 222"/>
              <a:gd name="T14" fmla="*/ 2147483647 w 112"/>
              <a:gd name="T15" fmla="*/ 2147483647 h 222"/>
              <a:gd name="T16" fmla="*/ 2147483647 w 112"/>
              <a:gd name="T17" fmla="*/ 2147483647 h 222"/>
              <a:gd name="T18" fmla="*/ 2147483647 w 112"/>
              <a:gd name="T19" fmla="*/ 2147483647 h 222"/>
              <a:gd name="T20" fmla="*/ 2147483647 w 112"/>
              <a:gd name="T21" fmla="*/ 2147483647 h 222"/>
              <a:gd name="T22" fmla="*/ 2147483647 w 112"/>
              <a:gd name="T23" fmla="*/ 2147483647 h 222"/>
              <a:gd name="T24" fmla="*/ 2147483647 w 112"/>
              <a:gd name="T25" fmla="*/ 2147483647 h 222"/>
              <a:gd name="T26" fmla="*/ 2147483647 w 112"/>
              <a:gd name="T27" fmla="*/ 2147483647 h 222"/>
              <a:gd name="T28" fmla="*/ 2147483647 w 112"/>
              <a:gd name="T29" fmla="*/ 2147483647 h 222"/>
              <a:gd name="T30" fmla="*/ 2147483647 w 112"/>
              <a:gd name="T31" fmla="*/ 2147483647 h 222"/>
              <a:gd name="T32" fmla="*/ 2147483647 w 112"/>
              <a:gd name="T33" fmla="*/ 2147483647 h 222"/>
              <a:gd name="T34" fmla="*/ 2147483647 w 112"/>
              <a:gd name="T35" fmla="*/ 2147483647 h 222"/>
              <a:gd name="T36" fmla="*/ 2147483647 w 112"/>
              <a:gd name="T37" fmla="*/ 2147483647 h 222"/>
              <a:gd name="T38" fmla="*/ 2147483647 w 112"/>
              <a:gd name="T39" fmla="*/ 2147483647 h 222"/>
              <a:gd name="T40" fmla="*/ 2147483647 w 112"/>
              <a:gd name="T41" fmla="*/ 2147483647 h 222"/>
              <a:gd name="T42" fmla="*/ 2147483647 w 112"/>
              <a:gd name="T43" fmla="*/ 0 h 222"/>
              <a:gd name="T44" fmla="*/ 2147483647 w 112"/>
              <a:gd name="T45" fmla="*/ 2147483647 h 222"/>
              <a:gd name="T46" fmla="*/ 2147483647 w 112"/>
              <a:gd name="T47" fmla="*/ 2147483647 h 222"/>
              <a:gd name="T48" fmla="*/ 2147483647 w 112"/>
              <a:gd name="T49" fmla="*/ 2147483647 h 222"/>
              <a:gd name="T50" fmla="*/ 2147483647 w 112"/>
              <a:gd name="T51" fmla="*/ 2147483647 h 222"/>
              <a:gd name="T52" fmla="*/ 2147483647 w 112"/>
              <a:gd name="T53" fmla="*/ 2147483647 h 222"/>
              <a:gd name="T54" fmla="*/ 2147483647 w 112"/>
              <a:gd name="T55" fmla="*/ 2147483647 h 222"/>
              <a:gd name="T56" fmla="*/ 2147483647 w 112"/>
              <a:gd name="T57" fmla="*/ 2147483647 h 222"/>
              <a:gd name="T58" fmla="*/ 2147483647 w 112"/>
              <a:gd name="T59" fmla="*/ 2147483647 h 222"/>
              <a:gd name="T60" fmla="*/ 2147483647 w 112"/>
              <a:gd name="T61" fmla="*/ 2147483647 h 222"/>
              <a:gd name="T62" fmla="*/ 2147483647 w 112"/>
              <a:gd name="T63" fmla="*/ 2147483647 h 222"/>
              <a:gd name="T64" fmla="*/ 2147483647 w 112"/>
              <a:gd name="T65" fmla="*/ 2147483647 h 222"/>
              <a:gd name="T66" fmla="*/ 0 w 112"/>
              <a:gd name="T67" fmla="*/ 2147483647 h 222"/>
              <a:gd name="T68" fmla="*/ 0 w 112"/>
              <a:gd name="T69" fmla="*/ 2147483647 h 222"/>
              <a:gd name="T70" fmla="*/ 2147483647 w 112"/>
              <a:gd name="T71" fmla="*/ 2147483647 h 222"/>
              <a:gd name="T72" fmla="*/ 2147483647 w 112"/>
              <a:gd name="T73" fmla="*/ 2147483647 h 222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w 112"/>
              <a:gd name="T112" fmla="*/ 0 h 222"/>
              <a:gd name="T113" fmla="*/ 112 w 112"/>
              <a:gd name="T114" fmla="*/ 222 h 222"/>
            </a:gdLst>
            <a:ahLst/>
            <a:cxnLst>
              <a:cxn ang="T74">
                <a:pos x="T0" y="T1"/>
              </a:cxn>
              <a:cxn ang="T75">
                <a:pos x="T2" y="T3"/>
              </a:cxn>
              <a:cxn ang="T76">
                <a:pos x="T4" y="T5"/>
              </a:cxn>
              <a:cxn ang="T77">
                <a:pos x="T6" y="T7"/>
              </a:cxn>
              <a:cxn ang="T78">
                <a:pos x="T8" y="T9"/>
              </a:cxn>
              <a:cxn ang="T79">
                <a:pos x="T10" y="T11"/>
              </a:cxn>
              <a:cxn ang="T80">
                <a:pos x="T12" y="T13"/>
              </a:cxn>
              <a:cxn ang="T81">
                <a:pos x="T14" y="T15"/>
              </a:cxn>
              <a:cxn ang="T82">
                <a:pos x="T16" y="T17"/>
              </a:cxn>
              <a:cxn ang="T83">
                <a:pos x="T18" y="T19"/>
              </a:cxn>
              <a:cxn ang="T84">
                <a:pos x="T20" y="T21"/>
              </a:cxn>
              <a:cxn ang="T85">
                <a:pos x="T22" y="T23"/>
              </a:cxn>
              <a:cxn ang="T86">
                <a:pos x="T24" y="T25"/>
              </a:cxn>
              <a:cxn ang="T87">
                <a:pos x="T26" y="T27"/>
              </a:cxn>
              <a:cxn ang="T88">
                <a:pos x="T28" y="T29"/>
              </a:cxn>
              <a:cxn ang="T89">
                <a:pos x="T30" y="T31"/>
              </a:cxn>
              <a:cxn ang="T90">
                <a:pos x="T32" y="T33"/>
              </a:cxn>
              <a:cxn ang="T91">
                <a:pos x="T34" y="T35"/>
              </a:cxn>
              <a:cxn ang="T92">
                <a:pos x="T36" y="T37"/>
              </a:cxn>
              <a:cxn ang="T93">
                <a:pos x="T38" y="T39"/>
              </a:cxn>
              <a:cxn ang="T94">
                <a:pos x="T40" y="T41"/>
              </a:cxn>
              <a:cxn ang="T95">
                <a:pos x="T42" y="T43"/>
              </a:cxn>
              <a:cxn ang="T96">
                <a:pos x="T44" y="T45"/>
              </a:cxn>
              <a:cxn ang="T97">
                <a:pos x="T46" y="T47"/>
              </a:cxn>
              <a:cxn ang="T98">
                <a:pos x="T48" y="T49"/>
              </a:cxn>
              <a:cxn ang="T99">
                <a:pos x="T50" y="T51"/>
              </a:cxn>
              <a:cxn ang="T100">
                <a:pos x="T52" y="T53"/>
              </a:cxn>
              <a:cxn ang="T101">
                <a:pos x="T54" y="T55"/>
              </a:cxn>
              <a:cxn ang="T102">
                <a:pos x="T56" y="T57"/>
              </a:cxn>
              <a:cxn ang="T103">
                <a:pos x="T58" y="T59"/>
              </a:cxn>
              <a:cxn ang="T104">
                <a:pos x="T60" y="T61"/>
              </a:cxn>
              <a:cxn ang="T105">
                <a:pos x="T62" y="T63"/>
              </a:cxn>
              <a:cxn ang="T106">
                <a:pos x="T64" y="T65"/>
              </a:cxn>
              <a:cxn ang="T107">
                <a:pos x="T66" y="T67"/>
              </a:cxn>
              <a:cxn ang="T108">
                <a:pos x="T68" y="T69"/>
              </a:cxn>
              <a:cxn ang="T109">
                <a:pos x="T70" y="T71"/>
              </a:cxn>
              <a:cxn ang="T110">
                <a:pos x="T72" y="T73"/>
              </a:cxn>
            </a:cxnLst>
            <a:rect l="T111" t="T112" r="T113" b="T114"/>
            <a:pathLst>
              <a:path w="112" h="222">
                <a:moveTo>
                  <a:pt x="23" y="221"/>
                </a:moveTo>
                <a:lnTo>
                  <a:pt x="29" y="222"/>
                </a:lnTo>
                <a:lnTo>
                  <a:pt x="33" y="222"/>
                </a:lnTo>
                <a:lnTo>
                  <a:pt x="39" y="220"/>
                </a:lnTo>
                <a:lnTo>
                  <a:pt x="44" y="218"/>
                </a:lnTo>
                <a:lnTo>
                  <a:pt x="53" y="212"/>
                </a:lnTo>
                <a:lnTo>
                  <a:pt x="61" y="204"/>
                </a:lnTo>
                <a:lnTo>
                  <a:pt x="70" y="194"/>
                </a:lnTo>
                <a:lnTo>
                  <a:pt x="78" y="183"/>
                </a:lnTo>
                <a:lnTo>
                  <a:pt x="85" y="170"/>
                </a:lnTo>
                <a:lnTo>
                  <a:pt x="92" y="156"/>
                </a:lnTo>
                <a:lnTo>
                  <a:pt x="98" y="141"/>
                </a:lnTo>
                <a:lnTo>
                  <a:pt x="104" y="125"/>
                </a:lnTo>
                <a:lnTo>
                  <a:pt x="110" y="93"/>
                </a:lnTo>
                <a:lnTo>
                  <a:pt x="112" y="62"/>
                </a:lnTo>
                <a:lnTo>
                  <a:pt x="110" y="37"/>
                </a:lnTo>
                <a:lnTo>
                  <a:pt x="104" y="16"/>
                </a:lnTo>
                <a:lnTo>
                  <a:pt x="100" y="10"/>
                </a:lnTo>
                <a:lnTo>
                  <a:pt x="97" y="7"/>
                </a:lnTo>
                <a:lnTo>
                  <a:pt x="92" y="3"/>
                </a:lnTo>
                <a:lnTo>
                  <a:pt x="88" y="1"/>
                </a:lnTo>
                <a:lnTo>
                  <a:pt x="83" y="0"/>
                </a:lnTo>
                <a:lnTo>
                  <a:pt x="78" y="1"/>
                </a:lnTo>
                <a:lnTo>
                  <a:pt x="72" y="2"/>
                </a:lnTo>
                <a:lnTo>
                  <a:pt x="67" y="4"/>
                </a:lnTo>
                <a:lnTo>
                  <a:pt x="58" y="10"/>
                </a:lnTo>
                <a:lnTo>
                  <a:pt x="50" y="18"/>
                </a:lnTo>
                <a:lnTo>
                  <a:pt x="42" y="28"/>
                </a:lnTo>
                <a:lnTo>
                  <a:pt x="34" y="39"/>
                </a:lnTo>
                <a:lnTo>
                  <a:pt x="26" y="51"/>
                </a:lnTo>
                <a:lnTo>
                  <a:pt x="20" y="66"/>
                </a:lnTo>
                <a:lnTo>
                  <a:pt x="13" y="81"/>
                </a:lnTo>
                <a:lnTo>
                  <a:pt x="7" y="97"/>
                </a:lnTo>
                <a:lnTo>
                  <a:pt x="0" y="141"/>
                </a:lnTo>
                <a:lnTo>
                  <a:pt x="0" y="179"/>
                </a:lnTo>
                <a:lnTo>
                  <a:pt x="7" y="206"/>
                </a:lnTo>
                <a:lnTo>
                  <a:pt x="23" y="221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8" name="Freeform 55">
            <a:extLst>
              <a:ext uri="{FF2B5EF4-FFF2-40B4-BE49-F238E27FC236}">
                <a16:creationId xmlns:a16="http://schemas.microsoft.com/office/drawing/2014/main" id="{E4DF59AE-9619-FBF0-4F49-4AC7C347B03F}"/>
              </a:ext>
            </a:extLst>
          </p:cNvPr>
          <p:cNvSpPr>
            <a:spLocks/>
          </p:cNvSpPr>
          <p:nvPr/>
        </p:nvSpPr>
        <p:spPr bwMode="auto">
          <a:xfrm>
            <a:off x="2557464" y="4564064"/>
            <a:ext cx="263525" cy="111125"/>
          </a:xfrm>
          <a:custGeom>
            <a:avLst/>
            <a:gdLst>
              <a:gd name="T0" fmla="*/ 2147483647 w 497"/>
              <a:gd name="T1" fmla="*/ 0 h 212"/>
              <a:gd name="T2" fmla="*/ 2147483647 w 497"/>
              <a:gd name="T3" fmla="*/ 2147483647 h 212"/>
              <a:gd name="T4" fmla="*/ 2147483647 w 497"/>
              <a:gd name="T5" fmla="*/ 2147483647 h 212"/>
              <a:gd name="T6" fmla="*/ 2147483647 w 497"/>
              <a:gd name="T7" fmla="*/ 2147483647 h 212"/>
              <a:gd name="T8" fmla="*/ 2147483647 w 497"/>
              <a:gd name="T9" fmla="*/ 2147483647 h 212"/>
              <a:gd name="T10" fmla="*/ 2147483647 w 497"/>
              <a:gd name="T11" fmla="*/ 2147483647 h 212"/>
              <a:gd name="T12" fmla="*/ 2147483647 w 497"/>
              <a:gd name="T13" fmla="*/ 2147483647 h 212"/>
              <a:gd name="T14" fmla="*/ 2147483647 w 497"/>
              <a:gd name="T15" fmla="*/ 2147483647 h 212"/>
              <a:gd name="T16" fmla="*/ 2147483647 w 497"/>
              <a:gd name="T17" fmla="*/ 2147483647 h 212"/>
              <a:gd name="T18" fmla="*/ 2147483647 w 497"/>
              <a:gd name="T19" fmla="*/ 2147483647 h 212"/>
              <a:gd name="T20" fmla="*/ 2147483647 w 497"/>
              <a:gd name="T21" fmla="*/ 2147483647 h 212"/>
              <a:gd name="T22" fmla="*/ 0 w 497"/>
              <a:gd name="T23" fmla="*/ 2147483647 h 212"/>
              <a:gd name="T24" fmla="*/ 2147483647 w 497"/>
              <a:gd name="T25" fmla="*/ 0 h 212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497"/>
              <a:gd name="T40" fmla="*/ 0 h 212"/>
              <a:gd name="T41" fmla="*/ 497 w 497"/>
              <a:gd name="T42" fmla="*/ 212 h 212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497" h="212">
                <a:moveTo>
                  <a:pt x="30" y="0"/>
                </a:moveTo>
                <a:lnTo>
                  <a:pt x="497" y="137"/>
                </a:lnTo>
                <a:lnTo>
                  <a:pt x="493" y="152"/>
                </a:lnTo>
                <a:lnTo>
                  <a:pt x="479" y="160"/>
                </a:lnTo>
                <a:lnTo>
                  <a:pt x="465" y="169"/>
                </a:lnTo>
                <a:lnTo>
                  <a:pt x="450" y="177"/>
                </a:lnTo>
                <a:lnTo>
                  <a:pt x="437" y="183"/>
                </a:lnTo>
                <a:lnTo>
                  <a:pt x="422" y="191"/>
                </a:lnTo>
                <a:lnTo>
                  <a:pt x="408" y="199"/>
                </a:lnTo>
                <a:lnTo>
                  <a:pt x="392" y="206"/>
                </a:lnTo>
                <a:lnTo>
                  <a:pt x="378" y="212"/>
                </a:lnTo>
                <a:lnTo>
                  <a:pt x="0" y="102"/>
                </a:lnTo>
                <a:lnTo>
                  <a:pt x="30" y="0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699" name="Freeform 56">
            <a:extLst>
              <a:ext uri="{FF2B5EF4-FFF2-40B4-BE49-F238E27FC236}">
                <a16:creationId xmlns:a16="http://schemas.microsoft.com/office/drawing/2014/main" id="{81E310ED-F04A-0027-069B-A5E87B61065E}"/>
              </a:ext>
            </a:extLst>
          </p:cNvPr>
          <p:cNvSpPr>
            <a:spLocks/>
          </p:cNvSpPr>
          <p:nvPr/>
        </p:nvSpPr>
        <p:spPr bwMode="auto">
          <a:xfrm>
            <a:off x="2563814" y="4568826"/>
            <a:ext cx="250825" cy="104775"/>
          </a:xfrm>
          <a:custGeom>
            <a:avLst/>
            <a:gdLst>
              <a:gd name="T0" fmla="*/ 2147483647 w 473"/>
              <a:gd name="T1" fmla="*/ 2147483647 h 196"/>
              <a:gd name="T2" fmla="*/ 2147483647 w 473"/>
              <a:gd name="T3" fmla="*/ 2147483647 h 196"/>
              <a:gd name="T4" fmla="*/ 2147483647 w 473"/>
              <a:gd name="T5" fmla="*/ 2147483647 h 196"/>
              <a:gd name="T6" fmla="*/ 2147483647 w 473"/>
              <a:gd name="T7" fmla="*/ 2147483647 h 196"/>
              <a:gd name="T8" fmla="*/ 2147483647 w 473"/>
              <a:gd name="T9" fmla="*/ 2147483647 h 196"/>
              <a:gd name="T10" fmla="*/ 2147483647 w 473"/>
              <a:gd name="T11" fmla="*/ 2147483647 h 196"/>
              <a:gd name="T12" fmla="*/ 2147483647 w 473"/>
              <a:gd name="T13" fmla="*/ 2147483647 h 196"/>
              <a:gd name="T14" fmla="*/ 2147483647 w 473"/>
              <a:gd name="T15" fmla="*/ 2147483647 h 196"/>
              <a:gd name="T16" fmla="*/ 2147483647 w 473"/>
              <a:gd name="T17" fmla="*/ 2147483647 h 196"/>
              <a:gd name="T18" fmla="*/ 2147483647 w 473"/>
              <a:gd name="T19" fmla="*/ 2147483647 h 196"/>
              <a:gd name="T20" fmla="*/ 2147483647 w 473"/>
              <a:gd name="T21" fmla="*/ 2147483647 h 196"/>
              <a:gd name="T22" fmla="*/ 2147483647 w 473"/>
              <a:gd name="T23" fmla="*/ 2147483647 h 196"/>
              <a:gd name="T24" fmla="*/ 2147483647 w 473"/>
              <a:gd name="T25" fmla="*/ 2147483647 h 196"/>
              <a:gd name="T26" fmla="*/ 2147483647 w 473"/>
              <a:gd name="T27" fmla="*/ 2147483647 h 196"/>
              <a:gd name="T28" fmla="*/ 2147483647 w 473"/>
              <a:gd name="T29" fmla="*/ 2147483647 h 196"/>
              <a:gd name="T30" fmla="*/ 2147483647 w 473"/>
              <a:gd name="T31" fmla="*/ 2147483647 h 196"/>
              <a:gd name="T32" fmla="*/ 2147483647 w 473"/>
              <a:gd name="T33" fmla="*/ 2147483647 h 196"/>
              <a:gd name="T34" fmla="*/ 2147483647 w 473"/>
              <a:gd name="T35" fmla="*/ 2147483647 h 196"/>
              <a:gd name="T36" fmla="*/ 0 w 473"/>
              <a:gd name="T37" fmla="*/ 2147483647 h 196"/>
              <a:gd name="T38" fmla="*/ 2147483647 w 473"/>
              <a:gd name="T39" fmla="*/ 0 h 196"/>
              <a:gd name="T40" fmla="*/ 2147483647 w 473"/>
              <a:gd name="T41" fmla="*/ 2147483647 h 19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w 473"/>
              <a:gd name="T64" fmla="*/ 0 h 196"/>
              <a:gd name="T65" fmla="*/ 473 w 473"/>
              <a:gd name="T66" fmla="*/ 196 h 196"/>
            </a:gdLst>
            <a:ahLst/>
            <a:cxnLst>
              <a:cxn ang="T42">
                <a:pos x="T0" y="T1"/>
              </a:cxn>
              <a:cxn ang="T43">
                <a:pos x="T2" y="T3"/>
              </a:cxn>
              <a:cxn ang="T44">
                <a:pos x="T4" y="T5"/>
              </a:cxn>
              <a:cxn ang="T45">
                <a:pos x="T6" y="T7"/>
              </a:cxn>
              <a:cxn ang="T46">
                <a:pos x="T8" y="T9"/>
              </a:cxn>
              <a:cxn ang="T47">
                <a:pos x="T10" y="T11"/>
              </a:cxn>
              <a:cxn ang="T48">
                <a:pos x="T12" y="T13"/>
              </a:cxn>
              <a:cxn ang="T49">
                <a:pos x="T14" y="T15"/>
              </a:cxn>
              <a:cxn ang="T50">
                <a:pos x="T16" y="T17"/>
              </a:cxn>
              <a:cxn ang="T51">
                <a:pos x="T18" y="T19"/>
              </a:cxn>
              <a:cxn ang="T52">
                <a:pos x="T20" y="T21"/>
              </a:cxn>
              <a:cxn ang="T53">
                <a:pos x="T22" y="T23"/>
              </a:cxn>
              <a:cxn ang="T54">
                <a:pos x="T24" y="T25"/>
              </a:cxn>
              <a:cxn ang="T55">
                <a:pos x="T26" y="T27"/>
              </a:cxn>
              <a:cxn ang="T56">
                <a:pos x="T28" y="T29"/>
              </a:cxn>
              <a:cxn ang="T57">
                <a:pos x="T30" y="T31"/>
              </a:cxn>
              <a:cxn ang="T58">
                <a:pos x="T32" y="T33"/>
              </a:cxn>
              <a:cxn ang="T59">
                <a:pos x="T34" y="T35"/>
              </a:cxn>
              <a:cxn ang="T60">
                <a:pos x="T36" y="T37"/>
              </a:cxn>
              <a:cxn ang="T61">
                <a:pos x="T38" y="T39"/>
              </a:cxn>
              <a:cxn ang="T62">
                <a:pos x="T40" y="T41"/>
              </a:cxn>
            </a:cxnLst>
            <a:rect l="T63" t="T64" r="T65" b="T66"/>
            <a:pathLst>
              <a:path w="473" h="196">
                <a:moveTo>
                  <a:pt x="473" y="132"/>
                </a:moveTo>
                <a:lnTo>
                  <a:pt x="468" y="148"/>
                </a:lnTo>
                <a:lnTo>
                  <a:pt x="457" y="154"/>
                </a:lnTo>
                <a:lnTo>
                  <a:pt x="446" y="161"/>
                </a:lnTo>
                <a:lnTo>
                  <a:pt x="436" y="167"/>
                </a:lnTo>
                <a:lnTo>
                  <a:pt x="425" y="173"/>
                </a:lnTo>
                <a:lnTo>
                  <a:pt x="414" y="179"/>
                </a:lnTo>
                <a:lnTo>
                  <a:pt x="403" y="185"/>
                </a:lnTo>
                <a:lnTo>
                  <a:pt x="390" y="190"/>
                </a:lnTo>
                <a:lnTo>
                  <a:pt x="379" y="196"/>
                </a:lnTo>
                <a:lnTo>
                  <a:pt x="337" y="183"/>
                </a:lnTo>
                <a:lnTo>
                  <a:pt x="361" y="101"/>
                </a:lnTo>
                <a:lnTo>
                  <a:pt x="352" y="99"/>
                </a:lnTo>
                <a:lnTo>
                  <a:pt x="328" y="180"/>
                </a:lnTo>
                <a:lnTo>
                  <a:pt x="137" y="124"/>
                </a:lnTo>
                <a:lnTo>
                  <a:pt x="160" y="43"/>
                </a:lnTo>
                <a:lnTo>
                  <a:pt x="151" y="39"/>
                </a:lnTo>
                <a:lnTo>
                  <a:pt x="127" y="121"/>
                </a:lnTo>
                <a:lnTo>
                  <a:pt x="0" y="84"/>
                </a:lnTo>
                <a:lnTo>
                  <a:pt x="25" y="0"/>
                </a:lnTo>
                <a:lnTo>
                  <a:pt x="473" y="132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0" name="Freeform 57">
            <a:extLst>
              <a:ext uri="{FF2B5EF4-FFF2-40B4-BE49-F238E27FC236}">
                <a16:creationId xmlns:a16="http://schemas.microsoft.com/office/drawing/2014/main" id="{91245B55-E714-8C96-D138-6BB3250C3280}"/>
              </a:ext>
            </a:extLst>
          </p:cNvPr>
          <p:cNvSpPr>
            <a:spLocks/>
          </p:cNvSpPr>
          <p:nvPr/>
        </p:nvSpPr>
        <p:spPr bwMode="auto">
          <a:xfrm>
            <a:off x="2638426" y="4037013"/>
            <a:ext cx="85725" cy="25400"/>
          </a:xfrm>
          <a:custGeom>
            <a:avLst/>
            <a:gdLst>
              <a:gd name="T0" fmla="*/ 2147483647 w 164"/>
              <a:gd name="T1" fmla="*/ 2147483647 h 48"/>
              <a:gd name="T2" fmla="*/ 0 w 164"/>
              <a:gd name="T3" fmla="*/ 0 h 48"/>
              <a:gd name="T4" fmla="*/ 2147483647 w 164"/>
              <a:gd name="T5" fmla="*/ 2147483647 h 48"/>
              <a:gd name="T6" fmla="*/ 2147483647 w 164"/>
              <a:gd name="T7" fmla="*/ 2147483647 h 48"/>
              <a:gd name="T8" fmla="*/ 2147483647 w 164"/>
              <a:gd name="T9" fmla="*/ 2147483647 h 48"/>
              <a:gd name="T10" fmla="*/ 2147483647 w 164"/>
              <a:gd name="T11" fmla="*/ 2147483647 h 48"/>
              <a:gd name="T12" fmla="*/ 2147483647 w 164"/>
              <a:gd name="T13" fmla="*/ 2147483647 h 48"/>
              <a:gd name="T14" fmla="*/ 2147483647 w 164"/>
              <a:gd name="T15" fmla="*/ 2147483647 h 48"/>
              <a:gd name="T16" fmla="*/ 2147483647 w 164"/>
              <a:gd name="T17" fmla="*/ 2147483647 h 48"/>
              <a:gd name="T18" fmla="*/ 2147483647 w 164"/>
              <a:gd name="T19" fmla="*/ 2147483647 h 48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w 164"/>
              <a:gd name="T31" fmla="*/ 0 h 48"/>
              <a:gd name="T32" fmla="*/ 164 w 164"/>
              <a:gd name="T33" fmla="*/ 48 h 48"/>
            </a:gdLst>
            <a:ahLst/>
            <a:cxnLst>
              <a:cxn ang="T20">
                <a:pos x="T0" y="T1"/>
              </a:cxn>
              <a:cxn ang="T21">
                <a:pos x="T2" y="T3"/>
              </a:cxn>
              <a:cxn ang="T22">
                <a:pos x="T4" y="T5"/>
              </a:cxn>
              <a:cxn ang="T23">
                <a:pos x="T6" y="T7"/>
              </a:cxn>
              <a:cxn ang="T24">
                <a:pos x="T8" y="T9"/>
              </a:cxn>
              <a:cxn ang="T25">
                <a:pos x="T10" y="T11"/>
              </a:cxn>
              <a:cxn ang="T26">
                <a:pos x="T12" y="T13"/>
              </a:cxn>
              <a:cxn ang="T27">
                <a:pos x="T14" y="T15"/>
              </a:cxn>
              <a:cxn ang="T28">
                <a:pos x="T16" y="T17"/>
              </a:cxn>
              <a:cxn ang="T29">
                <a:pos x="T18" y="T19"/>
              </a:cxn>
            </a:cxnLst>
            <a:rect l="T30" t="T31" r="T32" b="T33"/>
            <a:pathLst>
              <a:path w="164" h="48">
                <a:moveTo>
                  <a:pt x="164" y="48"/>
                </a:moveTo>
                <a:lnTo>
                  <a:pt x="0" y="0"/>
                </a:lnTo>
                <a:lnTo>
                  <a:pt x="21" y="5"/>
                </a:lnTo>
                <a:lnTo>
                  <a:pt x="42" y="10"/>
                </a:lnTo>
                <a:lnTo>
                  <a:pt x="64" y="16"/>
                </a:lnTo>
                <a:lnTo>
                  <a:pt x="84" y="21"/>
                </a:lnTo>
                <a:lnTo>
                  <a:pt x="104" y="27"/>
                </a:lnTo>
                <a:lnTo>
                  <a:pt x="124" y="34"/>
                </a:lnTo>
                <a:lnTo>
                  <a:pt x="144" y="40"/>
                </a:lnTo>
                <a:lnTo>
                  <a:pt x="164" y="4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1" name="Freeform 58">
            <a:extLst>
              <a:ext uri="{FF2B5EF4-FFF2-40B4-BE49-F238E27FC236}">
                <a16:creationId xmlns:a16="http://schemas.microsoft.com/office/drawing/2014/main" id="{D68C1BB1-9B25-9A88-C376-2AC551CF0096}"/>
              </a:ext>
            </a:extLst>
          </p:cNvPr>
          <p:cNvSpPr>
            <a:spLocks/>
          </p:cNvSpPr>
          <p:nvPr/>
        </p:nvSpPr>
        <p:spPr bwMode="auto">
          <a:xfrm>
            <a:off x="2279650" y="4448175"/>
            <a:ext cx="211138" cy="141288"/>
          </a:xfrm>
          <a:custGeom>
            <a:avLst/>
            <a:gdLst>
              <a:gd name="T0" fmla="*/ 2147483647 w 398"/>
              <a:gd name="T1" fmla="*/ 2147483647 h 269"/>
              <a:gd name="T2" fmla="*/ 2147483647 w 398"/>
              <a:gd name="T3" fmla="*/ 2147483647 h 269"/>
              <a:gd name="T4" fmla="*/ 2147483647 w 398"/>
              <a:gd name="T5" fmla="*/ 2147483647 h 269"/>
              <a:gd name="T6" fmla="*/ 2147483647 w 398"/>
              <a:gd name="T7" fmla="*/ 2147483647 h 269"/>
              <a:gd name="T8" fmla="*/ 2147483647 w 398"/>
              <a:gd name="T9" fmla="*/ 2147483647 h 269"/>
              <a:gd name="T10" fmla="*/ 2147483647 w 398"/>
              <a:gd name="T11" fmla="*/ 2147483647 h 269"/>
              <a:gd name="T12" fmla="*/ 2147483647 w 398"/>
              <a:gd name="T13" fmla="*/ 0 h 269"/>
              <a:gd name="T14" fmla="*/ 0 w 398"/>
              <a:gd name="T15" fmla="*/ 2147483647 h 269"/>
              <a:gd name="T16" fmla="*/ 2147483647 w 398"/>
              <a:gd name="T17" fmla="*/ 2147483647 h 269"/>
              <a:gd name="T18" fmla="*/ 2147483647 w 398"/>
              <a:gd name="T19" fmla="*/ 2147483647 h 269"/>
              <a:gd name="T20" fmla="*/ 2147483647 w 398"/>
              <a:gd name="T21" fmla="*/ 2147483647 h 269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98"/>
              <a:gd name="T34" fmla="*/ 0 h 269"/>
              <a:gd name="T35" fmla="*/ 398 w 398"/>
              <a:gd name="T36" fmla="*/ 269 h 269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98" h="269">
                <a:moveTo>
                  <a:pt x="349" y="243"/>
                </a:moveTo>
                <a:lnTo>
                  <a:pt x="392" y="88"/>
                </a:lnTo>
                <a:lnTo>
                  <a:pt x="388" y="87"/>
                </a:lnTo>
                <a:lnTo>
                  <a:pt x="398" y="53"/>
                </a:lnTo>
                <a:lnTo>
                  <a:pt x="349" y="38"/>
                </a:lnTo>
                <a:lnTo>
                  <a:pt x="335" y="83"/>
                </a:lnTo>
                <a:lnTo>
                  <a:pt x="50" y="0"/>
                </a:lnTo>
                <a:lnTo>
                  <a:pt x="0" y="170"/>
                </a:lnTo>
                <a:lnTo>
                  <a:pt x="335" y="269"/>
                </a:lnTo>
                <a:lnTo>
                  <a:pt x="344" y="241"/>
                </a:lnTo>
                <a:lnTo>
                  <a:pt x="349" y="243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2" name="Freeform 59">
            <a:extLst>
              <a:ext uri="{FF2B5EF4-FFF2-40B4-BE49-F238E27FC236}">
                <a16:creationId xmlns:a16="http://schemas.microsoft.com/office/drawing/2014/main" id="{B37718D8-08A4-8A02-5936-A2EBAB140786}"/>
              </a:ext>
            </a:extLst>
          </p:cNvPr>
          <p:cNvSpPr>
            <a:spLocks/>
          </p:cNvSpPr>
          <p:nvPr/>
        </p:nvSpPr>
        <p:spPr bwMode="auto">
          <a:xfrm>
            <a:off x="2236788" y="4411663"/>
            <a:ext cx="222250" cy="125412"/>
          </a:xfrm>
          <a:custGeom>
            <a:avLst/>
            <a:gdLst>
              <a:gd name="T0" fmla="*/ 0 w 420"/>
              <a:gd name="T1" fmla="*/ 2147483647 h 236"/>
              <a:gd name="T2" fmla="*/ 2147483647 w 420"/>
              <a:gd name="T3" fmla="*/ 2147483647 h 236"/>
              <a:gd name="T4" fmla="*/ 2147483647 w 420"/>
              <a:gd name="T5" fmla="*/ 2147483647 h 236"/>
              <a:gd name="T6" fmla="*/ 2147483647 w 420"/>
              <a:gd name="T7" fmla="*/ 2147483647 h 236"/>
              <a:gd name="T8" fmla="*/ 2147483647 w 420"/>
              <a:gd name="T9" fmla="*/ 2147483647 h 236"/>
              <a:gd name="T10" fmla="*/ 2147483647 w 420"/>
              <a:gd name="T11" fmla="*/ 0 h 236"/>
              <a:gd name="T12" fmla="*/ 0 w 420"/>
              <a:gd name="T13" fmla="*/ 2147483647 h 23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420"/>
              <a:gd name="T22" fmla="*/ 0 h 236"/>
              <a:gd name="T23" fmla="*/ 420 w 420"/>
              <a:gd name="T24" fmla="*/ 236 h 2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420" h="236">
                <a:moveTo>
                  <a:pt x="0" y="215"/>
                </a:moveTo>
                <a:lnTo>
                  <a:pt x="71" y="236"/>
                </a:lnTo>
                <a:lnTo>
                  <a:pt x="125" y="56"/>
                </a:lnTo>
                <a:lnTo>
                  <a:pt x="410" y="139"/>
                </a:lnTo>
                <a:lnTo>
                  <a:pt x="420" y="104"/>
                </a:lnTo>
                <a:lnTo>
                  <a:pt x="63" y="0"/>
                </a:lnTo>
                <a:lnTo>
                  <a:pt x="0" y="215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3" name="Freeform 60">
            <a:extLst>
              <a:ext uri="{FF2B5EF4-FFF2-40B4-BE49-F238E27FC236}">
                <a16:creationId xmlns:a16="http://schemas.microsoft.com/office/drawing/2014/main" id="{A327404F-02CD-8513-4B91-A9364D83F6DB}"/>
              </a:ext>
            </a:extLst>
          </p:cNvPr>
          <p:cNvSpPr>
            <a:spLocks/>
          </p:cNvSpPr>
          <p:nvPr/>
        </p:nvSpPr>
        <p:spPr bwMode="auto">
          <a:xfrm>
            <a:off x="2081214" y="4452938"/>
            <a:ext cx="153987" cy="69850"/>
          </a:xfrm>
          <a:custGeom>
            <a:avLst/>
            <a:gdLst>
              <a:gd name="T0" fmla="*/ 2147483647 w 292"/>
              <a:gd name="T1" fmla="*/ 2147483647 h 132"/>
              <a:gd name="T2" fmla="*/ 2147483647 w 292"/>
              <a:gd name="T3" fmla="*/ 2147483647 h 132"/>
              <a:gd name="T4" fmla="*/ 2147483647 w 292"/>
              <a:gd name="T5" fmla="*/ 0 h 132"/>
              <a:gd name="T6" fmla="*/ 0 w 292"/>
              <a:gd name="T7" fmla="*/ 2147483647 h 132"/>
              <a:gd name="T8" fmla="*/ 2147483647 w 292"/>
              <a:gd name="T9" fmla="*/ 2147483647 h 13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2"/>
              <a:gd name="T16" fmla="*/ 0 h 132"/>
              <a:gd name="T17" fmla="*/ 292 w 292"/>
              <a:gd name="T18" fmla="*/ 132 h 13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2" h="132">
                <a:moveTo>
                  <a:pt x="277" y="132"/>
                </a:moveTo>
                <a:lnTo>
                  <a:pt x="292" y="82"/>
                </a:lnTo>
                <a:lnTo>
                  <a:pt x="14" y="0"/>
                </a:lnTo>
                <a:lnTo>
                  <a:pt x="0" y="50"/>
                </a:lnTo>
                <a:lnTo>
                  <a:pt x="277" y="132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4" name="Freeform 61">
            <a:extLst>
              <a:ext uri="{FF2B5EF4-FFF2-40B4-BE49-F238E27FC236}">
                <a16:creationId xmlns:a16="http://schemas.microsoft.com/office/drawing/2014/main" id="{D6336CDD-4C28-A662-3A8C-7F270DFEF2A8}"/>
              </a:ext>
            </a:extLst>
          </p:cNvPr>
          <p:cNvSpPr>
            <a:spLocks/>
          </p:cNvSpPr>
          <p:nvPr/>
        </p:nvSpPr>
        <p:spPr bwMode="auto">
          <a:xfrm>
            <a:off x="2092325" y="4416426"/>
            <a:ext cx="153988" cy="66675"/>
          </a:xfrm>
          <a:custGeom>
            <a:avLst/>
            <a:gdLst>
              <a:gd name="T0" fmla="*/ 2147483647 w 291"/>
              <a:gd name="T1" fmla="*/ 0 h 128"/>
              <a:gd name="T2" fmla="*/ 0 w 291"/>
              <a:gd name="T3" fmla="*/ 2147483647 h 128"/>
              <a:gd name="T4" fmla="*/ 2147483647 w 291"/>
              <a:gd name="T5" fmla="*/ 2147483647 h 128"/>
              <a:gd name="T6" fmla="*/ 2147483647 w 291"/>
              <a:gd name="T7" fmla="*/ 2147483647 h 128"/>
              <a:gd name="T8" fmla="*/ 2147483647 w 291"/>
              <a:gd name="T9" fmla="*/ 2147483647 h 128"/>
              <a:gd name="T10" fmla="*/ 2147483647 w 291"/>
              <a:gd name="T11" fmla="*/ 2147483647 h 128"/>
              <a:gd name="T12" fmla="*/ 2147483647 w 291"/>
              <a:gd name="T13" fmla="*/ 2147483647 h 128"/>
              <a:gd name="T14" fmla="*/ 2147483647 w 291"/>
              <a:gd name="T15" fmla="*/ 2147483647 h 128"/>
              <a:gd name="T16" fmla="*/ 2147483647 w 291"/>
              <a:gd name="T17" fmla="*/ 0 h 128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91"/>
              <a:gd name="T28" fmla="*/ 0 h 128"/>
              <a:gd name="T29" fmla="*/ 291 w 291"/>
              <a:gd name="T30" fmla="*/ 128 h 128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91" h="128">
                <a:moveTo>
                  <a:pt x="13" y="0"/>
                </a:moveTo>
                <a:lnTo>
                  <a:pt x="0" y="48"/>
                </a:lnTo>
                <a:lnTo>
                  <a:pt x="278" y="128"/>
                </a:lnTo>
                <a:lnTo>
                  <a:pt x="291" y="81"/>
                </a:lnTo>
                <a:lnTo>
                  <a:pt x="246" y="68"/>
                </a:lnTo>
                <a:lnTo>
                  <a:pt x="247" y="64"/>
                </a:lnTo>
                <a:lnTo>
                  <a:pt x="102" y="21"/>
                </a:lnTo>
                <a:lnTo>
                  <a:pt x="100" y="26"/>
                </a:lnTo>
                <a:lnTo>
                  <a:pt x="13" y="0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5" name="Freeform 62">
            <a:extLst>
              <a:ext uri="{FF2B5EF4-FFF2-40B4-BE49-F238E27FC236}">
                <a16:creationId xmlns:a16="http://schemas.microsoft.com/office/drawing/2014/main" id="{BDB3BE29-E343-D192-5E75-4BBF309E6E24}"/>
              </a:ext>
            </a:extLst>
          </p:cNvPr>
          <p:cNvSpPr>
            <a:spLocks/>
          </p:cNvSpPr>
          <p:nvPr/>
        </p:nvSpPr>
        <p:spPr bwMode="auto">
          <a:xfrm>
            <a:off x="2090738" y="4446588"/>
            <a:ext cx="146050" cy="44450"/>
          </a:xfrm>
          <a:custGeom>
            <a:avLst/>
            <a:gdLst>
              <a:gd name="T0" fmla="*/ 0 w 278"/>
              <a:gd name="T1" fmla="*/ 0 h 84"/>
              <a:gd name="T2" fmla="*/ 0 w 278"/>
              <a:gd name="T3" fmla="*/ 2147483647 h 84"/>
              <a:gd name="T4" fmla="*/ 2147483647 w 278"/>
              <a:gd name="T5" fmla="*/ 2147483647 h 84"/>
              <a:gd name="T6" fmla="*/ 2147483647 w 278"/>
              <a:gd name="T7" fmla="*/ 2147483647 h 84"/>
              <a:gd name="T8" fmla="*/ 0 w 278"/>
              <a:gd name="T9" fmla="*/ 0 h 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78"/>
              <a:gd name="T16" fmla="*/ 0 h 84"/>
              <a:gd name="T17" fmla="*/ 278 w 278"/>
              <a:gd name="T18" fmla="*/ 84 h 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78" h="84">
                <a:moveTo>
                  <a:pt x="0" y="0"/>
                </a:moveTo>
                <a:lnTo>
                  <a:pt x="0" y="3"/>
                </a:lnTo>
                <a:lnTo>
                  <a:pt x="277" y="84"/>
                </a:lnTo>
                <a:lnTo>
                  <a:pt x="278" y="80"/>
                </a:lnTo>
                <a:lnTo>
                  <a:pt x="0" y="0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6" name="Freeform 63">
            <a:extLst>
              <a:ext uri="{FF2B5EF4-FFF2-40B4-BE49-F238E27FC236}">
                <a16:creationId xmlns:a16="http://schemas.microsoft.com/office/drawing/2014/main" id="{0B0A07D5-A245-EAEA-7EEF-56ED977187D2}"/>
              </a:ext>
            </a:extLst>
          </p:cNvPr>
          <p:cNvSpPr>
            <a:spLocks/>
          </p:cNvSpPr>
          <p:nvPr/>
        </p:nvSpPr>
        <p:spPr bwMode="auto">
          <a:xfrm>
            <a:off x="2786064" y="4113214"/>
            <a:ext cx="155575" cy="134937"/>
          </a:xfrm>
          <a:custGeom>
            <a:avLst/>
            <a:gdLst>
              <a:gd name="T0" fmla="*/ 2147483647 w 296"/>
              <a:gd name="T1" fmla="*/ 2147483647 h 254"/>
              <a:gd name="T2" fmla="*/ 2147483647 w 296"/>
              <a:gd name="T3" fmla="*/ 2147483647 h 254"/>
              <a:gd name="T4" fmla="*/ 2147483647 w 296"/>
              <a:gd name="T5" fmla="*/ 2147483647 h 254"/>
              <a:gd name="T6" fmla="*/ 2147483647 w 296"/>
              <a:gd name="T7" fmla="*/ 2147483647 h 254"/>
              <a:gd name="T8" fmla="*/ 2147483647 w 296"/>
              <a:gd name="T9" fmla="*/ 2147483647 h 254"/>
              <a:gd name="T10" fmla="*/ 2147483647 w 296"/>
              <a:gd name="T11" fmla="*/ 2147483647 h 254"/>
              <a:gd name="T12" fmla="*/ 2147483647 w 296"/>
              <a:gd name="T13" fmla="*/ 2147483647 h 254"/>
              <a:gd name="T14" fmla="*/ 2147483647 w 296"/>
              <a:gd name="T15" fmla="*/ 2147483647 h 254"/>
              <a:gd name="T16" fmla="*/ 2147483647 w 296"/>
              <a:gd name="T17" fmla="*/ 2147483647 h 254"/>
              <a:gd name="T18" fmla="*/ 2147483647 w 296"/>
              <a:gd name="T19" fmla="*/ 2147483647 h 254"/>
              <a:gd name="T20" fmla="*/ 2147483647 w 296"/>
              <a:gd name="T21" fmla="*/ 2147483647 h 254"/>
              <a:gd name="T22" fmla="*/ 0 w 296"/>
              <a:gd name="T23" fmla="*/ 2147483647 h 254"/>
              <a:gd name="T24" fmla="*/ 0 w 296"/>
              <a:gd name="T25" fmla="*/ 2147483647 h 254"/>
              <a:gd name="T26" fmla="*/ 0 w 296"/>
              <a:gd name="T27" fmla="*/ 2147483647 h 254"/>
              <a:gd name="T28" fmla="*/ 0 w 296"/>
              <a:gd name="T29" fmla="*/ 2147483647 h 254"/>
              <a:gd name="T30" fmla="*/ 2147483647 w 296"/>
              <a:gd name="T31" fmla="*/ 2147483647 h 254"/>
              <a:gd name="T32" fmla="*/ 2147483647 w 296"/>
              <a:gd name="T33" fmla="*/ 0 h 254"/>
              <a:gd name="T34" fmla="*/ 2147483647 w 296"/>
              <a:gd name="T35" fmla="*/ 0 h 254"/>
              <a:gd name="T36" fmla="*/ 2147483647 w 296"/>
              <a:gd name="T37" fmla="*/ 0 h 254"/>
              <a:gd name="T38" fmla="*/ 2147483647 w 296"/>
              <a:gd name="T39" fmla="*/ 0 h 254"/>
              <a:gd name="T40" fmla="*/ 2147483647 w 296"/>
              <a:gd name="T41" fmla="*/ 0 h 254"/>
              <a:gd name="T42" fmla="*/ 2147483647 w 296"/>
              <a:gd name="T43" fmla="*/ 0 h 254"/>
              <a:gd name="T44" fmla="*/ 2147483647 w 296"/>
              <a:gd name="T45" fmla="*/ 0 h 254"/>
              <a:gd name="T46" fmla="*/ 2147483647 w 296"/>
              <a:gd name="T47" fmla="*/ 0 h 254"/>
              <a:gd name="T48" fmla="*/ 2147483647 w 296"/>
              <a:gd name="T49" fmla="*/ 2147483647 h 254"/>
              <a:gd name="T50" fmla="*/ 2147483647 w 296"/>
              <a:gd name="T51" fmla="*/ 2147483647 h 254"/>
              <a:gd name="T52" fmla="*/ 2147483647 w 296"/>
              <a:gd name="T53" fmla="*/ 2147483647 h 254"/>
              <a:gd name="T54" fmla="*/ 2147483647 w 296"/>
              <a:gd name="T55" fmla="*/ 2147483647 h 254"/>
              <a:gd name="T56" fmla="*/ 2147483647 w 296"/>
              <a:gd name="T57" fmla="*/ 2147483647 h 254"/>
              <a:gd name="T58" fmla="*/ 2147483647 w 296"/>
              <a:gd name="T59" fmla="*/ 2147483647 h 254"/>
              <a:gd name="T60" fmla="*/ 2147483647 w 296"/>
              <a:gd name="T61" fmla="*/ 2147483647 h 254"/>
              <a:gd name="T62" fmla="*/ 2147483647 w 296"/>
              <a:gd name="T63" fmla="*/ 2147483647 h 254"/>
              <a:gd name="T64" fmla="*/ 2147483647 w 296"/>
              <a:gd name="T65" fmla="*/ 2147483647 h 254"/>
              <a:gd name="T66" fmla="*/ 2147483647 w 296"/>
              <a:gd name="T67" fmla="*/ 2147483647 h 254"/>
              <a:gd name="T68" fmla="*/ 2147483647 w 296"/>
              <a:gd name="T69" fmla="*/ 2147483647 h 254"/>
              <a:gd name="T70" fmla="*/ 2147483647 w 296"/>
              <a:gd name="T71" fmla="*/ 2147483647 h 254"/>
              <a:gd name="T72" fmla="*/ 2147483647 w 296"/>
              <a:gd name="T73" fmla="*/ 2147483647 h 254"/>
              <a:gd name="T74" fmla="*/ 2147483647 w 296"/>
              <a:gd name="T75" fmla="*/ 2147483647 h 254"/>
              <a:gd name="T76" fmla="*/ 2147483647 w 296"/>
              <a:gd name="T77" fmla="*/ 2147483647 h 254"/>
              <a:gd name="T78" fmla="*/ 2147483647 w 296"/>
              <a:gd name="T79" fmla="*/ 2147483647 h 254"/>
              <a:gd name="T80" fmla="*/ 2147483647 w 296"/>
              <a:gd name="T81" fmla="*/ 2147483647 h 254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296"/>
              <a:gd name="T124" fmla="*/ 0 h 254"/>
              <a:gd name="T125" fmla="*/ 296 w 296"/>
              <a:gd name="T126" fmla="*/ 254 h 254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296" h="254">
                <a:moveTo>
                  <a:pt x="296" y="208"/>
                </a:moveTo>
                <a:lnTo>
                  <a:pt x="283" y="252"/>
                </a:lnTo>
                <a:lnTo>
                  <a:pt x="283" y="253"/>
                </a:lnTo>
                <a:lnTo>
                  <a:pt x="282" y="253"/>
                </a:lnTo>
                <a:lnTo>
                  <a:pt x="282" y="254"/>
                </a:lnTo>
                <a:lnTo>
                  <a:pt x="281" y="254"/>
                </a:lnTo>
                <a:lnTo>
                  <a:pt x="1" y="171"/>
                </a:lnTo>
                <a:lnTo>
                  <a:pt x="0" y="171"/>
                </a:lnTo>
                <a:lnTo>
                  <a:pt x="0" y="170"/>
                </a:lnTo>
                <a:lnTo>
                  <a:pt x="0" y="169"/>
                </a:lnTo>
                <a:lnTo>
                  <a:pt x="49" y="1"/>
                </a:lnTo>
                <a:lnTo>
                  <a:pt x="49" y="0"/>
                </a:lnTo>
                <a:lnTo>
                  <a:pt x="50" y="0"/>
                </a:lnTo>
                <a:lnTo>
                  <a:pt x="52" y="0"/>
                </a:lnTo>
                <a:lnTo>
                  <a:pt x="53" y="0"/>
                </a:lnTo>
                <a:lnTo>
                  <a:pt x="101" y="15"/>
                </a:lnTo>
                <a:lnTo>
                  <a:pt x="115" y="25"/>
                </a:lnTo>
                <a:lnTo>
                  <a:pt x="131" y="36"/>
                </a:lnTo>
                <a:lnTo>
                  <a:pt x="145" y="47"/>
                </a:lnTo>
                <a:lnTo>
                  <a:pt x="159" y="58"/>
                </a:lnTo>
                <a:lnTo>
                  <a:pt x="173" y="69"/>
                </a:lnTo>
                <a:lnTo>
                  <a:pt x="187" y="82"/>
                </a:lnTo>
                <a:lnTo>
                  <a:pt x="200" y="94"/>
                </a:lnTo>
                <a:lnTo>
                  <a:pt x="212" y="106"/>
                </a:lnTo>
                <a:lnTo>
                  <a:pt x="225" y="119"/>
                </a:lnTo>
                <a:lnTo>
                  <a:pt x="236" y="131"/>
                </a:lnTo>
                <a:lnTo>
                  <a:pt x="247" y="143"/>
                </a:lnTo>
                <a:lnTo>
                  <a:pt x="258" y="155"/>
                </a:lnTo>
                <a:lnTo>
                  <a:pt x="268" y="169"/>
                </a:lnTo>
                <a:lnTo>
                  <a:pt x="278" y="181"/>
                </a:lnTo>
                <a:lnTo>
                  <a:pt x="287" y="195"/>
                </a:lnTo>
                <a:lnTo>
                  <a:pt x="296" y="208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7" name="Freeform 64">
            <a:extLst>
              <a:ext uri="{FF2B5EF4-FFF2-40B4-BE49-F238E27FC236}">
                <a16:creationId xmlns:a16="http://schemas.microsoft.com/office/drawing/2014/main" id="{2FE2BECB-A164-3738-6A6C-1178B75C4813}"/>
              </a:ext>
            </a:extLst>
          </p:cNvPr>
          <p:cNvSpPr>
            <a:spLocks/>
          </p:cNvSpPr>
          <p:nvPr/>
        </p:nvSpPr>
        <p:spPr bwMode="auto">
          <a:xfrm>
            <a:off x="2911476" y="4197350"/>
            <a:ext cx="30163" cy="44450"/>
          </a:xfrm>
          <a:custGeom>
            <a:avLst/>
            <a:gdLst>
              <a:gd name="T0" fmla="*/ 2147483647 w 57"/>
              <a:gd name="T1" fmla="*/ 2147483647 h 83"/>
              <a:gd name="T2" fmla="*/ 2147483647 w 57"/>
              <a:gd name="T3" fmla="*/ 2147483647 h 83"/>
              <a:gd name="T4" fmla="*/ 2147483647 w 57"/>
              <a:gd name="T5" fmla="*/ 2147483647 h 83"/>
              <a:gd name="T6" fmla="*/ 2147483647 w 57"/>
              <a:gd name="T7" fmla="*/ 2147483647 h 83"/>
              <a:gd name="T8" fmla="*/ 2147483647 w 57"/>
              <a:gd name="T9" fmla="*/ 2147483647 h 83"/>
              <a:gd name="T10" fmla="*/ 2147483647 w 57"/>
              <a:gd name="T11" fmla="*/ 2147483647 h 83"/>
              <a:gd name="T12" fmla="*/ 2147483647 w 57"/>
              <a:gd name="T13" fmla="*/ 2147483647 h 83"/>
              <a:gd name="T14" fmla="*/ 2147483647 w 57"/>
              <a:gd name="T15" fmla="*/ 2147483647 h 83"/>
              <a:gd name="T16" fmla="*/ 0 w 57"/>
              <a:gd name="T17" fmla="*/ 2147483647 h 83"/>
              <a:gd name="T18" fmla="*/ 0 w 57"/>
              <a:gd name="T19" fmla="*/ 2147483647 h 83"/>
              <a:gd name="T20" fmla="*/ 2147483647 w 57"/>
              <a:gd name="T21" fmla="*/ 2147483647 h 83"/>
              <a:gd name="T22" fmla="*/ 2147483647 w 57"/>
              <a:gd name="T23" fmla="*/ 2147483647 h 83"/>
              <a:gd name="T24" fmla="*/ 2147483647 w 57"/>
              <a:gd name="T25" fmla="*/ 2147483647 h 83"/>
              <a:gd name="T26" fmla="*/ 2147483647 w 57"/>
              <a:gd name="T27" fmla="*/ 2147483647 h 83"/>
              <a:gd name="T28" fmla="*/ 2147483647 w 57"/>
              <a:gd name="T29" fmla="*/ 0 h 83"/>
              <a:gd name="T30" fmla="*/ 2147483647 w 57"/>
              <a:gd name="T31" fmla="*/ 2147483647 h 83"/>
              <a:gd name="T32" fmla="*/ 2147483647 w 57"/>
              <a:gd name="T33" fmla="*/ 2147483647 h 83"/>
              <a:gd name="T34" fmla="*/ 2147483647 w 57"/>
              <a:gd name="T35" fmla="*/ 2147483647 h 83"/>
              <a:gd name="T36" fmla="*/ 2147483647 w 57"/>
              <a:gd name="T37" fmla="*/ 2147483647 h 83"/>
              <a:gd name="T38" fmla="*/ 2147483647 w 57"/>
              <a:gd name="T39" fmla="*/ 2147483647 h 83"/>
              <a:gd name="T40" fmla="*/ 2147483647 w 57"/>
              <a:gd name="T41" fmla="*/ 2147483647 h 83"/>
              <a:gd name="T42" fmla="*/ 2147483647 w 57"/>
              <a:gd name="T43" fmla="*/ 2147483647 h 83"/>
              <a:gd name="T44" fmla="*/ 2147483647 w 57"/>
              <a:gd name="T45" fmla="*/ 2147483647 h 83"/>
              <a:gd name="T46" fmla="*/ 2147483647 w 57"/>
              <a:gd name="T47" fmla="*/ 2147483647 h 83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57"/>
              <a:gd name="T73" fmla="*/ 0 h 83"/>
              <a:gd name="T74" fmla="*/ 57 w 57"/>
              <a:gd name="T75" fmla="*/ 83 h 83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57" h="83">
                <a:moveTo>
                  <a:pt x="49" y="75"/>
                </a:moveTo>
                <a:lnTo>
                  <a:pt x="47" y="79"/>
                </a:lnTo>
                <a:lnTo>
                  <a:pt x="44" y="81"/>
                </a:lnTo>
                <a:lnTo>
                  <a:pt x="39" y="83"/>
                </a:lnTo>
                <a:lnTo>
                  <a:pt x="35" y="82"/>
                </a:lnTo>
                <a:lnTo>
                  <a:pt x="8" y="75"/>
                </a:lnTo>
                <a:lnTo>
                  <a:pt x="4" y="72"/>
                </a:lnTo>
                <a:lnTo>
                  <a:pt x="1" y="69"/>
                </a:lnTo>
                <a:lnTo>
                  <a:pt x="0" y="64"/>
                </a:lnTo>
                <a:lnTo>
                  <a:pt x="0" y="60"/>
                </a:lnTo>
                <a:lnTo>
                  <a:pt x="17" y="6"/>
                </a:lnTo>
                <a:lnTo>
                  <a:pt x="17" y="4"/>
                </a:lnTo>
                <a:lnTo>
                  <a:pt x="18" y="3"/>
                </a:lnTo>
                <a:lnTo>
                  <a:pt x="20" y="1"/>
                </a:lnTo>
                <a:lnTo>
                  <a:pt x="21" y="0"/>
                </a:lnTo>
                <a:lnTo>
                  <a:pt x="26" y="5"/>
                </a:lnTo>
                <a:lnTo>
                  <a:pt x="31" y="12"/>
                </a:lnTo>
                <a:lnTo>
                  <a:pt x="36" y="18"/>
                </a:lnTo>
                <a:lnTo>
                  <a:pt x="40" y="23"/>
                </a:lnTo>
                <a:lnTo>
                  <a:pt x="45" y="29"/>
                </a:lnTo>
                <a:lnTo>
                  <a:pt x="48" y="35"/>
                </a:lnTo>
                <a:lnTo>
                  <a:pt x="52" y="41"/>
                </a:lnTo>
                <a:lnTo>
                  <a:pt x="57" y="48"/>
                </a:lnTo>
                <a:lnTo>
                  <a:pt x="49" y="75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8" name="Freeform 65">
            <a:extLst>
              <a:ext uri="{FF2B5EF4-FFF2-40B4-BE49-F238E27FC236}">
                <a16:creationId xmlns:a16="http://schemas.microsoft.com/office/drawing/2014/main" id="{D69D8A8F-2460-8131-9591-3A9692E2E87C}"/>
              </a:ext>
            </a:extLst>
          </p:cNvPr>
          <p:cNvSpPr>
            <a:spLocks/>
          </p:cNvSpPr>
          <p:nvPr/>
        </p:nvSpPr>
        <p:spPr bwMode="auto">
          <a:xfrm>
            <a:off x="2916239" y="4202114"/>
            <a:ext cx="20637" cy="33337"/>
          </a:xfrm>
          <a:custGeom>
            <a:avLst/>
            <a:gdLst>
              <a:gd name="T0" fmla="*/ 2147483647 w 40"/>
              <a:gd name="T1" fmla="*/ 2147483647 h 65"/>
              <a:gd name="T2" fmla="*/ 2147483647 w 40"/>
              <a:gd name="T3" fmla="*/ 2147483647 h 65"/>
              <a:gd name="T4" fmla="*/ 2147483647 w 40"/>
              <a:gd name="T5" fmla="*/ 2147483647 h 65"/>
              <a:gd name="T6" fmla="*/ 2147483647 w 40"/>
              <a:gd name="T7" fmla="*/ 2147483647 h 65"/>
              <a:gd name="T8" fmla="*/ 2147483647 w 40"/>
              <a:gd name="T9" fmla="*/ 2147483647 h 65"/>
              <a:gd name="T10" fmla="*/ 2147483647 w 40"/>
              <a:gd name="T11" fmla="*/ 2147483647 h 65"/>
              <a:gd name="T12" fmla="*/ 2147483647 w 40"/>
              <a:gd name="T13" fmla="*/ 2147483647 h 65"/>
              <a:gd name="T14" fmla="*/ 2147483647 w 40"/>
              <a:gd name="T15" fmla="*/ 2147483647 h 65"/>
              <a:gd name="T16" fmla="*/ 2147483647 w 40"/>
              <a:gd name="T17" fmla="*/ 2147483647 h 65"/>
              <a:gd name="T18" fmla="*/ 2147483647 w 40"/>
              <a:gd name="T19" fmla="*/ 2147483647 h 65"/>
              <a:gd name="T20" fmla="*/ 0 w 40"/>
              <a:gd name="T21" fmla="*/ 2147483647 h 65"/>
              <a:gd name="T22" fmla="*/ 0 w 40"/>
              <a:gd name="T23" fmla="*/ 2147483647 h 65"/>
              <a:gd name="T24" fmla="*/ 0 w 40"/>
              <a:gd name="T25" fmla="*/ 2147483647 h 65"/>
              <a:gd name="T26" fmla="*/ 0 w 40"/>
              <a:gd name="T27" fmla="*/ 2147483647 h 65"/>
              <a:gd name="T28" fmla="*/ 2147483647 w 40"/>
              <a:gd name="T29" fmla="*/ 2147483647 h 65"/>
              <a:gd name="T30" fmla="*/ 2147483647 w 40"/>
              <a:gd name="T31" fmla="*/ 2147483647 h 65"/>
              <a:gd name="T32" fmla="*/ 2147483647 w 40"/>
              <a:gd name="T33" fmla="*/ 0 h 65"/>
              <a:gd name="T34" fmla="*/ 2147483647 w 40"/>
              <a:gd name="T35" fmla="*/ 0 h 65"/>
              <a:gd name="T36" fmla="*/ 2147483647 w 40"/>
              <a:gd name="T37" fmla="*/ 0 h 65"/>
              <a:gd name="T38" fmla="*/ 2147483647 w 40"/>
              <a:gd name="T39" fmla="*/ 2147483647 h 65"/>
              <a:gd name="T40" fmla="*/ 2147483647 w 40"/>
              <a:gd name="T41" fmla="*/ 2147483647 h 65"/>
              <a:gd name="T42" fmla="*/ 2147483647 w 40"/>
              <a:gd name="T43" fmla="*/ 2147483647 h 65"/>
              <a:gd name="T44" fmla="*/ 2147483647 w 40"/>
              <a:gd name="T45" fmla="*/ 2147483647 h 65"/>
              <a:gd name="T46" fmla="*/ 2147483647 w 40"/>
              <a:gd name="T47" fmla="*/ 2147483647 h 65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w 40"/>
              <a:gd name="T73" fmla="*/ 0 h 65"/>
              <a:gd name="T74" fmla="*/ 40 w 40"/>
              <a:gd name="T75" fmla="*/ 65 h 65"/>
            </a:gdLst>
            <a:ahLst/>
            <a:cxnLst>
              <a:cxn ang="T48">
                <a:pos x="T0" y="T1"/>
              </a:cxn>
              <a:cxn ang="T49">
                <a:pos x="T2" y="T3"/>
              </a:cxn>
              <a:cxn ang="T50">
                <a:pos x="T4" y="T5"/>
              </a:cxn>
              <a:cxn ang="T51">
                <a:pos x="T6" y="T7"/>
              </a:cxn>
              <a:cxn ang="T52">
                <a:pos x="T8" y="T9"/>
              </a:cxn>
              <a:cxn ang="T53">
                <a:pos x="T10" y="T11"/>
              </a:cxn>
              <a:cxn ang="T54">
                <a:pos x="T12" y="T13"/>
              </a:cxn>
              <a:cxn ang="T55">
                <a:pos x="T14" y="T15"/>
              </a:cxn>
              <a:cxn ang="T56">
                <a:pos x="T16" y="T17"/>
              </a:cxn>
              <a:cxn ang="T57">
                <a:pos x="T18" y="T19"/>
              </a:cxn>
              <a:cxn ang="T58">
                <a:pos x="T20" y="T21"/>
              </a:cxn>
              <a:cxn ang="T59">
                <a:pos x="T22" y="T23"/>
              </a:cxn>
              <a:cxn ang="T60">
                <a:pos x="T24" y="T25"/>
              </a:cxn>
              <a:cxn ang="T61">
                <a:pos x="T26" y="T27"/>
              </a:cxn>
              <a:cxn ang="T62">
                <a:pos x="T28" y="T29"/>
              </a:cxn>
              <a:cxn ang="T63">
                <a:pos x="T30" y="T31"/>
              </a:cxn>
              <a:cxn ang="T64">
                <a:pos x="T32" y="T33"/>
              </a:cxn>
              <a:cxn ang="T65">
                <a:pos x="T34" y="T35"/>
              </a:cxn>
              <a:cxn ang="T66">
                <a:pos x="T36" y="T37"/>
              </a:cxn>
              <a:cxn ang="T67">
                <a:pos x="T38" y="T39"/>
              </a:cxn>
              <a:cxn ang="T68">
                <a:pos x="T40" y="T41"/>
              </a:cxn>
              <a:cxn ang="T69">
                <a:pos x="T42" y="T43"/>
              </a:cxn>
              <a:cxn ang="T70">
                <a:pos x="T44" y="T45"/>
              </a:cxn>
              <a:cxn ang="T71">
                <a:pos x="T46" y="T47"/>
              </a:cxn>
            </a:cxnLst>
            <a:rect l="T72" t="T73" r="T74" b="T75"/>
            <a:pathLst>
              <a:path w="40" h="65">
                <a:moveTo>
                  <a:pt x="30" y="64"/>
                </a:moveTo>
                <a:lnTo>
                  <a:pt x="29" y="64"/>
                </a:lnTo>
                <a:lnTo>
                  <a:pt x="29" y="65"/>
                </a:lnTo>
                <a:lnTo>
                  <a:pt x="28" y="65"/>
                </a:lnTo>
                <a:lnTo>
                  <a:pt x="27" y="65"/>
                </a:lnTo>
                <a:lnTo>
                  <a:pt x="1" y="58"/>
                </a:lnTo>
                <a:lnTo>
                  <a:pt x="0" y="58"/>
                </a:lnTo>
                <a:lnTo>
                  <a:pt x="0" y="56"/>
                </a:lnTo>
                <a:lnTo>
                  <a:pt x="0" y="55"/>
                </a:lnTo>
                <a:lnTo>
                  <a:pt x="16" y="2"/>
                </a:lnTo>
                <a:lnTo>
                  <a:pt x="16" y="1"/>
                </a:lnTo>
                <a:lnTo>
                  <a:pt x="17" y="0"/>
                </a:lnTo>
                <a:lnTo>
                  <a:pt x="18" y="0"/>
                </a:lnTo>
                <a:lnTo>
                  <a:pt x="23" y="7"/>
                </a:lnTo>
                <a:lnTo>
                  <a:pt x="29" y="14"/>
                </a:lnTo>
                <a:lnTo>
                  <a:pt x="35" y="22"/>
                </a:lnTo>
                <a:lnTo>
                  <a:pt x="40" y="29"/>
                </a:lnTo>
                <a:lnTo>
                  <a:pt x="30" y="64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09" name="Freeform 66">
            <a:extLst>
              <a:ext uri="{FF2B5EF4-FFF2-40B4-BE49-F238E27FC236}">
                <a16:creationId xmlns:a16="http://schemas.microsoft.com/office/drawing/2014/main" id="{76E1A67E-93EE-F146-8262-AF9489BDF9D5}"/>
              </a:ext>
            </a:extLst>
          </p:cNvPr>
          <p:cNvSpPr>
            <a:spLocks/>
          </p:cNvSpPr>
          <p:nvPr/>
        </p:nvSpPr>
        <p:spPr bwMode="auto">
          <a:xfrm>
            <a:off x="2341564" y="4500564"/>
            <a:ext cx="73025" cy="71437"/>
          </a:xfrm>
          <a:custGeom>
            <a:avLst/>
            <a:gdLst>
              <a:gd name="T0" fmla="*/ 0 w 138"/>
              <a:gd name="T1" fmla="*/ 2147483647 h 135"/>
              <a:gd name="T2" fmla="*/ 2147483647 w 138"/>
              <a:gd name="T3" fmla="*/ 0 h 135"/>
              <a:gd name="T4" fmla="*/ 2147483647 w 138"/>
              <a:gd name="T5" fmla="*/ 2147483647 h 135"/>
              <a:gd name="T6" fmla="*/ 2147483647 w 138"/>
              <a:gd name="T7" fmla="*/ 2147483647 h 135"/>
              <a:gd name="T8" fmla="*/ 0 w 138"/>
              <a:gd name="T9" fmla="*/ 2147483647 h 13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8"/>
              <a:gd name="T16" fmla="*/ 0 h 135"/>
              <a:gd name="T17" fmla="*/ 138 w 138"/>
              <a:gd name="T18" fmla="*/ 135 h 135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8" h="135">
                <a:moveTo>
                  <a:pt x="0" y="103"/>
                </a:moveTo>
                <a:lnTo>
                  <a:pt x="31" y="0"/>
                </a:lnTo>
                <a:lnTo>
                  <a:pt x="138" y="31"/>
                </a:lnTo>
                <a:lnTo>
                  <a:pt x="107" y="135"/>
                </a:lnTo>
                <a:lnTo>
                  <a:pt x="0" y="103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0" name="Freeform 67">
            <a:extLst>
              <a:ext uri="{FF2B5EF4-FFF2-40B4-BE49-F238E27FC236}">
                <a16:creationId xmlns:a16="http://schemas.microsoft.com/office/drawing/2014/main" id="{6EBF6ABE-15CE-0B7E-19B4-21040DF09EE7}"/>
              </a:ext>
            </a:extLst>
          </p:cNvPr>
          <p:cNvSpPr>
            <a:spLocks/>
          </p:cNvSpPr>
          <p:nvPr/>
        </p:nvSpPr>
        <p:spPr bwMode="auto">
          <a:xfrm>
            <a:off x="2347914" y="4505325"/>
            <a:ext cx="60325" cy="58738"/>
          </a:xfrm>
          <a:custGeom>
            <a:avLst/>
            <a:gdLst>
              <a:gd name="T0" fmla="*/ 2147483647 w 112"/>
              <a:gd name="T1" fmla="*/ 2147483647 h 111"/>
              <a:gd name="T2" fmla="*/ 2147483647 w 112"/>
              <a:gd name="T3" fmla="*/ 0 h 111"/>
              <a:gd name="T4" fmla="*/ 0 w 112"/>
              <a:gd name="T5" fmla="*/ 2147483647 h 111"/>
              <a:gd name="T6" fmla="*/ 2147483647 w 112"/>
              <a:gd name="T7" fmla="*/ 2147483647 h 111"/>
              <a:gd name="T8" fmla="*/ 2147483647 w 112"/>
              <a:gd name="T9" fmla="*/ 2147483647 h 11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2"/>
              <a:gd name="T16" fmla="*/ 0 h 111"/>
              <a:gd name="T17" fmla="*/ 112 w 112"/>
              <a:gd name="T18" fmla="*/ 111 h 111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2" h="111">
                <a:moveTo>
                  <a:pt x="112" y="26"/>
                </a:moveTo>
                <a:lnTo>
                  <a:pt x="24" y="0"/>
                </a:lnTo>
                <a:lnTo>
                  <a:pt x="0" y="86"/>
                </a:lnTo>
                <a:lnTo>
                  <a:pt x="87" y="111"/>
                </a:lnTo>
                <a:lnTo>
                  <a:pt x="112" y="26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1" name="Freeform 68">
            <a:extLst>
              <a:ext uri="{FF2B5EF4-FFF2-40B4-BE49-F238E27FC236}">
                <a16:creationId xmlns:a16="http://schemas.microsoft.com/office/drawing/2014/main" id="{6B07F7DF-7322-35D2-7105-226125406077}"/>
              </a:ext>
            </a:extLst>
          </p:cNvPr>
          <p:cNvSpPr>
            <a:spLocks/>
          </p:cNvSpPr>
          <p:nvPr/>
        </p:nvSpPr>
        <p:spPr bwMode="auto">
          <a:xfrm>
            <a:off x="2289176" y="4503738"/>
            <a:ext cx="60325" cy="50800"/>
          </a:xfrm>
          <a:custGeom>
            <a:avLst/>
            <a:gdLst>
              <a:gd name="T0" fmla="*/ 0 w 114"/>
              <a:gd name="T1" fmla="*/ 2147483647 h 96"/>
              <a:gd name="T2" fmla="*/ 2147483647 w 114"/>
              <a:gd name="T3" fmla="*/ 0 h 96"/>
              <a:gd name="T4" fmla="*/ 2147483647 w 114"/>
              <a:gd name="T5" fmla="*/ 2147483647 h 96"/>
              <a:gd name="T6" fmla="*/ 2147483647 w 114"/>
              <a:gd name="T7" fmla="*/ 2147483647 h 96"/>
              <a:gd name="T8" fmla="*/ 0 w 114"/>
              <a:gd name="T9" fmla="*/ 2147483647 h 9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"/>
              <a:gd name="T16" fmla="*/ 0 h 96"/>
              <a:gd name="T17" fmla="*/ 114 w 114"/>
              <a:gd name="T18" fmla="*/ 96 h 9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" h="96">
                <a:moveTo>
                  <a:pt x="0" y="68"/>
                </a:moveTo>
                <a:lnTo>
                  <a:pt x="19" y="0"/>
                </a:lnTo>
                <a:lnTo>
                  <a:pt x="114" y="29"/>
                </a:lnTo>
                <a:lnTo>
                  <a:pt x="95" y="96"/>
                </a:lnTo>
                <a:lnTo>
                  <a:pt x="0" y="68"/>
                </a:lnTo>
                <a:close/>
              </a:path>
            </a:pathLst>
          </a:custGeom>
          <a:solidFill>
            <a:srgbClr val="216B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2" name="Freeform 69">
            <a:extLst>
              <a:ext uri="{FF2B5EF4-FFF2-40B4-BE49-F238E27FC236}">
                <a16:creationId xmlns:a16="http://schemas.microsoft.com/office/drawing/2014/main" id="{A85414D1-48F1-BD49-9F9E-8D438595CA38}"/>
              </a:ext>
            </a:extLst>
          </p:cNvPr>
          <p:cNvSpPr>
            <a:spLocks/>
          </p:cNvSpPr>
          <p:nvPr/>
        </p:nvSpPr>
        <p:spPr bwMode="auto">
          <a:xfrm>
            <a:off x="2295526" y="4510088"/>
            <a:ext cx="47625" cy="38100"/>
          </a:xfrm>
          <a:custGeom>
            <a:avLst/>
            <a:gdLst>
              <a:gd name="T0" fmla="*/ 2147483647 w 92"/>
              <a:gd name="T1" fmla="*/ 2147483647 h 72"/>
              <a:gd name="T2" fmla="*/ 2147483647 w 92"/>
              <a:gd name="T3" fmla="*/ 0 h 72"/>
              <a:gd name="T4" fmla="*/ 0 w 92"/>
              <a:gd name="T5" fmla="*/ 2147483647 h 72"/>
              <a:gd name="T6" fmla="*/ 2147483647 w 92"/>
              <a:gd name="T7" fmla="*/ 2147483647 h 72"/>
              <a:gd name="T8" fmla="*/ 2147483647 w 92"/>
              <a:gd name="T9" fmla="*/ 2147483647 h 7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92"/>
              <a:gd name="T16" fmla="*/ 0 h 72"/>
              <a:gd name="T17" fmla="*/ 92 w 92"/>
              <a:gd name="T18" fmla="*/ 72 h 7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92" h="72">
                <a:moveTo>
                  <a:pt x="92" y="23"/>
                </a:moveTo>
                <a:lnTo>
                  <a:pt x="15" y="0"/>
                </a:lnTo>
                <a:lnTo>
                  <a:pt x="0" y="50"/>
                </a:lnTo>
                <a:lnTo>
                  <a:pt x="77" y="72"/>
                </a:lnTo>
                <a:lnTo>
                  <a:pt x="92" y="23"/>
                </a:lnTo>
                <a:close/>
              </a:path>
            </a:pathLst>
          </a:custGeom>
          <a:solidFill>
            <a:srgbClr val="BFDB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3" name="Freeform 70">
            <a:extLst>
              <a:ext uri="{FF2B5EF4-FFF2-40B4-BE49-F238E27FC236}">
                <a16:creationId xmlns:a16="http://schemas.microsoft.com/office/drawing/2014/main" id="{33341FAB-1A39-910C-EE3E-DC4837093A47}"/>
              </a:ext>
            </a:extLst>
          </p:cNvPr>
          <p:cNvSpPr>
            <a:spLocks/>
          </p:cNvSpPr>
          <p:nvPr/>
        </p:nvSpPr>
        <p:spPr bwMode="auto">
          <a:xfrm>
            <a:off x="2341563" y="4397375"/>
            <a:ext cx="582612" cy="560388"/>
          </a:xfrm>
          <a:custGeom>
            <a:avLst/>
            <a:gdLst>
              <a:gd name="T0" fmla="*/ 0 w 1103"/>
              <a:gd name="T1" fmla="*/ 0 h 1058"/>
              <a:gd name="T2" fmla="*/ 2147483647 w 1103"/>
              <a:gd name="T3" fmla="*/ 2147483647 h 1058"/>
              <a:gd name="T4" fmla="*/ 2147483647 w 1103"/>
              <a:gd name="T5" fmla="*/ 2147483647 h 1058"/>
              <a:gd name="T6" fmla="*/ 2147483647 w 1103"/>
              <a:gd name="T7" fmla="*/ 2147483647 h 1058"/>
              <a:gd name="T8" fmla="*/ 2147483647 w 1103"/>
              <a:gd name="T9" fmla="*/ 2147483647 h 1058"/>
              <a:gd name="T10" fmla="*/ 2147483647 w 1103"/>
              <a:gd name="T11" fmla="*/ 2147483647 h 1058"/>
              <a:gd name="T12" fmla="*/ 2147483647 w 1103"/>
              <a:gd name="T13" fmla="*/ 2147483647 h 1058"/>
              <a:gd name="T14" fmla="*/ 2147483647 w 1103"/>
              <a:gd name="T15" fmla="*/ 2147483647 h 1058"/>
              <a:gd name="T16" fmla="*/ 2147483647 w 1103"/>
              <a:gd name="T17" fmla="*/ 2147483647 h 1058"/>
              <a:gd name="T18" fmla="*/ 2147483647 w 1103"/>
              <a:gd name="T19" fmla="*/ 2147483647 h 1058"/>
              <a:gd name="T20" fmla="*/ 0 w 1103"/>
              <a:gd name="T21" fmla="*/ 0 h 105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103"/>
              <a:gd name="T34" fmla="*/ 0 h 1058"/>
              <a:gd name="T35" fmla="*/ 1103 w 1103"/>
              <a:gd name="T36" fmla="*/ 1058 h 105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103" h="1058">
                <a:moveTo>
                  <a:pt x="0" y="0"/>
                </a:moveTo>
                <a:lnTo>
                  <a:pt x="314" y="689"/>
                </a:lnTo>
                <a:lnTo>
                  <a:pt x="469" y="619"/>
                </a:lnTo>
                <a:lnTo>
                  <a:pt x="418" y="507"/>
                </a:lnTo>
                <a:lnTo>
                  <a:pt x="702" y="706"/>
                </a:lnTo>
                <a:lnTo>
                  <a:pt x="542" y="779"/>
                </a:lnTo>
                <a:lnTo>
                  <a:pt x="469" y="619"/>
                </a:lnTo>
                <a:lnTo>
                  <a:pt x="314" y="689"/>
                </a:lnTo>
                <a:lnTo>
                  <a:pt x="482" y="1058"/>
                </a:lnTo>
                <a:lnTo>
                  <a:pt x="1103" y="774"/>
                </a:lnTo>
                <a:lnTo>
                  <a:pt x="0" y="0"/>
                </a:lnTo>
                <a:close/>
              </a:path>
            </a:pathLst>
          </a:custGeom>
          <a:solidFill>
            <a:srgbClr val="4C4C4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4" name="Freeform 71">
            <a:extLst>
              <a:ext uri="{FF2B5EF4-FFF2-40B4-BE49-F238E27FC236}">
                <a16:creationId xmlns:a16="http://schemas.microsoft.com/office/drawing/2014/main" id="{B50A8959-61F8-F697-8401-ABB2DF480D45}"/>
              </a:ext>
            </a:extLst>
          </p:cNvPr>
          <p:cNvSpPr>
            <a:spLocks/>
          </p:cNvSpPr>
          <p:nvPr/>
        </p:nvSpPr>
        <p:spPr bwMode="auto">
          <a:xfrm>
            <a:off x="2373313" y="4437064"/>
            <a:ext cx="525462" cy="503237"/>
          </a:xfrm>
          <a:custGeom>
            <a:avLst/>
            <a:gdLst>
              <a:gd name="T0" fmla="*/ 0 w 993"/>
              <a:gd name="T1" fmla="*/ 0 h 951"/>
              <a:gd name="T2" fmla="*/ 2147483647 w 993"/>
              <a:gd name="T3" fmla="*/ 2147483647 h 951"/>
              <a:gd name="T4" fmla="*/ 2147483647 w 993"/>
              <a:gd name="T5" fmla="*/ 2147483647 h 951"/>
              <a:gd name="T6" fmla="*/ 2147483647 w 993"/>
              <a:gd name="T7" fmla="*/ 2147483647 h 951"/>
              <a:gd name="T8" fmla="*/ 2147483647 w 993"/>
              <a:gd name="T9" fmla="*/ 2147483647 h 951"/>
              <a:gd name="T10" fmla="*/ 2147483647 w 993"/>
              <a:gd name="T11" fmla="*/ 2147483647 h 951"/>
              <a:gd name="T12" fmla="*/ 2147483647 w 993"/>
              <a:gd name="T13" fmla="*/ 2147483647 h 951"/>
              <a:gd name="T14" fmla="*/ 2147483647 w 993"/>
              <a:gd name="T15" fmla="*/ 2147483647 h 951"/>
              <a:gd name="T16" fmla="*/ 2147483647 w 993"/>
              <a:gd name="T17" fmla="*/ 2147483647 h 951"/>
              <a:gd name="T18" fmla="*/ 2147483647 w 993"/>
              <a:gd name="T19" fmla="*/ 2147483647 h 951"/>
              <a:gd name="T20" fmla="*/ 0 w 993"/>
              <a:gd name="T21" fmla="*/ 0 h 95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993"/>
              <a:gd name="T34" fmla="*/ 0 h 951"/>
              <a:gd name="T35" fmla="*/ 993 w 993"/>
              <a:gd name="T36" fmla="*/ 951 h 95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993" h="951">
                <a:moveTo>
                  <a:pt x="0" y="0"/>
                </a:moveTo>
                <a:lnTo>
                  <a:pt x="313" y="690"/>
                </a:lnTo>
                <a:lnTo>
                  <a:pt x="432" y="635"/>
                </a:lnTo>
                <a:lnTo>
                  <a:pt x="318" y="388"/>
                </a:lnTo>
                <a:lnTo>
                  <a:pt x="673" y="637"/>
                </a:lnTo>
                <a:lnTo>
                  <a:pt x="473" y="727"/>
                </a:lnTo>
                <a:lnTo>
                  <a:pt x="432" y="635"/>
                </a:lnTo>
                <a:lnTo>
                  <a:pt x="313" y="690"/>
                </a:lnTo>
                <a:lnTo>
                  <a:pt x="433" y="951"/>
                </a:lnTo>
                <a:lnTo>
                  <a:pt x="993" y="697"/>
                </a:lnTo>
                <a:lnTo>
                  <a:pt x="0" y="0"/>
                </a:lnTo>
                <a:close/>
              </a:path>
            </a:pathLst>
          </a:custGeom>
          <a:solidFill>
            <a:srgbClr val="D1ED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5" name="Freeform 72">
            <a:extLst>
              <a:ext uri="{FF2B5EF4-FFF2-40B4-BE49-F238E27FC236}">
                <a16:creationId xmlns:a16="http://schemas.microsoft.com/office/drawing/2014/main" id="{BFCDBFD8-7E59-FD40-BE1C-38BC92CC473A}"/>
              </a:ext>
            </a:extLst>
          </p:cNvPr>
          <p:cNvSpPr>
            <a:spLocks/>
          </p:cNvSpPr>
          <p:nvPr/>
        </p:nvSpPr>
        <p:spPr bwMode="auto">
          <a:xfrm>
            <a:off x="2378076" y="4445000"/>
            <a:ext cx="11113" cy="7938"/>
          </a:xfrm>
          <a:custGeom>
            <a:avLst/>
            <a:gdLst>
              <a:gd name="T0" fmla="*/ 0 w 21"/>
              <a:gd name="T1" fmla="*/ 0 h 15"/>
              <a:gd name="T2" fmla="*/ 2147483647 w 21"/>
              <a:gd name="T3" fmla="*/ 2147483647 h 15"/>
              <a:gd name="T4" fmla="*/ 2147483647 w 21"/>
              <a:gd name="T5" fmla="*/ 2147483647 h 15"/>
              <a:gd name="T6" fmla="*/ 0 w 21"/>
              <a:gd name="T7" fmla="*/ 0 h 15"/>
              <a:gd name="T8" fmla="*/ 0 60000 65536"/>
              <a:gd name="T9" fmla="*/ 0 60000 65536"/>
              <a:gd name="T10" fmla="*/ 0 60000 65536"/>
              <a:gd name="T11" fmla="*/ 0 60000 65536"/>
              <a:gd name="T12" fmla="*/ 0 w 21"/>
              <a:gd name="T13" fmla="*/ 0 h 15"/>
              <a:gd name="T14" fmla="*/ 21 w 21"/>
              <a:gd name="T15" fmla="*/ 15 h 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" h="15">
                <a:moveTo>
                  <a:pt x="0" y="0"/>
                </a:moveTo>
                <a:lnTo>
                  <a:pt x="4" y="10"/>
                </a:lnTo>
                <a:lnTo>
                  <a:pt x="21" y="15"/>
                </a:lnTo>
                <a:lnTo>
                  <a:pt x="0" y="0"/>
                </a:lnTo>
                <a:close/>
              </a:path>
            </a:pathLst>
          </a:custGeom>
          <a:solidFill>
            <a:srgbClr val="001C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6" name="Freeform 73">
            <a:extLst>
              <a:ext uri="{FF2B5EF4-FFF2-40B4-BE49-F238E27FC236}">
                <a16:creationId xmlns:a16="http://schemas.microsoft.com/office/drawing/2014/main" id="{B8FDE7EA-1418-C17F-D0FC-A7196795E09A}"/>
              </a:ext>
            </a:extLst>
          </p:cNvPr>
          <p:cNvSpPr>
            <a:spLocks/>
          </p:cNvSpPr>
          <p:nvPr/>
        </p:nvSpPr>
        <p:spPr bwMode="auto">
          <a:xfrm>
            <a:off x="2444751" y="4518026"/>
            <a:ext cx="263525" cy="157163"/>
          </a:xfrm>
          <a:custGeom>
            <a:avLst/>
            <a:gdLst>
              <a:gd name="T0" fmla="*/ 2147483647 w 500"/>
              <a:gd name="T1" fmla="*/ 2147483647 h 298"/>
              <a:gd name="T2" fmla="*/ 2147483647 w 500"/>
              <a:gd name="T3" fmla="*/ 2147483647 h 298"/>
              <a:gd name="T4" fmla="*/ 2147483647 w 500"/>
              <a:gd name="T5" fmla="*/ 2147483647 h 298"/>
              <a:gd name="T6" fmla="*/ 2147483647 w 500"/>
              <a:gd name="T7" fmla="*/ 2147483647 h 298"/>
              <a:gd name="T8" fmla="*/ 2147483647 w 500"/>
              <a:gd name="T9" fmla="*/ 2147483647 h 298"/>
              <a:gd name="T10" fmla="*/ 2147483647 w 500"/>
              <a:gd name="T11" fmla="*/ 0 h 298"/>
              <a:gd name="T12" fmla="*/ 2147483647 w 500"/>
              <a:gd name="T13" fmla="*/ 2147483647 h 298"/>
              <a:gd name="T14" fmla="*/ 2147483647 w 500"/>
              <a:gd name="T15" fmla="*/ 2147483647 h 298"/>
              <a:gd name="T16" fmla="*/ 2147483647 w 500"/>
              <a:gd name="T17" fmla="*/ 2147483647 h 298"/>
              <a:gd name="T18" fmla="*/ 0 w 500"/>
              <a:gd name="T19" fmla="*/ 2147483647 h 298"/>
              <a:gd name="T20" fmla="*/ 2147483647 w 500"/>
              <a:gd name="T21" fmla="*/ 2147483647 h 298"/>
              <a:gd name="T22" fmla="*/ 2147483647 w 500"/>
              <a:gd name="T23" fmla="*/ 2147483647 h 298"/>
              <a:gd name="T24" fmla="*/ 2147483647 w 500"/>
              <a:gd name="T25" fmla="*/ 2147483647 h 29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500"/>
              <a:gd name="T40" fmla="*/ 0 h 298"/>
              <a:gd name="T41" fmla="*/ 500 w 500"/>
              <a:gd name="T42" fmla="*/ 298 h 29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500" h="298">
                <a:moveTo>
                  <a:pt x="452" y="265"/>
                </a:moveTo>
                <a:lnTo>
                  <a:pt x="48" y="145"/>
                </a:lnTo>
                <a:lnTo>
                  <a:pt x="55" y="119"/>
                </a:lnTo>
                <a:lnTo>
                  <a:pt x="51" y="117"/>
                </a:lnTo>
                <a:lnTo>
                  <a:pt x="82" y="6"/>
                </a:lnTo>
                <a:lnTo>
                  <a:pt x="74" y="0"/>
                </a:lnTo>
                <a:lnTo>
                  <a:pt x="42" y="115"/>
                </a:lnTo>
                <a:lnTo>
                  <a:pt x="38" y="113"/>
                </a:lnTo>
                <a:lnTo>
                  <a:pt x="30" y="140"/>
                </a:lnTo>
                <a:lnTo>
                  <a:pt x="0" y="131"/>
                </a:lnTo>
                <a:lnTo>
                  <a:pt x="10" y="153"/>
                </a:lnTo>
                <a:lnTo>
                  <a:pt x="500" y="298"/>
                </a:lnTo>
                <a:lnTo>
                  <a:pt x="452" y="265"/>
                </a:lnTo>
                <a:close/>
              </a:path>
            </a:pathLst>
          </a:custGeom>
          <a:solidFill>
            <a:srgbClr val="001C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7" name="Freeform 74">
            <a:extLst>
              <a:ext uri="{FF2B5EF4-FFF2-40B4-BE49-F238E27FC236}">
                <a16:creationId xmlns:a16="http://schemas.microsoft.com/office/drawing/2014/main" id="{3E664954-93F2-1020-2AC4-227AEA14C444}"/>
              </a:ext>
            </a:extLst>
          </p:cNvPr>
          <p:cNvSpPr>
            <a:spLocks/>
          </p:cNvSpPr>
          <p:nvPr/>
        </p:nvSpPr>
        <p:spPr bwMode="auto">
          <a:xfrm>
            <a:off x="2390776" y="4471989"/>
            <a:ext cx="60325" cy="22225"/>
          </a:xfrm>
          <a:custGeom>
            <a:avLst/>
            <a:gdLst>
              <a:gd name="T0" fmla="*/ 2147483647 w 114"/>
              <a:gd name="T1" fmla="*/ 2147483647 h 42"/>
              <a:gd name="T2" fmla="*/ 0 w 114"/>
              <a:gd name="T3" fmla="*/ 0 h 42"/>
              <a:gd name="T4" fmla="*/ 2147483647 w 114"/>
              <a:gd name="T5" fmla="*/ 2147483647 h 42"/>
              <a:gd name="T6" fmla="*/ 2147483647 w 114"/>
              <a:gd name="T7" fmla="*/ 2147483647 h 42"/>
              <a:gd name="T8" fmla="*/ 2147483647 w 114"/>
              <a:gd name="T9" fmla="*/ 2147483647 h 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14"/>
              <a:gd name="T16" fmla="*/ 0 h 42"/>
              <a:gd name="T17" fmla="*/ 114 w 114"/>
              <a:gd name="T18" fmla="*/ 42 h 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14" h="42">
                <a:moveTo>
                  <a:pt x="89" y="26"/>
                </a:moveTo>
                <a:lnTo>
                  <a:pt x="0" y="0"/>
                </a:lnTo>
                <a:lnTo>
                  <a:pt x="6" y="11"/>
                </a:lnTo>
                <a:lnTo>
                  <a:pt x="114" y="42"/>
                </a:lnTo>
                <a:lnTo>
                  <a:pt x="89" y="26"/>
                </a:lnTo>
                <a:close/>
              </a:path>
            </a:pathLst>
          </a:custGeom>
          <a:solidFill>
            <a:srgbClr val="001C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8" name="Freeform 75">
            <a:extLst>
              <a:ext uri="{FF2B5EF4-FFF2-40B4-BE49-F238E27FC236}">
                <a16:creationId xmlns:a16="http://schemas.microsoft.com/office/drawing/2014/main" id="{426D11EB-8011-36D1-E4C6-2F769E75C765}"/>
              </a:ext>
            </a:extLst>
          </p:cNvPr>
          <p:cNvSpPr>
            <a:spLocks/>
          </p:cNvSpPr>
          <p:nvPr/>
        </p:nvSpPr>
        <p:spPr bwMode="auto">
          <a:xfrm>
            <a:off x="2470151" y="4521201"/>
            <a:ext cx="212725" cy="136525"/>
          </a:xfrm>
          <a:custGeom>
            <a:avLst/>
            <a:gdLst>
              <a:gd name="T0" fmla="*/ 2147483647 w 404"/>
              <a:gd name="T1" fmla="*/ 2147483647 h 259"/>
              <a:gd name="T2" fmla="*/ 0 w 404"/>
              <a:gd name="T3" fmla="*/ 2147483647 h 259"/>
              <a:gd name="T4" fmla="*/ 2147483647 w 404"/>
              <a:gd name="T5" fmla="*/ 2147483647 h 259"/>
              <a:gd name="T6" fmla="*/ 2147483647 w 404"/>
              <a:gd name="T7" fmla="*/ 2147483647 h 259"/>
              <a:gd name="T8" fmla="*/ 2147483647 w 404"/>
              <a:gd name="T9" fmla="*/ 2147483647 h 259"/>
              <a:gd name="T10" fmla="*/ 2147483647 w 404"/>
              <a:gd name="T11" fmla="*/ 2147483647 h 259"/>
              <a:gd name="T12" fmla="*/ 2147483647 w 404"/>
              <a:gd name="T13" fmla="*/ 0 h 259"/>
              <a:gd name="T14" fmla="*/ 2147483647 w 404"/>
              <a:gd name="T15" fmla="*/ 2147483647 h 259"/>
              <a:gd name="T16" fmla="*/ 2147483647 w 404"/>
              <a:gd name="T17" fmla="*/ 2147483647 h 25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4"/>
              <a:gd name="T28" fmla="*/ 0 h 259"/>
              <a:gd name="T29" fmla="*/ 404 w 404"/>
              <a:gd name="T30" fmla="*/ 259 h 25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4" h="259">
                <a:moveTo>
                  <a:pt x="7" y="113"/>
                </a:moveTo>
                <a:lnTo>
                  <a:pt x="0" y="139"/>
                </a:lnTo>
                <a:lnTo>
                  <a:pt x="404" y="259"/>
                </a:lnTo>
                <a:lnTo>
                  <a:pt x="392" y="251"/>
                </a:lnTo>
                <a:lnTo>
                  <a:pt x="165" y="184"/>
                </a:lnTo>
                <a:lnTo>
                  <a:pt x="187" y="107"/>
                </a:lnTo>
                <a:lnTo>
                  <a:pt x="34" y="0"/>
                </a:lnTo>
                <a:lnTo>
                  <a:pt x="3" y="111"/>
                </a:lnTo>
                <a:lnTo>
                  <a:pt x="7" y="113"/>
                </a:lnTo>
                <a:close/>
              </a:path>
            </a:pathLst>
          </a:custGeom>
          <a:solidFill>
            <a:srgbClr val="9E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19" name="Freeform 76">
            <a:extLst>
              <a:ext uri="{FF2B5EF4-FFF2-40B4-BE49-F238E27FC236}">
                <a16:creationId xmlns:a16="http://schemas.microsoft.com/office/drawing/2014/main" id="{4EEEBE80-61A5-A511-5A8C-8FAD75B4A7CE}"/>
              </a:ext>
            </a:extLst>
          </p:cNvPr>
          <p:cNvSpPr>
            <a:spLocks/>
          </p:cNvSpPr>
          <p:nvPr/>
        </p:nvSpPr>
        <p:spPr bwMode="auto">
          <a:xfrm>
            <a:off x="2557463" y="4578350"/>
            <a:ext cx="119062" cy="76200"/>
          </a:xfrm>
          <a:custGeom>
            <a:avLst/>
            <a:gdLst>
              <a:gd name="T0" fmla="*/ 2147483647 w 227"/>
              <a:gd name="T1" fmla="*/ 2147483647 h 144"/>
              <a:gd name="T2" fmla="*/ 2147483647 w 227"/>
              <a:gd name="T3" fmla="*/ 2147483647 h 144"/>
              <a:gd name="T4" fmla="*/ 2147483647 w 227"/>
              <a:gd name="T5" fmla="*/ 2147483647 h 144"/>
              <a:gd name="T6" fmla="*/ 2147483647 w 227"/>
              <a:gd name="T7" fmla="*/ 2147483647 h 144"/>
              <a:gd name="T8" fmla="*/ 2147483647 w 227"/>
              <a:gd name="T9" fmla="*/ 2147483647 h 144"/>
              <a:gd name="T10" fmla="*/ 2147483647 w 227"/>
              <a:gd name="T11" fmla="*/ 2147483647 h 144"/>
              <a:gd name="T12" fmla="*/ 2147483647 w 227"/>
              <a:gd name="T13" fmla="*/ 2147483647 h 144"/>
              <a:gd name="T14" fmla="*/ 2147483647 w 227"/>
              <a:gd name="T15" fmla="*/ 2147483647 h 144"/>
              <a:gd name="T16" fmla="*/ 2147483647 w 227"/>
              <a:gd name="T17" fmla="*/ 0 h 144"/>
              <a:gd name="T18" fmla="*/ 0 w 227"/>
              <a:gd name="T19" fmla="*/ 2147483647 h 144"/>
              <a:gd name="T20" fmla="*/ 2147483647 w 227"/>
              <a:gd name="T21" fmla="*/ 2147483647 h 14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27"/>
              <a:gd name="T34" fmla="*/ 0 h 144"/>
              <a:gd name="T35" fmla="*/ 227 w 227"/>
              <a:gd name="T36" fmla="*/ 144 h 14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27" h="144">
                <a:moveTo>
                  <a:pt x="227" y="144"/>
                </a:moveTo>
                <a:lnTo>
                  <a:pt x="203" y="127"/>
                </a:lnTo>
                <a:lnTo>
                  <a:pt x="142" y="109"/>
                </a:lnTo>
                <a:lnTo>
                  <a:pt x="148" y="88"/>
                </a:lnTo>
                <a:lnTo>
                  <a:pt x="141" y="83"/>
                </a:lnTo>
                <a:lnTo>
                  <a:pt x="133" y="106"/>
                </a:lnTo>
                <a:lnTo>
                  <a:pt x="11" y="70"/>
                </a:lnTo>
                <a:lnTo>
                  <a:pt x="30" y="6"/>
                </a:lnTo>
                <a:lnTo>
                  <a:pt x="22" y="0"/>
                </a:lnTo>
                <a:lnTo>
                  <a:pt x="0" y="77"/>
                </a:lnTo>
                <a:lnTo>
                  <a:pt x="227" y="144"/>
                </a:lnTo>
                <a:close/>
              </a:path>
            </a:pathLst>
          </a:custGeom>
          <a:solidFill>
            <a:srgbClr val="001C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0" name="Freeform 77">
            <a:extLst>
              <a:ext uri="{FF2B5EF4-FFF2-40B4-BE49-F238E27FC236}">
                <a16:creationId xmlns:a16="http://schemas.microsoft.com/office/drawing/2014/main" id="{0F9B6B09-FD7F-5CF6-1C1A-3C2C8745D396}"/>
              </a:ext>
            </a:extLst>
          </p:cNvPr>
          <p:cNvSpPr>
            <a:spLocks/>
          </p:cNvSpPr>
          <p:nvPr/>
        </p:nvSpPr>
        <p:spPr bwMode="auto">
          <a:xfrm>
            <a:off x="2562225" y="4581525"/>
            <a:ext cx="69850" cy="52388"/>
          </a:xfrm>
          <a:custGeom>
            <a:avLst/>
            <a:gdLst>
              <a:gd name="T0" fmla="*/ 2147483647 w 130"/>
              <a:gd name="T1" fmla="*/ 2147483647 h 100"/>
              <a:gd name="T2" fmla="*/ 2147483647 w 130"/>
              <a:gd name="T3" fmla="*/ 2147483647 h 100"/>
              <a:gd name="T4" fmla="*/ 2147483647 w 130"/>
              <a:gd name="T5" fmla="*/ 0 h 100"/>
              <a:gd name="T6" fmla="*/ 0 w 130"/>
              <a:gd name="T7" fmla="*/ 2147483647 h 100"/>
              <a:gd name="T8" fmla="*/ 2147483647 w 130"/>
              <a:gd name="T9" fmla="*/ 2147483647 h 1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0"/>
              <a:gd name="T16" fmla="*/ 0 h 100"/>
              <a:gd name="T17" fmla="*/ 130 w 130"/>
              <a:gd name="T18" fmla="*/ 100 h 1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0" h="100">
                <a:moveTo>
                  <a:pt x="122" y="100"/>
                </a:moveTo>
                <a:lnTo>
                  <a:pt x="130" y="77"/>
                </a:lnTo>
                <a:lnTo>
                  <a:pt x="19" y="0"/>
                </a:lnTo>
                <a:lnTo>
                  <a:pt x="0" y="64"/>
                </a:lnTo>
                <a:lnTo>
                  <a:pt x="122" y="100"/>
                </a:lnTo>
                <a:close/>
              </a:path>
            </a:pathLst>
          </a:custGeom>
          <a:solidFill>
            <a:srgbClr val="9E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1" name="Freeform 78">
            <a:extLst>
              <a:ext uri="{FF2B5EF4-FFF2-40B4-BE49-F238E27FC236}">
                <a16:creationId xmlns:a16="http://schemas.microsoft.com/office/drawing/2014/main" id="{A1FCC38C-7000-5161-07D6-7F94B551AD34}"/>
              </a:ext>
            </a:extLst>
          </p:cNvPr>
          <p:cNvSpPr>
            <a:spLocks/>
          </p:cNvSpPr>
          <p:nvPr/>
        </p:nvSpPr>
        <p:spPr bwMode="auto">
          <a:xfrm>
            <a:off x="2632075" y="4624389"/>
            <a:ext cx="31750" cy="20637"/>
          </a:xfrm>
          <a:custGeom>
            <a:avLst/>
            <a:gdLst>
              <a:gd name="T0" fmla="*/ 2147483647 w 61"/>
              <a:gd name="T1" fmla="*/ 2147483647 h 39"/>
              <a:gd name="T2" fmla="*/ 2147483647 w 61"/>
              <a:gd name="T3" fmla="*/ 0 h 39"/>
              <a:gd name="T4" fmla="*/ 0 w 61"/>
              <a:gd name="T5" fmla="*/ 2147483647 h 39"/>
              <a:gd name="T6" fmla="*/ 2147483647 w 61"/>
              <a:gd name="T7" fmla="*/ 2147483647 h 39"/>
              <a:gd name="T8" fmla="*/ 0 60000 65536"/>
              <a:gd name="T9" fmla="*/ 0 60000 65536"/>
              <a:gd name="T10" fmla="*/ 0 60000 65536"/>
              <a:gd name="T11" fmla="*/ 0 60000 65536"/>
              <a:gd name="T12" fmla="*/ 0 w 61"/>
              <a:gd name="T13" fmla="*/ 0 h 39"/>
              <a:gd name="T14" fmla="*/ 61 w 61"/>
              <a:gd name="T15" fmla="*/ 39 h 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61" h="39">
                <a:moveTo>
                  <a:pt x="61" y="39"/>
                </a:moveTo>
                <a:lnTo>
                  <a:pt x="6" y="0"/>
                </a:lnTo>
                <a:lnTo>
                  <a:pt x="0" y="21"/>
                </a:lnTo>
                <a:lnTo>
                  <a:pt x="61" y="39"/>
                </a:lnTo>
                <a:close/>
              </a:path>
            </a:pathLst>
          </a:custGeom>
          <a:solidFill>
            <a:srgbClr val="9E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2" name="Freeform 79">
            <a:extLst>
              <a:ext uri="{FF2B5EF4-FFF2-40B4-BE49-F238E27FC236}">
                <a16:creationId xmlns:a16="http://schemas.microsoft.com/office/drawing/2014/main" id="{FA6F5239-369E-DB49-C388-5B18915F1152}"/>
              </a:ext>
            </a:extLst>
          </p:cNvPr>
          <p:cNvSpPr>
            <a:spLocks/>
          </p:cNvSpPr>
          <p:nvPr/>
        </p:nvSpPr>
        <p:spPr bwMode="auto">
          <a:xfrm>
            <a:off x="2393950" y="4478338"/>
            <a:ext cx="88900" cy="114300"/>
          </a:xfrm>
          <a:custGeom>
            <a:avLst/>
            <a:gdLst>
              <a:gd name="T0" fmla="*/ 2147483647 w 169"/>
              <a:gd name="T1" fmla="*/ 2147483647 h 216"/>
              <a:gd name="T2" fmla="*/ 2147483647 w 169"/>
              <a:gd name="T3" fmla="*/ 2147483647 h 216"/>
              <a:gd name="T4" fmla="*/ 2147483647 w 169"/>
              <a:gd name="T5" fmla="*/ 2147483647 h 216"/>
              <a:gd name="T6" fmla="*/ 2147483647 w 169"/>
              <a:gd name="T7" fmla="*/ 2147483647 h 216"/>
              <a:gd name="T8" fmla="*/ 0 w 169"/>
              <a:gd name="T9" fmla="*/ 0 h 216"/>
              <a:gd name="T10" fmla="*/ 2147483647 w 169"/>
              <a:gd name="T11" fmla="*/ 2147483647 h 216"/>
              <a:gd name="T12" fmla="*/ 2147483647 w 169"/>
              <a:gd name="T13" fmla="*/ 2147483647 h 216"/>
              <a:gd name="T14" fmla="*/ 2147483647 w 169"/>
              <a:gd name="T15" fmla="*/ 2147483647 h 216"/>
              <a:gd name="T16" fmla="*/ 2147483647 w 169"/>
              <a:gd name="T17" fmla="*/ 2147483647 h 216"/>
              <a:gd name="T18" fmla="*/ 2147483647 w 169"/>
              <a:gd name="T19" fmla="*/ 2147483647 h 216"/>
              <a:gd name="T20" fmla="*/ 2147483647 w 169"/>
              <a:gd name="T21" fmla="*/ 2147483647 h 21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9"/>
              <a:gd name="T34" fmla="*/ 0 h 216"/>
              <a:gd name="T35" fmla="*/ 169 w 169"/>
              <a:gd name="T36" fmla="*/ 216 h 21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9" h="216">
                <a:moveTo>
                  <a:pt x="133" y="189"/>
                </a:moveTo>
                <a:lnTo>
                  <a:pt x="137" y="191"/>
                </a:lnTo>
                <a:lnTo>
                  <a:pt x="169" y="76"/>
                </a:lnTo>
                <a:lnTo>
                  <a:pt x="108" y="31"/>
                </a:lnTo>
                <a:lnTo>
                  <a:pt x="0" y="0"/>
                </a:lnTo>
                <a:lnTo>
                  <a:pt x="35" y="78"/>
                </a:lnTo>
                <a:lnTo>
                  <a:pt x="45" y="82"/>
                </a:lnTo>
                <a:lnTo>
                  <a:pt x="42" y="93"/>
                </a:lnTo>
                <a:lnTo>
                  <a:pt x="95" y="207"/>
                </a:lnTo>
                <a:lnTo>
                  <a:pt x="125" y="216"/>
                </a:lnTo>
                <a:lnTo>
                  <a:pt x="133" y="189"/>
                </a:lnTo>
                <a:close/>
              </a:path>
            </a:pathLst>
          </a:custGeom>
          <a:solidFill>
            <a:srgbClr val="9E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3" name="Freeform 80">
            <a:extLst>
              <a:ext uri="{FF2B5EF4-FFF2-40B4-BE49-F238E27FC236}">
                <a16:creationId xmlns:a16="http://schemas.microsoft.com/office/drawing/2014/main" id="{541EA68F-6B0F-EC00-0AA2-7B0F969BD1A4}"/>
              </a:ext>
            </a:extLst>
          </p:cNvPr>
          <p:cNvSpPr>
            <a:spLocks/>
          </p:cNvSpPr>
          <p:nvPr/>
        </p:nvSpPr>
        <p:spPr bwMode="auto">
          <a:xfrm>
            <a:off x="2381250" y="4449763"/>
            <a:ext cx="57150" cy="36512"/>
          </a:xfrm>
          <a:custGeom>
            <a:avLst/>
            <a:gdLst>
              <a:gd name="T0" fmla="*/ 2147483647 w 108"/>
              <a:gd name="T1" fmla="*/ 2147483647 h 68"/>
              <a:gd name="T2" fmla="*/ 0 w 108"/>
              <a:gd name="T3" fmla="*/ 0 h 68"/>
              <a:gd name="T4" fmla="*/ 2147483647 w 108"/>
              <a:gd name="T5" fmla="*/ 2147483647 h 68"/>
              <a:gd name="T6" fmla="*/ 2147483647 w 108"/>
              <a:gd name="T7" fmla="*/ 2147483647 h 68"/>
              <a:gd name="T8" fmla="*/ 2147483647 w 108"/>
              <a:gd name="T9" fmla="*/ 2147483647 h 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8"/>
              <a:gd name="T16" fmla="*/ 0 h 68"/>
              <a:gd name="T17" fmla="*/ 108 w 108"/>
              <a:gd name="T18" fmla="*/ 68 h 6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8" h="68">
                <a:moveTo>
                  <a:pt x="17" y="5"/>
                </a:moveTo>
                <a:lnTo>
                  <a:pt x="0" y="0"/>
                </a:lnTo>
                <a:lnTo>
                  <a:pt x="19" y="42"/>
                </a:lnTo>
                <a:lnTo>
                  <a:pt x="108" y="68"/>
                </a:lnTo>
                <a:lnTo>
                  <a:pt x="17" y="5"/>
                </a:lnTo>
                <a:close/>
              </a:path>
            </a:pathLst>
          </a:custGeom>
          <a:solidFill>
            <a:srgbClr val="9EC6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4" name="Freeform 81">
            <a:extLst>
              <a:ext uri="{FF2B5EF4-FFF2-40B4-BE49-F238E27FC236}">
                <a16:creationId xmlns:a16="http://schemas.microsoft.com/office/drawing/2014/main" id="{8EDC44DF-3A59-B0C2-F6F6-8FE743C25AF4}"/>
              </a:ext>
            </a:extLst>
          </p:cNvPr>
          <p:cNvSpPr>
            <a:spLocks/>
          </p:cNvSpPr>
          <p:nvPr/>
        </p:nvSpPr>
        <p:spPr bwMode="auto">
          <a:xfrm>
            <a:off x="2413001" y="4595814"/>
            <a:ext cx="4763" cy="7937"/>
          </a:xfrm>
          <a:custGeom>
            <a:avLst/>
            <a:gdLst>
              <a:gd name="T0" fmla="*/ 0 w 10"/>
              <a:gd name="T1" fmla="*/ 0 h 15"/>
              <a:gd name="T2" fmla="*/ 2147483647 w 10"/>
              <a:gd name="T3" fmla="*/ 2147483647 h 15"/>
              <a:gd name="T4" fmla="*/ 2147483647 w 10"/>
              <a:gd name="T5" fmla="*/ 2147483647 h 15"/>
              <a:gd name="T6" fmla="*/ 0 w 10"/>
              <a:gd name="T7" fmla="*/ 0 h 15"/>
              <a:gd name="T8" fmla="*/ 0 60000 65536"/>
              <a:gd name="T9" fmla="*/ 0 60000 65536"/>
              <a:gd name="T10" fmla="*/ 0 60000 65536"/>
              <a:gd name="T11" fmla="*/ 0 60000 65536"/>
              <a:gd name="T12" fmla="*/ 0 w 10"/>
              <a:gd name="T13" fmla="*/ 0 h 15"/>
              <a:gd name="T14" fmla="*/ 10 w 10"/>
              <a:gd name="T15" fmla="*/ 15 h 1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" h="15">
                <a:moveTo>
                  <a:pt x="0" y="0"/>
                </a:moveTo>
                <a:lnTo>
                  <a:pt x="7" y="15"/>
                </a:lnTo>
                <a:lnTo>
                  <a:pt x="10" y="4"/>
                </a:lnTo>
                <a:lnTo>
                  <a:pt x="0" y="0"/>
                </a:lnTo>
                <a:close/>
              </a:path>
            </a:pathLst>
          </a:custGeom>
          <a:solidFill>
            <a:srgbClr val="001C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5" name="Freeform 82">
            <a:extLst>
              <a:ext uri="{FF2B5EF4-FFF2-40B4-BE49-F238E27FC236}">
                <a16:creationId xmlns:a16="http://schemas.microsoft.com/office/drawing/2014/main" id="{C4F28BC3-32A7-2D28-CB16-820DF5B75396}"/>
              </a:ext>
            </a:extLst>
          </p:cNvPr>
          <p:cNvSpPr>
            <a:spLocks/>
          </p:cNvSpPr>
          <p:nvPr/>
        </p:nvSpPr>
        <p:spPr bwMode="auto">
          <a:xfrm>
            <a:off x="2613025" y="4111626"/>
            <a:ext cx="146050" cy="288925"/>
          </a:xfrm>
          <a:custGeom>
            <a:avLst/>
            <a:gdLst>
              <a:gd name="T0" fmla="*/ 2147483647 w 277"/>
              <a:gd name="T1" fmla="*/ 2147483647 h 546"/>
              <a:gd name="T2" fmla="*/ 2147483647 w 277"/>
              <a:gd name="T3" fmla="*/ 2147483647 h 546"/>
              <a:gd name="T4" fmla="*/ 2147483647 w 277"/>
              <a:gd name="T5" fmla="*/ 2147483647 h 546"/>
              <a:gd name="T6" fmla="*/ 2147483647 w 277"/>
              <a:gd name="T7" fmla="*/ 2147483647 h 546"/>
              <a:gd name="T8" fmla="*/ 2147483647 w 277"/>
              <a:gd name="T9" fmla="*/ 2147483647 h 546"/>
              <a:gd name="T10" fmla="*/ 2147483647 w 277"/>
              <a:gd name="T11" fmla="*/ 2147483647 h 546"/>
              <a:gd name="T12" fmla="*/ 2147483647 w 277"/>
              <a:gd name="T13" fmla="*/ 2147483647 h 546"/>
              <a:gd name="T14" fmla="*/ 2147483647 w 277"/>
              <a:gd name="T15" fmla="*/ 2147483647 h 546"/>
              <a:gd name="T16" fmla="*/ 2147483647 w 277"/>
              <a:gd name="T17" fmla="*/ 2147483647 h 546"/>
              <a:gd name="T18" fmla="*/ 2147483647 w 277"/>
              <a:gd name="T19" fmla="*/ 2147483647 h 546"/>
              <a:gd name="T20" fmla="*/ 2147483647 w 277"/>
              <a:gd name="T21" fmla="*/ 2147483647 h 546"/>
              <a:gd name="T22" fmla="*/ 2147483647 w 277"/>
              <a:gd name="T23" fmla="*/ 2147483647 h 546"/>
              <a:gd name="T24" fmla="*/ 2147483647 w 277"/>
              <a:gd name="T25" fmla="*/ 2147483647 h 546"/>
              <a:gd name="T26" fmla="*/ 2147483647 w 277"/>
              <a:gd name="T27" fmla="*/ 0 h 546"/>
              <a:gd name="T28" fmla="*/ 2147483647 w 277"/>
              <a:gd name="T29" fmla="*/ 0 h 546"/>
              <a:gd name="T30" fmla="*/ 2147483647 w 277"/>
              <a:gd name="T31" fmla="*/ 2147483647 h 546"/>
              <a:gd name="T32" fmla="*/ 2147483647 w 277"/>
              <a:gd name="T33" fmla="*/ 2147483647 h 546"/>
              <a:gd name="T34" fmla="*/ 2147483647 w 277"/>
              <a:gd name="T35" fmla="*/ 2147483647 h 546"/>
              <a:gd name="T36" fmla="*/ 2147483647 w 277"/>
              <a:gd name="T37" fmla="*/ 2147483647 h 546"/>
              <a:gd name="T38" fmla="*/ 2147483647 w 277"/>
              <a:gd name="T39" fmla="*/ 2147483647 h 546"/>
              <a:gd name="T40" fmla="*/ 2147483647 w 277"/>
              <a:gd name="T41" fmla="*/ 2147483647 h 546"/>
              <a:gd name="T42" fmla="*/ 2147483647 w 277"/>
              <a:gd name="T43" fmla="*/ 2147483647 h 546"/>
              <a:gd name="T44" fmla="*/ 2147483647 w 277"/>
              <a:gd name="T45" fmla="*/ 2147483647 h 546"/>
              <a:gd name="T46" fmla="*/ 2147483647 w 277"/>
              <a:gd name="T47" fmla="*/ 2147483647 h 546"/>
              <a:gd name="T48" fmla="*/ 2147483647 w 277"/>
              <a:gd name="T49" fmla="*/ 2147483647 h 546"/>
              <a:gd name="T50" fmla="*/ 2147483647 w 277"/>
              <a:gd name="T51" fmla="*/ 2147483647 h 546"/>
              <a:gd name="T52" fmla="*/ 2147483647 w 277"/>
              <a:gd name="T53" fmla="*/ 2147483647 h 546"/>
              <a:gd name="T54" fmla="*/ 2147483647 w 277"/>
              <a:gd name="T55" fmla="*/ 2147483647 h 546"/>
              <a:gd name="T56" fmla="*/ 2147483647 w 277"/>
              <a:gd name="T57" fmla="*/ 2147483647 h 546"/>
              <a:gd name="T58" fmla="*/ 2147483647 w 277"/>
              <a:gd name="T59" fmla="*/ 2147483647 h 546"/>
              <a:gd name="T60" fmla="*/ 2147483647 w 277"/>
              <a:gd name="T61" fmla="*/ 2147483647 h 546"/>
              <a:gd name="T62" fmla="*/ 0 w 277"/>
              <a:gd name="T63" fmla="*/ 2147483647 h 546"/>
              <a:gd name="T64" fmla="*/ 2147483647 w 277"/>
              <a:gd name="T65" fmla="*/ 2147483647 h 546"/>
              <a:gd name="T66" fmla="*/ 2147483647 w 277"/>
              <a:gd name="T67" fmla="*/ 2147483647 h 546"/>
              <a:gd name="T68" fmla="*/ 2147483647 w 277"/>
              <a:gd name="T69" fmla="*/ 2147483647 h 54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w 277"/>
              <a:gd name="T106" fmla="*/ 0 h 546"/>
              <a:gd name="T107" fmla="*/ 277 w 277"/>
              <a:gd name="T108" fmla="*/ 546 h 546"/>
            </a:gdLst>
            <a:ahLst/>
            <a:cxnLst>
              <a:cxn ang="T70">
                <a:pos x="T0" y="T1"/>
              </a:cxn>
              <a:cxn ang="T71">
                <a:pos x="T2" y="T3"/>
              </a:cxn>
              <a:cxn ang="T72">
                <a:pos x="T4" y="T5"/>
              </a:cxn>
              <a:cxn ang="T73">
                <a:pos x="T6" y="T7"/>
              </a:cxn>
              <a:cxn ang="T74">
                <a:pos x="T8" y="T9"/>
              </a:cxn>
              <a:cxn ang="T75">
                <a:pos x="T10" y="T11"/>
              </a:cxn>
              <a:cxn ang="T76">
                <a:pos x="T12" y="T13"/>
              </a:cxn>
              <a:cxn ang="T77">
                <a:pos x="T14" y="T15"/>
              </a:cxn>
              <a:cxn ang="T78">
                <a:pos x="T16" y="T17"/>
              </a:cxn>
              <a:cxn ang="T79">
                <a:pos x="T18" y="T19"/>
              </a:cxn>
              <a:cxn ang="T80">
                <a:pos x="T20" y="T21"/>
              </a:cxn>
              <a:cxn ang="T81">
                <a:pos x="T22" y="T23"/>
              </a:cxn>
              <a:cxn ang="T82">
                <a:pos x="T24" y="T25"/>
              </a:cxn>
              <a:cxn ang="T83">
                <a:pos x="T26" y="T27"/>
              </a:cxn>
              <a:cxn ang="T84">
                <a:pos x="T28" y="T29"/>
              </a:cxn>
              <a:cxn ang="T85">
                <a:pos x="T30" y="T31"/>
              </a:cxn>
              <a:cxn ang="T86">
                <a:pos x="T32" y="T33"/>
              </a:cxn>
              <a:cxn ang="T87">
                <a:pos x="T34" y="T35"/>
              </a:cxn>
              <a:cxn ang="T88">
                <a:pos x="T36" y="T37"/>
              </a:cxn>
              <a:cxn ang="T89">
                <a:pos x="T38" y="T39"/>
              </a:cxn>
              <a:cxn ang="T90">
                <a:pos x="T40" y="T41"/>
              </a:cxn>
              <a:cxn ang="T91">
                <a:pos x="T42" y="T43"/>
              </a:cxn>
              <a:cxn ang="T92">
                <a:pos x="T44" y="T45"/>
              </a:cxn>
              <a:cxn ang="T93">
                <a:pos x="T46" y="T47"/>
              </a:cxn>
              <a:cxn ang="T94">
                <a:pos x="T48" y="T49"/>
              </a:cxn>
              <a:cxn ang="T95">
                <a:pos x="T50" y="T51"/>
              </a:cxn>
              <a:cxn ang="T96">
                <a:pos x="T52" y="T53"/>
              </a:cxn>
              <a:cxn ang="T97">
                <a:pos x="T54" y="T55"/>
              </a:cxn>
              <a:cxn ang="T98">
                <a:pos x="T56" y="T57"/>
              </a:cxn>
              <a:cxn ang="T99">
                <a:pos x="T58" y="T59"/>
              </a:cxn>
              <a:cxn ang="T100">
                <a:pos x="T60" y="T61"/>
              </a:cxn>
              <a:cxn ang="T101">
                <a:pos x="T62" y="T63"/>
              </a:cxn>
              <a:cxn ang="T102">
                <a:pos x="T64" y="T65"/>
              </a:cxn>
              <a:cxn ang="T103">
                <a:pos x="T66" y="T67"/>
              </a:cxn>
              <a:cxn ang="T104">
                <a:pos x="T68" y="T69"/>
              </a:cxn>
            </a:cxnLst>
            <a:rect l="T105" t="T106" r="T107" b="T108"/>
            <a:pathLst>
              <a:path w="277" h="546">
                <a:moveTo>
                  <a:pt x="250" y="101"/>
                </a:moveTo>
                <a:lnTo>
                  <a:pt x="264" y="73"/>
                </a:lnTo>
                <a:lnTo>
                  <a:pt x="263" y="72"/>
                </a:lnTo>
                <a:lnTo>
                  <a:pt x="274" y="49"/>
                </a:lnTo>
                <a:lnTo>
                  <a:pt x="276" y="43"/>
                </a:lnTo>
                <a:lnTo>
                  <a:pt x="277" y="37"/>
                </a:lnTo>
                <a:lnTo>
                  <a:pt x="277" y="30"/>
                </a:lnTo>
                <a:lnTo>
                  <a:pt x="275" y="24"/>
                </a:lnTo>
                <a:lnTo>
                  <a:pt x="271" y="18"/>
                </a:lnTo>
                <a:lnTo>
                  <a:pt x="267" y="12"/>
                </a:lnTo>
                <a:lnTo>
                  <a:pt x="261" y="6"/>
                </a:lnTo>
                <a:lnTo>
                  <a:pt x="255" y="3"/>
                </a:lnTo>
                <a:lnTo>
                  <a:pt x="248" y="1"/>
                </a:lnTo>
                <a:lnTo>
                  <a:pt x="241" y="0"/>
                </a:lnTo>
                <a:lnTo>
                  <a:pt x="233" y="0"/>
                </a:lnTo>
                <a:lnTo>
                  <a:pt x="228" y="1"/>
                </a:lnTo>
                <a:lnTo>
                  <a:pt x="221" y="3"/>
                </a:lnTo>
                <a:lnTo>
                  <a:pt x="216" y="7"/>
                </a:lnTo>
                <a:lnTo>
                  <a:pt x="210" y="12"/>
                </a:lnTo>
                <a:lnTo>
                  <a:pt x="207" y="19"/>
                </a:lnTo>
                <a:lnTo>
                  <a:pt x="206" y="22"/>
                </a:lnTo>
                <a:lnTo>
                  <a:pt x="201" y="31"/>
                </a:lnTo>
                <a:lnTo>
                  <a:pt x="197" y="39"/>
                </a:lnTo>
                <a:lnTo>
                  <a:pt x="194" y="43"/>
                </a:lnTo>
                <a:lnTo>
                  <a:pt x="180" y="74"/>
                </a:lnTo>
                <a:lnTo>
                  <a:pt x="180" y="76"/>
                </a:lnTo>
                <a:lnTo>
                  <a:pt x="179" y="77"/>
                </a:lnTo>
                <a:lnTo>
                  <a:pt x="179" y="78"/>
                </a:lnTo>
                <a:lnTo>
                  <a:pt x="10" y="437"/>
                </a:lnTo>
                <a:lnTo>
                  <a:pt x="0" y="546"/>
                </a:lnTo>
                <a:lnTo>
                  <a:pt x="76" y="475"/>
                </a:lnTo>
                <a:lnTo>
                  <a:pt x="251" y="102"/>
                </a:lnTo>
                <a:lnTo>
                  <a:pt x="250" y="101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6" name="Freeform 83">
            <a:extLst>
              <a:ext uri="{FF2B5EF4-FFF2-40B4-BE49-F238E27FC236}">
                <a16:creationId xmlns:a16="http://schemas.microsoft.com/office/drawing/2014/main" id="{37B1FB53-5B16-D639-0C38-6F625BA3C814}"/>
              </a:ext>
            </a:extLst>
          </p:cNvPr>
          <p:cNvSpPr>
            <a:spLocks/>
          </p:cNvSpPr>
          <p:nvPr/>
        </p:nvSpPr>
        <p:spPr bwMode="auto">
          <a:xfrm>
            <a:off x="2620964" y="4341813"/>
            <a:ext cx="28575" cy="36512"/>
          </a:xfrm>
          <a:custGeom>
            <a:avLst/>
            <a:gdLst>
              <a:gd name="T0" fmla="*/ 0 w 53"/>
              <a:gd name="T1" fmla="*/ 2147483647 h 70"/>
              <a:gd name="T2" fmla="*/ 2147483647 w 53"/>
              <a:gd name="T3" fmla="*/ 2147483647 h 70"/>
              <a:gd name="T4" fmla="*/ 2147483647 w 53"/>
              <a:gd name="T5" fmla="*/ 2147483647 h 70"/>
              <a:gd name="T6" fmla="*/ 2147483647 w 53"/>
              <a:gd name="T7" fmla="*/ 2147483647 h 70"/>
              <a:gd name="T8" fmla="*/ 2147483647 w 53"/>
              <a:gd name="T9" fmla="*/ 0 h 70"/>
              <a:gd name="T10" fmla="*/ 2147483647 w 53"/>
              <a:gd name="T11" fmla="*/ 2147483647 h 70"/>
              <a:gd name="T12" fmla="*/ 2147483647 w 53"/>
              <a:gd name="T13" fmla="*/ 2147483647 h 70"/>
              <a:gd name="T14" fmla="*/ 2147483647 w 53"/>
              <a:gd name="T15" fmla="*/ 2147483647 h 70"/>
              <a:gd name="T16" fmla="*/ 2147483647 w 53"/>
              <a:gd name="T17" fmla="*/ 2147483647 h 70"/>
              <a:gd name="T18" fmla="*/ 2147483647 w 53"/>
              <a:gd name="T19" fmla="*/ 2147483647 h 70"/>
              <a:gd name="T20" fmla="*/ 2147483647 w 53"/>
              <a:gd name="T21" fmla="*/ 2147483647 h 70"/>
              <a:gd name="T22" fmla="*/ 2147483647 w 53"/>
              <a:gd name="T23" fmla="*/ 2147483647 h 70"/>
              <a:gd name="T24" fmla="*/ 2147483647 w 53"/>
              <a:gd name="T25" fmla="*/ 2147483647 h 70"/>
              <a:gd name="T26" fmla="*/ 2147483647 w 53"/>
              <a:gd name="T27" fmla="*/ 2147483647 h 70"/>
              <a:gd name="T28" fmla="*/ 2147483647 w 53"/>
              <a:gd name="T29" fmla="*/ 2147483647 h 70"/>
              <a:gd name="T30" fmla="*/ 2147483647 w 53"/>
              <a:gd name="T31" fmla="*/ 2147483647 h 70"/>
              <a:gd name="T32" fmla="*/ 2147483647 w 53"/>
              <a:gd name="T33" fmla="*/ 2147483647 h 70"/>
              <a:gd name="T34" fmla="*/ 2147483647 w 53"/>
              <a:gd name="T35" fmla="*/ 2147483647 h 70"/>
              <a:gd name="T36" fmla="*/ 2147483647 w 53"/>
              <a:gd name="T37" fmla="*/ 2147483647 h 70"/>
              <a:gd name="T38" fmla="*/ 2147483647 w 53"/>
              <a:gd name="T39" fmla="*/ 2147483647 h 70"/>
              <a:gd name="T40" fmla="*/ 2147483647 w 53"/>
              <a:gd name="T41" fmla="*/ 2147483647 h 70"/>
              <a:gd name="T42" fmla="*/ 2147483647 w 53"/>
              <a:gd name="T43" fmla="*/ 2147483647 h 70"/>
              <a:gd name="T44" fmla="*/ 2147483647 w 53"/>
              <a:gd name="T45" fmla="*/ 2147483647 h 70"/>
              <a:gd name="T46" fmla="*/ 2147483647 w 53"/>
              <a:gd name="T47" fmla="*/ 2147483647 h 70"/>
              <a:gd name="T48" fmla="*/ 2147483647 w 53"/>
              <a:gd name="T49" fmla="*/ 2147483647 h 70"/>
              <a:gd name="T50" fmla="*/ 0 w 53"/>
              <a:gd name="T51" fmla="*/ 2147483647 h 70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53"/>
              <a:gd name="T79" fmla="*/ 0 h 70"/>
              <a:gd name="T80" fmla="*/ 53 w 53"/>
              <a:gd name="T81" fmla="*/ 70 h 70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53" h="70">
                <a:moveTo>
                  <a:pt x="0" y="64"/>
                </a:moveTo>
                <a:lnTo>
                  <a:pt x="5" y="5"/>
                </a:lnTo>
                <a:lnTo>
                  <a:pt x="7" y="4"/>
                </a:lnTo>
                <a:lnTo>
                  <a:pt x="11" y="1"/>
                </a:lnTo>
                <a:lnTo>
                  <a:pt x="14" y="0"/>
                </a:lnTo>
                <a:lnTo>
                  <a:pt x="19" y="1"/>
                </a:lnTo>
                <a:lnTo>
                  <a:pt x="22" y="5"/>
                </a:lnTo>
                <a:lnTo>
                  <a:pt x="24" y="10"/>
                </a:lnTo>
                <a:lnTo>
                  <a:pt x="24" y="16"/>
                </a:lnTo>
                <a:lnTo>
                  <a:pt x="24" y="20"/>
                </a:lnTo>
                <a:lnTo>
                  <a:pt x="24" y="28"/>
                </a:lnTo>
                <a:lnTo>
                  <a:pt x="25" y="27"/>
                </a:lnTo>
                <a:lnTo>
                  <a:pt x="26" y="25"/>
                </a:lnTo>
                <a:lnTo>
                  <a:pt x="27" y="24"/>
                </a:lnTo>
                <a:lnTo>
                  <a:pt x="29" y="23"/>
                </a:lnTo>
                <a:lnTo>
                  <a:pt x="31" y="22"/>
                </a:lnTo>
                <a:lnTo>
                  <a:pt x="35" y="18"/>
                </a:lnTo>
                <a:lnTo>
                  <a:pt x="41" y="16"/>
                </a:lnTo>
                <a:lnTo>
                  <a:pt x="48" y="16"/>
                </a:lnTo>
                <a:lnTo>
                  <a:pt x="50" y="18"/>
                </a:lnTo>
                <a:lnTo>
                  <a:pt x="52" y="22"/>
                </a:lnTo>
                <a:lnTo>
                  <a:pt x="53" y="25"/>
                </a:lnTo>
                <a:lnTo>
                  <a:pt x="53" y="29"/>
                </a:lnTo>
                <a:lnTo>
                  <a:pt x="52" y="33"/>
                </a:lnTo>
                <a:lnTo>
                  <a:pt x="12" y="70"/>
                </a:lnTo>
                <a:lnTo>
                  <a:pt x="0" y="64"/>
                </a:lnTo>
                <a:close/>
              </a:path>
            </a:pathLst>
          </a:custGeom>
          <a:solidFill>
            <a:srgbClr val="C6B2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7" name="Freeform 84">
            <a:extLst>
              <a:ext uri="{FF2B5EF4-FFF2-40B4-BE49-F238E27FC236}">
                <a16:creationId xmlns:a16="http://schemas.microsoft.com/office/drawing/2014/main" id="{31C570F9-865A-49E7-CCDD-7CB2E57ED7C3}"/>
              </a:ext>
            </a:extLst>
          </p:cNvPr>
          <p:cNvSpPr>
            <a:spLocks/>
          </p:cNvSpPr>
          <p:nvPr/>
        </p:nvSpPr>
        <p:spPr bwMode="auto">
          <a:xfrm>
            <a:off x="2619376" y="4454525"/>
            <a:ext cx="4763" cy="7938"/>
          </a:xfrm>
          <a:custGeom>
            <a:avLst/>
            <a:gdLst>
              <a:gd name="T0" fmla="*/ 2147483647 w 9"/>
              <a:gd name="T1" fmla="*/ 2147483647 h 13"/>
              <a:gd name="T2" fmla="*/ 0 w 9"/>
              <a:gd name="T3" fmla="*/ 2147483647 h 13"/>
              <a:gd name="T4" fmla="*/ 2147483647 w 9"/>
              <a:gd name="T5" fmla="*/ 0 h 13"/>
              <a:gd name="T6" fmla="*/ 2147483647 w 9"/>
              <a:gd name="T7" fmla="*/ 2147483647 h 13"/>
              <a:gd name="T8" fmla="*/ 0 60000 65536"/>
              <a:gd name="T9" fmla="*/ 0 60000 65536"/>
              <a:gd name="T10" fmla="*/ 0 60000 65536"/>
              <a:gd name="T11" fmla="*/ 0 60000 65536"/>
              <a:gd name="T12" fmla="*/ 0 w 9"/>
              <a:gd name="T13" fmla="*/ 0 h 13"/>
              <a:gd name="T14" fmla="*/ 9 w 9"/>
              <a:gd name="T15" fmla="*/ 13 h 1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" h="13">
                <a:moveTo>
                  <a:pt x="9" y="4"/>
                </a:moveTo>
                <a:lnTo>
                  <a:pt x="0" y="13"/>
                </a:lnTo>
                <a:lnTo>
                  <a:pt x="2" y="0"/>
                </a:lnTo>
                <a:lnTo>
                  <a:pt x="9" y="4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8" name="Freeform 85">
            <a:extLst>
              <a:ext uri="{FF2B5EF4-FFF2-40B4-BE49-F238E27FC236}">
                <a16:creationId xmlns:a16="http://schemas.microsoft.com/office/drawing/2014/main" id="{5EF22528-2714-0728-2C9C-F1CA162D20C8}"/>
              </a:ext>
            </a:extLst>
          </p:cNvPr>
          <p:cNvSpPr>
            <a:spLocks/>
          </p:cNvSpPr>
          <p:nvPr/>
        </p:nvSpPr>
        <p:spPr bwMode="auto">
          <a:xfrm>
            <a:off x="2719388" y="4140200"/>
            <a:ext cx="25400" cy="14288"/>
          </a:xfrm>
          <a:custGeom>
            <a:avLst/>
            <a:gdLst>
              <a:gd name="T0" fmla="*/ 2147483647 w 49"/>
              <a:gd name="T1" fmla="*/ 2147483647 h 25"/>
              <a:gd name="T2" fmla="*/ 2147483647 w 49"/>
              <a:gd name="T3" fmla="*/ 2147483647 h 25"/>
              <a:gd name="T4" fmla="*/ 2147483647 w 49"/>
              <a:gd name="T5" fmla="*/ 2147483647 h 25"/>
              <a:gd name="T6" fmla="*/ 2147483647 w 49"/>
              <a:gd name="T7" fmla="*/ 2147483647 h 25"/>
              <a:gd name="T8" fmla="*/ 2147483647 w 49"/>
              <a:gd name="T9" fmla="*/ 2147483647 h 25"/>
              <a:gd name="T10" fmla="*/ 2147483647 w 49"/>
              <a:gd name="T11" fmla="*/ 2147483647 h 25"/>
              <a:gd name="T12" fmla="*/ 2147483647 w 49"/>
              <a:gd name="T13" fmla="*/ 2147483647 h 25"/>
              <a:gd name="T14" fmla="*/ 2147483647 w 49"/>
              <a:gd name="T15" fmla="*/ 2147483647 h 25"/>
              <a:gd name="T16" fmla="*/ 2147483647 w 49"/>
              <a:gd name="T17" fmla="*/ 2147483647 h 25"/>
              <a:gd name="T18" fmla="*/ 0 w 49"/>
              <a:gd name="T19" fmla="*/ 2147483647 h 25"/>
              <a:gd name="T20" fmla="*/ 2147483647 w 49"/>
              <a:gd name="T21" fmla="*/ 0 h 25"/>
              <a:gd name="T22" fmla="*/ 2147483647 w 49"/>
              <a:gd name="T23" fmla="*/ 2147483647 h 25"/>
              <a:gd name="T24" fmla="*/ 2147483647 w 49"/>
              <a:gd name="T25" fmla="*/ 2147483647 h 25"/>
              <a:gd name="T26" fmla="*/ 2147483647 w 49"/>
              <a:gd name="T27" fmla="*/ 2147483647 h 25"/>
              <a:gd name="T28" fmla="*/ 2147483647 w 49"/>
              <a:gd name="T29" fmla="*/ 2147483647 h 25"/>
              <a:gd name="T30" fmla="*/ 2147483647 w 49"/>
              <a:gd name="T31" fmla="*/ 2147483647 h 25"/>
              <a:gd name="T32" fmla="*/ 2147483647 w 49"/>
              <a:gd name="T33" fmla="*/ 2147483647 h 25"/>
              <a:gd name="T34" fmla="*/ 2147483647 w 49"/>
              <a:gd name="T35" fmla="*/ 2147483647 h 25"/>
              <a:gd name="T36" fmla="*/ 2147483647 w 49"/>
              <a:gd name="T37" fmla="*/ 2147483647 h 25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49"/>
              <a:gd name="T58" fmla="*/ 0 h 25"/>
              <a:gd name="T59" fmla="*/ 49 w 49"/>
              <a:gd name="T60" fmla="*/ 25 h 25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49" h="25">
                <a:moveTo>
                  <a:pt x="49" y="22"/>
                </a:moveTo>
                <a:lnTo>
                  <a:pt x="48" y="25"/>
                </a:lnTo>
                <a:lnTo>
                  <a:pt x="44" y="25"/>
                </a:lnTo>
                <a:lnTo>
                  <a:pt x="38" y="24"/>
                </a:lnTo>
                <a:lnTo>
                  <a:pt x="30" y="22"/>
                </a:lnTo>
                <a:lnTo>
                  <a:pt x="21" y="18"/>
                </a:lnTo>
                <a:lnTo>
                  <a:pt x="15" y="14"/>
                </a:lnTo>
                <a:lnTo>
                  <a:pt x="8" y="11"/>
                </a:lnTo>
                <a:lnTo>
                  <a:pt x="3" y="6"/>
                </a:lnTo>
                <a:lnTo>
                  <a:pt x="0" y="3"/>
                </a:lnTo>
                <a:lnTo>
                  <a:pt x="1" y="0"/>
                </a:lnTo>
                <a:lnTo>
                  <a:pt x="6" y="4"/>
                </a:lnTo>
                <a:lnTo>
                  <a:pt x="11" y="7"/>
                </a:lnTo>
                <a:lnTo>
                  <a:pt x="18" y="11"/>
                </a:lnTo>
                <a:lnTo>
                  <a:pt x="23" y="14"/>
                </a:lnTo>
                <a:lnTo>
                  <a:pt x="30" y="17"/>
                </a:lnTo>
                <a:lnTo>
                  <a:pt x="37" y="20"/>
                </a:lnTo>
                <a:lnTo>
                  <a:pt x="42" y="21"/>
                </a:lnTo>
                <a:lnTo>
                  <a:pt x="49" y="22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29" name="Freeform 86">
            <a:extLst>
              <a:ext uri="{FF2B5EF4-FFF2-40B4-BE49-F238E27FC236}">
                <a16:creationId xmlns:a16="http://schemas.microsoft.com/office/drawing/2014/main" id="{3F33879A-8FEE-B0C1-0DE5-B1895181EC9E}"/>
              </a:ext>
            </a:extLst>
          </p:cNvPr>
          <p:cNvSpPr>
            <a:spLocks/>
          </p:cNvSpPr>
          <p:nvPr/>
        </p:nvSpPr>
        <p:spPr bwMode="auto">
          <a:xfrm>
            <a:off x="2713039" y="4151313"/>
            <a:ext cx="26987" cy="12700"/>
          </a:xfrm>
          <a:custGeom>
            <a:avLst/>
            <a:gdLst>
              <a:gd name="T0" fmla="*/ 2147483647 w 50"/>
              <a:gd name="T1" fmla="*/ 0 h 24"/>
              <a:gd name="T2" fmla="*/ 2147483647 w 50"/>
              <a:gd name="T3" fmla="*/ 2147483647 h 24"/>
              <a:gd name="T4" fmla="*/ 2147483647 w 50"/>
              <a:gd name="T5" fmla="*/ 2147483647 h 24"/>
              <a:gd name="T6" fmla="*/ 2147483647 w 50"/>
              <a:gd name="T7" fmla="*/ 2147483647 h 24"/>
              <a:gd name="T8" fmla="*/ 2147483647 w 50"/>
              <a:gd name="T9" fmla="*/ 2147483647 h 24"/>
              <a:gd name="T10" fmla="*/ 2147483647 w 50"/>
              <a:gd name="T11" fmla="*/ 2147483647 h 24"/>
              <a:gd name="T12" fmla="*/ 2147483647 w 50"/>
              <a:gd name="T13" fmla="*/ 2147483647 h 24"/>
              <a:gd name="T14" fmla="*/ 2147483647 w 50"/>
              <a:gd name="T15" fmla="*/ 2147483647 h 24"/>
              <a:gd name="T16" fmla="*/ 2147483647 w 50"/>
              <a:gd name="T17" fmla="*/ 2147483647 h 24"/>
              <a:gd name="T18" fmla="*/ 2147483647 w 50"/>
              <a:gd name="T19" fmla="*/ 2147483647 h 24"/>
              <a:gd name="T20" fmla="*/ 2147483647 w 50"/>
              <a:gd name="T21" fmla="*/ 2147483647 h 24"/>
              <a:gd name="T22" fmla="*/ 2147483647 w 50"/>
              <a:gd name="T23" fmla="*/ 2147483647 h 24"/>
              <a:gd name="T24" fmla="*/ 2147483647 w 50"/>
              <a:gd name="T25" fmla="*/ 2147483647 h 24"/>
              <a:gd name="T26" fmla="*/ 2147483647 w 50"/>
              <a:gd name="T27" fmla="*/ 2147483647 h 24"/>
              <a:gd name="T28" fmla="*/ 2147483647 w 50"/>
              <a:gd name="T29" fmla="*/ 2147483647 h 24"/>
              <a:gd name="T30" fmla="*/ 2147483647 w 50"/>
              <a:gd name="T31" fmla="*/ 2147483647 h 24"/>
              <a:gd name="T32" fmla="*/ 2147483647 w 50"/>
              <a:gd name="T33" fmla="*/ 2147483647 h 24"/>
              <a:gd name="T34" fmla="*/ 0 w 50"/>
              <a:gd name="T35" fmla="*/ 2147483647 h 24"/>
              <a:gd name="T36" fmla="*/ 2147483647 w 50"/>
              <a:gd name="T37" fmla="*/ 0 h 24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0"/>
              <a:gd name="T58" fmla="*/ 0 h 24"/>
              <a:gd name="T59" fmla="*/ 50 w 50"/>
              <a:gd name="T60" fmla="*/ 24 h 24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0" h="24">
                <a:moveTo>
                  <a:pt x="2" y="0"/>
                </a:moveTo>
                <a:lnTo>
                  <a:pt x="7" y="3"/>
                </a:lnTo>
                <a:lnTo>
                  <a:pt x="11" y="6"/>
                </a:lnTo>
                <a:lnTo>
                  <a:pt x="18" y="11"/>
                </a:lnTo>
                <a:lnTo>
                  <a:pt x="25" y="14"/>
                </a:lnTo>
                <a:lnTo>
                  <a:pt x="31" y="17"/>
                </a:lnTo>
                <a:lnTo>
                  <a:pt x="38" y="20"/>
                </a:lnTo>
                <a:lnTo>
                  <a:pt x="45" y="21"/>
                </a:lnTo>
                <a:lnTo>
                  <a:pt x="50" y="22"/>
                </a:lnTo>
                <a:lnTo>
                  <a:pt x="49" y="24"/>
                </a:lnTo>
                <a:lnTo>
                  <a:pt x="46" y="24"/>
                </a:lnTo>
                <a:lnTo>
                  <a:pt x="39" y="24"/>
                </a:lnTo>
                <a:lnTo>
                  <a:pt x="31" y="22"/>
                </a:lnTo>
                <a:lnTo>
                  <a:pt x="22" y="17"/>
                </a:lnTo>
                <a:lnTo>
                  <a:pt x="14" y="13"/>
                </a:lnTo>
                <a:lnTo>
                  <a:pt x="8" y="9"/>
                </a:lnTo>
                <a:lnTo>
                  <a:pt x="2" y="5"/>
                </a:lnTo>
                <a:lnTo>
                  <a:pt x="0" y="3"/>
                </a:lnTo>
                <a:lnTo>
                  <a:pt x="2" y="0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0" name="Freeform 87">
            <a:extLst>
              <a:ext uri="{FF2B5EF4-FFF2-40B4-BE49-F238E27FC236}">
                <a16:creationId xmlns:a16="http://schemas.microsoft.com/office/drawing/2014/main" id="{91BFBA59-0902-DCC8-7DD4-CE4F223E4599}"/>
              </a:ext>
            </a:extLst>
          </p:cNvPr>
          <p:cNvSpPr>
            <a:spLocks/>
          </p:cNvSpPr>
          <p:nvPr/>
        </p:nvSpPr>
        <p:spPr bwMode="auto">
          <a:xfrm>
            <a:off x="2633663" y="4162425"/>
            <a:ext cx="87312" cy="184150"/>
          </a:xfrm>
          <a:custGeom>
            <a:avLst/>
            <a:gdLst>
              <a:gd name="T0" fmla="*/ 2147483647 w 166"/>
              <a:gd name="T1" fmla="*/ 0 h 348"/>
              <a:gd name="T2" fmla="*/ 2147483647 w 166"/>
              <a:gd name="T3" fmla="*/ 2147483647 h 348"/>
              <a:gd name="T4" fmla="*/ 2147483647 w 166"/>
              <a:gd name="T5" fmla="*/ 2147483647 h 348"/>
              <a:gd name="T6" fmla="*/ 2147483647 w 166"/>
              <a:gd name="T7" fmla="*/ 2147483647 h 348"/>
              <a:gd name="T8" fmla="*/ 2147483647 w 166"/>
              <a:gd name="T9" fmla="*/ 2147483647 h 348"/>
              <a:gd name="T10" fmla="*/ 2147483647 w 166"/>
              <a:gd name="T11" fmla="*/ 2147483647 h 348"/>
              <a:gd name="T12" fmla="*/ 2147483647 w 166"/>
              <a:gd name="T13" fmla="*/ 2147483647 h 348"/>
              <a:gd name="T14" fmla="*/ 2147483647 w 166"/>
              <a:gd name="T15" fmla="*/ 2147483647 h 348"/>
              <a:gd name="T16" fmla="*/ 2147483647 w 166"/>
              <a:gd name="T17" fmla="*/ 2147483647 h 348"/>
              <a:gd name="T18" fmla="*/ 0 w 166"/>
              <a:gd name="T19" fmla="*/ 2147483647 h 348"/>
              <a:gd name="T20" fmla="*/ 2147483647 w 166"/>
              <a:gd name="T21" fmla="*/ 0 h 348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6"/>
              <a:gd name="T34" fmla="*/ 0 h 348"/>
              <a:gd name="T35" fmla="*/ 166 w 166"/>
              <a:gd name="T36" fmla="*/ 348 h 348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6" h="348">
                <a:moveTo>
                  <a:pt x="158" y="0"/>
                </a:moveTo>
                <a:lnTo>
                  <a:pt x="160" y="1"/>
                </a:lnTo>
                <a:lnTo>
                  <a:pt x="162" y="2"/>
                </a:lnTo>
                <a:lnTo>
                  <a:pt x="164" y="4"/>
                </a:lnTo>
                <a:lnTo>
                  <a:pt x="166" y="5"/>
                </a:lnTo>
                <a:lnTo>
                  <a:pt x="6" y="348"/>
                </a:lnTo>
                <a:lnTo>
                  <a:pt x="4" y="345"/>
                </a:lnTo>
                <a:lnTo>
                  <a:pt x="3" y="342"/>
                </a:lnTo>
                <a:lnTo>
                  <a:pt x="2" y="339"/>
                </a:lnTo>
                <a:lnTo>
                  <a:pt x="0" y="337"/>
                </a:lnTo>
                <a:lnTo>
                  <a:pt x="158" y="0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1" name="Freeform 88">
            <a:extLst>
              <a:ext uri="{FF2B5EF4-FFF2-40B4-BE49-F238E27FC236}">
                <a16:creationId xmlns:a16="http://schemas.microsoft.com/office/drawing/2014/main" id="{2074933C-6FFA-7319-5D2B-C2BC6AE8E171}"/>
              </a:ext>
            </a:extLst>
          </p:cNvPr>
          <p:cNvSpPr>
            <a:spLocks/>
          </p:cNvSpPr>
          <p:nvPr/>
        </p:nvSpPr>
        <p:spPr bwMode="auto">
          <a:xfrm>
            <a:off x="2638425" y="4167188"/>
            <a:ext cx="90488" cy="182562"/>
          </a:xfrm>
          <a:custGeom>
            <a:avLst/>
            <a:gdLst>
              <a:gd name="T0" fmla="*/ 0 w 172"/>
              <a:gd name="T1" fmla="*/ 2147483647 h 345"/>
              <a:gd name="T2" fmla="*/ 2147483647 w 172"/>
              <a:gd name="T3" fmla="*/ 0 h 345"/>
              <a:gd name="T4" fmla="*/ 2147483647 w 172"/>
              <a:gd name="T5" fmla="*/ 2147483647 h 345"/>
              <a:gd name="T6" fmla="*/ 2147483647 w 172"/>
              <a:gd name="T7" fmla="*/ 2147483647 h 345"/>
              <a:gd name="T8" fmla="*/ 2147483647 w 172"/>
              <a:gd name="T9" fmla="*/ 2147483647 h 345"/>
              <a:gd name="T10" fmla="*/ 2147483647 w 172"/>
              <a:gd name="T11" fmla="*/ 2147483647 h 345"/>
              <a:gd name="T12" fmla="*/ 2147483647 w 172"/>
              <a:gd name="T13" fmla="*/ 2147483647 h 345"/>
              <a:gd name="T14" fmla="*/ 2147483647 w 172"/>
              <a:gd name="T15" fmla="*/ 2147483647 h 345"/>
              <a:gd name="T16" fmla="*/ 2147483647 w 172"/>
              <a:gd name="T17" fmla="*/ 2147483647 h 345"/>
              <a:gd name="T18" fmla="*/ 2147483647 w 172"/>
              <a:gd name="T19" fmla="*/ 2147483647 h 345"/>
              <a:gd name="T20" fmla="*/ 0 w 172"/>
              <a:gd name="T21" fmla="*/ 2147483647 h 345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72"/>
              <a:gd name="T34" fmla="*/ 0 h 345"/>
              <a:gd name="T35" fmla="*/ 172 w 172"/>
              <a:gd name="T36" fmla="*/ 345 h 345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72" h="345">
                <a:moveTo>
                  <a:pt x="0" y="345"/>
                </a:moveTo>
                <a:lnTo>
                  <a:pt x="162" y="0"/>
                </a:lnTo>
                <a:lnTo>
                  <a:pt x="164" y="1"/>
                </a:lnTo>
                <a:lnTo>
                  <a:pt x="168" y="2"/>
                </a:lnTo>
                <a:lnTo>
                  <a:pt x="170" y="3"/>
                </a:lnTo>
                <a:lnTo>
                  <a:pt x="172" y="4"/>
                </a:lnTo>
                <a:lnTo>
                  <a:pt x="13" y="341"/>
                </a:lnTo>
                <a:lnTo>
                  <a:pt x="10" y="341"/>
                </a:lnTo>
                <a:lnTo>
                  <a:pt x="7" y="341"/>
                </a:lnTo>
                <a:lnTo>
                  <a:pt x="3" y="344"/>
                </a:lnTo>
                <a:lnTo>
                  <a:pt x="0" y="345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2" name="Freeform 89">
            <a:extLst>
              <a:ext uri="{FF2B5EF4-FFF2-40B4-BE49-F238E27FC236}">
                <a16:creationId xmlns:a16="http://schemas.microsoft.com/office/drawing/2014/main" id="{0776B76D-CF27-EE17-76F2-CC1C9961BD89}"/>
              </a:ext>
            </a:extLst>
          </p:cNvPr>
          <p:cNvSpPr>
            <a:spLocks/>
          </p:cNvSpPr>
          <p:nvPr/>
        </p:nvSpPr>
        <p:spPr bwMode="auto">
          <a:xfrm>
            <a:off x="2647950" y="4168775"/>
            <a:ext cx="88900" cy="184150"/>
          </a:xfrm>
          <a:custGeom>
            <a:avLst/>
            <a:gdLst>
              <a:gd name="T0" fmla="*/ 2147483647 w 168"/>
              <a:gd name="T1" fmla="*/ 0 h 346"/>
              <a:gd name="T2" fmla="*/ 2147483647 w 168"/>
              <a:gd name="T3" fmla="*/ 2147483647 h 346"/>
              <a:gd name="T4" fmla="*/ 2147483647 w 168"/>
              <a:gd name="T5" fmla="*/ 2147483647 h 346"/>
              <a:gd name="T6" fmla="*/ 2147483647 w 168"/>
              <a:gd name="T7" fmla="*/ 2147483647 h 346"/>
              <a:gd name="T8" fmla="*/ 2147483647 w 168"/>
              <a:gd name="T9" fmla="*/ 2147483647 h 346"/>
              <a:gd name="T10" fmla="*/ 2147483647 w 168"/>
              <a:gd name="T11" fmla="*/ 2147483647 h 346"/>
              <a:gd name="T12" fmla="*/ 2147483647 w 168"/>
              <a:gd name="T13" fmla="*/ 2147483647 h 346"/>
              <a:gd name="T14" fmla="*/ 2147483647 w 168"/>
              <a:gd name="T15" fmla="*/ 2147483647 h 346"/>
              <a:gd name="T16" fmla="*/ 2147483647 w 168"/>
              <a:gd name="T17" fmla="*/ 2147483647 h 346"/>
              <a:gd name="T18" fmla="*/ 0 w 168"/>
              <a:gd name="T19" fmla="*/ 2147483647 h 346"/>
              <a:gd name="T20" fmla="*/ 2147483647 w 168"/>
              <a:gd name="T21" fmla="*/ 0 h 34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8"/>
              <a:gd name="T34" fmla="*/ 0 h 346"/>
              <a:gd name="T35" fmla="*/ 168 w 168"/>
              <a:gd name="T36" fmla="*/ 346 h 34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8" h="346">
                <a:moveTo>
                  <a:pt x="159" y="0"/>
                </a:moveTo>
                <a:lnTo>
                  <a:pt x="161" y="1"/>
                </a:lnTo>
                <a:lnTo>
                  <a:pt x="163" y="1"/>
                </a:lnTo>
                <a:lnTo>
                  <a:pt x="165" y="1"/>
                </a:lnTo>
                <a:lnTo>
                  <a:pt x="168" y="1"/>
                </a:lnTo>
                <a:lnTo>
                  <a:pt x="6" y="346"/>
                </a:lnTo>
                <a:lnTo>
                  <a:pt x="5" y="344"/>
                </a:lnTo>
                <a:lnTo>
                  <a:pt x="3" y="342"/>
                </a:lnTo>
                <a:lnTo>
                  <a:pt x="1" y="341"/>
                </a:lnTo>
                <a:lnTo>
                  <a:pt x="0" y="339"/>
                </a:lnTo>
                <a:lnTo>
                  <a:pt x="159" y="0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3" name="Freeform 90">
            <a:extLst>
              <a:ext uri="{FF2B5EF4-FFF2-40B4-BE49-F238E27FC236}">
                <a16:creationId xmlns:a16="http://schemas.microsoft.com/office/drawing/2014/main" id="{2A4E8A12-8FB6-6A8A-F699-8AB0C1D88184}"/>
              </a:ext>
            </a:extLst>
          </p:cNvPr>
          <p:cNvSpPr>
            <a:spLocks/>
          </p:cNvSpPr>
          <p:nvPr/>
        </p:nvSpPr>
        <p:spPr bwMode="auto">
          <a:xfrm>
            <a:off x="2716214" y="4144964"/>
            <a:ext cx="26987" cy="14287"/>
          </a:xfrm>
          <a:custGeom>
            <a:avLst/>
            <a:gdLst>
              <a:gd name="T0" fmla="*/ 2147483647 w 52"/>
              <a:gd name="T1" fmla="*/ 2147483647 h 28"/>
              <a:gd name="T2" fmla="*/ 2147483647 w 52"/>
              <a:gd name="T3" fmla="*/ 2147483647 h 28"/>
              <a:gd name="T4" fmla="*/ 2147483647 w 52"/>
              <a:gd name="T5" fmla="*/ 2147483647 h 28"/>
              <a:gd name="T6" fmla="*/ 2147483647 w 52"/>
              <a:gd name="T7" fmla="*/ 2147483647 h 28"/>
              <a:gd name="T8" fmla="*/ 0 w 52"/>
              <a:gd name="T9" fmla="*/ 2147483647 h 28"/>
              <a:gd name="T10" fmla="*/ 2147483647 w 52"/>
              <a:gd name="T11" fmla="*/ 0 h 28"/>
              <a:gd name="T12" fmla="*/ 2147483647 w 52"/>
              <a:gd name="T13" fmla="*/ 2147483647 h 28"/>
              <a:gd name="T14" fmla="*/ 2147483647 w 52"/>
              <a:gd name="T15" fmla="*/ 2147483647 h 28"/>
              <a:gd name="T16" fmla="*/ 2147483647 w 52"/>
              <a:gd name="T17" fmla="*/ 2147483647 h 28"/>
              <a:gd name="T18" fmla="*/ 2147483647 w 52"/>
              <a:gd name="T19" fmla="*/ 2147483647 h 28"/>
              <a:gd name="T20" fmla="*/ 2147483647 w 52"/>
              <a:gd name="T21" fmla="*/ 2147483647 h 28"/>
              <a:gd name="T22" fmla="*/ 2147483647 w 52"/>
              <a:gd name="T23" fmla="*/ 2147483647 h 28"/>
              <a:gd name="T24" fmla="*/ 2147483647 w 52"/>
              <a:gd name="T25" fmla="*/ 2147483647 h 28"/>
              <a:gd name="T26" fmla="*/ 2147483647 w 52"/>
              <a:gd name="T27" fmla="*/ 2147483647 h 28"/>
              <a:gd name="T28" fmla="*/ 2147483647 w 52"/>
              <a:gd name="T29" fmla="*/ 2147483647 h 28"/>
              <a:gd name="T30" fmla="*/ 2147483647 w 52"/>
              <a:gd name="T31" fmla="*/ 2147483647 h 28"/>
              <a:gd name="T32" fmla="*/ 2147483647 w 52"/>
              <a:gd name="T33" fmla="*/ 2147483647 h 28"/>
              <a:gd name="T34" fmla="*/ 2147483647 w 52"/>
              <a:gd name="T35" fmla="*/ 2147483647 h 28"/>
              <a:gd name="T36" fmla="*/ 2147483647 w 52"/>
              <a:gd name="T37" fmla="*/ 2147483647 h 28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52"/>
              <a:gd name="T58" fmla="*/ 0 h 28"/>
              <a:gd name="T59" fmla="*/ 52 w 52"/>
              <a:gd name="T60" fmla="*/ 28 h 28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52" h="28">
                <a:moveTo>
                  <a:pt x="23" y="22"/>
                </a:moveTo>
                <a:lnTo>
                  <a:pt x="15" y="17"/>
                </a:lnTo>
                <a:lnTo>
                  <a:pt x="8" y="14"/>
                </a:lnTo>
                <a:lnTo>
                  <a:pt x="4" y="9"/>
                </a:lnTo>
                <a:lnTo>
                  <a:pt x="0" y="6"/>
                </a:lnTo>
                <a:lnTo>
                  <a:pt x="3" y="0"/>
                </a:lnTo>
                <a:lnTo>
                  <a:pt x="7" y="4"/>
                </a:lnTo>
                <a:lnTo>
                  <a:pt x="13" y="7"/>
                </a:lnTo>
                <a:lnTo>
                  <a:pt x="18" y="12"/>
                </a:lnTo>
                <a:lnTo>
                  <a:pt x="25" y="15"/>
                </a:lnTo>
                <a:lnTo>
                  <a:pt x="33" y="18"/>
                </a:lnTo>
                <a:lnTo>
                  <a:pt x="39" y="21"/>
                </a:lnTo>
                <a:lnTo>
                  <a:pt x="46" y="22"/>
                </a:lnTo>
                <a:lnTo>
                  <a:pt x="52" y="23"/>
                </a:lnTo>
                <a:lnTo>
                  <a:pt x="48" y="28"/>
                </a:lnTo>
                <a:lnTo>
                  <a:pt x="44" y="28"/>
                </a:lnTo>
                <a:lnTo>
                  <a:pt x="38" y="27"/>
                </a:lnTo>
                <a:lnTo>
                  <a:pt x="32" y="25"/>
                </a:lnTo>
                <a:lnTo>
                  <a:pt x="23" y="22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4" name="Freeform 91">
            <a:extLst>
              <a:ext uri="{FF2B5EF4-FFF2-40B4-BE49-F238E27FC236}">
                <a16:creationId xmlns:a16="http://schemas.microsoft.com/office/drawing/2014/main" id="{BA50BC66-FEAD-76B9-0890-EF3BDDC448F6}"/>
              </a:ext>
            </a:extLst>
          </p:cNvPr>
          <p:cNvSpPr>
            <a:spLocks/>
          </p:cNvSpPr>
          <p:nvPr/>
        </p:nvSpPr>
        <p:spPr bwMode="auto">
          <a:xfrm>
            <a:off x="2722564" y="4133850"/>
            <a:ext cx="1587" cy="1588"/>
          </a:xfrm>
          <a:custGeom>
            <a:avLst/>
            <a:gdLst>
              <a:gd name="T0" fmla="*/ 0 w 1587"/>
              <a:gd name="T1" fmla="*/ 2147483647 h 1"/>
              <a:gd name="T2" fmla="*/ 0 w 1587"/>
              <a:gd name="T3" fmla="*/ 0 h 1"/>
              <a:gd name="T4" fmla="*/ 0 w 1587"/>
              <a:gd name="T5" fmla="*/ 2147483647 h 1"/>
              <a:gd name="T6" fmla="*/ 0 w 1587"/>
              <a:gd name="T7" fmla="*/ 2147483647 h 1"/>
              <a:gd name="T8" fmla="*/ 0 w 1587"/>
              <a:gd name="T9" fmla="*/ 2147483647 h 1"/>
              <a:gd name="T10" fmla="*/ 0 w 1587"/>
              <a:gd name="T11" fmla="*/ 2147483647 h 1"/>
              <a:gd name="T12" fmla="*/ 0 w 1587"/>
              <a:gd name="T13" fmla="*/ 2147483647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7"/>
              <a:gd name="T22" fmla="*/ 0 h 1"/>
              <a:gd name="T23" fmla="*/ 1587 w 1587"/>
              <a:gd name="T24" fmla="*/ 1 h 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7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5" name="Freeform 92">
            <a:extLst>
              <a:ext uri="{FF2B5EF4-FFF2-40B4-BE49-F238E27FC236}">
                <a16:creationId xmlns:a16="http://schemas.microsoft.com/office/drawing/2014/main" id="{4A349620-FDEE-2B84-0923-C844801957EA}"/>
              </a:ext>
            </a:extLst>
          </p:cNvPr>
          <p:cNvSpPr>
            <a:spLocks/>
          </p:cNvSpPr>
          <p:nvPr/>
        </p:nvSpPr>
        <p:spPr bwMode="auto">
          <a:xfrm>
            <a:off x="2625725" y="4157663"/>
            <a:ext cx="88900" cy="182562"/>
          </a:xfrm>
          <a:custGeom>
            <a:avLst/>
            <a:gdLst>
              <a:gd name="T0" fmla="*/ 2147483647 w 166"/>
              <a:gd name="T1" fmla="*/ 2147483647 h 344"/>
              <a:gd name="T2" fmla="*/ 2147483647 w 166"/>
              <a:gd name="T3" fmla="*/ 2147483647 h 344"/>
              <a:gd name="T4" fmla="*/ 2147483647 w 166"/>
              <a:gd name="T5" fmla="*/ 2147483647 h 344"/>
              <a:gd name="T6" fmla="*/ 2147483647 w 166"/>
              <a:gd name="T7" fmla="*/ 2147483647 h 344"/>
              <a:gd name="T8" fmla="*/ 2147483647 w 166"/>
              <a:gd name="T9" fmla="*/ 2147483647 h 344"/>
              <a:gd name="T10" fmla="*/ 0 w 166"/>
              <a:gd name="T11" fmla="*/ 2147483647 h 344"/>
              <a:gd name="T12" fmla="*/ 2147483647 w 166"/>
              <a:gd name="T13" fmla="*/ 0 h 344"/>
              <a:gd name="T14" fmla="*/ 2147483647 w 166"/>
              <a:gd name="T15" fmla="*/ 2147483647 h 344"/>
              <a:gd name="T16" fmla="*/ 2147483647 w 166"/>
              <a:gd name="T17" fmla="*/ 2147483647 h 344"/>
              <a:gd name="T18" fmla="*/ 2147483647 w 166"/>
              <a:gd name="T19" fmla="*/ 2147483647 h 344"/>
              <a:gd name="T20" fmla="*/ 2147483647 w 166"/>
              <a:gd name="T21" fmla="*/ 2147483647 h 344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166"/>
              <a:gd name="T34" fmla="*/ 0 h 344"/>
              <a:gd name="T35" fmla="*/ 166 w 166"/>
              <a:gd name="T36" fmla="*/ 344 h 344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166" h="344">
                <a:moveTo>
                  <a:pt x="166" y="6"/>
                </a:moveTo>
                <a:lnTo>
                  <a:pt x="7" y="343"/>
                </a:lnTo>
                <a:lnTo>
                  <a:pt x="5" y="343"/>
                </a:lnTo>
                <a:lnTo>
                  <a:pt x="3" y="343"/>
                </a:lnTo>
                <a:lnTo>
                  <a:pt x="2" y="343"/>
                </a:lnTo>
                <a:lnTo>
                  <a:pt x="0" y="344"/>
                </a:lnTo>
                <a:lnTo>
                  <a:pt x="160" y="0"/>
                </a:lnTo>
                <a:lnTo>
                  <a:pt x="162" y="1"/>
                </a:lnTo>
                <a:lnTo>
                  <a:pt x="164" y="2"/>
                </a:lnTo>
                <a:lnTo>
                  <a:pt x="165" y="4"/>
                </a:lnTo>
                <a:lnTo>
                  <a:pt x="166" y="6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6" name="Freeform 93">
            <a:extLst>
              <a:ext uri="{FF2B5EF4-FFF2-40B4-BE49-F238E27FC236}">
                <a16:creationId xmlns:a16="http://schemas.microsoft.com/office/drawing/2014/main" id="{8503CFD1-C975-A5C9-7ACD-E6E1DA8323CC}"/>
              </a:ext>
            </a:extLst>
          </p:cNvPr>
          <p:cNvSpPr>
            <a:spLocks/>
          </p:cNvSpPr>
          <p:nvPr/>
        </p:nvSpPr>
        <p:spPr bwMode="auto">
          <a:xfrm>
            <a:off x="2722563" y="4116388"/>
            <a:ext cx="31750" cy="30162"/>
          </a:xfrm>
          <a:custGeom>
            <a:avLst/>
            <a:gdLst>
              <a:gd name="T0" fmla="*/ 2147483647 w 60"/>
              <a:gd name="T1" fmla="*/ 2147483647 h 58"/>
              <a:gd name="T2" fmla="*/ 2147483647 w 60"/>
              <a:gd name="T3" fmla="*/ 0 h 58"/>
              <a:gd name="T4" fmla="*/ 2147483647 w 60"/>
              <a:gd name="T5" fmla="*/ 0 h 58"/>
              <a:gd name="T6" fmla="*/ 2147483647 w 60"/>
              <a:gd name="T7" fmla="*/ 2147483647 h 58"/>
              <a:gd name="T8" fmla="*/ 2147483647 w 60"/>
              <a:gd name="T9" fmla="*/ 2147483647 h 58"/>
              <a:gd name="T10" fmla="*/ 2147483647 w 60"/>
              <a:gd name="T11" fmla="*/ 2147483647 h 58"/>
              <a:gd name="T12" fmla="*/ 2147483647 w 60"/>
              <a:gd name="T13" fmla="*/ 2147483647 h 58"/>
              <a:gd name="T14" fmla="*/ 2147483647 w 60"/>
              <a:gd name="T15" fmla="*/ 2147483647 h 58"/>
              <a:gd name="T16" fmla="*/ 2147483647 w 60"/>
              <a:gd name="T17" fmla="*/ 2147483647 h 58"/>
              <a:gd name="T18" fmla="*/ 2147483647 w 60"/>
              <a:gd name="T19" fmla="*/ 2147483647 h 58"/>
              <a:gd name="T20" fmla="*/ 2147483647 w 60"/>
              <a:gd name="T21" fmla="*/ 2147483647 h 58"/>
              <a:gd name="T22" fmla="*/ 2147483647 w 60"/>
              <a:gd name="T23" fmla="*/ 2147483647 h 58"/>
              <a:gd name="T24" fmla="*/ 2147483647 w 60"/>
              <a:gd name="T25" fmla="*/ 2147483647 h 58"/>
              <a:gd name="T26" fmla="*/ 2147483647 w 60"/>
              <a:gd name="T27" fmla="*/ 2147483647 h 58"/>
              <a:gd name="T28" fmla="*/ 2147483647 w 60"/>
              <a:gd name="T29" fmla="*/ 2147483647 h 58"/>
              <a:gd name="T30" fmla="*/ 2147483647 w 60"/>
              <a:gd name="T31" fmla="*/ 2147483647 h 58"/>
              <a:gd name="T32" fmla="*/ 2147483647 w 60"/>
              <a:gd name="T33" fmla="*/ 2147483647 h 58"/>
              <a:gd name="T34" fmla="*/ 2147483647 w 60"/>
              <a:gd name="T35" fmla="*/ 2147483647 h 58"/>
              <a:gd name="T36" fmla="*/ 2147483647 w 60"/>
              <a:gd name="T37" fmla="*/ 2147483647 h 58"/>
              <a:gd name="T38" fmla="*/ 2147483647 w 60"/>
              <a:gd name="T39" fmla="*/ 2147483647 h 58"/>
              <a:gd name="T40" fmla="*/ 2147483647 w 60"/>
              <a:gd name="T41" fmla="*/ 2147483647 h 58"/>
              <a:gd name="T42" fmla="*/ 2147483647 w 60"/>
              <a:gd name="T43" fmla="*/ 2147483647 h 58"/>
              <a:gd name="T44" fmla="*/ 2147483647 w 60"/>
              <a:gd name="T45" fmla="*/ 2147483647 h 58"/>
              <a:gd name="T46" fmla="*/ 2147483647 w 60"/>
              <a:gd name="T47" fmla="*/ 2147483647 h 58"/>
              <a:gd name="T48" fmla="*/ 0 w 60"/>
              <a:gd name="T49" fmla="*/ 2147483647 h 58"/>
              <a:gd name="T50" fmla="*/ 2147483647 w 60"/>
              <a:gd name="T51" fmla="*/ 2147483647 h 58"/>
              <a:gd name="T52" fmla="*/ 2147483647 w 60"/>
              <a:gd name="T53" fmla="*/ 2147483647 h 58"/>
              <a:gd name="T54" fmla="*/ 2147483647 w 60"/>
              <a:gd name="T55" fmla="*/ 2147483647 h 58"/>
              <a:gd name="T56" fmla="*/ 2147483647 w 60"/>
              <a:gd name="T57" fmla="*/ 2147483647 h 58"/>
              <a:gd name="T58" fmla="*/ 2147483647 w 60"/>
              <a:gd name="T59" fmla="*/ 2147483647 h 58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60"/>
              <a:gd name="T91" fmla="*/ 0 h 58"/>
              <a:gd name="T92" fmla="*/ 60 w 60"/>
              <a:gd name="T93" fmla="*/ 58 h 58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60" h="58">
                <a:moveTo>
                  <a:pt x="24" y="1"/>
                </a:moveTo>
                <a:lnTo>
                  <a:pt x="30" y="0"/>
                </a:lnTo>
                <a:lnTo>
                  <a:pt x="34" y="0"/>
                </a:lnTo>
                <a:lnTo>
                  <a:pt x="40" y="1"/>
                </a:lnTo>
                <a:lnTo>
                  <a:pt x="44" y="2"/>
                </a:lnTo>
                <a:lnTo>
                  <a:pt x="49" y="5"/>
                </a:lnTo>
                <a:lnTo>
                  <a:pt x="53" y="9"/>
                </a:lnTo>
                <a:lnTo>
                  <a:pt x="57" y="13"/>
                </a:lnTo>
                <a:lnTo>
                  <a:pt x="59" y="18"/>
                </a:lnTo>
                <a:lnTo>
                  <a:pt x="60" y="22"/>
                </a:lnTo>
                <a:lnTo>
                  <a:pt x="60" y="27"/>
                </a:lnTo>
                <a:lnTo>
                  <a:pt x="60" y="31"/>
                </a:lnTo>
                <a:lnTo>
                  <a:pt x="58" y="34"/>
                </a:lnTo>
                <a:lnTo>
                  <a:pt x="57" y="37"/>
                </a:lnTo>
                <a:lnTo>
                  <a:pt x="54" y="43"/>
                </a:lnTo>
                <a:lnTo>
                  <a:pt x="51" y="51"/>
                </a:lnTo>
                <a:lnTo>
                  <a:pt x="48" y="58"/>
                </a:lnTo>
                <a:lnTo>
                  <a:pt x="44" y="58"/>
                </a:lnTo>
                <a:lnTo>
                  <a:pt x="39" y="57"/>
                </a:lnTo>
                <a:lnTo>
                  <a:pt x="31" y="54"/>
                </a:lnTo>
                <a:lnTo>
                  <a:pt x="22" y="51"/>
                </a:lnTo>
                <a:lnTo>
                  <a:pt x="13" y="46"/>
                </a:lnTo>
                <a:lnTo>
                  <a:pt x="6" y="41"/>
                </a:lnTo>
                <a:lnTo>
                  <a:pt x="2" y="37"/>
                </a:lnTo>
                <a:lnTo>
                  <a:pt x="0" y="34"/>
                </a:lnTo>
                <a:lnTo>
                  <a:pt x="11" y="13"/>
                </a:lnTo>
                <a:lnTo>
                  <a:pt x="13" y="9"/>
                </a:lnTo>
                <a:lnTo>
                  <a:pt x="16" y="5"/>
                </a:lnTo>
                <a:lnTo>
                  <a:pt x="20" y="3"/>
                </a:lnTo>
                <a:lnTo>
                  <a:pt x="24" y="1"/>
                </a:lnTo>
                <a:close/>
              </a:path>
            </a:pathLst>
          </a:custGeom>
          <a:solidFill>
            <a:srgbClr val="FF75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7" name="Freeform 94">
            <a:extLst>
              <a:ext uri="{FF2B5EF4-FFF2-40B4-BE49-F238E27FC236}">
                <a16:creationId xmlns:a16="http://schemas.microsoft.com/office/drawing/2014/main" id="{4D5F88A2-B1D8-123B-8898-2C0A95D57CDF}"/>
              </a:ext>
            </a:extLst>
          </p:cNvPr>
          <p:cNvSpPr>
            <a:spLocks/>
          </p:cNvSpPr>
          <p:nvPr/>
        </p:nvSpPr>
        <p:spPr bwMode="auto">
          <a:xfrm>
            <a:off x="2139951" y="4822825"/>
            <a:ext cx="296863" cy="128588"/>
          </a:xfrm>
          <a:custGeom>
            <a:avLst/>
            <a:gdLst>
              <a:gd name="T0" fmla="*/ 2147483647 w 560"/>
              <a:gd name="T1" fmla="*/ 2147483647 h 245"/>
              <a:gd name="T2" fmla="*/ 2147483647 w 560"/>
              <a:gd name="T3" fmla="*/ 2147483647 h 245"/>
              <a:gd name="T4" fmla="*/ 2147483647 w 560"/>
              <a:gd name="T5" fmla="*/ 2147483647 h 245"/>
              <a:gd name="T6" fmla="*/ 2147483647 w 560"/>
              <a:gd name="T7" fmla="*/ 2147483647 h 245"/>
              <a:gd name="T8" fmla="*/ 2147483647 w 560"/>
              <a:gd name="T9" fmla="*/ 0 h 245"/>
              <a:gd name="T10" fmla="*/ 2147483647 w 560"/>
              <a:gd name="T11" fmla="*/ 0 h 245"/>
              <a:gd name="T12" fmla="*/ 2147483647 w 560"/>
              <a:gd name="T13" fmla="*/ 0 h 245"/>
              <a:gd name="T14" fmla="*/ 2147483647 w 560"/>
              <a:gd name="T15" fmla="*/ 2147483647 h 245"/>
              <a:gd name="T16" fmla="*/ 2147483647 w 560"/>
              <a:gd name="T17" fmla="*/ 2147483647 h 245"/>
              <a:gd name="T18" fmla="*/ 2147483647 w 560"/>
              <a:gd name="T19" fmla="*/ 2147483647 h 245"/>
              <a:gd name="T20" fmla="*/ 2147483647 w 560"/>
              <a:gd name="T21" fmla="*/ 2147483647 h 245"/>
              <a:gd name="T22" fmla="*/ 2147483647 w 560"/>
              <a:gd name="T23" fmla="*/ 2147483647 h 245"/>
              <a:gd name="T24" fmla="*/ 0 w 560"/>
              <a:gd name="T25" fmla="*/ 2147483647 h 245"/>
              <a:gd name="T26" fmla="*/ 2147483647 w 560"/>
              <a:gd name="T27" fmla="*/ 2147483647 h 245"/>
              <a:gd name="T28" fmla="*/ 2147483647 w 560"/>
              <a:gd name="T29" fmla="*/ 2147483647 h 245"/>
              <a:gd name="T30" fmla="*/ 2147483647 w 560"/>
              <a:gd name="T31" fmla="*/ 2147483647 h 245"/>
              <a:gd name="T32" fmla="*/ 2147483647 w 560"/>
              <a:gd name="T33" fmla="*/ 2147483647 h 245"/>
              <a:gd name="T34" fmla="*/ 2147483647 w 560"/>
              <a:gd name="T35" fmla="*/ 2147483647 h 245"/>
              <a:gd name="T36" fmla="*/ 2147483647 w 560"/>
              <a:gd name="T37" fmla="*/ 2147483647 h 245"/>
              <a:gd name="T38" fmla="*/ 2147483647 w 560"/>
              <a:gd name="T39" fmla="*/ 2147483647 h 245"/>
              <a:gd name="T40" fmla="*/ 2147483647 w 560"/>
              <a:gd name="T41" fmla="*/ 2147483647 h 245"/>
              <a:gd name="T42" fmla="*/ 2147483647 w 560"/>
              <a:gd name="T43" fmla="*/ 2147483647 h 245"/>
              <a:gd name="T44" fmla="*/ 2147483647 w 560"/>
              <a:gd name="T45" fmla="*/ 2147483647 h 245"/>
              <a:gd name="T46" fmla="*/ 2147483647 w 560"/>
              <a:gd name="T47" fmla="*/ 2147483647 h 245"/>
              <a:gd name="T48" fmla="*/ 2147483647 w 560"/>
              <a:gd name="T49" fmla="*/ 2147483647 h 245"/>
              <a:gd name="T50" fmla="*/ 2147483647 w 560"/>
              <a:gd name="T51" fmla="*/ 2147483647 h 245"/>
              <a:gd name="T52" fmla="*/ 2147483647 w 560"/>
              <a:gd name="T53" fmla="*/ 2147483647 h 245"/>
              <a:gd name="T54" fmla="*/ 2147483647 w 560"/>
              <a:gd name="T55" fmla="*/ 2147483647 h 245"/>
              <a:gd name="T56" fmla="*/ 2147483647 w 560"/>
              <a:gd name="T57" fmla="*/ 2147483647 h 245"/>
              <a:gd name="T58" fmla="*/ 2147483647 w 560"/>
              <a:gd name="T59" fmla="*/ 2147483647 h 245"/>
              <a:gd name="T60" fmla="*/ 2147483647 w 560"/>
              <a:gd name="T61" fmla="*/ 2147483647 h 245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w 560"/>
              <a:gd name="T94" fmla="*/ 0 h 245"/>
              <a:gd name="T95" fmla="*/ 560 w 560"/>
              <a:gd name="T96" fmla="*/ 245 h 245"/>
            </a:gdLst>
            <a:ahLst/>
            <a:cxnLst>
              <a:cxn ang="T62">
                <a:pos x="T0" y="T1"/>
              </a:cxn>
              <a:cxn ang="T63">
                <a:pos x="T2" y="T3"/>
              </a:cxn>
              <a:cxn ang="T64">
                <a:pos x="T4" y="T5"/>
              </a:cxn>
              <a:cxn ang="T65">
                <a:pos x="T6" y="T7"/>
              </a:cxn>
              <a:cxn ang="T66">
                <a:pos x="T8" y="T9"/>
              </a:cxn>
              <a:cxn ang="T67">
                <a:pos x="T10" y="T11"/>
              </a:cxn>
              <a:cxn ang="T68">
                <a:pos x="T12" y="T13"/>
              </a:cxn>
              <a:cxn ang="T69">
                <a:pos x="T14" y="T15"/>
              </a:cxn>
              <a:cxn ang="T70">
                <a:pos x="T16" y="T17"/>
              </a:cxn>
              <a:cxn ang="T71">
                <a:pos x="T18" y="T19"/>
              </a:cxn>
              <a:cxn ang="T72">
                <a:pos x="T20" y="T21"/>
              </a:cxn>
              <a:cxn ang="T73">
                <a:pos x="T22" y="T23"/>
              </a:cxn>
              <a:cxn ang="T74">
                <a:pos x="T24" y="T25"/>
              </a:cxn>
              <a:cxn ang="T75">
                <a:pos x="T26" y="T27"/>
              </a:cxn>
              <a:cxn ang="T76">
                <a:pos x="T28" y="T29"/>
              </a:cxn>
              <a:cxn ang="T77">
                <a:pos x="T30" y="T31"/>
              </a:cxn>
              <a:cxn ang="T78">
                <a:pos x="T32" y="T33"/>
              </a:cxn>
              <a:cxn ang="T79">
                <a:pos x="T34" y="T35"/>
              </a:cxn>
              <a:cxn ang="T80">
                <a:pos x="T36" y="T37"/>
              </a:cxn>
              <a:cxn ang="T81">
                <a:pos x="T38" y="T39"/>
              </a:cxn>
              <a:cxn ang="T82">
                <a:pos x="T40" y="T41"/>
              </a:cxn>
              <a:cxn ang="T83">
                <a:pos x="T42" y="T43"/>
              </a:cxn>
              <a:cxn ang="T84">
                <a:pos x="T44" y="T45"/>
              </a:cxn>
              <a:cxn ang="T85">
                <a:pos x="T46" y="T47"/>
              </a:cxn>
              <a:cxn ang="T86">
                <a:pos x="T48" y="T49"/>
              </a:cxn>
              <a:cxn ang="T87">
                <a:pos x="T50" y="T51"/>
              </a:cxn>
              <a:cxn ang="T88">
                <a:pos x="T52" y="T53"/>
              </a:cxn>
              <a:cxn ang="T89">
                <a:pos x="T54" y="T55"/>
              </a:cxn>
              <a:cxn ang="T90">
                <a:pos x="T56" y="T57"/>
              </a:cxn>
              <a:cxn ang="T91">
                <a:pos x="T58" y="T59"/>
              </a:cxn>
              <a:cxn ang="T92">
                <a:pos x="T60" y="T61"/>
              </a:cxn>
            </a:cxnLst>
            <a:rect l="T93" t="T94" r="T95" b="T96"/>
            <a:pathLst>
              <a:path w="560" h="245">
                <a:moveTo>
                  <a:pt x="101" y="23"/>
                </a:moveTo>
                <a:lnTo>
                  <a:pt x="72" y="11"/>
                </a:lnTo>
                <a:lnTo>
                  <a:pt x="71" y="11"/>
                </a:lnTo>
                <a:lnTo>
                  <a:pt x="48" y="2"/>
                </a:lnTo>
                <a:lnTo>
                  <a:pt x="42" y="0"/>
                </a:lnTo>
                <a:lnTo>
                  <a:pt x="35" y="0"/>
                </a:lnTo>
                <a:lnTo>
                  <a:pt x="29" y="0"/>
                </a:lnTo>
                <a:lnTo>
                  <a:pt x="22" y="2"/>
                </a:lnTo>
                <a:lnTo>
                  <a:pt x="15" y="7"/>
                </a:lnTo>
                <a:lnTo>
                  <a:pt x="11" y="11"/>
                </a:lnTo>
                <a:lnTo>
                  <a:pt x="5" y="17"/>
                </a:lnTo>
                <a:lnTo>
                  <a:pt x="2" y="24"/>
                </a:lnTo>
                <a:lnTo>
                  <a:pt x="0" y="38"/>
                </a:lnTo>
                <a:lnTo>
                  <a:pt x="2" y="52"/>
                </a:lnTo>
                <a:lnTo>
                  <a:pt x="10" y="63"/>
                </a:lnTo>
                <a:lnTo>
                  <a:pt x="21" y="71"/>
                </a:lnTo>
                <a:lnTo>
                  <a:pt x="25" y="73"/>
                </a:lnTo>
                <a:lnTo>
                  <a:pt x="34" y="76"/>
                </a:lnTo>
                <a:lnTo>
                  <a:pt x="42" y="81"/>
                </a:lnTo>
                <a:lnTo>
                  <a:pt x="46" y="83"/>
                </a:lnTo>
                <a:lnTo>
                  <a:pt x="46" y="82"/>
                </a:lnTo>
                <a:lnTo>
                  <a:pt x="78" y="94"/>
                </a:lnTo>
                <a:lnTo>
                  <a:pt x="79" y="95"/>
                </a:lnTo>
                <a:lnTo>
                  <a:pt x="80" y="95"/>
                </a:lnTo>
                <a:lnTo>
                  <a:pt x="81" y="95"/>
                </a:lnTo>
                <a:lnTo>
                  <a:pt x="452" y="241"/>
                </a:lnTo>
                <a:lnTo>
                  <a:pt x="560" y="245"/>
                </a:lnTo>
                <a:lnTo>
                  <a:pt x="484" y="173"/>
                </a:lnTo>
                <a:lnTo>
                  <a:pt x="101" y="21"/>
                </a:lnTo>
                <a:lnTo>
                  <a:pt x="101" y="23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8" name="Freeform 95">
            <a:extLst>
              <a:ext uri="{FF2B5EF4-FFF2-40B4-BE49-F238E27FC236}">
                <a16:creationId xmlns:a16="http://schemas.microsoft.com/office/drawing/2014/main" id="{7FC37E61-99F0-4ABC-21F6-F812E9FC92F8}"/>
              </a:ext>
            </a:extLst>
          </p:cNvPr>
          <p:cNvSpPr>
            <a:spLocks/>
          </p:cNvSpPr>
          <p:nvPr/>
        </p:nvSpPr>
        <p:spPr bwMode="auto">
          <a:xfrm>
            <a:off x="2378076" y="4918075"/>
            <a:ext cx="36513" cy="26988"/>
          </a:xfrm>
          <a:custGeom>
            <a:avLst/>
            <a:gdLst>
              <a:gd name="T0" fmla="*/ 2147483647 w 69"/>
              <a:gd name="T1" fmla="*/ 2147483647 h 52"/>
              <a:gd name="T2" fmla="*/ 2147483647 w 69"/>
              <a:gd name="T3" fmla="*/ 2147483647 h 52"/>
              <a:gd name="T4" fmla="*/ 2147483647 w 69"/>
              <a:gd name="T5" fmla="*/ 2147483647 h 52"/>
              <a:gd name="T6" fmla="*/ 2147483647 w 69"/>
              <a:gd name="T7" fmla="*/ 2147483647 h 52"/>
              <a:gd name="T8" fmla="*/ 0 w 69"/>
              <a:gd name="T9" fmla="*/ 2147483647 h 52"/>
              <a:gd name="T10" fmla="*/ 0 w 69"/>
              <a:gd name="T11" fmla="*/ 2147483647 h 52"/>
              <a:gd name="T12" fmla="*/ 2147483647 w 69"/>
              <a:gd name="T13" fmla="*/ 2147483647 h 52"/>
              <a:gd name="T14" fmla="*/ 2147483647 w 69"/>
              <a:gd name="T15" fmla="*/ 2147483647 h 52"/>
              <a:gd name="T16" fmla="*/ 2147483647 w 69"/>
              <a:gd name="T17" fmla="*/ 2147483647 h 52"/>
              <a:gd name="T18" fmla="*/ 2147483647 w 69"/>
              <a:gd name="T19" fmla="*/ 2147483647 h 52"/>
              <a:gd name="T20" fmla="*/ 2147483647 w 69"/>
              <a:gd name="T21" fmla="*/ 2147483647 h 52"/>
              <a:gd name="T22" fmla="*/ 2147483647 w 69"/>
              <a:gd name="T23" fmla="*/ 2147483647 h 52"/>
              <a:gd name="T24" fmla="*/ 2147483647 w 69"/>
              <a:gd name="T25" fmla="*/ 2147483647 h 52"/>
              <a:gd name="T26" fmla="*/ 2147483647 w 69"/>
              <a:gd name="T27" fmla="*/ 2147483647 h 52"/>
              <a:gd name="T28" fmla="*/ 2147483647 w 69"/>
              <a:gd name="T29" fmla="*/ 2147483647 h 52"/>
              <a:gd name="T30" fmla="*/ 2147483647 w 69"/>
              <a:gd name="T31" fmla="*/ 2147483647 h 52"/>
              <a:gd name="T32" fmla="*/ 2147483647 w 69"/>
              <a:gd name="T33" fmla="*/ 2147483647 h 52"/>
              <a:gd name="T34" fmla="*/ 2147483647 w 69"/>
              <a:gd name="T35" fmla="*/ 2147483647 h 52"/>
              <a:gd name="T36" fmla="*/ 2147483647 w 69"/>
              <a:gd name="T37" fmla="*/ 2147483647 h 52"/>
              <a:gd name="T38" fmla="*/ 2147483647 w 69"/>
              <a:gd name="T39" fmla="*/ 2147483647 h 52"/>
              <a:gd name="T40" fmla="*/ 2147483647 w 69"/>
              <a:gd name="T41" fmla="*/ 2147483647 h 52"/>
              <a:gd name="T42" fmla="*/ 2147483647 w 69"/>
              <a:gd name="T43" fmla="*/ 2147483647 h 52"/>
              <a:gd name="T44" fmla="*/ 2147483647 w 69"/>
              <a:gd name="T45" fmla="*/ 0 h 52"/>
              <a:gd name="T46" fmla="*/ 2147483647 w 69"/>
              <a:gd name="T47" fmla="*/ 2147483647 h 52"/>
              <a:gd name="T48" fmla="*/ 2147483647 w 69"/>
              <a:gd name="T49" fmla="*/ 2147483647 h 52"/>
              <a:gd name="T50" fmla="*/ 2147483647 w 69"/>
              <a:gd name="T51" fmla="*/ 2147483647 h 52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w 69"/>
              <a:gd name="T79" fmla="*/ 0 h 52"/>
              <a:gd name="T80" fmla="*/ 69 w 69"/>
              <a:gd name="T81" fmla="*/ 52 h 52"/>
            </a:gdLst>
            <a:ahLst/>
            <a:cxnLst>
              <a:cxn ang="T52">
                <a:pos x="T0" y="T1"/>
              </a:cxn>
              <a:cxn ang="T53">
                <a:pos x="T2" y="T3"/>
              </a:cxn>
              <a:cxn ang="T54">
                <a:pos x="T4" y="T5"/>
              </a:cxn>
              <a:cxn ang="T55">
                <a:pos x="T6" y="T7"/>
              </a:cxn>
              <a:cxn ang="T56">
                <a:pos x="T8" y="T9"/>
              </a:cxn>
              <a:cxn ang="T57">
                <a:pos x="T10" y="T11"/>
              </a:cxn>
              <a:cxn ang="T58">
                <a:pos x="T12" y="T13"/>
              </a:cxn>
              <a:cxn ang="T59">
                <a:pos x="T14" y="T15"/>
              </a:cxn>
              <a:cxn ang="T60">
                <a:pos x="T16" y="T17"/>
              </a:cxn>
              <a:cxn ang="T61">
                <a:pos x="T18" y="T19"/>
              </a:cxn>
              <a:cxn ang="T62">
                <a:pos x="T20" y="T21"/>
              </a:cxn>
              <a:cxn ang="T63">
                <a:pos x="T22" y="T23"/>
              </a:cxn>
              <a:cxn ang="T64">
                <a:pos x="T24" y="T25"/>
              </a:cxn>
              <a:cxn ang="T65">
                <a:pos x="T26" y="T27"/>
              </a:cxn>
              <a:cxn ang="T66">
                <a:pos x="T28" y="T29"/>
              </a:cxn>
              <a:cxn ang="T67">
                <a:pos x="T30" y="T31"/>
              </a:cxn>
              <a:cxn ang="T68">
                <a:pos x="T32" y="T33"/>
              </a:cxn>
              <a:cxn ang="T69">
                <a:pos x="T34" y="T35"/>
              </a:cxn>
              <a:cxn ang="T70">
                <a:pos x="T36" y="T37"/>
              </a:cxn>
              <a:cxn ang="T71">
                <a:pos x="T38" y="T39"/>
              </a:cxn>
              <a:cxn ang="T72">
                <a:pos x="T40" y="T41"/>
              </a:cxn>
              <a:cxn ang="T73">
                <a:pos x="T42" y="T43"/>
              </a:cxn>
              <a:cxn ang="T74">
                <a:pos x="T44" y="T45"/>
              </a:cxn>
              <a:cxn ang="T75">
                <a:pos x="T46" y="T47"/>
              </a:cxn>
              <a:cxn ang="T76">
                <a:pos x="T48" y="T49"/>
              </a:cxn>
              <a:cxn ang="T77">
                <a:pos x="T50" y="T51"/>
              </a:cxn>
            </a:cxnLst>
            <a:rect l="T78" t="T79" r="T80" b="T81"/>
            <a:pathLst>
              <a:path w="69" h="52">
                <a:moveTo>
                  <a:pt x="63" y="52"/>
                </a:moveTo>
                <a:lnTo>
                  <a:pt x="4" y="50"/>
                </a:lnTo>
                <a:lnTo>
                  <a:pt x="2" y="48"/>
                </a:lnTo>
                <a:lnTo>
                  <a:pt x="1" y="45"/>
                </a:lnTo>
                <a:lnTo>
                  <a:pt x="0" y="41"/>
                </a:lnTo>
                <a:lnTo>
                  <a:pt x="0" y="37"/>
                </a:lnTo>
                <a:lnTo>
                  <a:pt x="3" y="34"/>
                </a:lnTo>
                <a:lnTo>
                  <a:pt x="9" y="31"/>
                </a:lnTo>
                <a:lnTo>
                  <a:pt x="14" y="30"/>
                </a:lnTo>
                <a:lnTo>
                  <a:pt x="19" y="30"/>
                </a:lnTo>
                <a:lnTo>
                  <a:pt x="25" y="30"/>
                </a:lnTo>
                <a:lnTo>
                  <a:pt x="24" y="29"/>
                </a:lnTo>
                <a:lnTo>
                  <a:pt x="23" y="27"/>
                </a:lnTo>
                <a:lnTo>
                  <a:pt x="21" y="26"/>
                </a:lnTo>
                <a:lnTo>
                  <a:pt x="20" y="25"/>
                </a:lnTo>
                <a:lnTo>
                  <a:pt x="19" y="24"/>
                </a:lnTo>
                <a:lnTo>
                  <a:pt x="15" y="19"/>
                </a:lnTo>
                <a:lnTo>
                  <a:pt x="13" y="14"/>
                </a:lnTo>
                <a:lnTo>
                  <a:pt x="13" y="8"/>
                </a:lnTo>
                <a:lnTo>
                  <a:pt x="14" y="5"/>
                </a:lnTo>
                <a:lnTo>
                  <a:pt x="18" y="2"/>
                </a:lnTo>
                <a:lnTo>
                  <a:pt x="21" y="1"/>
                </a:lnTo>
                <a:lnTo>
                  <a:pt x="25" y="0"/>
                </a:lnTo>
                <a:lnTo>
                  <a:pt x="29" y="2"/>
                </a:lnTo>
                <a:lnTo>
                  <a:pt x="69" y="39"/>
                </a:lnTo>
                <a:lnTo>
                  <a:pt x="63" y="52"/>
                </a:lnTo>
                <a:close/>
              </a:path>
            </a:pathLst>
          </a:custGeom>
          <a:solidFill>
            <a:srgbClr val="C6B29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39" name="Freeform 96">
            <a:extLst>
              <a:ext uri="{FF2B5EF4-FFF2-40B4-BE49-F238E27FC236}">
                <a16:creationId xmlns:a16="http://schemas.microsoft.com/office/drawing/2014/main" id="{3F905AE9-DEBA-397D-0A4C-1A5489942D53}"/>
              </a:ext>
            </a:extLst>
          </p:cNvPr>
          <p:cNvSpPr>
            <a:spLocks/>
          </p:cNvSpPr>
          <p:nvPr/>
        </p:nvSpPr>
        <p:spPr bwMode="auto">
          <a:xfrm>
            <a:off x="2416175" y="4941888"/>
            <a:ext cx="6350" cy="4762"/>
          </a:xfrm>
          <a:custGeom>
            <a:avLst/>
            <a:gdLst>
              <a:gd name="T0" fmla="*/ 2147483647 w 12"/>
              <a:gd name="T1" fmla="*/ 0 h 9"/>
              <a:gd name="T2" fmla="*/ 2147483647 w 12"/>
              <a:gd name="T3" fmla="*/ 2147483647 h 9"/>
              <a:gd name="T4" fmla="*/ 0 w 12"/>
              <a:gd name="T5" fmla="*/ 2147483647 h 9"/>
              <a:gd name="T6" fmla="*/ 2147483647 w 12"/>
              <a:gd name="T7" fmla="*/ 0 h 9"/>
              <a:gd name="T8" fmla="*/ 0 60000 65536"/>
              <a:gd name="T9" fmla="*/ 0 60000 65536"/>
              <a:gd name="T10" fmla="*/ 0 60000 65536"/>
              <a:gd name="T11" fmla="*/ 0 60000 65536"/>
              <a:gd name="T12" fmla="*/ 0 w 12"/>
              <a:gd name="T13" fmla="*/ 0 h 9"/>
              <a:gd name="T14" fmla="*/ 12 w 12"/>
              <a:gd name="T15" fmla="*/ 9 h 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" h="9">
                <a:moveTo>
                  <a:pt x="3" y="0"/>
                </a:moveTo>
                <a:lnTo>
                  <a:pt x="12" y="9"/>
                </a:lnTo>
                <a:lnTo>
                  <a:pt x="0" y="8"/>
                </a:lnTo>
                <a:lnTo>
                  <a:pt x="3" y="0"/>
                </a:lnTo>
                <a:close/>
              </a:path>
            </a:pathLst>
          </a:custGeom>
          <a:solidFill>
            <a:srgbClr val="CC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0" name="Freeform 97">
            <a:extLst>
              <a:ext uri="{FF2B5EF4-FFF2-40B4-BE49-F238E27FC236}">
                <a16:creationId xmlns:a16="http://schemas.microsoft.com/office/drawing/2014/main" id="{DBD59322-A114-2D3E-486D-C57D0F04EE7D}"/>
              </a:ext>
            </a:extLst>
          </p:cNvPr>
          <p:cNvSpPr>
            <a:spLocks/>
          </p:cNvSpPr>
          <p:nvPr/>
        </p:nvSpPr>
        <p:spPr bwMode="auto">
          <a:xfrm>
            <a:off x="2171701" y="4835525"/>
            <a:ext cx="11113" cy="26988"/>
          </a:xfrm>
          <a:custGeom>
            <a:avLst/>
            <a:gdLst>
              <a:gd name="T0" fmla="*/ 2147483647 w 22"/>
              <a:gd name="T1" fmla="*/ 0 h 51"/>
              <a:gd name="T2" fmla="*/ 2147483647 w 22"/>
              <a:gd name="T3" fmla="*/ 2147483647 h 51"/>
              <a:gd name="T4" fmla="*/ 2147483647 w 22"/>
              <a:gd name="T5" fmla="*/ 2147483647 h 51"/>
              <a:gd name="T6" fmla="*/ 2147483647 w 22"/>
              <a:gd name="T7" fmla="*/ 2147483647 h 51"/>
              <a:gd name="T8" fmla="*/ 2147483647 w 22"/>
              <a:gd name="T9" fmla="*/ 2147483647 h 51"/>
              <a:gd name="T10" fmla="*/ 2147483647 w 22"/>
              <a:gd name="T11" fmla="*/ 2147483647 h 51"/>
              <a:gd name="T12" fmla="*/ 2147483647 w 22"/>
              <a:gd name="T13" fmla="*/ 2147483647 h 51"/>
              <a:gd name="T14" fmla="*/ 2147483647 w 22"/>
              <a:gd name="T15" fmla="*/ 2147483647 h 51"/>
              <a:gd name="T16" fmla="*/ 2147483647 w 22"/>
              <a:gd name="T17" fmla="*/ 2147483647 h 51"/>
              <a:gd name="T18" fmla="*/ 2147483647 w 22"/>
              <a:gd name="T19" fmla="*/ 2147483647 h 51"/>
              <a:gd name="T20" fmla="*/ 0 w 22"/>
              <a:gd name="T21" fmla="*/ 2147483647 h 51"/>
              <a:gd name="T22" fmla="*/ 2147483647 w 22"/>
              <a:gd name="T23" fmla="*/ 2147483647 h 51"/>
              <a:gd name="T24" fmla="*/ 2147483647 w 22"/>
              <a:gd name="T25" fmla="*/ 2147483647 h 51"/>
              <a:gd name="T26" fmla="*/ 2147483647 w 22"/>
              <a:gd name="T27" fmla="*/ 2147483647 h 51"/>
              <a:gd name="T28" fmla="*/ 2147483647 w 22"/>
              <a:gd name="T29" fmla="*/ 2147483647 h 51"/>
              <a:gd name="T30" fmla="*/ 2147483647 w 22"/>
              <a:gd name="T31" fmla="*/ 2147483647 h 51"/>
              <a:gd name="T32" fmla="*/ 2147483647 w 22"/>
              <a:gd name="T33" fmla="*/ 2147483647 h 51"/>
              <a:gd name="T34" fmla="*/ 2147483647 w 22"/>
              <a:gd name="T35" fmla="*/ 2147483647 h 51"/>
              <a:gd name="T36" fmla="*/ 2147483647 w 22"/>
              <a:gd name="T37" fmla="*/ 0 h 5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2"/>
              <a:gd name="T58" fmla="*/ 0 h 51"/>
              <a:gd name="T59" fmla="*/ 22 w 22"/>
              <a:gd name="T60" fmla="*/ 51 h 5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2" h="51">
                <a:moveTo>
                  <a:pt x="19" y="0"/>
                </a:moveTo>
                <a:lnTo>
                  <a:pt x="22" y="1"/>
                </a:lnTo>
                <a:lnTo>
                  <a:pt x="22" y="5"/>
                </a:lnTo>
                <a:lnTo>
                  <a:pt x="21" y="12"/>
                </a:lnTo>
                <a:lnTo>
                  <a:pt x="19" y="19"/>
                </a:lnTo>
                <a:lnTo>
                  <a:pt x="16" y="28"/>
                </a:lnTo>
                <a:lnTo>
                  <a:pt x="13" y="36"/>
                </a:lnTo>
                <a:lnTo>
                  <a:pt x="10" y="42"/>
                </a:lnTo>
                <a:lnTo>
                  <a:pt x="6" y="47"/>
                </a:lnTo>
                <a:lnTo>
                  <a:pt x="3" y="51"/>
                </a:lnTo>
                <a:lnTo>
                  <a:pt x="0" y="49"/>
                </a:lnTo>
                <a:lnTo>
                  <a:pt x="4" y="45"/>
                </a:lnTo>
                <a:lnTo>
                  <a:pt x="8" y="39"/>
                </a:lnTo>
                <a:lnTo>
                  <a:pt x="11" y="32"/>
                </a:lnTo>
                <a:lnTo>
                  <a:pt x="13" y="27"/>
                </a:lnTo>
                <a:lnTo>
                  <a:pt x="15" y="20"/>
                </a:lnTo>
                <a:lnTo>
                  <a:pt x="18" y="13"/>
                </a:lnTo>
                <a:lnTo>
                  <a:pt x="19" y="7"/>
                </a:lnTo>
                <a:lnTo>
                  <a:pt x="19" y="0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1" name="Freeform 98">
            <a:extLst>
              <a:ext uri="{FF2B5EF4-FFF2-40B4-BE49-F238E27FC236}">
                <a16:creationId xmlns:a16="http://schemas.microsoft.com/office/drawing/2014/main" id="{6AA143C5-9052-437C-8738-86061D1B57FC}"/>
              </a:ext>
            </a:extLst>
          </p:cNvPr>
          <p:cNvSpPr>
            <a:spLocks/>
          </p:cNvSpPr>
          <p:nvPr/>
        </p:nvSpPr>
        <p:spPr bwMode="auto">
          <a:xfrm>
            <a:off x="2182813" y="4840289"/>
            <a:ext cx="11112" cy="26987"/>
          </a:xfrm>
          <a:custGeom>
            <a:avLst/>
            <a:gdLst>
              <a:gd name="T0" fmla="*/ 0 w 22"/>
              <a:gd name="T1" fmla="*/ 2147483647 h 51"/>
              <a:gd name="T2" fmla="*/ 2147483647 w 22"/>
              <a:gd name="T3" fmla="*/ 2147483647 h 51"/>
              <a:gd name="T4" fmla="*/ 2147483647 w 22"/>
              <a:gd name="T5" fmla="*/ 2147483647 h 51"/>
              <a:gd name="T6" fmla="*/ 2147483647 w 22"/>
              <a:gd name="T7" fmla="*/ 2147483647 h 51"/>
              <a:gd name="T8" fmla="*/ 2147483647 w 22"/>
              <a:gd name="T9" fmla="*/ 2147483647 h 51"/>
              <a:gd name="T10" fmla="*/ 2147483647 w 22"/>
              <a:gd name="T11" fmla="*/ 2147483647 h 51"/>
              <a:gd name="T12" fmla="*/ 2147483647 w 22"/>
              <a:gd name="T13" fmla="*/ 2147483647 h 51"/>
              <a:gd name="T14" fmla="*/ 2147483647 w 22"/>
              <a:gd name="T15" fmla="*/ 2147483647 h 51"/>
              <a:gd name="T16" fmla="*/ 2147483647 w 22"/>
              <a:gd name="T17" fmla="*/ 0 h 51"/>
              <a:gd name="T18" fmla="*/ 2147483647 w 22"/>
              <a:gd name="T19" fmla="*/ 2147483647 h 51"/>
              <a:gd name="T20" fmla="*/ 2147483647 w 22"/>
              <a:gd name="T21" fmla="*/ 2147483647 h 51"/>
              <a:gd name="T22" fmla="*/ 2147483647 w 22"/>
              <a:gd name="T23" fmla="*/ 2147483647 h 51"/>
              <a:gd name="T24" fmla="*/ 2147483647 w 22"/>
              <a:gd name="T25" fmla="*/ 2147483647 h 51"/>
              <a:gd name="T26" fmla="*/ 2147483647 w 22"/>
              <a:gd name="T27" fmla="*/ 2147483647 h 51"/>
              <a:gd name="T28" fmla="*/ 2147483647 w 22"/>
              <a:gd name="T29" fmla="*/ 2147483647 h 51"/>
              <a:gd name="T30" fmla="*/ 2147483647 w 22"/>
              <a:gd name="T31" fmla="*/ 2147483647 h 51"/>
              <a:gd name="T32" fmla="*/ 2147483647 w 22"/>
              <a:gd name="T33" fmla="*/ 2147483647 h 51"/>
              <a:gd name="T34" fmla="*/ 2147483647 w 22"/>
              <a:gd name="T35" fmla="*/ 2147483647 h 51"/>
              <a:gd name="T36" fmla="*/ 0 w 22"/>
              <a:gd name="T37" fmla="*/ 2147483647 h 51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2"/>
              <a:gd name="T58" fmla="*/ 0 h 51"/>
              <a:gd name="T59" fmla="*/ 22 w 22"/>
              <a:gd name="T60" fmla="*/ 51 h 51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2" h="51">
                <a:moveTo>
                  <a:pt x="0" y="50"/>
                </a:moveTo>
                <a:lnTo>
                  <a:pt x="3" y="45"/>
                </a:lnTo>
                <a:lnTo>
                  <a:pt x="7" y="40"/>
                </a:lnTo>
                <a:lnTo>
                  <a:pt x="10" y="33"/>
                </a:lnTo>
                <a:lnTo>
                  <a:pt x="13" y="26"/>
                </a:lnTo>
                <a:lnTo>
                  <a:pt x="15" y="19"/>
                </a:lnTo>
                <a:lnTo>
                  <a:pt x="18" y="12"/>
                </a:lnTo>
                <a:lnTo>
                  <a:pt x="19" y="5"/>
                </a:lnTo>
                <a:lnTo>
                  <a:pt x="19" y="0"/>
                </a:lnTo>
                <a:lnTo>
                  <a:pt x="22" y="1"/>
                </a:lnTo>
                <a:lnTo>
                  <a:pt x="22" y="4"/>
                </a:lnTo>
                <a:lnTo>
                  <a:pt x="22" y="11"/>
                </a:lnTo>
                <a:lnTo>
                  <a:pt x="20" y="19"/>
                </a:lnTo>
                <a:lnTo>
                  <a:pt x="17" y="28"/>
                </a:lnTo>
                <a:lnTo>
                  <a:pt x="13" y="37"/>
                </a:lnTo>
                <a:lnTo>
                  <a:pt x="9" y="43"/>
                </a:lnTo>
                <a:lnTo>
                  <a:pt x="5" y="49"/>
                </a:lnTo>
                <a:lnTo>
                  <a:pt x="3" y="51"/>
                </a:lnTo>
                <a:lnTo>
                  <a:pt x="0" y="50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2" name="Freeform 99">
            <a:extLst>
              <a:ext uri="{FF2B5EF4-FFF2-40B4-BE49-F238E27FC236}">
                <a16:creationId xmlns:a16="http://schemas.microsoft.com/office/drawing/2014/main" id="{54B17C70-25F8-A599-30C0-0D356C05D7EE}"/>
              </a:ext>
            </a:extLst>
          </p:cNvPr>
          <p:cNvSpPr>
            <a:spLocks/>
          </p:cNvSpPr>
          <p:nvPr/>
        </p:nvSpPr>
        <p:spPr bwMode="auto">
          <a:xfrm>
            <a:off x="2193926" y="4857750"/>
            <a:ext cx="187325" cy="77788"/>
          </a:xfrm>
          <a:custGeom>
            <a:avLst/>
            <a:gdLst>
              <a:gd name="T0" fmla="*/ 0 w 356"/>
              <a:gd name="T1" fmla="*/ 2147483647 h 147"/>
              <a:gd name="T2" fmla="*/ 2147483647 w 356"/>
              <a:gd name="T3" fmla="*/ 2147483647 h 147"/>
              <a:gd name="T4" fmla="*/ 2147483647 w 356"/>
              <a:gd name="T5" fmla="*/ 2147483647 h 147"/>
              <a:gd name="T6" fmla="*/ 2147483647 w 356"/>
              <a:gd name="T7" fmla="*/ 2147483647 h 147"/>
              <a:gd name="T8" fmla="*/ 2147483647 w 356"/>
              <a:gd name="T9" fmla="*/ 0 h 147"/>
              <a:gd name="T10" fmla="*/ 2147483647 w 356"/>
              <a:gd name="T11" fmla="*/ 2147483647 h 147"/>
              <a:gd name="T12" fmla="*/ 2147483647 w 356"/>
              <a:gd name="T13" fmla="*/ 2147483647 h 147"/>
              <a:gd name="T14" fmla="*/ 2147483647 w 356"/>
              <a:gd name="T15" fmla="*/ 2147483647 h 147"/>
              <a:gd name="T16" fmla="*/ 2147483647 w 356"/>
              <a:gd name="T17" fmla="*/ 2147483647 h 147"/>
              <a:gd name="T18" fmla="*/ 2147483647 w 356"/>
              <a:gd name="T19" fmla="*/ 2147483647 h 147"/>
              <a:gd name="T20" fmla="*/ 0 w 356"/>
              <a:gd name="T21" fmla="*/ 2147483647 h 14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6"/>
              <a:gd name="T34" fmla="*/ 0 h 147"/>
              <a:gd name="T35" fmla="*/ 356 w 356"/>
              <a:gd name="T36" fmla="*/ 147 h 14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6" h="147">
                <a:moveTo>
                  <a:pt x="0" y="9"/>
                </a:moveTo>
                <a:lnTo>
                  <a:pt x="1" y="7"/>
                </a:lnTo>
                <a:lnTo>
                  <a:pt x="2" y="5"/>
                </a:lnTo>
                <a:lnTo>
                  <a:pt x="3" y="3"/>
                </a:lnTo>
                <a:lnTo>
                  <a:pt x="5" y="0"/>
                </a:lnTo>
                <a:lnTo>
                  <a:pt x="356" y="139"/>
                </a:lnTo>
                <a:lnTo>
                  <a:pt x="354" y="140"/>
                </a:lnTo>
                <a:lnTo>
                  <a:pt x="351" y="142"/>
                </a:lnTo>
                <a:lnTo>
                  <a:pt x="349" y="143"/>
                </a:lnTo>
                <a:lnTo>
                  <a:pt x="346" y="147"/>
                </a:lnTo>
                <a:lnTo>
                  <a:pt x="0" y="9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3" name="Freeform 100">
            <a:extLst>
              <a:ext uri="{FF2B5EF4-FFF2-40B4-BE49-F238E27FC236}">
                <a16:creationId xmlns:a16="http://schemas.microsoft.com/office/drawing/2014/main" id="{CE2B729D-96A2-F3F7-247E-95B4FFA207F7}"/>
              </a:ext>
            </a:extLst>
          </p:cNvPr>
          <p:cNvSpPr>
            <a:spLocks/>
          </p:cNvSpPr>
          <p:nvPr/>
        </p:nvSpPr>
        <p:spPr bwMode="auto">
          <a:xfrm>
            <a:off x="2197101" y="4849813"/>
            <a:ext cx="187325" cy="80962"/>
          </a:xfrm>
          <a:custGeom>
            <a:avLst/>
            <a:gdLst>
              <a:gd name="T0" fmla="*/ 2147483647 w 354"/>
              <a:gd name="T1" fmla="*/ 2147483647 h 152"/>
              <a:gd name="T2" fmla="*/ 0 w 354"/>
              <a:gd name="T3" fmla="*/ 2147483647 h 152"/>
              <a:gd name="T4" fmla="*/ 2147483647 w 354"/>
              <a:gd name="T5" fmla="*/ 2147483647 h 152"/>
              <a:gd name="T6" fmla="*/ 2147483647 w 354"/>
              <a:gd name="T7" fmla="*/ 2147483647 h 152"/>
              <a:gd name="T8" fmla="*/ 2147483647 w 354"/>
              <a:gd name="T9" fmla="*/ 2147483647 h 152"/>
              <a:gd name="T10" fmla="*/ 2147483647 w 354"/>
              <a:gd name="T11" fmla="*/ 0 h 152"/>
              <a:gd name="T12" fmla="*/ 2147483647 w 354"/>
              <a:gd name="T13" fmla="*/ 2147483647 h 152"/>
              <a:gd name="T14" fmla="*/ 2147483647 w 354"/>
              <a:gd name="T15" fmla="*/ 2147483647 h 152"/>
              <a:gd name="T16" fmla="*/ 2147483647 w 354"/>
              <a:gd name="T17" fmla="*/ 2147483647 h 152"/>
              <a:gd name="T18" fmla="*/ 2147483647 w 354"/>
              <a:gd name="T19" fmla="*/ 2147483647 h 152"/>
              <a:gd name="T20" fmla="*/ 2147483647 w 354"/>
              <a:gd name="T21" fmla="*/ 2147483647 h 15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4"/>
              <a:gd name="T34" fmla="*/ 0 h 152"/>
              <a:gd name="T35" fmla="*/ 354 w 354"/>
              <a:gd name="T36" fmla="*/ 152 h 15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4" h="152">
                <a:moveTo>
                  <a:pt x="354" y="152"/>
                </a:moveTo>
                <a:lnTo>
                  <a:pt x="0" y="11"/>
                </a:lnTo>
                <a:lnTo>
                  <a:pt x="1" y="9"/>
                </a:lnTo>
                <a:lnTo>
                  <a:pt x="2" y="5"/>
                </a:lnTo>
                <a:lnTo>
                  <a:pt x="2" y="3"/>
                </a:lnTo>
                <a:lnTo>
                  <a:pt x="3" y="0"/>
                </a:lnTo>
                <a:lnTo>
                  <a:pt x="350" y="137"/>
                </a:lnTo>
                <a:lnTo>
                  <a:pt x="350" y="141"/>
                </a:lnTo>
                <a:lnTo>
                  <a:pt x="350" y="145"/>
                </a:lnTo>
                <a:lnTo>
                  <a:pt x="353" y="148"/>
                </a:lnTo>
                <a:lnTo>
                  <a:pt x="354" y="152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4" name="Freeform 101">
            <a:extLst>
              <a:ext uri="{FF2B5EF4-FFF2-40B4-BE49-F238E27FC236}">
                <a16:creationId xmlns:a16="http://schemas.microsoft.com/office/drawing/2014/main" id="{F42B8A73-813E-E835-A565-C189E7D3BF7B}"/>
              </a:ext>
            </a:extLst>
          </p:cNvPr>
          <p:cNvSpPr>
            <a:spLocks/>
          </p:cNvSpPr>
          <p:nvPr/>
        </p:nvSpPr>
        <p:spPr bwMode="auto">
          <a:xfrm>
            <a:off x="2198688" y="4841875"/>
            <a:ext cx="188912" cy="77788"/>
          </a:xfrm>
          <a:custGeom>
            <a:avLst/>
            <a:gdLst>
              <a:gd name="T0" fmla="*/ 0 w 355"/>
              <a:gd name="T1" fmla="*/ 2147483647 h 147"/>
              <a:gd name="T2" fmla="*/ 0 w 355"/>
              <a:gd name="T3" fmla="*/ 2147483647 h 147"/>
              <a:gd name="T4" fmla="*/ 2147483647 w 355"/>
              <a:gd name="T5" fmla="*/ 2147483647 h 147"/>
              <a:gd name="T6" fmla="*/ 2147483647 w 355"/>
              <a:gd name="T7" fmla="*/ 2147483647 h 147"/>
              <a:gd name="T8" fmla="*/ 2147483647 w 355"/>
              <a:gd name="T9" fmla="*/ 0 h 147"/>
              <a:gd name="T10" fmla="*/ 2147483647 w 355"/>
              <a:gd name="T11" fmla="*/ 2147483647 h 147"/>
              <a:gd name="T12" fmla="*/ 2147483647 w 355"/>
              <a:gd name="T13" fmla="*/ 2147483647 h 147"/>
              <a:gd name="T14" fmla="*/ 2147483647 w 355"/>
              <a:gd name="T15" fmla="*/ 2147483647 h 147"/>
              <a:gd name="T16" fmla="*/ 2147483647 w 355"/>
              <a:gd name="T17" fmla="*/ 2147483647 h 147"/>
              <a:gd name="T18" fmla="*/ 2147483647 w 355"/>
              <a:gd name="T19" fmla="*/ 2147483647 h 147"/>
              <a:gd name="T20" fmla="*/ 0 w 355"/>
              <a:gd name="T21" fmla="*/ 2147483647 h 14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5"/>
              <a:gd name="T34" fmla="*/ 0 h 147"/>
              <a:gd name="T35" fmla="*/ 355 w 355"/>
              <a:gd name="T36" fmla="*/ 147 h 14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5" h="147">
                <a:moveTo>
                  <a:pt x="0" y="8"/>
                </a:moveTo>
                <a:lnTo>
                  <a:pt x="0" y="6"/>
                </a:lnTo>
                <a:lnTo>
                  <a:pt x="1" y="4"/>
                </a:lnTo>
                <a:lnTo>
                  <a:pt x="1" y="2"/>
                </a:lnTo>
                <a:lnTo>
                  <a:pt x="1" y="0"/>
                </a:lnTo>
                <a:lnTo>
                  <a:pt x="355" y="140"/>
                </a:lnTo>
                <a:lnTo>
                  <a:pt x="353" y="141"/>
                </a:lnTo>
                <a:lnTo>
                  <a:pt x="352" y="142"/>
                </a:lnTo>
                <a:lnTo>
                  <a:pt x="350" y="144"/>
                </a:lnTo>
                <a:lnTo>
                  <a:pt x="348" y="147"/>
                </a:lnTo>
                <a:lnTo>
                  <a:pt x="0" y="8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5" name="Freeform 102">
            <a:extLst>
              <a:ext uri="{FF2B5EF4-FFF2-40B4-BE49-F238E27FC236}">
                <a16:creationId xmlns:a16="http://schemas.microsoft.com/office/drawing/2014/main" id="{CB47FA9C-4CE8-674F-F304-6327474FA1C3}"/>
              </a:ext>
            </a:extLst>
          </p:cNvPr>
          <p:cNvSpPr>
            <a:spLocks/>
          </p:cNvSpPr>
          <p:nvPr/>
        </p:nvSpPr>
        <p:spPr bwMode="auto">
          <a:xfrm>
            <a:off x="2176463" y="4837114"/>
            <a:ext cx="12700" cy="28575"/>
          </a:xfrm>
          <a:custGeom>
            <a:avLst/>
            <a:gdLst>
              <a:gd name="T0" fmla="*/ 2147483647 w 24"/>
              <a:gd name="T1" fmla="*/ 2147483647 h 53"/>
              <a:gd name="T2" fmla="*/ 2147483647 w 24"/>
              <a:gd name="T3" fmla="*/ 2147483647 h 53"/>
              <a:gd name="T4" fmla="*/ 2147483647 w 24"/>
              <a:gd name="T5" fmla="*/ 2147483647 h 53"/>
              <a:gd name="T6" fmla="*/ 2147483647 w 24"/>
              <a:gd name="T7" fmla="*/ 2147483647 h 53"/>
              <a:gd name="T8" fmla="*/ 2147483647 w 24"/>
              <a:gd name="T9" fmla="*/ 2147483647 h 53"/>
              <a:gd name="T10" fmla="*/ 0 w 24"/>
              <a:gd name="T11" fmla="*/ 2147483647 h 53"/>
              <a:gd name="T12" fmla="*/ 2147483647 w 24"/>
              <a:gd name="T13" fmla="*/ 2147483647 h 53"/>
              <a:gd name="T14" fmla="*/ 2147483647 w 24"/>
              <a:gd name="T15" fmla="*/ 2147483647 h 53"/>
              <a:gd name="T16" fmla="*/ 2147483647 w 24"/>
              <a:gd name="T17" fmla="*/ 2147483647 h 53"/>
              <a:gd name="T18" fmla="*/ 2147483647 w 24"/>
              <a:gd name="T19" fmla="*/ 2147483647 h 53"/>
              <a:gd name="T20" fmla="*/ 2147483647 w 24"/>
              <a:gd name="T21" fmla="*/ 2147483647 h 53"/>
              <a:gd name="T22" fmla="*/ 2147483647 w 24"/>
              <a:gd name="T23" fmla="*/ 2147483647 h 53"/>
              <a:gd name="T24" fmla="*/ 2147483647 w 24"/>
              <a:gd name="T25" fmla="*/ 2147483647 h 53"/>
              <a:gd name="T26" fmla="*/ 2147483647 w 24"/>
              <a:gd name="T27" fmla="*/ 0 h 53"/>
              <a:gd name="T28" fmla="*/ 2147483647 w 24"/>
              <a:gd name="T29" fmla="*/ 2147483647 h 53"/>
              <a:gd name="T30" fmla="*/ 2147483647 w 24"/>
              <a:gd name="T31" fmla="*/ 2147483647 h 53"/>
              <a:gd name="T32" fmla="*/ 2147483647 w 24"/>
              <a:gd name="T33" fmla="*/ 2147483647 h 53"/>
              <a:gd name="T34" fmla="*/ 2147483647 w 24"/>
              <a:gd name="T35" fmla="*/ 2147483647 h 53"/>
              <a:gd name="T36" fmla="*/ 2147483647 w 24"/>
              <a:gd name="T37" fmla="*/ 2147483647 h 53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w 24"/>
              <a:gd name="T58" fmla="*/ 0 h 53"/>
              <a:gd name="T59" fmla="*/ 24 w 24"/>
              <a:gd name="T60" fmla="*/ 53 h 53"/>
            </a:gdLst>
            <a:ahLst/>
            <a:cxnLst>
              <a:cxn ang="T38">
                <a:pos x="T0" y="T1"/>
              </a:cxn>
              <a:cxn ang="T39">
                <a:pos x="T2" y="T3"/>
              </a:cxn>
              <a:cxn ang="T40">
                <a:pos x="T4" y="T5"/>
              </a:cxn>
              <a:cxn ang="T41">
                <a:pos x="T6" y="T7"/>
              </a:cxn>
              <a:cxn ang="T42">
                <a:pos x="T8" y="T9"/>
              </a:cxn>
              <a:cxn ang="T43">
                <a:pos x="T10" y="T11"/>
              </a:cxn>
              <a:cxn ang="T44">
                <a:pos x="T12" y="T13"/>
              </a:cxn>
              <a:cxn ang="T45">
                <a:pos x="T14" y="T15"/>
              </a:cxn>
              <a:cxn ang="T46">
                <a:pos x="T16" y="T17"/>
              </a:cxn>
              <a:cxn ang="T47">
                <a:pos x="T18" y="T19"/>
              </a:cxn>
              <a:cxn ang="T48">
                <a:pos x="T20" y="T21"/>
              </a:cxn>
              <a:cxn ang="T49">
                <a:pos x="T22" y="T23"/>
              </a:cxn>
              <a:cxn ang="T50">
                <a:pos x="T24" y="T25"/>
              </a:cxn>
              <a:cxn ang="T51">
                <a:pos x="T26" y="T27"/>
              </a:cxn>
              <a:cxn ang="T52">
                <a:pos x="T28" y="T29"/>
              </a:cxn>
              <a:cxn ang="T53">
                <a:pos x="T30" y="T31"/>
              </a:cxn>
              <a:cxn ang="T54">
                <a:pos x="T32" y="T33"/>
              </a:cxn>
              <a:cxn ang="T55">
                <a:pos x="T34" y="T35"/>
              </a:cxn>
              <a:cxn ang="T56">
                <a:pos x="T36" y="T37"/>
              </a:cxn>
            </a:cxnLst>
            <a:rect l="T57" t="T58" r="T59" b="T60"/>
            <a:pathLst>
              <a:path w="24" h="53">
                <a:moveTo>
                  <a:pt x="19" y="29"/>
                </a:moveTo>
                <a:lnTo>
                  <a:pt x="15" y="37"/>
                </a:lnTo>
                <a:lnTo>
                  <a:pt x="12" y="44"/>
                </a:lnTo>
                <a:lnTo>
                  <a:pt x="9" y="48"/>
                </a:lnTo>
                <a:lnTo>
                  <a:pt x="5" y="53"/>
                </a:lnTo>
                <a:lnTo>
                  <a:pt x="0" y="50"/>
                </a:lnTo>
                <a:lnTo>
                  <a:pt x="3" y="46"/>
                </a:lnTo>
                <a:lnTo>
                  <a:pt x="6" y="40"/>
                </a:lnTo>
                <a:lnTo>
                  <a:pt x="10" y="34"/>
                </a:lnTo>
                <a:lnTo>
                  <a:pt x="12" y="27"/>
                </a:lnTo>
                <a:lnTo>
                  <a:pt x="15" y="19"/>
                </a:lnTo>
                <a:lnTo>
                  <a:pt x="18" y="12"/>
                </a:lnTo>
                <a:lnTo>
                  <a:pt x="19" y="6"/>
                </a:lnTo>
                <a:lnTo>
                  <a:pt x="19" y="0"/>
                </a:lnTo>
                <a:lnTo>
                  <a:pt x="24" y="2"/>
                </a:lnTo>
                <a:lnTo>
                  <a:pt x="24" y="7"/>
                </a:lnTo>
                <a:lnTo>
                  <a:pt x="24" y="14"/>
                </a:lnTo>
                <a:lnTo>
                  <a:pt x="22" y="20"/>
                </a:lnTo>
                <a:lnTo>
                  <a:pt x="19" y="29"/>
                </a:lnTo>
                <a:close/>
              </a:path>
            </a:pathLst>
          </a:custGeom>
          <a:solidFill>
            <a:srgbClr val="C1E5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6" name="Freeform 103">
            <a:extLst>
              <a:ext uri="{FF2B5EF4-FFF2-40B4-BE49-F238E27FC236}">
                <a16:creationId xmlns:a16="http://schemas.microsoft.com/office/drawing/2014/main" id="{909DFF4D-7166-8179-8D9F-89D2F37498FA}"/>
              </a:ext>
            </a:extLst>
          </p:cNvPr>
          <p:cNvSpPr>
            <a:spLocks/>
          </p:cNvSpPr>
          <p:nvPr/>
        </p:nvSpPr>
        <p:spPr bwMode="auto">
          <a:xfrm>
            <a:off x="2165350" y="4859339"/>
            <a:ext cx="1588" cy="1587"/>
          </a:xfrm>
          <a:custGeom>
            <a:avLst/>
            <a:gdLst>
              <a:gd name="T0" fmla="*/ 0 w 1588"/>
              <a:gd name="T1" fmla="*/ 2147483647 h 1"/>
              <a:gd name="T2" fmla="*/ 0 w 1588"/>
              <a:gd name="T3" fmla="*/ 0 h 1"/>
              <a:gd name="T4" fmla="*/ 0 w 1588"/>
              <a:gd name="T5" fmla="*/ 0 h 1"/>
              <a:gd name="T6" fmla="*/ 0 w 1588"/>
              <a:gd name="T7" fmla="*/ 0 h 1"/>
              <a:gd name="T8" fmla="*/ 0 w 1588"/>
              <a:gd name="T9" fmla="*/ 0 h 1"/>
              <a:gd name="T10" fmla="*/ 0 w 1588"/>
              <a:gd name="T11" fmla="*/ 0 h 1"/>
              <a:gd name="T12" fmla="*/ 0 w 1588"/>
              <a:gd name="T13" fmla="*/ 2147483647 h 1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588"/>
              <a:gd name="T22" fmla="*/ 0 h 1"/>
              <a:gd name="T23" fmla="*/ 1588 w 1588"/>
              <a:gd name="T24" fmla="*/ 1 h 1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588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7" name="Freeform 104">
            <a:extLst>
              <a:ext uri="{FF2B5EF4-FFF2-40B4-BE49-F238E27FC236}">
                <a16:creationId xmlns:a16="http://schemas.microsoft.com/office/drawing/2014/main" id="{8AD0C912-705D-1E2C-129F-A2CEE0389355}"/>
              </a:ext>
            </a:extLst>
          </p:cNvPr>
          <p:cNvSpPr>
            <a:spLocks/>
          </p:cNvSpPr>
          <p:nvPr/>
        </p:nvSpPr>
        <p:spPr bwMode="auto">
          <a:xfrm>
            <a:off x="2189164" y="4865689"/>
            <a:ext cx="187325" cy="77787"/>
          </a:xfrm>
          <a:custGeom>
            <a:avLst/>
            <a:gdLst>
              <a:gd name="T0" fmla="*/ 2147483647 w 353"/>
              <a:gd name="T1" fmla="*/ 0 h 146"/>
              <a:gd name="T2" fmla="*/ 2147483647 w 353"/>
              <a:gd name="T3" fmla="*/ 2147483647 h 146"/>
              <a:gd name="T4" fmla="*/ 2147483647 w 353"/>
              <a:gd name="T5" fmla="*/ 2147483647 h 146"/>
              <a:gd name="T6" fmla="*/ 2147483647 w 353"/>
              <a:gd name="T7" fmla="*/ 2147483647 h 146"/>
              <a:gd name="T8" fmla="*/ 2147483647 w 353"/>
              <a:gd name="T9" fmla="*/ 2147483647 h 146"/>
              <a:gd name="T10" fmla="*/ 2147483647 w 353"/>
              <a:gd name="T11" fmla="*/ 2147483647 h 146"/>
              <a:gd name="T12" fmla="*/ 0 w 353"/>
              <a:gd name="T13" fmla="*/ 2147483647 h 146"/>
              <a:gd name="T14" fmla="*/ 2147483647 w 353"/>
              <a:gd name="T15" fmla="*/ 2147483647 h 146"/>
              <a:gd name="T16" fmla="*/ 2147483647 w 353"/>
              <a:gd name="T17" fmla="*/ 2147483647 h 146"/>
              <a:gd name="T18" fmla="*/ 2147483647 w 353"/>
              <a:gd name="T19" fmla="*/ 2147483647 h 146"/>
              <a:gd name="T20" fmla="*/ 2147483647 w 353"/>
              <a:gd name="T21" fmla="*/ 0 h 14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353"/>
              <a:gd name="T34" fmla="*/ 0 h 146"/>
              <a:gd name="T35" fmla="*/ 353 w 353"/>
              <a:gd name="T36" fmla="*/ 146 h 14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353" h="146">
                <a:moveTo>
                  <a:pt x="5" y="0"/>
                </a:moveTo>
                <a:lnTo>
                  <a:pt x="352" y="137"/>
                </a:lnTo>
                <a:lnTo>
                  <a:pt x="352" y="139"/>
                </a:lnTo>
                <a:lnTo>
                  <a:pt x="352" y="142"/>
                </a:lnTo>
                <a:lnTo>
                  <a:pt x="352" y="144"/>
                </a:lnTo>
                <a:lnTo>
                  <a:pt x="353" y="146"/>
                </a:lnTo>
                <a:lnTo>
                  <a:pt x="0" y="6"/>
                </a:lnTo>
                <a:lnTo>
                  <a:pt x="1" y="4"/>
                </a:lnTo>
                <a:lnTo>
                  <a:pt x="2" y="3"/>
                </a:lnTo>
                <a:lnTo>
                  <a:pt x="4" y="1"/>
                </a:lnTo>
                <a:lnTo>
                  <a:pt x="5" y="0"/>
                </a:lnTo>
                <a:close/>
              </a:path>
            </a:pathLst>
          </a:custGeom>
          <a:solidFill>
            <a:srgbClr val="DD9E1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8" name="Freeform 105">
            <a:extLst>
              <a:ext uri="{FF2B5EF4-FFF2-40B4-BE49-F238E27FC236}">
                <a16:creationId xmlns:a16="http://schemas.microsoft.com/office/drawing/2014/main" id="{525EFC3A-B605-C23F-B6A7-CBD5D5C25143}"/>
              </a:ext>
            </a:extLst>
          </p:cNvPr>
          <p:cNvSpPr>
            <a:spLocks/>
          </p:cNvSpPr>
          <p:nvPr/>
        </p:nvSpPr>
        <p:spPr bwMode="auto">
          <a:xfrm>
            <a:off x="2146301" y="4827588"/>
            <a:ext cx="30163" cy="31750"/>
          </a:xfrm>
          <a:custGeom>
            <a:avLst/>
            <a:gdLst>
              <a:gd name="T0" fmla="*/ 2147483647 w 56"/>
              <a:gd name="T1" fmla="*/ 2147483647 h 61"/>
              <a:gd name="T2" fmla="*/ 0 w 56"/>
              <a:gd name="T3" fmla="*/ 2147483647 h 61"/>
              <a:gd name="T4" fmla="*/ 0 w 56"/>
              <a:gd name="T5" fmla="*/ 2147483647 h 61"/>
              <a:gd name="T6" fmla="*/ 0 w 56"/>
              <a:gd name="T7" fmla="*/ 2147483647 h 61"/>
              <a:gd name="T8" fmla="*/ 2147483647 w 56"/>
              <a:gd name="T9" fmla="*/ 2147483647 h 61"/>
              <a:gd name="T10" fmla="*/ 2147483647 w 56"/>
              <a:gd name="T11" fmla="*/ 2147483647 h 61"/>
              <a:gd name="T12" fmla="*/ 2147483647 w 56"/>
              <a:gd name="T13" fmla="*/ 2147483647 h 61"/>
              <a:gd name="T14" fmla="*/ 2147483647 w 56"/>
              <a:gd name="T15" fmla="*/ 2147483647 h 61"/>
              <a:gd name="T16" fmla="*/ 2147483647 w 56"/>
              <a:gd name="T17" fmla="*/ 2147483647 h 61"/>
              <a:gd name="T18" fmla="*/ 2147483647 w 56"/>
              <a:gd name="T19" fmla="*/ 2147483647 h 61"/>
              <a:gd name="T20" fmla="*/ 2147483647 w 56"/>
              <a:gd name="T21" fmla="*/ 0 h 61"/>
              <a:gd name="T22" fmla="*/ 2147483647 w 56"/>
              <a:gd name="T23" fmla="*/ 2147483647 h 61"/>
              <a:gd name="T24" fmla="*/ 2147483647 w 56"/>
              <a:gd name="T25" fmla="*/ 2147483647 h 61"/>
              <a:gd name="T26" fmla="*/ 2147483647 w 56"/>
              <a:gd name="T27" fmla="*/ 2147483647 h 61"/>
              <a:gd name="T28" fmla="*/ 2147483647 w 56"/>
              <a:gd name="T29" fmla="*/ 2147483647 h 61"/>
              <a:gd name="T30" fmla="*/ 2147483647 w 56"/>
              <a:gd name="T31" fmla="*/ 2147483647 h 61"/>
              <a:gd name="T32" fmla="*/ 2147483647 w 56"/>
              <a:gd name="T33" fmla="*/ 2147483647 h 61"/>
              <a:gd name="T34" fmla="*/ 2147483647 w 56"/>
              <a:gd name="T35" fmla="*/ 2147483647 h 61"/>
              <a:gd name="T36" fmla="*/ 2147483647 w 56"/>
              <a:gd name="T37" fmla="*/ 2147483647 h 61"/>
              <a:gd name="T38" fmla="*/ 2147483647 w 56"/>
              <a:gd name="T39" fmla="*/ 2147483647 h 61"/>
              <a:gd name="T40" fmla="*/ 2147483647 w 56"/>
              <a:gd name="T41" fmla="*/ 2147483647 h 61"/>
              <a:gd name="T42" fmla="*/ 2147483647 w 56"/>
              <a:gd name="T43" fmla="*/ 2147483647 h 61"/>
              <a:gd name="T44" fmla="*/ 2147483647 w 56"/>
              <a:gd name="T45" fmla="*/ 2147483647 h 61"/>
              <a:gd name="T46" fmla="*/ 2147483647 w 56"/>
              <a:gd name="T47" fmla="*/ 2147483647 h 61"/>
              <a:gd name="T48" fmla="*/ 2147483647 w 56"/>
              <a:gd name="T49" fmla="*/ 2147483647 h 61"/>
              <a:gd name="T50" fmla="*/ 2147483647 w 56"/>
              <a:gd name="T51" fmla="*/ 2147483647 h 61"/>
              <a:gd name="T52" fmla="*/ 2147483647 w 56"/>
              <a:gd name="T53" fmla="*/ 2147483647 h 61"/>
              <a:gd name="T54" fmla="*/ 2147483647 w 56"/>
              <a:gd name="T55" fmla="*/ 2147483647 h 61"/>
              <a:gd name="T56" fmla="*/ 2147483647 w 56"/>
              <a:gd name="T57" fmla="*/ 2147483647 h 61"/>
              <a:gd name="T58" fmla="*/ 2147483647 w 56"/>
              <a:gd name="T59" fmla="*/ 2147483647 h 61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w 56"/>
              <a:gd name="T91" fmla="*/ 0 h 61"/>
              <a:gd name="T92" fmla="*/ 56 w 56"/>
              <a:gd name="T93" fmla="*/ 61 h 61"/>
            </a:gdLst>
            <a:ahLst/>
            <a:cxnLst>
              <a:cxn ang="T60">
                <a:pos x="T0" y="T1"/>
              </a:cxn>
              <a:cxn ang="T61">
                <a:pos x="T2" y="T3"/>
              </a:cxn>
              <a:cxn ang="T62">
                <a:pos x="T4" y="T5"/>
              </a:cxn>
              <a:cxn ang="T63">
                <a:pos x="T6" y="T7"/>
              </a:cxn>
              <a:cxn ang="T64">
                <a:pos x="T8" y="T9"/>
              </a:cxn>
              <a:cxn ang="T65">
                <a:pos x="T10" y="T11"/>
              </a:cxn>
              <a:cxn ang="T66">
                <a:pos x="T12" y="T13"/>
              </a:cxn>
              <a:cxn ang="T67">
                <a:pos x="T14" y="T15"/>
              </a:cxn>
              <a:cxn ang="T68">
                <a:pos x="T16" y="T17"/>
              </a:cxn>
              <a:cxn ang="T69">
                <a:pos x="T18" y="T19"/>
              </a:cxn>
              <a:cxn ang="T70">
                <a:pos x="T20" y="T21"/>
              </a:cxn>
              <a:cxn ang="T71">
                <a:pos x="T22" y="T23"/>
              </a:cxn>
              <a:cxn ang="T72">
                <a:pos x="T24" y="T25"/>
              </a:cxn>
              <a:cxn ang="T73">
                <a:pos x="T26" y="T27"/>
              </a:cxn>
              <a:cxn ang="T74">
                <a:pos x="T28" y="T29"/>
              </a:cxn>
              <a:cxn ang="T75">
                <a:pos x="T30" y="T31"/>
              </a:cxn>
              <a:cxn ang="T76">
                <a:pos x="T32" y="T33"/>
              </a:cxn>
              <a:cxn ang="T77">
                <a:pos x="T34" y="T35"/>
              </a:cxn>
              <a:cxn ang="T78">
                <a:pos x="T36" y="T37"/>
              </a:cxn>
              <a:cxn ang="T79">
                <a:pos x="T38" y="T39"/>
              </a:cxn>
              <a:cxn ang="T80">
                <a:pos x="T40" y="T41"/>
              </a:cxn>
              <a:cxn ang="T81">
                <a:pos x="T42" y="T43"/>
              </a:cxn>
              <a:cxn ang="T82">
                <a:pos x="T44" y="T45"/>
              </a:cxn>
              <a:cxn ang="T83">
                <a:pos x="T46" y="T47"/>
              </a:cxn>
              <a:cxn ang="T84">
                <a:pos x="T48" y="T49"/>
              </a:cxn>
              <a:cxn ang="T85">
                <a:pos x="T50" y="T51"/>
              </a:cxn>
              <a:cxn ang="T86">
                <a:pos x="T52" y="T53"/>
              </a:cxn>
              <a:cxn ang="T87">
                <a:pos x="T54" y="T55"/>
              </a:cxn>
              <a:cxn ang="T88">
                <a:pos x="T56" y="T57"/>
              </a:cxn>
              <a:cxn ang="T89">
                <a:pos x="T58" y="T59"/>
              </a:cxn>
            </a:cxnLst>
            <a:rect l="T90" t="T91" r="T92" b="T93"/>
            <a:pathLst>
              <a:path w="56" h="61">
                <a:moveTo>
                  <a:pt x="1" y="38"/>
                </a:moveTo>
                <a:lnTo>
                  <a:pt x="0" y="34"/>
                </a:lnTo>
                <a:lnTo>
                  <a:pt x="0" y="28"/>
                </a:lnTo>
                <a:lnTo>
                  <a:pt x="0" y="24"/>
                </a:lnTo>
                <a:lnTo>
                  <a:pt x="1" y="18"/>
                </a:lnTo>
                <a:lnTo>
                  <a:pt x="3" y="14"/>
                </a:lnTo>
                <a:lnTo>
                  <a:pt x="6" y="9"/>
                </a:lnTo>
                <a:lnTo>
                  <a:pt x="11" y="6"/>
                </a:lnTo>
                <a:lnTo>
                  <a:pt x="15" y="3"/>
                </a:lnTo>
                <a:lnTo>
                  <a:pt x="20" y="1"/>
                </a:lnTo>
                <a:lnTo>
                  <a:pt x="24" y="0"/>
                </a:lnTo>
                <a:lnTo>
                  <a:pt x="29" y="1"/>
                </a:lnTo>
                <a:lnTo>
                  <a:pt x="32" y="3"/>
                </a:lnTo>
                <a:lnTo>
                  <a:pt x="34" y="4"/>
                </a:lnTo>
                <a:lnTo>
                  <a:pt x="41" y="6"/>
                </a:lnTo>
                <a:lnTo>
                  <a:pt x="49" y="9"/>
                </a:lnTo>
                <a:lnTo>
                  <a:pt x="56" y="11"/>
                </a:lnTo>
                <a:lnTo>
                  <a:pt x="56" y="15"/>
                </a:lnTo>
                <a:lnTo>
                  <a:pt x="56" y="20"/>
                </a:lnTo>
                <a:lnTo>
                  <a:pt x="53" y="28"/>
                </a:lnTo>
                <a:lnTo>
                  <a:pt x="51" y="37"/>
                </a:lnTo>
                <a:lnTo>
                  <a:pt x="47" y="47"/>
                </a:lnTo>
                <a:lnTo>
                  <a:pt x="42" y="54"/>
                </a:lnTo>
                <a:lnTo>
                  <a:pt x="39" y="58"/>
                </a:lnTo>
                <a:lnTo>
                  <a:pt x="35" y="61"/>
                </a:lnTo>
                <a:lnTo>
                  <a:pt x="13" y="51"/>
                </a:lnTo>
                <a:lnTo>
                  <a:pt x="9" y="48"/>
                </a:lnTo>
                <a:lnTo>
                  <a:pt x="5" y="46"/>
                </a:lnTo>
                <a:lnTo>
                  <a:pt x="3" y="43"/>
                </a:lnTo>
                <a:lnTo>
                  <a:pt x="1" y="38"/>
                </a:lnTo>
                <a:close/>
              </a:path>
            </a:pathLst>
          </a:custGeom>
          <a:solidFill>
            <a:srgbClr val="FF75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49" name="Freeform 106">
            <a:extLst>
              <a:ext uri="{FF2B5EF4-FFF2-40B4-BE49-F238E27FC236}">
                <a16:creationId xmlns:a16="http://schemas.microsoft.com/office/drawing/2014/main" id="{A8416134-9C25-4470-39A1-63FB3B09F30B}"/>
              </a:ext>
            </a:extLst>
          </p:cNvPr>
          <p:cNvSpPr>
            <a:spLocks/>
          </p:cNvSpPr>
          <p:nvPr/>
        </p:nvSpPr>
        <p:spPr bwMode="auto">
          <a:xfrm>
            <a:off x="1905001" y="3878263"/>
            <a:ext cx="588963" cy="982662"/>
          </a:xfrm>
          <a:custGeom>
            <a:avLst/>
            <a:gdLst>
              <a:gd name="T0" fmla="*/ 2147483647 w 1114"/>
              <a:gd name="T1" fmla="*/ 2147483647 h 1855"/>
              <a:gd name="T2" fmla="*/ 2147483647 w 1114"/>
              <a:gd name="T3" fmla="*/ 2147483647 h 1855"/>
              <a:gd name="T4" fmla="*/ 2147483647 w 1114"/>
              <a:gd name="T5" fmla="*/ 2147483647 h 1855"/>
              <a:gd name="T6" fmla="*/ 2147483647 w 1114"/>
              <a:gd name="T7" fmla="*/ 2147483647 h 1855"/>
              <a:gd name="T8" fmla="*/ 2147483647 w 1114"/>
              <a:gd name="T9" fmla="*/ 2147483647 h 1855"/>
              <a:gd name="T10" fmla="*/ 2147483647 w 1114"/>
              <a:gd name="T11" fmla="*/ 2147483647 h 1855"/>
              <a:gd name="T12" fmla="*/ 2147483647 w 1114"/>
              <a:gd name="T13" fmla="*/ 2147483647 h 1855"/>
              <a:gd name="T14" fmla="*/ 2147483647 w 1114"/>
              <a:gd name="T15" fmla="*/ 2147483647 h 1855"/>
              <a:gd name="T16" fmla="*/ 2147483647 w 1114"/>
              <a:gd name="T17" fmla="*/ 2147483647 h 1855"/>
              <a:gd name="T18" fmla="*/ 2147483647 w 1114"/>
              <a:gd name="T19" fmla="*/ 2147483647 h 1855"/>
              <a:gd name="T20" fmla="*/ 2147483647 w 1114"/>
              <a:gd name="T21" fmla="*/ 2147483647 h 1855"/>
              <a:gd name="T22" fmla="*/ 2147483647 w 1114"/>
              <a:gd name="T23" fmla="*/ 2147483647 h 1855"/>
              <a:gd name="T24" fmla="*/ 2147483647 w 1114"/>
              <a:gd name="T25" fmla="*/ 2147483647 h 1855"/>
              <a:gd name="T26" fmla="*/ 2147483647 w 1114"/>
              <a:gd name="T27" fmla="*/ 2147483647 h 1855"/>
              <a:gd name="T28" fmla="*/ 2147483647 w 1114"/>
              <a:gd name="T29" fmla="*/ 2147483647 h 1855"/>
              <a:gd name="T30" fmla="*/ 2147483647 w 1114"/>
              <a:gd name="T31" fmla="*/ 2147483647 h 1855"/>
              <a:gd name="T32" fmla="*/ 2147483647 w 1114"/>
              <a:gd name="T33" fmla="*/ 2147483647 h 1855"/>
              <a:gd name="T34" fmla="*/ 2147483647 w 1114"/>
              <a:gd name="T35" fmla="*/ 2147483647 h 1855"/>
              <a:gd name="T36" fmla="*/ 2147483647 w 1114"/>
              <a:gd name="T37" fmla="*/ 2147483647 h 1855"/>
              <a:gd name="T38" fmla="*/ 2147483647 w 1114"/>
              <a:gd name="T39" fmla="*/ 2147483647 h 1855"/>
              <a:gd name="T40" fmla="*/ 2147483647 w 1114"/>
              <a:gd name="T41" fmla="*/ 2147483647 h 1855"/>
              <a:gd name="T42" fmla="*/ 2147483647 w 1114"/>
              <a:gd name="T43" fmla="*/ 2147483647 h 1855"/>
              <a:gd name="T44" fmla="*/ 2147483647 w 1114"/>
              <a:gd name="T45" fmla="*/ 2147483647 h 1855"/>
              <a:gd name="T46" fmla="*/ 2147483647 w 1114"/>
              <a:gd name="T47" fmla="*/ 2147483647 h 1855"/>
              <a:gd name="T48" fmla="*/ 2147483647 w 1114"/>
              <a:gd name="T49" fmla="*/ 2147483647 h 1855"/>
              <a:gd name="T50" fmla="*/ 2147483647 w 1114"/>
              <a:gd name="T51" fmla="*/ 2147483647 h 1855"/>
              <a:gd name="T52" fmla="*/ 2147483647 w 1114"/>
              <a:gd name="T53" fmla="*/ 0 h 1855"/>
              <a:gd name="T54" fmla="*/ 2147483647 w 1114"/>
              <a:gd name="T55" fmla="*/ 2147483647 h 1855"/>
              <a:gd name="T56" fmla="*/ 2147483647 w 1114"/>
              <a:gd name="T57" fmla="*/ 2147483647 h 1855"/>
              <a:gd name="T58" fmla="*/ 2147483647 w 1114"/>
              <a:gd name="T59" fmla="*/ 2147483647 h 1855"/>
              <a:gd name="T60" fmla="*/ 2147483647 w 1114"/>
              <a:gd name="T61" fmla="*/ 2147483647 h 1855"/>
              <a:gd name="T62" fmla="*/ 2147483647 w 1114"/>
              <a:gd name="T63" fmla="*/ 2147483647 h 1855"/>
              <a:gd name="T64" fmla="*/ 2147483647 w 1114"/>
              <a:gd name="T65" fmla="*/ 2147483647 h 1855"/>
              <a:gd name="T66" fmla="*/ 2147483647 w 1114"/>
              <a:gd name="T67" fmla="*/ 2147483647 h 1855"/>
              <a:gd name="T68" fmla="*/ 2147483647 w 1114"/>
              <a:gd name="T69" fmla="*/ 2147483647 h 1855"/>
              <a:gd name="T70" fmla="*/ 2147483647 w 1114"/>
              <a:gd name="T71" fmla="*/ 2147483647 h 1855"/>
              <a:gd name="T72" fmla="*/ 2147483647 w 1114"/>
              <a:gd name="T73" fmla="*/ 2147483647 h 1855"/>
              <a:gd name="T74" fmla="*/ 0 w 1114"/>
              <a:gd name="T75" fmla="*/ 2147483647 h 1855"/>
              <a:gd name="T76" fmla="*/ 2147483647 w 1114"/>
              <a:gd name="T77" fmla="*/ 2147483647 h 1855"/>
              <a:gd name="T78" fmla="*/ 2147483647 w 1114"/>
              <a:gd name="T79" fmla="*/ 2147483647 h 1855"/>
              <a:gd name="T80" fmla="*/ 2147483647 w 1114"/>
              <a:gd name="T81" fmla="*/ 2147483647 h 1855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w 1114"/>
              <a:gd name="T124" fmla="*/ 0 h 1855"/>
              <a:gd name="T125" fmla="*/ 1114 w 1114"/>
              <a:gd name="T126" fmla="*/ 1855 h 1855"/>
            </a:gdLst>
            <a:ahLst/>
            <a:cxnLst>
              <a:cxn ang="T82">
                <a:pos x="T0" y="T1"/>
              </a:cxn>
              <a:cxn ang="T83">
                <a:pos x="T2" y="T3"/>
              </a:cxn>
              <a:cxn ang="T84">
                <a:pos x="T4" y="T5"/>
              </a:cxn>
              <a:cxn ang="T85">
                <a:pos x="T6" y="T7"/>
              </a:cxn>
              <a:cxn ang="T86">
                <a:pos x="T8" y="T9"/>
              </a:cxn>
              <a:cxn ang="T87">
                <a:pos x="T10" y="T11"/>
              </a:cxn>
              <a:cxn ang="T88">
                <a:pos x="T12" y="T13"/>
              </a:cxn>
              <a:cxn ang="T89">
                <a:pos x="T14" y="T15"/>
              </a:cxn>
              <a:cxn ang="T90">
                <a:pos x="T16" y="T17"/>
              </a:cxn>
              <a:cxn ang="T91">
                <a:pos x="T18" y="T19"/>
              </a:cxn>
              <a:cxn ang="T92">
                <a:pos x="T20" y="T21"/>
              </a:cxn>
              <a:cxn ang="T93">
                <a:pos x="T22" y="T23"/>
              </a:cxn>
              <a:cxn ang="T94">
                <a:pos x="T24" y="T25"/>
              </a:cxn>
              <a:cxn ang="T95">
                <a:pos x="T26" y="T27"/>
              </a:cxn>
              <a:cxn ang="T96">
                <a:pos x="T28" y="T29"/>
              </a:cxn>
              <a:cxn ang="T97">
                <a:pos x="T30" y="T31"/>
              </a:cxn>
              <a:cxn ang="T98">
                <a:pos x="T32" y="T33"/>
              </a:cxn>
              <a:cxn ang="T99">
                <a:pos x="T34" y="T35"/>
              </a:cxn>
              <a:cxn ang="T100">
                <a:pos x="T36" y="T37"/>
              </a:cxn>
              <a:cxn ang="T101">
                <a:pos x="T38" y="T39"/>
              </a:cxn>
              <a:cxn ang="T102">
                <a:pos x="T40" y="T41"/>
              </a:cxn>
              <a:cxn ang="T103">
                <a:pos x="T42" y="T43"/>
              </a:cxn>
              <a:cxn ang="T104">
                <a:pos x="T44" y="T45"/>
              </a:cxn>
              <a:cxn ang="T105">
                <a:pos x="T46" y="T47"/>
              </a:cxn>
              <a:cxn ang="T106">
                <a:pos x="T48" y="T49"/>
              </a:cxn>
              <a:cxn ang="T107">
                <a:pos x="T50" y="T51"/>
              </a:cxn>
              <a:cxn ang="T108">
                <a:pos x="T52" y="T53"/>
              </a:cxn>
              <a:cxn ang="T109">
                <a:pos x="T54" y="T55"/>
              </a:cxn>
              <a:cxn ang="T110">
                <a:pos x="T56" y="T57"/>
              </a:cxn>
              <a:cxn ang="T111">
                <a:pos x="T58" y="T59"/>
              </a:cxn>
              <a:cxn ang="T112">
                <a:pos x="T60" y="T61"/>
              </a:cxn>
              <a:cxn ang="T113">
                <a:pos x="T62" y="T63"/>
              </a:cxn>
              <a:cxn ang="T114">
                <a:pos x="T64" y="T65"/>
              </a:cxn>
              <a:cxn ang="T115">
                <a:pos x="T66" y="T67"/>
              </a:cxn>
              <a:cxn ang="T116">
                <a:pos x="T68" y="T69"/>
              </a:cxn>
              <a:cxn ang="T117">
                <a:pos x="T70" y="T71"/>
              </a:cxn>
              <a:cxn ang="T118">
                <a:pos x="T72" y="T73"/>
              </a:cxn>
              <a:cxn ang="T119">
                <a:pos x="T74" y="T75"/>
              </a:cxn>
              <a:cxn ang="T120">
                <a:pos x="T76" y="T77"/>
              </a:cxn>
              <a:cxn ang="T121">
                <a:pos x="T78" y="T79"/>
              </a:cxn>
              <a:cxn ang="T122">
                <a:pos x="T80" y="T81"/>
              </a:cxn>
            </a:cxnLst>
            <a:rect l="T123" t="T124" r="T125" b="T126"/>
            <a:pathLst>
              <a:path w="1114" h="1855">
                <a:moveTo>
                  <a:pt x="1106" y="364"/>
                </a:moveTo>
                <a:lnTo>
                  <a:pt x="1109" y="355"/>
                </a:lnTo>
                <a:lnTo>
                  <a:pt x="1111" y="345"/>
                </a:lnTo>
                <a:lnTo>
                  <a:pt x="1114" y="335"/>
                </a:lnTo>
                <a:lnTo>
                  <a:pt x="1114" y="325"/>
                </a:lnTo>
                <a:lnTo>
                  <a:pt x="1111" y="314"/>
                </a:lnTo>
                <a:lnTo>
                  <a:pt x="1108" y="302"/>
                </a:lnTo>
                <a:lnTo>
                  <a:pt x="1101" y="290"/>
                </a:lnTo>
                <a:lnTo>
                  <a:pt x="1091" y="278"/>
                </a:lnTo>
                <a:lnTo>
                  <a:pt x="1078" y="264"/>
                </a:lnTo>
                <a:lnTo>
                  <a:pt x="1060" y="251"/>
                </a:lnTo>
                <a:lnTo>
                  <a:pt x="1039" y="235"/>
                </a:lnTo>
                <a:lnTo>
                  <a:pt x="1013" y="220"/>
                </a:lnTo>
                <a:lnTo>
                  <a:pt x="982" y="203"/>
                </a:lnTo>
                <a:lnTo>
                  <a:pt x="945" y="185"/>
                </a:lnTo>
                <a:lnTo>
                  <a:pt x="902" y="166"/>
                </a:lnTo>
                <a:lnTo>
                  <a:pt x="853" y="146"/>
                </a:lnTo>
                <a:lnTo>
                  <a:pt x="878" y="85"/>
                </a:lnTo>
                <a:lnTo>
                  <a:pt x="682" y="8"/>
                </a:lnTo>
                <a:lnTo>
                  <a:pt x="658" y="70"/>
                </a:lnTo>
                <a:lnTo>
                  <a:pt x="606" y="50"/>
                </a:lnTo>
                <a:lnTo>
                  <a:pt x="561" y="34"/>
                </a:lnTo>
                <a:lnTo>
                  <a:pt x="520" y="21"/>
                </a:lnTo>
                <a:lnTo>
                  <a:pt x="485" y="12"/>
                </a:lnTo>
                <a:lnTo>
                  <a:pt x="455" y="5"/>
                </a:lnTo>
                <a:lnTo>
                  <a:pt x="429" y="2"/>
                </a:lnTo>
                <a:lnTo>
                  <a:pt x="407" y="0"/>
                </a:lnTo>
                <a:lnTo>
                  <a:pt x="389" y="1"/>
                </a:lnTo>
                <a:lnTo>
                  <a:pt x="373" y="3"/>
                </a:lnTo>
                <a:lnTo>
                  <a:pt x="361" y="8"/>
                </a:lnTo>
                <a:lnTo>
                  <a:pt x="352" y="13"/>
                </a:lnTo>
                <a:lnTo>
                  <a:pt x="343" y="20"/>
                </a:lnTo>
                <a:lnTo>
                  <a:pt x="337" y="28"/>
                </a:lnTo>
                <a:lnTo>
                  <a:pt x="332" y="37"/>
                </a:lnTo>
                <a:lnTo>
                  <a:pt x="327" y="46"/>
                </a:lnTo>
                <a:lnTo>
                  <a:pt x="324" y="55"/>
                </a:lnTo>
                <a:lnTo>
                  <a:pt x="637" y="178"/>
                </a:lnTo>
                <a:lnTo>
                  <a:pt x="0" y="1790"/>
                </a:lnTo>
                <a:lnTo>
                  <a:pt x="163" y="1855"/>
                </a:lnTo>
                <a:lnTo>
                  <a:pt x="800" y="242"/>
                </a:lnTo>
                <a:lnTo>
                  <a:pt x="1106" y="364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0" name="Freeform 107">
            <a:extLst>
              <a:ext uri="{FF2B5EF4-FFF2-40B4-BE49-F238E27FC236}">
                <a16:creationId xmlns:a16="http://schemas.microsoft.com/office/drawing/2014/main" id="{07F6FB1B-C8D7-C9A0-2796-164EDB07A4FA}"/>
              </a:ext>
            </a:extLst>
          </p:cNvPr>
          <p:cNvSpPr>
            <a:spLocks/>
          </p:cNvSpPr>
          <p:nvPr/>
        </p:nvSpPr>
        <p:spPr bwMode="auto">
          <a:xfrm>
            <a:off x="1916114" y="3976688"/>
            <a:ext cx="403225" cy="874712"/>
          </a:xfrm>
          <a:custGeom>
            <a:avLst/>
            <a:gdLst>
              <a:gd name="T0" fmla="*/ 2147483647 w 764"/>
              <a:gd name="T1" fmla="*/ 2147483647 h 1652"/>
              <a:gd name="T2" fmla="*/ 2147483647 w 764"/>
              <a:gd name="T3" fmla="*/ 2147483647 h 1652"/>
              <a:gd name="T4" fmla="*/ 2147483647 w 764"/>
              <a:gd name="T5" fmla="*/ 0 h 1652"/>
              <a:gd name="T6" fmla="*/ 0 w 764"/>
              <a:gd name="T7" fmla="*/ 2147483647 h 1652"/>
              <a:gd name="T8" fmla="*/ 2147483647 w 764"/>
              <a:gd name="T9" fmla="*/ 2147483647 h 16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764"/>
              <a:gd name="T16" fmla="*/ 0 h 1652"/>
              <a:gd name="T17" fmla="*/ 764 w 764"/>
              <a:gd name="T18" fmla="*/ 1652 h 16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764" h="1652">
                <a:moveTo>
                  <a:pt x="133" y="1652"/>
                </a:moveTo>
                <a:lnTo>
                  <a:pt x="764" y="53"/>
                </a:lnTo>
                <a:lnTo>
                  <a:pt x="631" y="0"/>
                </a:lnTo>
                <a:lnTo>
                  <a:pt x="0" y="1599"/>
                </a:lnTo>
                <a:lnTo>
                  <a:pt x="133" y="1652"/>
                </a:lnTo>
                <a:close/>
              </a:path>
            </a:pathLst>
          </a:custGeom>
          <a:solidFill>
            <a:srgbClr val="B7967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1" name="Freeform 108">
            <a:extLst>
              <a:ext uri="{FF2B5EF4-FFF2-40B4-BE49-F238E27FC236}">
                <a16:creationId xmlns:a16="http://schemas.microsoft.com/office/drawing/2014/main" id="{04EA1049-4EB1-63EE-2F8D-641862E92086}"/>
              </a:ext>
            </a:extLst>
          </p:cNvPr>
          <p:cNvSpPr>
            <a:spLocks/>
          </p:cNvSpPr>
          <p:nvPr/>
        </p:nvSpPr>
        <p:spPr bwMode="auto">
          <a:xfrm>
            <a:off x="2284414" y="3959225"/>
            <a:ext cx="14287" cy="12700"/>
          </a:xfrm>
          <a:custGeom>
            <a:avLst/>
            <a:gdLst>
              <a:gd name="T0" fmla="*/ 2147483647 w 25"/>
              <a:gd name="T1" fmla="*/ 2147483647 h 24"/>
              <a:gd name="T2" fmla="*/ 2147483647 w 25"/>
              <a:gd name="T3" fmla="*/ 0 h 24"/>
              <a:gd name="T4" fmla="*/ 2147483647 w 25"/>
              <a:gd name="T5" fmla="*/ 2147483647 h 24"/>
              <a:gd name="T6" fmla="*/ 2147483647 w 25"/>
              <a:gd name="T7" fmla="*/ 2147483647 h 24"/>
              <a:gd name="T8" fmla="*/ 2147483647 w 25"/>
              <a:gd name="T9" fmla="*/ 2147483647 h 24"/>
              <a:gd name="T10" fmla="*/ 0 w 25"/>
              <a:gd name="T11" fmla="*/ 2147483647 h 24"/>
              <a:gd name="T12" fmla="*/ 2147483647 w 25"/>
              <a:gd name="T13" fmla="*/ 2147483647 h 24"/>
              <a:gd name="T14" fmla="*/ 2147483647 w 25"/>
              <a:gd name="T15" fmla="*/ 2147483647 h 24"/>
              <a:gd name="T16" fmla="*/ 2147483647 w 25"/>
              <a:gd name="T17" fmla="*/ 2147483647 h 24"/>
              <a:gd name="T18" fmla="*/ 2147483647 w 25"/>
              <a:gd name="T19" fmla="*/ 2147483647 h 24"/>
              <a:gd name="T20" fmla="*/ 2147483647 w 25"/>
              <a:gd name="T21" fmla="*/ 2147483647 h 24"/>
              <a:gd name="T22" fmla="*/ 2147483647 w 25"/>
              <a:gd name="T23" fmla="*/ 2147483647 h 24"/>
              <a:gd name="T24" fmla="*/ 2147483647 w 25"/>
              <a:gd name="T25" fmla="*/ 2147483647 h 24"/>
              <a:gd name="T26" fmla="*/ 2147483647 w 25"/>
              <a:gd name="T27" fmla="*/ 2147483647 h 24"/>
              <a:gd name="T28" fmla="*/ 2147483647 w 25"/>
              <a:gd name="T29" fmla="*/ 2147483647 h 24"/>
              <a:gd name="T30" fmla="*/ 2147483647 w 25"/>
              <a:gd name="T31" fmla="*/ 2147483647 h 24"/>
              <a:gd name="T32" fmla="*/ 2147483647 w 25"/>
              <a:gd name="T33" fmla="*/ 2147483647 h 24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5"/>
              <a:gd name="T52" fmla="*/ 0 h 24"/>
              <a:gd name="T53" fmla="*/ 25 w 25"/>
              <a:gd name="T54" fmla="*/ 24 h 24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5" h="24">
                <a:moveTo>
                  <a:pt x="17" y="1"/>
                </a:moveTo>
                <a:lnTo>
                  <a:pt x="12" y="0"/>
                </a:lnTo>
                <a:lnTo>
                  <a:pt x="8" y="1"/>
                </a:lnTo>
                <a:lnTo>
                  <a:pt x="4" y="3"/>
                </a:lnTo>
                <a:lnTo>
                  <a:pt x="1" y="7"/>
                </a:lnTo>
                <a:lnTo>
                  <a:pt x="0" y="12"/>
                </a:lnTo>
                <a:lnTo>
                  <a:pt x="1" y="16"/>
                </a:lnTo>
                <a:lnTo>
                  <a:pt x="5" y="21"/>
                </a:lnTo>
                <a:lnTo>
                  <a:pt x="8" y="23"/>
                </a:lnTo>
                <a:lnTo>
                  <a:pt x="12" y="24"/>
                </a:lnTo>
                <a:lnTo>
                  <a:pt x="18" y="23"/>
                </a:lnTo>
                <a:lnTo>
                  <a:pt x="21" y="20"/>
                </a:lnTo>
                <a:lnTo>
                  <a:pt x="24" y="16"/>
                </a:lnTo>
                <a:lnTo>
                  <a:pt x="25" y="12"/>
                </a:lnTo>
                <a:lnTo>
                  <a:pt x="24" y="6"/>
                </a:lnTo>
                <a:lnTo>
                  <a:pt x="21" y="3"/>
                </a:lnTo>
                <a:lnTo>
                  <a:pt x="17" y="1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2" name="Freeform 109">
            <a:extLst>
              <a:ext uri="{FF2B5EF4-FFF2-40B4-BE49-F238E27FC236}">
                <a16:creationId xmlns:a16="http://schemas.microsoft.com/office/drawing/2014/main" id="{C1E77854-1897-EFF9-9DDE-B007D11D9951}"/>
              </a:ext>
            </a:extLst>
          </p:cNvPr>
          <p:cNvSpPr>
            <a:spLocks/>
          </p:cNvSpPr>
          <p:nvPr/>
        </p:nvSpPr>
        <p:spPr bwMode="auto">
          <a:xfrm>
            <a:off x="2238376" y="3976689"/>
            <a:ext cx="80963" cy="39687"/>
          </a:xfrm>
          <a:custGeom>
            <a:avLst/>
            <a:gdLst>
              <a:gd name="T0" fmla="*/ 2147483647 w 153"/>
              <a:gd name="T1" fmla="*/ 2147483647 h 76"/>
              <a:gd name="T2" fmla="*/ 2147483647 w 153"/>
              <a:gd name="T3" fmla="*/ 2147483647 h 76"/>
              <a:gd name="T4" fmla="*/ 2147483647 w 153"/>
              <a:gd name="T5" fmla="*/ 0 h 76"/>
              <a:gd name="T6" fmla="*/ 0 w 153"/>
              <a:gd name="T7" fmla="*/ 2147483647 h 76"/>
              <a:gd name="T8" fmla="*/ 2147483647 w 153"/>
              <a:gd name="T9" fmla="*/ 2147483647 h 7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53"/>
              <a:gd name="T16" fmla="*/ 0 h 76"/>
              <a:gd name="T17" fmla="*/ 153 w 153"/>
              <a:gd name="T18" fmla="*/ 76 h 7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53" h="76">
                <a:moveTo>
                  <a:pt x="144" y="76"/>
                </a:moveTo>
                <a:lnTo>
                  <a:pt x="153" y="53"/>
                </a:lnTo>
                <a:lnTo>
                  <a:pt x="20" y="0"/>
                </a:lnTo>
                <a:lnTo>
                  <a:pt x="0" y="52"/>
                </a:lnTo>
                <a:lnTo>
                  <a:pt x="144" y="76"/>
                </a:lnTo>
                <a:close/>
              </a:path>
            </a:pathLst>
          </a:custGeom>
          <a:solidFill>
            <a:srgbClr val="996B3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7753" name="Text Box 110">
            <a:extLst>
              <a:ext uri="{FF2B5EF4-FFF2-40B4-BE49-F238E27FC236}">
                <a16:creationId xmlns:a16="http://schemas.microsoft.com/office/drawing/2014/main" id="{D887EEDE-B885-ED59-6077-252D7F550F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5424488"/>
            <a:ext cx="2133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800" i="1">
                <a:solidFill>
                  <a:schemeClr val="tx1"/>
                </a:solidFill>
              </a:rPr>
              <a:t>RSA, DSS, SHA-1…</a:t>
            </a:r>
          </a:p>
        </p:txBody>
      </p:sp>
      <p:sp>
        <p:nvSpPr>
          <p:cNvPr id="27754" name="Text Box 111">
            <a:extLst>
              <a:ext uri="{FF2B5EF4-FFF2-40B4-BE49-F238E27FC236}">
                <a16:creationId xmlns:a16="http://schemas.microsoft.com/office/drawing/2014/main" id="{B1BADF8C-3F1E-9444-CF5E-5CE5A61D3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4129088"/>
            <a:ext cx="2133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800" i="1">
                <a:solidFill>
                  <a:schemeClr val="tx1"/>
                </a:solidFill>
              </a:rPr>
              <a:t>TLS, IPsec, access control…</a:t>
            </a:r>
          </a:p>
        </p:txBody>
      </p:sp>
      <p:sp>
        <p:nvSpPr>
          <p:cNvPr id="27755" name="Text Box 112">
            <a:extLst>
              <a:ext uri="{FF2B5EF4-FFF2-40B4-BE49-F238E27FC236}">
                <a16:creationId xmlns:a16="http://schemas.microsoft.com/office/drawing/2014/main" id="{0C7FD1C2-B4D6-A3CA-CD22-34F6454DE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986089"/>
            <a:ext cx="21336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800" i="1">
                <a:solidFill>
                  <a:schemeClr val="tx1"/>
                </a:solidFill>
              </a:rPr>
              <a:t>Firewalls, intrusion</a:t>
            </a:r>
          </a:p>
          <a:p>
            <a:pPr>
              <a:buFontTx/>
              <a:buNone/>
            </a:pPr>
            <a:r>
              <a:rPr lang="en-US" altLang="en-US" sz="1800" i="1">
                <a:solidFill>
                  <a:schemeClr val="tx1"/>
                </a:solidFill>
              </a:rPr>
              <a:t>detection…</a:t>
            </a:r>
          </a:p>
        </p:txBody>
      </p:sp>
      <p:grpSp>
        <p:nvGrpSpPr>
          <p:cNvPr id="27756" name="Group 113">
            <a:extLst>
              <a:ext uri="{FF2B5EF4-FFF2-40B4-BE49-F238E27FC236}">
                <a16:creationId xmlns:a16="http://schemas.microsoft.com/office/drawing/2014/main" id="{5FFFD46E-0F47-63C5-3D79-C91EB7231760}"/>
              </a:ext>
            </a:extLst>
          </p:cNvPr>
          <p:cNvGrpSpPr>
            <a:grpSpLocks/>
          </p:cNvGrpSpPr>
          <p:nvPr/>
        </p:nvGrpSpPr>
        <p:grpSpPr bwMode="auto">
          <a:xfrm>
            <a:off x="1903414" y="2647951"/>
            <a:ext cx="1176337" cy="1292225"/>
            <a:chOff x="239" y="1208"/>
            <a:chExt cx="741" cy="814"/>
          </a:xfrm>
        </p:grpSpPr>
        <p:sp>
          <p:nvSpPr>
            <p:cNvPr id="27763" name="Freeform 114">
              <a:extLst>
                <a:ext uri="{FF2B5EF4-FFF2-40B4-BE49-F238E27FC236}">
                  <a16:creationId xmlns:a16="http://schemas.microsoft.com/office/drawing/2014/main" id="{D6138AC2-2020-D8E8-2258-EFACA2D63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" y="2000"/>
              <a:ext cx="9" cy="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0 h 25"/>
                <a:gd name="T4" fmla="*/ 0 w 25"/>
                <a:gd name="T5" fmla="*/ 0 h 25"/>
                <a:gd name="T6" fmla="*/ 0 w 25"/>
                <a:gd name="T7" fmla="*/ 0 h 25"/>
                <a:gd name="T8" fmla="*/ 0 w 25"/>
                <a:gd name="T9" fmla="*/ 0 h 25"/>
                <a:gd name="T10" fmla="*/ 0 w 25"/>
                <a:gd name="T11" fmla="*/ 0 h 25"/>
                <a:gd name="T12" fmla="*/ 0 w 25"/>
                <a:gd name="T13" fmla="*/ 0 h 25"/>
                <a:gd name="T14" fmla="*/ 0 w 25"/>
                <a:gd name="T15" fmla="*/ 0 h 25"/>
                <a:gd name="T16" fmla="*/ 0 w 25"/>
                <a:gd name="T17" fmla="*/ 0 h 25"/>
                <a:gd name="T18" fmla="*/ 0 w 25"/>
                <a:gd name="T19" fmla="*/ 0 h 25"/>
                <a:gd name="T20" fmla="*/ 0 w 25"/>
                <a:gd name="T21" fmla="*/ 0 h 25"/>
                <a:gd name="T22" fmla="*/ 0 w 25"/>
                <a:gd name="T23" fmla="*/ 0 h 25"/>
                <a:gd name="T24" fmla="*/ 0 w 25"/>
                <a:gd name="T25" fmla="*/ 0 h 25"/>
                <a:gd name="T26" fmla="*/ 0 w 25"/>
                <a:gd name="T27" fmla="*/ 0 h 25"/>
                <a:gd name="T28" fmla="*/ 0 w 25"/>
                <a:gd name="T29" fmla="*/ 0 h 25"/>
                <a:gd name="T30" fmla="*/ 0 w 25"/>
                <a:gd name="T31" fmla="*/ 0 h 25"/>
                <a:gd name="T32" fmla="*/ 0 w 25"/>
                <a:gd name="T33" fmla="*/ 0 h 2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5"/>
                <a:gd name="T52" fmla="*/ 0 h 25"/>
                <a:gd name="T53" fmla="*/ 25 w 25"/>
                <a:gd name="T54" fmla="*/ 25 h 2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5" h="25">
                  <a:moveTo>
                    <a:pt x="17" y="1"/>
                  </a:moveTo>
                  <a:lnTo>
                    <a:pt x="12" y="0"/>
                  </a:lnTo>
                  <a:lnTo>
                    <a:pt x="8" y="1"/>
                  </a:lnTo>
                  <a:lnTo>
                    <a:pt x="3" y="5"/>
                  </a:lnTo>
                  <a:lnTo>
                    <a:pt x="1" y="9"/>
                  </a:lnTo>
                  <a:lnTo>
                    <a:pt x="0" y="13"/>
                  </a:lnTo>
                  <a:lnTo>
                    <a:pt x="1" y="18"/>
                  </a:lnTo>
                  <a:lnTo>
                    <a:pt x="4" y="21"/>
                  </a:lnTo>
                  <a:lnTo>
                    <a:pt x="8" y="23"/>
                  </a:lnTo>
                  <a:lnTo>
                    <a:pt x="12" y="25"/>
                  </a:lnTo>
                  <a:lnTo>
                    <a:pt x="18" y="23"/>
                  </a:lnTo>
                  <a:lnTo>
                    <a:pt x="21" y="21"/>
                  </a:lnTo>
                  <a:lnTo>
                    <a:pt x="23" y="17"/>
                  </a:lnTo>
                  <a:lnTo>
                    <a:pt x="25" y="12"/>
                  </a:lnTo>
                  <a:lnTo>
                    <a:pt x="23" y="8"/>
                  </a:lnTo>
                  <a:lnTo>
                    <a:pt x="20" y="5"/>
                  </a:lnTo>
                  <a:lnTo>
                    <a:pt x="17" y="1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115">
              <a:extLst>
                <a:ext uri="{FF2B5EF4-FFF2-40B4-BE49-F238E27FC236}">
                  <a16:creationId xmlns:a16="http://schemas.microsoft.com/office/drawing/2014/main" id="{886CD835-A1E1-EF17-3F44-BEF795C4B7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" y="2014"/>
              <a:ext cx="9" cy="8"/>
            </a:xfrm>
            <a:custGeom>
              <a:avLst/>
              <a:gdLst>
                <a:gd name="T0" fmla="*/ 0 w 25"/>
                <a:gd name="T1" fmla="*/ 0 h 25"/>
                <a:gd name="T2" fmla="*/ 0 w 25"/>
                <a:gd name="T3" fmla="*/ 0 h 25"/>
                <a:gd name="T4" fmla="*/ 0 w 25"/>
                <a:gd name="T5" fmla="*/ 0 h 25"/>
                <a:gd name="T6" fmla="*/ 0 w 25"/>
                <a:gd name="T7" fmla="*/ 0 h 25"/>
                <a:gd name="T8" fmla="*/ 0 w 25"/>
                <a:gd name="T9" fmla="*/ 0 h 25"/>
                <a:gd name="T10" fmla="*/ 0 w 25"/>
                <a:gd name="T11" fmla="*/ 0 h 25"/>
                <a:gd name="T12" fmla="*/ 0 w 25"/>
                <a:gd name="T13" fmla="*/ 0 h 25"/>
                <a:gd name="T14" fmla="*/ 0 w 25"/>
                <a:gd name="T15" fmla="*/ 0 h 25"/>
                <a:gd name="T16" fmla="*/ 0 w 25"/>
                <a:gd name="T17" fmla="*/ 0 h 25"/>
                <a:gd name="T18" fmla="*/ 0 w 25"/>
                <a:gd name="T19" fmla="*/ 0 h 25"/>
                <a:gd name="T20" fmla="*/ 0 w 25"/>
                <a:gd name="T21" fmla="*/ 0 h 25"/>
                <a:gd name="T22" fmla="*/ 0 w 25"/>
                <a:gd name="T23" fmla="*/ 0 h 25"/>
                <a:gd name="T24" fmla="*/ 0 w 25"/>
                <a:gd name="T25" fmla="*/ 0 h 25"/>
                <a:gd name="T26" fmla="*/ 0 w 25"/>
                <a:gd name="T27" fmla="*/ 0 h 25"/>
                <a:gd name="T28" fmla="*/ 0 w 25"/>
                <a:gd name="T29" fmla="*/ 0 h 25"/>
                <a:gd name="T30" fmla="*/ 0 w 25"/>
                <a:gd name="T31" fmla="*/ 0 h 25"/>
                <a:gd name="T32" fmla="*/ 0 w 25"/>
                <a:gd name="T33" fmla="*/ 0 h 2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5"/>
                <a:gd name="T52" fmla="*/ 0 h 25"/>
                <a:gd name="T53" fmla="*/ 25 w 25"/>
                <a:gd name="T54" fmla="*/ 25 h 2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5" h="25">
                  <a:moveTo>
                    <a:pt x="17" y="2"/>
                  </a:moveTo>
                  <a:lnTo>
                    <a:pt x="12" y="0"/>
                  </a:lnTo>
                  <a:lnTo>
                    <a:pt x="8" y="2"/>
                  </a:lnTo>
                  <a:lnTo>
                    <a:pt x="4" y="4"/>
                  </a:lnTo>
                  <a:lnTo>
                    <a:pt x="1" y="8"/>
                  </a:lnTo>
                  <a:lnTo>
                    <a:pt x="0" y="13"/>
                  </a:lnTo>
                  <a:lnTo>
                    <a:pt x="1" y="17"/>
                  </a:lnTo>
                  <a:lnTo>
                    <a:pt x="4" y="21"/>
                  </a:lnTo>
                  <a:lnTo>
                    <a:pt x="8" y="24"/>
                  </a:lnTo>
                  <a:lnTo>
                    <a:pt x="12" y="25"/>
                  </a:lnTo>
                  <a:lnTo>
                    <a:pt x="18" y="24"/>
                  </a:lnTo>
                  <a:lnTo>
                    <a:pt x="21" y="21"/>
                  </a:lnTo>
                  <a:lnTo>
                    <a:pt x="23" y="17"/>
                  </a:lnTo>
                  <a:lnTo>
                    <a:pt x="25" y="13"/>
                  </a:lnTo>
                  <a:lnTo>
                    <a:pt x="23" y="7"/>
                  </a:lnTo>
                  <a:lnTo>
                    <a:pt x="21" y="4"/>
                  </a:lnTo>
                  <a:lnTo>
                    <a:pt x="17" y="2"/>
                  </a:lnTo>
                  <a:close/>
                </a:path>
              </a:pathLst>
            </a:custGeom>
            <a:solidFill>
              <a:srgbClr val="AAAA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116">
              <a:extLst>
                <a:ext uri="{FF2B5EF4-FFF2-40B4-BE49-F238E27FC236}">
                  <a16:creationId xmlns:a16="http://schemas.microsoft.com/office/drawing/2014/main" id="{E249CB05-55BE-765D-E1CB-74964D4AD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" y="1264"/>
              <a:ext cx="215" cy="507"/>
            </a:xfrm>
            <a:custGeom>
              <a:avLst/>
              <a:gdLst>
                <a:gd name="T0" fmla="*/ 0 w 1075"/>
                <a:gd name="T1" fmla="*/ 0 h 2531"/>
                <a:gd name="T2" fmla="*/ 0 w 1075"/>
                <a:gd name="T3" fmla="*/ 0 h 2531"/>
                <a:gd name="T4" fmla="*/ 0 w 1075"/>
                <a:gd name="T5" fmla="*/ 0 h 2531"/>
                <a:gd name="T6" fmla="*/ 0 w 1075"/>
                <a:gd name="T7" fmla="*/ 0 h 2531"/>
                <a:gd name="T8" fmla="*/ 0 w 1075"/>
                <a:gd name="T9" fmla="*/ 0 h 2531"/>
                <a:gd name="T10" fmla="*/ 0 w 1075"/>
                <a:gd name="T11" fmla="*/ 0 h 2531"/>
                <a:gd name="T12" fmla="*/ 0 w 1075"/>
                <a:gd name="T13" fmla="*/ 0 h 2531"/>
                <a:gd name="T14" fmla="*/ 0 w 1075"/>
                <a:gd name="T15" fmla="*/ 0 h 2531"/>
                <a:gd name="T16" fmla="*/ 0 w 1075"/>
                <a:gd name="T17" fmla="*/ 0 h 2531"/>
                <a:gd name="T18" fmla="*/ 0 w 1075"/>
                <a:gd name="T19" fmla="*/ 0 h 2531"/>
                <a:gd name="T20" fmla="*/ 0 w 1075"/>
                <a:gd name="T21" fmla="*/ 0 h 2531"/>
                <a:gd name="T22" fmla="*/ 0 w 1075"/>
                <a:gd name="T23" fmla="*/ 0 h 2531"/>
                <a:gd name="T24" fmla="*/ 0 w 1075"/>
                <a:gd name="T25" fmla="*/ 0 h 25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75"/>
                <a:gd name="T40" fmla="*/ 0 h 2531"/>
                <a:gd name="T41" fmla="*/ 1075 w 1075"/>
                <a:gd name="T42" fmla="*/ 2531 h 25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75" h="2531">
                  <a:moveTo>
                    <a:pt x="72" y="2531"/>
                  </a:moveTo>
                  <a:lnTo>
                    <a:pt x="0" y="3"/>
                  </a:lnTo>
                  <a:lnTo>
                    <a:pt x="287" y="3"/>
                  </a:lnTo>
                  <a:lnTo>
                    <a:pt x="287" y="338"/>
                  </a:lnTo>
                  <a:lnTo>
                    <a:pt x="403" y="338"/>
                  </a:lnTo>
                  <a:lnTo>
                    <a:pt x="413" y="15"/>
                  </a:lnTo>
                  <a:lnTo>
                    <a:pt x="610" y="13"/>
                  </a:lnTo>
                  <a:lnTo>
                    <a:pt x="610" y="332"/>
                  </a:lnTo>
                  <a:lnTo>
                    <a:pt x="748" y="343"/>
                  </a:lnTo>
                  <a:lnTo>
                    <a:pt x="747" y="0"/>
                  </a:lnTo>
                  <a:lnTo>
                    <a:pt x="1004" y="3"/>
                  </a:lnTo>
                  <a:lnTo>
                    <a:pt x="1075" y="2531"/>
                  </a:lnTo>
                  <a:lnTo>
                    <a:pt x="72" y="2531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117">
              <a:extLst>
                <a:ext uri="{FF2B5EF4-FFF2-40B4-BE49-F238E27FC236}">
                  <a16:creationId xmlns:a16="http://schemas.microsoft.com/office/drawing/2014/main" id="{ABC10586-9CCD-F53B-BE95-BDD840CC7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" y="1264"/>
              <a:ext cx="201" cy="506"/>
            </a:xfrm>
            <a:custGeom>
              <a:avLst/>
              <a:gdLst>
                <a:gd name="T0" fmla="*/ 0 w 1004"/>
                <a:gd name="T1" fmla="*/ 0 h 2532"/>
                <a:gd name="T2" fmla="*/ 0 w 1004"/>
                <a:gd name="T3" fmla="*/ 0 h 2532"/>
                <a:gd name="T4" fmla="*/ 0 w 1004"/>
                <a:gd name="T5" fmla="*/ 0 h 2532"/>
                <a:gd name="T6" fmla="*/ 0 w 1004"/>
                <a:gd name="T7" fmla="*/ 0 h 2532"/>
                <a:gd name="T8" fmla="*/ 0 w 1004"/>
                <a:gd name="T9" fmla="*/ 0 h 2532"/>
                <a:gd name="T10" fmla="*/ 0 w 1004"/>
                <a:gd name="T11" fmla="*/ 0 h 2532"/>
                <a:gd name="T12" fmla="*/ 0 w 1004"/>
                <a:gd name="T13" fmla="*/ 0 h 2532"/>
                <a:gd name="T14" fmla="*/ 0 w 1004"/>
                <a:gd name="T15" fmla="*/ 0 h 2532"/>
                <a:gd name="T16" fmla="*/ 0 w 1004"/>
                <a:gd name="T17" fmla="*/ 0 h 2532"/>
                <a:gd name="T18" fmla="*/ 0 w 1004"/>
                <a:gd name="T19" fmla="*/ 0 h 2532"/>
                <a:gd name="T20" fmla="*/ 0 w 1004"/>
                <a:gd name="T21" fmla="*/ 0 h 2532"/>
                <a:gd name="T22" fmla="*/ 0 w 1004"/>
                <a:gd name="T23" fmla="*/ 0 h 2532"/>
                <a:gd name="T24" fmla="*/ 0 w 1004"/>
                <a:gd name="T25" fmla="*/ 0 h 2532"/>
                <a:gd name="T26" fmla="*/ 0 w 1004"/>
                <a:gd name="T27" fmla="*/ 0 h 2532"/>
                <a:gd name="T28" fmla="*/ 0 w 1004"/>
                <a:gd name="T29" fmla="*/ 0 h 2532"/>
                <a:gd name="T30" fmla="*/ 0 w 1004"/>
                <a:gd name="T31" fmla="*/ 0 h 2532"/>
                <a:gd name="T32" fmla="*/ 0 w 1004"/>
                <a:gd name="T33" fmla="*/ 0 h 2532"/>
                <a:gd name="T34" fmla="*/ 0 w 1004"/>
                <a:gd name="T35" fmla="*/ 0 h 2532"/>
                <a:gd name="T36" fmla="*/ 0 w 1004"/>
                <a:gd name="T37" fmla="*/ 0 h 2532"/>
                <a:gd name="T38" fmla="*/ 0 w 1004"/>
                <a:gd name="T39" fmla="*/ 0 h 2532"/>
                <a:gd name="T40" fmla="*/ 0 w 1004"/>
                <a:gd name="T41" fmla="*/ 0 h 2532"/>
                <a:gd name="T42" fmla="*/ 0 w 1004"/>
                <a:gd name="T43" fmla="*/ 0 h 2532"/>
                <a:gd name="T44" fmla="*/ 0 w 1004"/>
                <a:gd name="T45" fmla="*/ 0 h 2532"/>
                <a:gd name="T46" fmla="*/ 0 w 1004"/>
                <a:gd name="T47" fmla="*/ 0 h 2532"/>
                <a:gd name="T48" fmla="*/ 0 w 1004"/>
                <a:gd name="T49" fmla="*/ 0 h 2532"/>
                <a:gd name="T50" fmla="*/ 0 w 1004"/>
                <a:gd name="T51" fmla="*/ 0 h 2532"/>
                <a:gd name="T52" fmla="*/ 0 w 1004"/>
                <a:gd name="T53" fmla="*/ 0 h 2532"/>
                <a:gd name="T54" fmla="*/ 0 w 1004"/>
                <a:gd name="T55" fmla="*/ 0 h 2532"/>
                <a:gd name="T56" fmla="*/ 0 w 1004"/>
                <a:gd name="T57" fmla="*/ 0 h 2532"/>
                <a:gd name="T58" fmla="*/ 0 w 1004"/>
                <a:gd name="T59" fmla="*/ 0 h 2532"/>
                <a:gd name="T60" fmla="*/ 0 w 1004"/>
                <a:gd name="T61" fmla="*/ 0 h 2532"/>
                <a:gd name="T62" fmla="*/ 0 w 1004"/>
                <a:gd name="T63" fmla="*/ 0 h 2532"/>
                <a:gd name="T64" fmla="*/ 0 w 1004"/>
                <a:gd name="T65" fmla="*/ 0 h 2532"/>
                <a:gd name="T66" fmla="*/ 0 w 1004"/>
                <a:gd name="T67" fmla="*/ 0 h 2532"/>
                <a:gd name="T68" fmla="*/ 0 w 1004"/>
                <a:gd name="T69" fmla="*/ 0 h 2532"/>
                <a:gd name="T70" fmla="*/ 0 w 1004"/>
                <a:gd name="T71" fmla="*/ 0 h 2532"/>
                <a:gd name="T72" fmla="*/ 0 w 1004"/>
                <a:gd name="T73" fmla="*/ 0 h 2532"/>
                <a:gd name="T74" fmla="*/ 0 w 1004"/>
                <a:gd name="T75" fmla="*/ 0 h 2532"/>
                <a:gd name="T76" fmla="*/ 0 w 1004"/>
                <a:gd name="T77" fmla="*/ 0 h 2532"/>
                <a:gd name="T78" fmla="*/ 0 w 1004"/>
                <a:gd name="T79" fmla="*/ 0 h 2532"/>
                <a:gd name="T80" fmla="*/ 0 w 1004"/>
                <a:gd name="T81" fmla="*/ 0 h 2532"/>
                <a:gd name="T82" fmla="*/ 0 w 1004"/>
                <a:gd name="T83" fmla="*/ 0 h 2532"/>
                <a:gd name="T84" fmla="*/ 0 w 1004"/>
                <a:gd name="T85" fmla="*/ 0 h 2532"/>
                <a:gd name="T86" fmla="*/ 0 w 1004"/>
                <a:gd name="T87" fmla="*/ 0 h 2532"/>
                <a:gd name="T88" fmla="*/ 0 w 1004"/>
                <a:gd name="T89" fmla="*/ 0 h 2532"/>
                <a:gd name="T90" fmla="*/ 0 w 1004"/>
                <a:gd name="T91" fmla="*/ 0 h 2532"/>
                <a:gd name="T92" fmla="*/ 0 w 1004"/>
                <a:gd name="T93" fmla="*/ 0 h 2532"/>
                <a:gd name="T94" fmla="*/ 0 w 1004"/>
                <a:gd name="T95" fmla="*/ 0 h 2532"/>
                <a:gd name="T96" fmla="*/ 0 w 1004"/>
                <a:gd name="T97" fmla="*/ 0 h 2532"/>
                <a:gd name="T98" fmla="*/ 0 w 1004"/>
                <a:gd name="T99" fmla="*/ 0 h 2532"/>
                <a:gd name="T100" fmla="*/ 0 w 1004"/>
                <a:gd name="T101" fmla="*/ 0 h 2532"/>
                <a:gd name="T102" fmla="*/ 0 w 1004"/>
                <a:gd name="T103" fmla="*/ 0 h 2532"/>
                <a:gd name="T104" fmla="*/ 0 w 1004"/>
                <a:gd name="T105" fmla="*/ 0 h 2532"/>
                <a:gd name="T106" fmla="*/ 0 w 1004"/>
                <a:gd name="T107" fmla="*/ 0 h 2532"/>
                <a:gd name="T108" fmla="*/ 0 w 1004"/>
                <a:gd name="T109" fmla="*/ 0 h 2532"/>
                <a:gd name="T110" fmla="*/ 0 w 1004"/>
                <a:gd name="T111" fmla="*/ 0 h 2532"/>
                <a:gd name="T112" fmla="*/ 0 w 1004"/>
                <a:gd name="T113" fmla="*/ 0 h 2532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w 1004"/>
                <a:gd name="T172" fmla="*/ 0 h 2532"/>
                <a:gd name="T173" fmla="*/ 1004 w 1004"/>
                <a:gd name="T174" fmla="*/ 2532 h 2532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T171" t="T172" r="T173" b="T174"/>
              <a:pathLst>
                <a:path w="1004" h="2532">
                  <a:moveTo>
                    <a:pt x="0" y="2532"/>
                  </a:moveTo>
                  <a:lnTo>
                    <a:pt x="30" y="2424"/>
                  </a:lnTo>
                  <a:lnTo>
                    <a:pt x="62" y="2359"/>
                  </a:lnTo>
                  <a:lnTo>
                    <a:pt x="97" y="2309"/>
                  </a:lnTo>
                  <a:lnTo>
                    <a:pt x="144" y="2251"/>
                  </a:lnTo>
                  <a:lnTo>
                    <a:pt x="204" y="2153"/>
                  </a:lnTo>
                  <a:lnTo>
                    <a:pt x="284" y="1994"/>
                  </a:lnTo>
                  <a:lnTo>
                    <a:pt x="389" y="1747"/>
                  </a:lnTo>
                  <a:lnTo>
                    <a:pt x="526" y="1384"/>
                  </a:lnTo>
                  <a:lnTo>
                    <a:pt x="526" y="1364"/>
                  </a:lnTo>
                  <a:lnTo>
                    <a:pt x="527" y="1249"/>
                  </a:lnTo>
                  <a:lnTo>
                    <a:pt x="528" y="1069"/>
                  </a:lnTo>
                  <a:lnTo>
                    <a:pt x="531" y="857"/>
                  </a:lnTo>
                  <a:lnTo>
                    <a:pt x="532" y="646"/>
                  </a:lnTo>
                  <a:lnTo>
                    <a:pt x="534" y="467"/>
                  </a:lnTo>
                  <a:lnTo>
                    <a:pt x="536" y="352"/>
                  </a:lnTo>
                  <a:lnTo>
                    <a:pt x="537" y="335"/>
                  </a:lnTo>
                  <a:lnTo>
                    <a:pt x="553" y="335"/>
                  </a:lnTo>
                  <a:lnTo>
                    <a:pt x="570" y="337"/>
                  </a:lnTo>
                  <a:lnTo>
                    <a:pt x="588" y="337"/>
                  </a:lnTo>
                  <a:lnTo>
                    <a:pt x="606" y="340"/>
                  </a:lnTo>
                  <a:lnTo>
                    <a:pt x="622" y="341"/>
                  </a:lnTo>
                  <a:lnTo>
                    <a:pt x="640" y="342"/>
                  </a:lnTo>
                  <a:lnTo>
                    <a:pt x="657" y="344"/>
                  </a:lnTo>
                  <a:lnTo>
                    <a:pt x="676" y="346"/>
                  </a:lnTo>
                  <a:lnTo>
                    <a:pt x="676" y="301"/>
                  </a:lnTo>
                  <a:lnTo>
                    <a:pt x="676" y="258"/>
                  </a:lnTo>
                  <a:lnTo>
                    <a:pt x="676" y="215"/>
                  </a:lnTo>
                  <a:lnTo>
                    <a:pt x="676" y="173"/>
                  </a:lnTo>
                  <a:lnTo>
                    <a:pt x="676" y="128"/>
                  </a:lnTo>
                  <a:lnTo>
                    <a:pt x="676" y="86"/>
                  </a:lnTo>
                  <a:lnTo>
                    <a:pt x="676" y="43"/>
                  </a:lnTo>
                  <a:lnTo>
                    <a:pt x="676" y="0"/>
                  </a:lnTo>
                  <a:lnTo>
                    <a:pt x="707" y="0"/>
                  </a:lnTo>
                  <a:lnTo>
                    <a:pt x="739" y="0"/>
                  </a:lnTo>
                  <a:lnTo>
                    <a:pt x="770" y="2"/>
                  </a:lnTo>
                  <a:lnTo>
                    <a:pt x="803" y="3"/>
                  </a:lnTo>
                  <a:lnTo>
                    <a:pt x="834" y="3"/>
                  </a:lnTo>
                  <a:lnTo>
                    <a:pt x="866" y="3"/>
                  </a:lnTo>
                  <a:lnTo>
                    <a:pt x="899" y="4"/>
                  </a:lnTo>
                  <a:lnTo>
                    <a:pt x="931" y="5"/>
                  </a:lnTo>
                  <a:lnTo>
                    <a:pt x="939" y="321"/>
                  </a:lnTo>
                  <a:lnTo>
                    <a:pt x="948" y="637"/>
                  </a:lnTo>
                  <a:lnTo>
                    <a:pt x="957" y="953"/>
                  </a:lnTo>
                  <a:lnTo>
                    <a:pt x="967" y="1269"/>
                  </a:lnTo>
                  <a:lnTo>
                    <a:pt x="975" y="1584"/>
                  </a:lnTo>
                  <a:lnTo>
                    <a:pt x="985" y="1900"/>
                  </a:lnTo>
                  <a:lnTo>
                    <a:pt x="994" y="2216"/>
                  </a:lnTo>
                  <a:lnTo>
                    <a:pt x="1004" y="2532"/>
                  </a:lnTo>
                  <a:lnTo>
                    <a:pt x="878" y="2532"/>
                  </a:lnTo>
                  <a:lnTo>
                    <a:pt x="752" y="2532"/>
                  </a:lnTo>
                  <a:lnTo>
                    <a:pt x="627" y="2532"/>
                  </a:lnTo>
                  <a:lnTo>
                    <a:pt x="502" y="2532"/>
                  </a:lnTo>
                  <a:lnTo>
                    <a:pt x="376" y="2532"/>
                  </a:lnTo>
                  <a:lnTo>
                    <a:pt x="251" y="2532"/>
                  </a:lnTo>
                  <a:lnTo>
                    <a:pt x="126" y="2532"/>
                  </a:lnTo>
                  <a:lnTo>
                    <a:pt x="0" y="253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118">
              <a:extLst>
                <a:ext uri="{FF2B5EF4-FFF2-40B4-BE49-F238E27FC236}">
                  <a16:creationId xmlns:a16="http://schemas.microsoft.com/office/drawing/2014/main" id="{1C91F7BB-DB77-758C-2889-8185A312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" y="1262"/>
              <a:ext cx="95" cy="504"/>
            </a:xfrm>
            <a:custGeom>
              <a:avLst/>
              <a:gdLst>
                <a:gd name="T0" fmla="*/ 0 w 479"/>
                <a:gd name="T1" fmla="*/ 0 h 2518"/>
                <a:gd name="T2" fmla="*/ 0 w 479"/>
                <a:gd name="T3" fmla="*/ 0 h 2518"/>
                <a:gd name="T4" fmla="*/ 0 w 479"/>
                <a:gd name="T5" fmla="*/ 0 h 2518"/>
                <a:gd name="T6" fmla="*/ 0 w 479"/>
                <a:gd name="T7" fmla="*/ 0 h 2518"/>
                <a:gd name="T8" fmla="*/ 0 w 479"/>
                <a:gd name="T9" fmla="*/ 0 h 2518"/>
                <a:gd name="T10" fmla="*/ 0 w 479"/>
                <a:gd name="T11" fmla="*/ 0 h 2518"/>
                <a:gd name="T12" fmla="*/ 0 w 479"/>
                <a:gd name="T13" fmla="*/ 0 h 2518"/>
                <a:gd name="T14" fmla="*/ 0 w 479"/>
                <a:gd name="T15" fmla="*/ 0 h 2518"/>
                <a:gd name="T16" fmla="*/ 0 w 479"/>
                <a:gd name="T17" fmla="*/ 0 h 2518"/>
                <a:gd name="T18" fmla="*/ 0 w 479"/>
                <a:gd name="T19" fmla="*/ 0 h 2518"/>
                <a:gd name="T20" fmla="*/ 0 w 479"/>
                <a:gd name="T21" fmla="*/ 0 h 2518"/>
                <a:gd name="T22" fmla="*/ 0 w 479"/>
                <a:gd name="T23" fmla="*/ 0 h 2518"/>
                <a:gd name="T24" fmla="*/ 0 w 479"/>
                <a:gd name="T25" fmla="*/ 0 h 2518"/>
                <a:gd name="T26" fmla="*/ 0 w 479"/>
                <a:gd name="T27" fmla="*/ 0 h 2518"/>
                <a:gd name="T28" fmla="*/ 0 w 479"/>
                <a:gd name="T29" fmla="*/ 0 h 2518"/>
                <a:gd name="T30" fmla="*/ 0 w 479"/>
                <a:gd name="T31" fmla="*/ 0 h 2518"/>
                <a:gd name="T32" fmla="*/ 0 w 479"/>
                <a:gd name="T33" fmla="*/ 0 h 2518"/>
                <a:gd name="T34" fmla="*/ 0 w 479"/>
                <a:gd name="T35" fmla="*/ 0 h 2518"/>
                <a:gd name="T36" fmla="*/ 0 w 479"/>
                <a:gd name="T37" fmla="*/ 0 h 2518"/>
                <a:gd name="T38" fmla="*/ 0 w 479"/>
                <a:gd name="T39" fmla="*/ 0 h 2518"/>
                <a:gd name="T40" fmla="*/ 0 w 479"/>
                <a:gd name="T41" fmla="*/ 0 h 2518"/>
                <a:gd name="T42" fmla="*/ 0 w 479"/>
                <a:gd name="T43" fmla="*/ 0 h 2518"/>
                <a:gd name="T44" fmla="*/ 0 w 479"/>
                <a:gd name="T45" fmla="*/ 0 h 2518"/>
                <a:gd name="T46" fmla="*/ 0 w 479"/>
                <a:gd name="T47" fmla="*/ 0 h 2518"/>
                <a:gd name="T48" fmla="*/ 0 w 479"/>
                <a:gd name="T49" fmla="*/ 0 h 2518"/>
                <a:gd name="T50" fmla="*/ 0 w 479"/>
                <a:gd name="T51" fmla="*/ 0 h 2518"/>
                <a:gd name="T52" fmla="*/ 0 w 479"/>
                <a:gd name="T53" fmla="*/ 0 h 2518"/>
                <a:gd name="T54" fmla="*/ 0 w 479"/>
                <a:gd name="T55" fmla="*/ 0 h 2518"/>
                <a:gd name="T56" fmla="*/ 0 w 479"/>
                <a:gd name="T57" fmla="*/ 0 h 2518"/>
                <a:gd name="T58" fmla="*/ 0 w 479"/>
                <a:gd name="T59" fmla="*/ 0 h 2518"/>
                <a:gd name="T60" fmla="*/ 0 w 479"/>
                <a:gd name="T61" fmla="*/ 0 h 2518"/>
                <a:gd name="T62" fmla="*/ 0 w 479"/>
                <a:gd name="T63" fmla="*/ 0 h 2518"/>
                <a:gd name="T64" fmla="*/ 0 w 479"/>
                <a:gd name="T65" fmla="*/ 0 h 2518"/>
                <a:gd name="T66" fmla="*/ 0 w 479"/>
                <a:gd name="T67" fmla="*/ 0 h 2518"/>
                <a:gd name="T68" fmla="*/ 0 w 479"/>
                <a:gd name="T69" fmla="*/ 0 h 2518"/>
                <a:gd name="T70" fmla="*/ 0 w 479"/>
                <a:gd name="T71" fmla="*/ 0 h 2518"/>
                <a:gd name="T72" fmla="*/ 0 w 479"/>
                <a:gd name="T73" fmla="*/ 0 h 2518"/>
                <a:gd name="T74" fmla="*/ 0 w 479"/>
                <a:gd name="T75" fmla="*/ 0 h 2518"/>
                <a:gd name="T76" fmla="*/ 0 w 479"/>
                <a:gd name="T77" fmla="*/ 0 h 2518"/>
                <a:gd name="T78" fmla="*/ 0 w 479"/>
                <a:gd name="T79" fmla="*/ 0 h 2518"/>
                <a:gd name="T80" fmla="*/ 0 w 479"/>
                <a:gd name="T81" fmla="*/ 0 h 2518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w 479"/>
                <a:gd name="T124" fmla="*/ 0 h 2518"/>
                <a:gd name="T125" fmla="*/ 479 w 479"/>
                <a:gd name="T126" fmla="*/ 2518 h 2518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T123" t="T124" r="T125" b="T126"/>
              <a:pathLst>
                <a:path w="479" h="2518">
                  <a:moveTo>
                    <a:pt x="0" y="2517"/>
                  </a:moveTo>
                  <a:lnTo>
                    <a:pt x="13" y="2420"/>
                  </a:lnTo>
                  <a:lnTo>
                    <a:pt x="36" y="2274"/>
                  </a:lnTo>
                  <a:lnTo>
                    <a:pt x="66" y="2093"/>
                  </a:lnTo>
                  <a:lnTo>
                    <a:pt x="102" y="1900"/>
                  </a:lnTo>
                  <a:lnTo>
                    <a:pt x="137" y="1708"/>
                  </a:lnTo>
                  <a:lnTo>
                    <a:pt x="170" y="1538"/>
                  </a:lnTo>
                  <a:lnTo>
                    <a:pt x="196" y="1406"/>
                  </a:lnTo>
                  <a:lnTo>
                    <a:pt x="216" y="1333"/>
                  </a:lnTo>
                  <a:lnTo>
                    <a:pt x="200" y="1329"/>
                  </a:lnTo>
                  <a:lnTo>
                    <a:pt x="183" y="1313"/>
                  </a:lnTo>
                  <a:lnTo>
                    <a:pt x="165" y="1287"/>
                  </a:lnTo>
                  <a:lnTo>
                    <a:pt x="148" y="1256"/>
                  </a:lnTo>
                  <a:lnTo>
                    <a:pt x="132" y="1220"/>
                  </a:lnTo>
                  <a:lnTo>
                    <a:pt x="121" y="1185"/>
                  </a:lnTo>
                  <a:lnTo>
                    <a:pt x="113" y="1153"/>
                  </a:lnTo>
                  <a:lnTo>
                    <a:pt x="114" y="1130"/>
                  </a:lnTo>
                  <a:lnTo>
                    <a:pt x="134" y="1001"/>
                  </a:lnTo>
                  <a:lnTo>
                    <a:pt x="152" y="876"/>
                  </a:lnTo>
                  <a:lnTo>
                    <a:pt x="168" y="748"/>
                  </a:lnTo>
                  <a:lnTo>
                    <a:pt x="185" y="618"/>
                  </a:lnTo>
                  <a:lnTo>
                    <a:pt x="205" y="480"/>
                  </a:lnTo>
                  <a:lnTo>
                    <a:pt x="230" y="333"/>
                  </a:lnTo>
                  <a:lnTo>
                    <a:pt x="259" y="174"/>
                  </a:lnTo>
                  <a:lnTo>
                    <a:pt x="300" y="0"/>
                  </a:lnTo>
                  <a:lnTo>
                    <a:pt x="313" y="315"/>
                  </a:lnTo>
                  <a:lnTo>
                    <a:pt x="334" y="631"/>
                  </a:lnTo>
                  <a:lnTo>
                    <a:pt x="360" y="944"/>
                  </a:lnTo>
                  <a:lnTo>
                    <a:pt x="389" y="1258"/>
                  </a:lnTo>
                  <a:lnTo>
                    <a:pt x="417" y="1572"/>
                  </a:lnTo>
                  <a:lnTo>
                    <a:pt x="443" y="1886"/>
                  </a:lnTo>
                  <a:lnTo>
                    <a:pt x="464" y="2201"/>
                  </a:lnTo>
                  <a:lnTo>
                    <a:pt x="479" y="2517"/>
                  </a:lnTo>
                  <a:lnTo>
                    <a:pt x="437" y="2509"/>
                  </a:lnTo>
                  <a:lnTo>
                    <a:pt x="373" y="2508"/>
                  </a:lnTo>
                  <a:lnTo>
                    <a:pt x="295" y="2508"/>
                  </a:lnTo>
                  <a:lnTo>
                    <a:pt x="212" y="2512"/>
                  </a:lnTo>
                  <a:lnTo>
                    <a:pt x="132" y="2514"/>
                  </a:lnTo>
                  <a:lnTo>
                    <a:pt x="65" y="2518"/>
                  </a:lnTo>
                  <a:lnTo>
                    <a:pt x="18" y="2518"/>
                  </a:lnTo>
                  <a:lnTo>
                    <a:pt x="0" y="2517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Freeform 119">
              <a:extLst>
                <a:ext uri="{FF2B5EF4-FFF2-40B4-BE49-F238E27FC236}">
                  <a16:creationId xmlns:a16="http://schemas.microsoft.com/office/drawing/2014/main" id="{8C64EC05-F36B-AB9D-79C4-16FA7A23359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" y="1350"/>
              <a:ext cx="27" cy="11"/>
            </a:xfrm>
            <a:custGeom>
              <a:avLst/>
              <a:gdLst>
                <a:gd name="T0" fmla="*/ 0 w 135"/>
                <a:gd name="T1" fmla="*/ 0 h 52"/>
                <a:gd name="T2" fmla="*/ 0 w 135"/>
                <a:gd name="T3" fmla="*/ 0 h 52"/>
                <a:gd name="T4" fmla="*/ 0 w 135"/>
                <a:gd name="T5" fmla="*/ 0 h 52"/>
                <a:gd name="T6" fmla="*/ 0 w 135"/>
                <a:gd name="T7" fmla="*/ 0 h 52"/>
                <a:gd name="T8" fmla="*/ 0 w 135"/>
                <a:gd name="T9" fmla="*/ 0 h 52"/>
                <a:gd name="T10" fmla="*/ 0 w 135"/>
                <a:gd name="T11" fmla="*/ 0 h 52"/>
                <a:gd name="T12" fmla="*/ 0 w 135"/>
                <a:gd name="T13" fmla="*/ 0 h 52"/>
                <a:gd name="T14" fmla="*/ 0 w 135"/>
                <a:gd name="T15" fmla="*/ 0 h 52"/>
                <a:gd name="T16" fmla="*/ 0 w 135"/>
                <a:gd name="T17" fmla="*/ 0 h 52"/>
                <a:gd name="T18" fmla="*/ 0 w 135"/>
                <a:gd name="T19" fmla="*/ 0 h 52"/>
                <a:gd name="T20" fmla="*/ 0 w 135"/>
                <a:gd name="T21" fmla="*/ 0 h 52"/>
                <a:gd name="T22" fmla="*/ 0 w 135"/>
                <a:gd name="T23" fmla="*/ 0 h 52"/>
                <a:gd name="T24" fmla="*/ 0 w 135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2"/>
                <a:gd name="T41" fmla="*/ 135 w 135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2">
                  <a:moveTo>
                    <a:pt x="123" y="52"/>
                  </a:moveTo>
                  <a:lnTo>
                    <a:pt x="13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2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2" y="2"/>
                  </a:lnTo>
                  <a:lnTo>
                    <a:pt x="135" y="11"/>
                  </a:lnTo>
                  <a:lnTo>
                    <a:pt x="135" y="41"/>
                  </a:lnTo>
                  <a:lnTo>
                    <a:pt x="132" y="48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9" name="Freeform 120">
              <a:extLst>
                <a:ext uri="{FF2B5EF4-FFF2-40B4-BE49-F238E27FC236}">
                  <a16:creationId xmlns:a16="http://schemas.microsoft.com/office/drawing/2014/main" id="{4B40A9EE-A941-F427-14BC-8807FBEA3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1364"/>
              <a:ext cx="27" cy="10"/>
            </a:xfrm>
            <a:custGeom>
              <a:avLst/>
              <a:gdLst>
                <a:gd name="T0" fmla="*/ 0 w 135"/>
                <a:gd name="T1" fmla="*/ 0 h 52"/>
                <a:gd name="T2" fmla="*/ 0 w 135"/>
                <a:gd name="T3" fmla="*/ 0 h 52"/>
                <a:gd name="T4" fmla="*/ 0 w 135"/>
                <a:gd name="T5" fmla="*/ 0 h 52"/>
                <a:gd name="T6" fmla="*/ 0 w 135"/>
                <a:gd name="T7" fmla="*/ 0 h 52"/>
                <a:gd name="T8" fmla="*/ 0 w 135"/>
                <a:gd name="T9" fmla="*/ 0 h 52"/>
                <a:gd name="T10" fmla="*/ 0 w 135"/>
                <a:gd name="T11" fmla="*/ 0 h 52"/>
                <a:gd name="T12" fmla="*/ 0 w 135"/>
                <a:gd name="T13" fmla="*/ 0 h 52"/>
                <a:gd name="T14" fmla="*/ 0 w 135"/>
                <a:gd name="T15" fmla="*/ 0 h 52"/>
                <a:gd name="T16" fmla="*/ 0 w 135"/>
                <a:gd name="T17" fmla="*/ 0 h 52"/>
                <a:gd name="T18" fmla="*/ 0 w 135"/>
                <a:gd name="T19" fmla="*/ 0 h 52"/>
                <a:gd name="T20" fmla="*/ 0 w 135"/>
                <a:gd name="T21" fmla="*/ 0 h 52"/>
                <a:gd name="T22" fmla="*/ 0 w 135"/>
                <a:gd name="T23" fmla="*/ 0 h 52"/>
                <a:gd name="T24" fmla="*/ 0 w 135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2"/>
                <a:gd name="T41" fmla="*/ 135 w 135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2">
                  <a:moveTo>
                    <a:pt x="122" y="52"/>
                  </a:moveTo>
                  <a:lnTo>
                    <a:pt x="12" y="52"/>
                  </a:lnTo>
                  <a:lnTo>
                    <a:pt x="2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2" y="2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1" y="2"/>
                  </a:lnTo>
                  <a:lnTo>
                    <a:pt x="135" y="11"/>
                  </a:lnTo>
                  <a:lnTo>
                    <a:pt x="135" y="41"/>
                  </a:lnTo>
                  <a:lnTo>
                    <a:pt x="131" y="48"/>
                  </a:lnTo>
                  <a:lnTo>
                    <a:pt x="122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121">
              <a:extLst>
                <a:ext uri="{FF2B5EF4-FFF2-40B4-BE49-F238E27FC236}">
                  <a16:creationId xmlns:a16="http://schemas.microsoft.com/office/drawing/2014/main" id="{1CCE2D93-CC2A-26E5-DF01-3DAB118BB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2" y="1382"/>
              <a:ext cx="27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24" y="52"/>
                  </a:moveTo>
                  <a:lnTo>
                    <a:pt x="12" y="52"/>
                  </a:lnTo>
                  <a:lnTo>
                    <a:pt x="4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4" y="4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3" y="4"/>
                  </a:lnTo>
                  <a:lnTo>
                    <a:pt x="138" y="12"/>
                  </a:lnTo>
                  <a:lnTo>
                    <a:pt x="138" y="41"/>
                  </a:lnTo>
                  <a:lnTo>
                    <a:pt x="133" y="49"/>
                  </a:lnTo>
                  <a:lnTo>
                    <a:pt x="124" y="52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1" name="Freeform 122">
              <a:extLst>
                <a:ext uri="{FF2B5EF4-FFF2-40B4-BE49-F238E27FC236}">
                  <a16:creationId xmlns:a16="http://schemas.microsoft.com/office/drawing/2014/main" id="{D66E83E1-8BFA-32ED-47E6-83DBA7A24EA4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" y="1367"/>
              <a:ext cx="27" cy="11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3" y="52"/>
                  </a:moveTo>
                  <a:lnTo>
                    <a:pt x="13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3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2" y="3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2" y="48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123">
              <a:extLst>
                <a:ext uri="{FF2B5EF4-FFF2-40B4-BE49-F238E27FC236}">
                  <a16:creationId xmlns:a16="http://schemas.microsoft.com/office/drawing/2014/main" id="{B3F4A94B-602F-D3FE-440D-77AD0ACD6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" y="1392"/>
              <a:ext cx="28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4" y="52"/>
                  </a:moveTo>
                  <a:lnTo>
                    <a:pt x="14" y="52"/>
                  </a:lnTo>
                  <a:lnTo>
                    <a:pt x="2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2" y="2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3" y="2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3" y="48"/>
                  </a:lnTo>
                  <a:lnTo>
                    <a:pt x="124" y="52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124">
              <a:extLst>
                <a:ext uri="{FF2B5EF4-FFF2-40B4-BE49-F238E27FC236}">
                  <a16:creationId xmlns:a16="http://schemas.microsoft.com/office/drawing/2014/main" id="{B3D53691-0ED5-7821-D1E4-3F0D7051F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" y="1343"/>
              <a:ext cx="28" cy="10"/>
            </a:xfrm>
            <a:custGeom>
              <a:avLst/>
              <a:gdLst>
                <a:gd name="T0" fmla="*/ 0 w 136"/>
                <a:gd name="T1" fmla="*/ 0 h 53"/>
                <a:gd name="T2" fmla="*/ 0 w 136"/>
                <a:gd name="T3" fmla="*/ 0 h 53"/>
                <a:gd name="T4" fmla="*/ 0 w 136"/>
                <a:gd name="T5" fmla="*/ 0 h 53"/>
                <a:gd name="T6" fmla="*/ 0 w 136"/>
                <a:gd name="T7" fmla="*/ 0 h 53"/>
                <a:gd name="T8" fmla="*/ 0 w 136"/>
                <a:gd name="T9" fmla="*/ 0 h 53"/>
                <a:gd name="T10" fmla="*/ 0 w 136"/>
                <a:gd name="T11" fmla="*/ 0 h 53"/>
                <a:gd name="T12" fmla="*/ 0 w 136"/>
                <a:gd name="T13" fmla="*/ 0 h 53"/>
                <a:gd name="T14" fmla="*/ 0 w 136"/>
                <a:gd name="T15" fmla="*/ 0 h 53"/>
                <a:gd name="T16" fmla="*/ 0 w 136"/>
                <a:gd name="T17" fmla="*/ 0 h 53"/>
                <a:gd name="T18" fmla="*/ 0 w 136"/>
                <a:gd name="T19" fmla="*/ 0 h 53"/>
                <a:gd name="T20" fmla="*/ 0 w 136"/>
                <a:gd name="T21" fmla="*/ 0 h 53"/>
                <a:gd name="T22" fmla="*/ 0 w 136"/>
                <a:gd name="T23" fmla="*/ 0 h 53"/>
                <a:gd name="T24" fmla="*/ 0 w 136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3"/>
                <a:gd name="T41" fmla="*/ 136 w 136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3">
                  <a:moveTo>
                    <a:pt x="124" y="53"/>
                  </a:moveTo>
                  <a:lnTo>
                    <a:pt x="13" y="53"/>
                  </a:lnTo>
                  <a:lnTo>
                    <a:pt x="4" y="49"/>
                  </a:lnTo>
                  <a:lnTo>
                    <a:pt x="0" y="40"/>
                  </a:lnTo>
                  <a:lnTo>
                    <a:pt x="0" y="9"/>
                  </a:lnTo>
                  <a:lnTo>
                    <a:pt x="4" y="2"/>
                  </a:lnTo>
                  <a:lnTo>
                    <a:pt x="13" y="0"/>
                  </a:lnTo>
                  <a:lnTo>
                    <a:pt x="124" y="0"/>
                  </a:lnTo>
                  <a:lnTo>
                    <a:pt x="133" y="2"/>
                  </a:lnTo>
                  <a:lnTo>
                    <a:pt x="136" y="9"/>
                  </a:lnTo>
                  <a:lnTo>
                    <a:pt x="136" y="40"/>
                  </a:lnTo>
                  <a:lnTo>
                    <a:pt x="133" y="49"/>
                  </a:lnTo>
                  <a:lnTo>
                    <a:pt x="124" y="53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125">
              <a:extLst>
                <a:ext uri="{FF2B5EF4-FFF2-40B4-BE49-F238E27FC236}">
                  <a16:creationId xmlns:a16="http://schemas.microsoft.com/office/drawing/2014/main" id="{A4867405-0F50-F4BF-5F2F-A5085A932AC4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" y="1453"/>
              <a:ext cx="28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5" y="52"/>
                  </a:moveTo>
                  <a:lnTo>
                    <a:pt x="15" y="52"/>
                  </a:lnTo>
                  <a:lnTo>
                    <a:pt x="4" y="48"/>
                  </a:lnTo>
                  <a:lnTo>
                    <a:pt x="0" y="40"/>
                  </a:lnTo>
                  <a:lnTo>
                    <a:pt x="0" y="11"/>
                  </a:lnTo>
                  <a:lnTo>
                    <a:pt x="4" y="3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3"/>
                  </a:lnTo>
                  <a:lnTo>
                    <a:pt x="137" y="11"/>
                  </a:lnTo>
                  <a:lnTo>
                    <a:pt x="137" y="40"/>
                  </a:lnTo>
                  <a:lnTo>
                    <a:pt x="134" y="48"/>
                  </a:lnTo>
                  <a:lnTo>
                    <a:pt x="125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126">
              <a:extLst>
                <a:ext uri="{FF2B5EF4-FFF2-40B4-BE49-F238E27FC236}">
                  <a16:creationId xmlns:a16="http://schemas.microsoft.com/office/drawing/2014/main" id="{356518A1-F850-13FE-7787-D305740FE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" y="1471"/>
              <a:ext cx="28" cy="10"/>
            </a:xfrm>
            <a:custGeom>
              <a:avLst/>
              <a:gdLst>
                <a:gd name="T0" fmla="*/ 0 w 137"/>
                <a:gd name="T1" fmla="*/ 0 h 51"/>
                <a:gd name="T2" fmla="*/ 0 w 137"/>
                <a:gd name="T3" fmla="*/ 0 h 51"/>
                <a:gd name="T4" fmla="*/ 0 w 137"/>
                <a:gd name="T5" fmla="*/ 0 h 51"/>
                <a:gd name="T6" fmla="*/ 0 w 137"/>
                <a:gd name="T7" fmla="*/ 0 h 51"/>
                <a:gd name="T8" fmla="*/ 0 w 137"/>
                <a:gd name="T9" fmla="*/ 0 h 51"/>
                <a:gd name="T10" fmla="*/ 0 w 137"/>
                <a:gd name="T11" fmla="*/ 0 h 51"/>
                <a:gd name="T12" fmla="*/ 0 w 137"/>
                <a:gd name="T13" fmla="*/ 0 h 51"/>
                <a:gd name="T14" fmla="*/ 0 w 137"/>
                <a:gd name="T15" fmla="*/ 0 h 51"/>
                <a:gd name="T16" fmla="*/ 0 w 137"/>
                <a:gd name="T17" fmla="*/ 0 h 51"/>
                <a:gd name="T18" fmla="*/ 0 w 137"/>
                <a:gd name="T19" fmla="*/ 0 h 51"/>
                <a:gd name="T20" fmla="*/ 0 w 137"/>
                <a:gd name="T21" fmla="*/ 0 h 51"/>
                <a:gd name="T22" fmla="*/ 0 w 137"/>
                <a:gd name="T23" fmla="*/ 0 h 51"/>
                <a:gd name="T24" fmla="*/ 0 w 137"/>
                <a:gd name="T25" fmla="*/ 0 h 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1"/>
                <a:gd name="T41" fmla="*/ 137 w 137"/>
                <a:gd name="T42" fmla="*/ 51 h 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1">
                  <a:moveTo>
                    <a:pt x="124" y="51"/>
                  </a:moveTo>
                  <a:lnTo>
                    <a:pt x="12" y="51"/>
                  </a:lnTo>
                  <a:lnTo>
                    <a:pt x="4" y="47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4" y="3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3" y="3"/>
                  </a:lnTo>
                  <a:lnTo>
                    <a:pt x="137" y="10"/>
                  </a:lnTo>
                  <a:lnTo>
                    <a:pt x="137" y="41"/>
                  </a:lnTo>
                  <a:lnTo>
                    <a:pt x="133" y="47"/>
                  </a:lnTo>
                  <a:lnTo>
                    <a:pt x="124" y="51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127">
              <a:extLst>
                <a:ext uri="{FF2B5EF4-FFF2-40B4-BE49-F238E27FC236}">
                  <a16:creationId xmlns:a16="http://schemas.microsoft.com/office/drawing/2014/main" id="{E3BEB4E3-4EBA-5560-6846-0118DEF9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3" y="1456"/>
              <a:ext cx="28" cy="11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4" y="52"/>
                  </a:moveTo>
                  <a:lnTo>
                    <a:pt x="14" y="52"/>
                  </a:lnTo>
                  <a:lnTo>
                    <a:pt x="2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2" y="3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3" y="3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3" y="48"/>
                  </a:lnTo>
                  <a:lnTo>
                    <a:pt x="124" y="52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7" name="Freeform 128">
              <a:extLst>
                <a:ext uri="{FF2B5EF4-FFF2-40B4-BE49-F238E27FC236}">
                  <a16:creationId xmlns:a16="http://schemas.microsoft.com/office/drawing/2014/main" id="{0EF7EC89-DD94-790C-D13A-C2C53ED70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2" y="1482"/>
              <a:ext cx="28" cy="11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4" y="52"/>
                  </a:moveTo>
                  <a:lnTo>
                    <a:pt x="14" y="52"/>
                  </a:lnTo>
                  <a:lnTo>
                    <a:pt x="4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3" y="3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3" y="48"/>
                  </a:lnTo>
                  <a:lnTo>
                    <a:pt x="124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129">
              <a:extLst>
                <a:ext uri="{FF2B5EF4-FFF2-40B4-BE49-F238E27FC236}">
                  <a16:creationId xmlns:a16="http://schemas.microsoft.com/office/drawing/2014/main" id="{8344F3AE-789D-8DED-F8E3-E89658C2A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" y="1418"/>
              <a:ext cx="27" cy="11"/>
            </a:xfrm>
            <a:custGeom>
              <a:avLst/>
              <a:gdLst>
                <a:gd name="T0" fmla="*/ 0 w 136"/>
                <a:gd name="T1" fmla="*/ 0 h 52"/>
                <a:gd name="T2" fmla="*/ 0 w 136"/>
                <a:gd name="T3" fmla="*/ 0 h 52"/>
                <a:gd name="T4" fmla="*/ 0 w 136"/>
                <a:gd name="T5" fmla="*/ 0 h 52"/>
                <a:gd name="T6" fmla="*/ 0 w 136"/>
                <a:gd name="T7" fmla="*/ 0 h 52"/>
                <a:gd name="T8" fmla="*/ 0 w 136"/>
                <a:gd name="T9" fmla="*/ 0 h 52"/>
                <a:gd name="T10" fmla="*/ 0 w 136"/>
                <a:gd name="T11" fmla="*/ 0 h 52"/>
                <a:gd name="T12" fmla="*/ 0 w 136"/>
                <a:gd name="T13" fmla="*/ 0 h 52"/>
                <a:gd name="T14" fmla="*/ 0 w 136"/>
                <a:gd name="T15" fmla="*/ 0 h 52"/>
                <a:gd name="T16" fmla="*/ 0 w 136"/>
                <a:gd name="T17" fmla="*/ 0 h 52"/>
                <a:gd name="T18" fmla="*/ 0 w 136"/>
                <a:gd name="T19" fmla="*/ 0 h 52"/>
                <a:gd name="T20" fmla="*/ 0 w 136"/>
                <a:gd name="T21" fmla="*/ 0 h 52"/>
                <a:gd name="T22" fmla="*/ 0 w 136"/>
                <a:gd name="T23" fmla="*/ 0 h 52"/>
                <a:gd name="T24" fmla="*/ 0 w 136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2"/>
                <a:gd name="T41" fmla="*/ 136 w 136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2">
                  <a:moveTo>
                    <a:pt x="124" y="52"/>
                  </a:moveTo>
                  <a:lnTo>
                    <a:pt x="15" y="52"/>
                  </a:lnTo>
                  <a:lnTo>
                    <a:pt x="4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4" y="3"/>
                  </a:lnTo>
                  <a:lnTo>
                    <a:pt x="15" y="0"/>
                  </a:lnTo>
                  <a:lnTo>
                    <a:pt x="124" y="0"/>
                  </a:lnTo>
                  <a:lnTo>
                    <a:pt x="132" y="3"/>
                  </a:lnTo>
                  <a:lnTo>
                    <a:pt x="136" y="12"/>
                  </a:lnTo>
                  <a:lnTo>
                    <a:pt x="136" y="41"/>
                  </a:lnTo>
                  <a:lnTo>
                    <a:pt x="132" y="49"/>
                  </a:lnTo>
                  <a:lnTo>
                    <a:pt x="124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130">
              <a:extLst>
                <a:ext uri="{FF2B5EF4-FFF2-40B4-BE49-F238E27FC236}">
                  <a16:creationId xmlns:a16="http://schemas.microsoft.com/office/drawing/2014/main" id="{CF03CDAC-91AB-7E51-7E12-7C00A7EBC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" y="1492"/>
              <a:ext cx="27" cy="10"/>
            </a:xfrm>
            <a:custGeom>
              <a:avLst/>
              <a:gdLst>
                <a:gd name="T0" fmla="*/ 0 w 134"/>
                <a:gd name="T1" fmla="*/ 0 h 53"/>
                <a:gd name="T2" fmla="*/ 0 w 134"/>
                <a:gd name="T3" fmla="*/ 0 h 53"/>
                <a:gd name="T4" fmla="*/ 0 w 134"/>
                <a:gd name="T5" fmla="*/ 0 h 53"/>
                <a:gd name="T6" fmla="*/ 0 w 134"/>
                <a:gd name="T7" fmla="*/ 0 h 53"/>
                <a:gd name="T8" fmla="*/ 0 w 134"/>
                <a:gd name="T9" fmla="*/ 0 h 53"/>
                <a:gd name="T10" fmla="*/ 0 w 134"/>
                <a:gd name="T11" fmla="*/ 0 h 53"/>
                <a:gd name="T12" fmla="*/ 0 w 134"/>
                <a:gd name="T13" fmla="*/ 0 h 53"/>
                <a:gd name="T14" fmla="*/ 0 w 134"/>
                <a:gd name="T15" fmla="*/ 0 h 53"/>
                <a:gd name="T16" fmla="*/ 0 w 134"/>
                <a:gd name="T17" fmla="*/ 0 h 53"/>
                <a:gd name="T18" fmla="*/ 0 w 134"/>
                <a:gd name="T19" fmla="*/ 0 h 53"/>
                <a:gd name="T20" fmla="*/ 0 w 134"/>
                <a:gd name="T21" fmla="*/ 0 h 53"/>
                <a:gd name="T22" fmla="*/ 0 w 134"/>
                <a:gd name="T23" fmla="*/ 0 h 53"/>
                <a:gd name="T24" fmla="*/ 0 w 134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4"/>
                <a:gd name="T40" fmla="*/ 0 h 53"/>
                <a:gd name="T41" fmla="*/ 134 w 134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4" h="53">
                  <a:moveTo>
                    <a:pt x="122" y="53"/>
                  </a:moveTo>
                  <a:lnTo>
                    <a:pt x="13" y="53"/>
                  </a:lnTo>
                  <a:lnTo>
                    <a:pt x="4" y="50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4" y="2"/>
                  </a:lnTo>
                  <a:lnTo>
                    <a:pt x="13" y="0"/>
                  </a:lnTo>
                  <a:lnTo>
                    <a:pt x="122" y="0"/>
                  </a:lnTo>
                  <a:lnTo>
                    <a:pt x="131" y="2"/>
                  </a:lnTo>
                  <a:lnTo>
                    <a:pt x="134" y="12"/>
                  </a:lnTo>
                  <a:lnTo>
                    <a:pt x="134" y="41"/>
                  </a:lnTo>
                  <a:lnTo>
                    <a:pt x="131" y="50"/>
                  </a:lnTo>
                  <a:lnTo>
                    <a:pt x="122" y="53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Freeform 131">
              <a:extLst>
                <a:ext uri="{FF2B5EF4-FFF2-40B4-BE49-F238E27FC236}">
                  <a16:creationId xmlns:a16="http://schemas.microsoft.com/office/drawing/2014/main" id="{3821BB5A-DEA5-B608-BB87-4D1C2BB0B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" y="1510"/>
              <a:ext cx="27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23" y="52"/>
                  </a:moveTo>
                  <a:lnTo>
                    <a:pt x="13" y="52"/>
                  </a:lnTo>
                  <a:lnTo>
                    <a:pt x="3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3" y="4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3" y="4"/>
                  </a:lnTo>
                  <a:lnTo>
                    <a:pt x="138" y="12"/>
                  </a:lnTo>
                  <a:lnTo>
                    <a:pt x="138" y="41"/>
                  </a:lnTo>
                  <a:lnTo>
                    <a:pt x="133" y="49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Freeform 132">
              <a:extLst>
                <a:ext uri="{FF2B5EF4-FFF2-40B4-BE49-F238E27FC236}">
                  <a16:creationId xmlns:a16="http://schemas.microsoft.com/office/drawing/2014/main" id="{EFC5BD88-FC37-7108-7C7F-7D661E354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" y="1495"/>
              <a:ext cx="28" cy="11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5" y="52"/>
                  </a:moveTo>
                  <a:lnTo>
                    <a:pt x="15" y="52"/>
                  </a:lnTo>
                  <a:lnTo>
                    <a:pt x="4" y="49"/>
                  </a:lnTo>
                  <a:lnTo>
                    <a:pt x="0" y="42"/>
                  </a:lnTo>
                  <a:lnTo>
                    <a:pt x="0" y="10"/>
                  </a:lnTo>
                  <a:lnTo>
                    <a:pt x="4" y="3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3"/>
                  </a:lnTo>
                  <a:lnTo>
                    <a:pt x="137" y="10"/>
                  </a:lnTo>
                  <a:lnTo>
                    <a:pt x="137" y="42"/>
                  </a:lnTo>
                  <a:lnTo>
                    <a:pt x="134" y="49"/>
                  </a:lnTo>
                  <a:lnTo>
                    <a:pt x="125" y="52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133">
              <a:extLst>
                <a:ext uri="{FF2B5EF4-FFF2-40B4-BE49-F238E27FC236}">
                  <a16:creationId xmlns:a16="http://schemas.microsoft.com/office/drawing/2014/main" id="{B9A6D15B-F51D-03EF-4983-5809AF08E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" y="1521"/>
              <a:ext cx="27" cy="11"/>
            </a:xfrm>
            <a:custGeom>
              <a:avLst/>
              <a:gdLst>
                <a:gd name="T0" fmla="*/ 0 w 136"/>
                <a:gd name="T1" fmla="*/ 0 h 52"/>
                <a:gd name="T2" fmla="*/ 0 w 136"/>
                <a:gd name="T3" fmla="*/ 0 h 52"/>
                <a:gd name="T4" fmla="*/ 0 w 136"/>
                <a:gd name="T5" fmla="*/ 0 h 52"/>
                <a:gd name="T6" fmla="*/ 0 w 136"/>
                <a:gd name="T7" fmla="*/ 0 h 52"/>
                <a:gd name="T8" fmla="*/ 0 w 136"/>
                <a:gd name="T9" fmla="*/ 0 h 52"/>
                <a:gd name="T10" fmla="*/ 0 w 136"/>
                <a:gd name="T11" fmla="*/ 0 h 52"/>
                <a:gd name="T12" fmla="*/ 0 w 136"/>
                <a:gd name="T13" fmla="*/ 0 h 52"/>
                <a:gd name="T14" fmla="*/ 0 w 136"/>
                <a:gd name="T15" fmla="*/ 0 h 52"/>
                <a:gd name="T16" fmla="*/ 0 w 136"/>
                <a:gd name="T17" fmla="*/ 0 h 52"/>
                <a:gd name="T18" fmla="*/ 0 w 136"/>
                <a:gd name="T19" fmla="*/ 0 h 52"/>
                <a:gd name="T20" fmla="*/ 0 w 136"/>
                <a:gd name="T21" fmla="*/ 0 h 52"/>
                <a:gd name="T22" fmla="*/ 0 w 136"/>
                <a:gd name="T23" fmla="*/ 0 h 52"/>
                <a:gd name="T24" fmla="*/ 0 w 136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2"/>
                <a:gd name="T41" fmla="*/ 136 w 136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2">
                  <a:moveTo>
                    <a:pt x="123" y="52"/>
                  </a:moveTo>
                  <a:lnTo>
                    <a:pt x="12" y="52"/>
                  </a:lnTo>
                  <a:lnTo>
                    <a:pt x="2" y="49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2" y="3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1" y="3"/>
                  </a:lnTo>
                  <a:lnTo>
                    <a:pt x="136" y="11"/>
                  </a:lnTo>
                  <a:lnTo>
                    <a:pt x="136" y="41"/>
                  </a:lnTo>
                  <a:lnTo>
                    <a:pt x="131" y="49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134">
              <a:extLst>
                <a:ext uri="{FF2B5EF4-FFF2-40B4-BE49-F238E27FC236}">
                  <a16:creationId xmlns:a16="http://schemas.microsoft.com/office/drawing/2014/main" id="{1A68F171-1B2D-47A4-AF11-1AE71C30131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" y="1539"/>
              <a:ext cx="27" cy="10"/>
            </a:xfrm>
            <a:custGeom>
              <a:avLst/>
              <a:gdLst>
                <a:gd name="T0" fmla="*/ 0 w 136"/>
                <a:gd name="T1" fmla="*/ 0 h 52"/>
                <a:gd name="T2" fmla="*/ 0 w 136"/>
                <a:gd name="T3" fmla="*/ 0 h 52"/>
                <a:gd name="T4" fmla="*/ 0 w 136"/>
                <a:gd name="T5" fmla="*/ 0 h 52"/>
                <a:gd name="T6" fmla="*/ 0 w 136"/>
                <a:gd name="T7" fmla="*/ 0 h 52"/>
                <a:gd name="T8" fmla="*/ 0 w 136"/>
                <a:gd name="T9" fmla="*/ 0 h 52"/>
                <a:gd name="T10" fmla="*/ 0 w 136"/>
                <a:gd name="T11" fmla="*/ 0 h 52"/>
                <a:gd name="T12" fmla="*/ 0 w 136"/>
                <a:gd name="T13" fmla="*/ 0 h 52"/>
                <a:gd name="T14" fmla="*/ 0 w 136"/>
                <a:gd name="T15" fmla="*/ 0 h 52"/>
                <a:gd name="T16" fmla="*/ 0 w 136"/>
                <a:gd name="T17" fmla="*/ 0 h 52"/>
                <a:gd name="T18" fmla="*/ 0 w 136"/>
                <a:gd name="T19" fmla="*/ 0 h 52"/>
                <a:gd name="T20" fmla="*/ 0 w 136"/>
                <a:gd name="T21" fmla="*/ 0 h 52"/>
                <a:gd name="T22" fmla="*/ 0 w 136"/>
                <a:gd name="T23" fmla="*/ 0 h 52"/>
                <a:gd name="T24" fmla="*/ 0 w 136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2"/>
                <a:gd name="T41" fmla="*/ 136 w 136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2">
                  <a:moveTo>
                    <a:pt x="121" y="52"/>
                  </a:moveTo>
                  <a:lnTo>
                    <a:pt x="12" y="52"/>
                  </a:lnTo>
                  <a:lnTo>
                    <a:pt x="2" y="49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2" y="3"/>
                  </a:lnTo>
                  <a:lnTo>
                    <a:pt x="12" y="0"/>
                  </a:lnTo>
                  <a:lnTo>
                    <a:pt x="121" y="0"/>
                  </a:lnTo>
                  <a:lnTo>
                    <a:pt x="131" y="3"/>
                  </a:lnTo>
                  <a:lnTo>
                    <a:pt x="136" y="10"/>
                  </a:lnTo>
                  <a:lnTo>
                    <a:pt x="136" y="41"/>
                  </a:lnTo>
                  <a:lnTo>
                    <a:pt x="131" y="49"/>
                  </a:lnTo>
                  <a:lnTo>
                    <a:pt x="121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135">
              <a:extLst>
                <a:ext uri="{FF2B5EF4-FFF2-40B4-BE49-F238E27FC236}">
                  <a16:creationId xmlns:a16="http://schemas.microsoft.com/office/drawing/2014/main" id="{F97223CA-6005-11FA-190F-8809483AD4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" y="1550"/>
              <a:ext cx="26" cy="10"/>
            </a:xfrm>
            <a:custGeom>
              <a:avLst/>
              <a:gdLst>
                <a:gd name="T0" fmla="*/ 0 w 134"/>
                <a:gd name="T1" fmla="*/ 0 h 52"/>
                <a:gd name="T2" fmla="*/ 0 w 134"/>
                <a:gd name="T3" fmla="*/ 0 h 52"/>
                <a:gd name="T4" fmla="*/ 0 w 134"/>
                <a:gd name="T5" fmla="*/ 0 h 52"/>
                <a:gd name="T6" fmla="*/ 0 w 134"/>
                <a:gd name="T7" fmla="*/ 0 h 52"/>
                <a:gd name="T8" fmla="*/ 0 w 134"/>
                <a:gd name="T9" fmla="*/ 0 h 52"/>
                <a:gd name="T10" fmla="*/ 0 w 134"/>
                <a:gd name="T11" fmla="*/ 0 h 52"/>
                <a:gd name="T12" fmla="*/ 0 w 134"/>
                <a:gd name="T13" fmla="*/ 0 h 52"/>
                <a:gd name="T14" fmla="*/ 0 w 134"/>
                <a:gd name="T15" fmla="*/ 0 h 52"/>
                <a:gd name="T16" fmla="*/ 0 w 134"/>
                <a:gd name="T17" fmla="*/ 0 h 52"/>
                <a:gd name="T18" fmla="*/ 0 w 134"/>
                <a:gd name="T19" fmla="*/ 0 h 52"/>
                <a:gd name="T20" fmla="*/ 0 w 134"/>
                <a:gd name="T21" fmla="*/ 0 h 52"/>
                <a:gd name="T22" fmla="*/ 0 w 134"/>
                <a:gd name="T23" fmla="*/ 0 h 52"/>
                <a:gd name="T24" fmla="*/ 0 w 134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4"/>
                <a:gd name="T40" fmla="*/ 0 h 52"/>
                <a:gd name="T41" fmla="*/ 134 w 134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4" h="52">
                  <a:moveTo>
                    <a:pt x="121" y="52"/>
                  </a:moveTo>
                  <a:lnTo>
                    <a:pt x="12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3"/>
                  </a:lnTo>
                  <a:lnTo>
                    <a:pt x="12" y="0"/>
                  </a:lnTo>
                  <a:lnTo>
                    <a:pt x="121" y="0"/>
                  </a:lnTo>
                  <a:lnTo>
                    <a:pt x="129" y="3"/>
                  </a:lnTo>
                  <a:lnTo>
                    <a:pt x="134" y="11"/>
                  </a:lnTo>
                  <a:lnTo>
                    <a:pt x="134" y="41"/>
                  </a:lnTo>
                  <a:lnTo>
                    <a:pt x="129" y="48"/>
                  </a:lnTo>
                  <a:lnTo>
                    <a:pt x="121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Freeform 136">
              <a:extLst>
                <a:ext uri="{FF2B5EF4-FFF2-40B4-BE49-F238E27FC236}">
                  <a16:creationId xmlns:a16="http://schemas.microsoft.com/office/drawing/2014/main" id="{088C4012-7A83-B29E-0416-CA27E94B8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" y="1587"/>
              <a:ext cx="28" cy="11"/>
            </a:xfrm>
            <a:custGeom>
              <a:avLst/>
              <a:gdLst>
                <a:gd name="T0" fmla="*/ 0 w 136"/>
                <a:gd name="T1" fmla="*/ 0 h 52"/>
                <a:gd name="T2" fmla="*/ 0 w 136"/>
                <a:gd name="T3" fmla="*/ 0 h 52"/>
                <a:gd name="T4" fmla="*/ 0 w 136"/>
                <a:gd name="T5" fmla="*/ 0 h 52"/>
                <a:gd name="T6" fmla="*/ 0 w 136"/>
                <a:gd name="T7" fmla="*/ 0 h 52"/>
                <a:gd name="T8" fmla="*/ 0 w 136"/>
                <a:gd name="T9" fmla="*/ 0 h 52"/>
                <a:gd name="T10" fmla="*/ 0 w 136"/>
                <a:gd name="T11" fmla="*/ 0 h 52"/>
                <a:gd name="T12" fmla="*/ 0 w 136"/>
                <a:gd name="T13" fmla="*/ 0 h 52"/>
                <a:gd name="T14" fmla="*/ 0 w 136"/>
                <a:gd name="T15" fmla="*/ 0 h 52"/>
                <a:gd name="T16" fmla="*/ 0 w 136"/>
                <a:gd name="T17" fmla="*/ 0 h 52"/>
                <a:gd name="T18" fmla="*/ 0 w 136"/>
                <a:gd name="T19" fmla="*/ 0 h 52"/>
                <a:gd name="T20" fmla="*/ 0 w 136"/>
                <a:gd name="T21" fmla="*/ 0 h 52"/>
                <a:gd name="T22" fmla="*/ 0 w 136"/>
                <a:gd name="T23" fmla="*/ 0 h 52"/>
                <a:gd name="T24" fmla="*/ 0 w 136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2"/>
                <a:gd name="T41" fmla="*/ 136 w 136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2">
                  <a:moveTo>
                    <a:pt x="123" y="52"/>
                  </a:moveTo>
                  <a:lnTo>
                    <a:pt x="12" y="52"/>
                  </a:lnTo>
                  <a:lnTo>
                    <a:pt x="2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2" y="3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1" y="3"/>
                  </a:lnTo>
                  <a:lnTo>
                    <a:pt x="136" y="11"/>
                  </a:lnTo>
                  <a:lnTo>
                    <a:pt x="136" y="41"/>
                  </a:lnTo>
                  <a:lnTo>
                    <a:pt x="131" y="48"/>
                  </a:lnTo>
                  <a:lnTo>
                    <a:pt x="123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Freeform 137">
              <a:extLst>
                <a:ext uri="{FF2B5EF4-FFF2-40B4-BE49-F238E27FC236}">
                  <a16:creationId xmlns:a16="http://schemas.microsoft.com/office/drawing/2014/main" id="{4DE8B4CB-3566-1783-F892-4FC2E9694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" y="1601"/>
              <a:ext cx="27" cy="10"/>
            </a:xfrm>
            <a:custGeom>
              <a:avLst/>
              <a:gdLst>
                <a:gd name="T0" fmla="*/ 0 w 135"/>
                <a:gd name="T1" fmla="*/ 0 h 50"/>
                <a:gd name="T2" fmla="*/ 0 w 135"/>
                <a:gd name="T3" fmla="*/ 0 h 50"/>
                <a:gd name="T4" fmla="*/ 0 w 135"/>
                <a:gd name="T5" fmla="*/ 0 h 50"/>
                <a:gd name="T6" fmla="*/ 0 w 135"/>
                <a:gd name="T7" fmla="*/ 0 h 50"/>
                <a:gd name="T8" fmla="*/ 0 w 135"/>
                <a:gd name="T9" fmla="*/ 0 h 50"/>
                <a:gd name="T10" fmla="*/ 0 w 135"/>
                <a:gd name="T11" fmla="*/ 0 h 50"/>
                <a:gd name="T12" fmla="*/ 0 w 135"/>
                <a:gd name="T13" fmla="*/ 0 h 50"/>
                <a:gd name="T14" fmla="*/ 0 w 135"/>
                <a:gd name="T15" fmla="*/ 0 h 50"/>
                <a:gd name="T16" fmla="*/ 0 w 135"/>
                <a:gd name="T17" fmla="*/ 0 h 50"/>
                <a:gd name="T18" fmla="*/ 0 w 135"/>
                <a:gd name="T19" fmla="*/ 0 h 50"/>
                <a:gd name="T20" fmla="*/ 0 w 135"/>
                <a:gd name="T21" fmla="*/ 0 h 50"/>
                <a:gd name="T22" fmla="*/ 0 w 135"/>
                <a:gd name="T23" fmla="*/ 0 h 50"/>
                <a:gd name="T24" fmla="*/ 0 w 135"/>
                <a:gd name="T25" fmla="*/ 0 h 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0"/>
                <a:gd name="T41" fmla="*/ 135 w 135"/>
                <a:gd name="T42" fmla="*/ 50 h 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0">
                  <a:moveTo>
                    <a:pt x="122" y="50"/>
                  </a:moveTo>
                  <a:lnTo>
                    <a:pt x="12" y="50"/>
                  </a:lnTo>
                  <a:lnTo>
                    <a:pt x="2" y="47"/>
                  </a:lnTo>
                  <a:lnTo>
                    <a:pt x="0" y="40"/>
                  </a:lnTo>
                  <a:lnTo>
                    <a:pt x="0" y="10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1" y="1"/>
                  </a:lnTo>
                  <a:lnTo>
                    <a:pt x="135" y="10"/>
                  </a:lnTo>
                  <a:lnTo>
                    <a:pt x="135" y="40"/>
                  </a:lnTo>
                  <a:lnTo>
                    <a:pt x="131" y="47"/>
                  </a:lnTo>
                  <a:lnTo>
                    <a:pt x="122" y="5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Freeform 138">
              <a:extLst>
                <a:ext uri="{FF2B5EF4-FFF2-40B4-BE49-F238E27FC236}">
                  <a16:creationId xmlns:a16="http://schemas.microsoft.com/office/drawing/2014/main" id="{D9756C19-55B0-2C68-364F-A44C512D0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" y="1541"/>
              <a:ext cx="27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2" y="52"/>
                  </a:moveTo>
                  <a:lnTo>
                    <a:pt x="12" y="52"/>
                  </a:lnTo>
                  <a:lnTo>
                    <a:pt x="2" y="48"/>
                  </a:lnTo>
                  <a:lnTo>
                    <a:pt x="0" y="42"/>
                  </a:lnTo>
                  <a:lnTo>
                    <a:pt x="0" y="11"/>
                  </a:lnTo>
                  <a:lnTo>
                    <a:pt x="2" y="3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2" y="3"/>
                  </a:lnTo>
                  <a:lnTo>
                    <a:pt x="137" y="11"/>
                  </a:lnTo>
                  <a:lnTo>
                    <a:pt x="137" y="42"/>
                  </a:lnTo>
                  <a:lnTo>
                    <a:pt x="132" y="48"/>
                  </a:lnTo>
                  <a:lnTo>
                    <a:pt x="122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139">
              <a:extLst>
                <a:ext uri="{FF2B5EF4-FFF2-40B4-BE49-F238E27FC236}">
                  <a16:creationId xmlns:a16="http://schemas.microsoft.com/office/drawing/2014/main" id="{02DB450E-1D09-2681-B836-6CEE6E43B3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1578"/>
              <a:ext cx="27" cy="10"/>
            </a:xfrm>
            <a:custGeom>
              <a:avLst/>
              <a:gdLst>
                <a:gd name="T0" fmla="*/ 0 w 135"/>
                <a:gd name="T1" fmla="*/ 0 h 52"/>
                <a:gd name="T2" fmla="*/ 0 w 135"/>
                <a:gd name="T3" fmla="*/ 0 h 52"/>
                <a:gd name="T4" fmla="*/ 0 w 135"/>
                <a:gd name="T5" fmla="*/ 0 h 52"/>
                <a:gd name="T6" fmla="*/ 0 w 135"/>
                <a:gd name="T7" fmla="*/ 0 h 52"/>
                <a:gd name="T8" fmla="*/ 0 w 135"/>
                <a:gd name="T9" fmla="*/ 0 h 52"/>
                <a:gd name="T10" fmla="*/ 0 w 135"/>
                <a:gd name="T11" fmla="*/ 0 h 52"/>
                <a:gd name="T12" fmla="*/ 0 w 135"/>
                <a:gd name="T13" fmla="*/ 0 h 52"/>
                <a:gd name="T14" fmla="*/ 0 w 135"/>
                <a:gd name="T15" fmla="*/ 0 h 52"/>
                <a:gd name="T16" fmla="*/ 0 w 135"/>
                <a:gd name="T17" fmla="*/ 0 h 52"/>
                <a:gd name="T18" fmla="*/ 0 w 135"/>
                <a:gd name="T19" fmla="*/ 0 h 52"/>
                <a:gd name="T20" fmla="*/ 0 w 135"/>
                <a:gd name="T21" fmla="*/ 0 h 52"/>
                <a:gd name="T22" fmla="*/ 0 w 135"/>
                <a:gd name="T23" fmla="*/ 0 h 52"/>
                <a:gd name="T24" fmla="*/ 0 w 135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2"/>
                <a:gd name="T41" fmla="*/ 135 w 135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2">
                  <a:moveTo>
                    <a:pt x="122" y="52"/>
                  </a:moveTo>
                  <a:lnTo>
                    <a:pt x="13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2"/>
                  </a:lnTo>
                  <a:lnTo>
                    <a:pt x="13" y="0"/>
                  </a:lnTo>
                  <a:lnTo>
                    <a:pt x="122" y="0"/>
                  </a:lnTo>
                  <a:lnTo>
                    <a:pt x="131" y="2"/>
                  </a:lnTo>
                  <a:lnTo>
                    <a:pt x="135" y="11"/>
                  </a:lnTo>
                  <a:lnTo>
                    <a:pt x="135" y="41"/>
                  </a:lnTo>
                  <a:lnTo>
                    <a:pt x="131" y="48"/>
                  </a:lnTo>
                  <a:lnTo>
                    <a:pt x="122" y="52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140">
              <a:extLst>
                <a:ext uri="{FF2B5EF4-FFF2-40B4-BE49-F238E27FC236}">
                  <a16:creationId xmlns:a16="http://schemas.microsoft.com/office/drawing/2014/main" id="{F12966F9-E28B-13D1-A694-B8FB6EF5F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" y="1572"/>
              <a:ext cx="27" cy="10"/>
            </a:xfrm>
            <a:custGeom>
              <a:avLst/>
              <a:gdLst>
                <a:gd name="T0" fmla="*/ 0 w 137"/>
                <a:gd name="T1" fmla="*/ 0 h 51"/>
                <a:gd name="T2" fmla="*/ 0 w 137"/>
                <a:gd name="T3" fmla="*/ 0 h 51"/>
                <a:gd name="T4" fmla="*/ 0 w 137"/>
                <a:gd name="T5" fmla="*/ 0 h 51"/>
                <a:gd name="T6" fmla="*/ 0 w 137"/>
                <a:gd name="T7" fmla="*/ 0 h 51"/>
                <a:gd name="T8" fmla="*/ 0 w 137"/>
                <a:gd name="T9" fmla="*/ 0 h 51"/>
                <a:gd name="T10" fmla="*/ 0 w 137"/>
                <a:gd name="T11" fmla="*/ 0 h 51"/>
                <a:gd name="T12" fmla="*/ 0 w 137"/>
                <a:gd name="T13" fmla="*/ 0 h 51"/>
                <a:gd name="T14" fmla="*/ 0 w 137"/>
                <a:gd name="T15" fmla="*/ 0 h 51"/>
                <a:gd name="T16" fmla="*/ 0 w 137"/>
                <a:gd name="T17" fmla="*/ 0 h 51"/>
                <a:gd name="T18" fmla="*/ 0 w 137"/>
                <a:gd name="T19" fmla="*/ 0 h 51"/>
                <a:gd name="T20" fmla="*/ 0 w 137"/>
                <a:gd name="T21" fmla="*/ 0 h 51"/>
                <a:gd name="T22" fmla="*/ 0 w 137"/>
                <a:gd name="T23" fmla="*/ 0 h 51"/>
                <a:gd name="T24" fmla="*/ 0 w 137"/>
                <a:gd name="T25" fmla="*/ 0 h 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1"/>
                <a:gd name="T41" fmla="*/ 137 w 137"/>
                <a:gd name="T42" fmla="*/ 51 h 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1">
                  <a:moveTo>
                    <a:pt x="125" y="51"/>
                  </a:moveTo>
                  <a:lnTo>
                    <a:pt x="15" y="51"/>
                  </a:lnTo>
                  <a:lnTo>
                    <a:pt x="4" y="47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4" y="3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3"/>
                  </a:lnTo>
                  <a:lnTo>
                    <a:pt x="137" y="10"/>
                  </a:lnTo>
                  <a:lnTo>
                    <a:pt x="137" y="41"/>
                  </a:lnTo>
                  <a:lnTo>
                    <a:pt x="134" y="47"/>
                  </a:lnTo>
                  <a:lnTo>
                    <a:pt x="125" y="5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141">
              <a:extLst>
                <a:ext uri="{FF2B5EF4-FFF2-40B4-BE49-F238E27FC236}">
                  <a16:creationId xmlns:a16="http://schemas.microsoft.com/office/drawing/2014/main" id="{3EDEBC7E-6088-8AD9-7937-F73366F47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7" y="1359"/>
              <a:ext cx="21" cy="65"/>
            </a:xfrm>
            <a:custGeom>
              <a:avLst/>
              <a:gdLst>
                <a:gd name="T0" fmla="*/ 0 w 105"/>
                <a:gd name="T1" fmla="*/ 0 h 327"/>
                <a:gd name="T2" fmla="*/ 0 w 105"/>
                <a:gd name="T3" fmla="*/ 0 h 327"/>
                <a:gd name="T4" fmla="*/ 0 w 105"/>
                <a:gd name="T5" fmla="*/ 0 h 327"/>
                <a:gd name="T6" fmla="*/ 0 w 105"/>
                <a:gd name="T7" fmla="*/ 0 h 327"/>
                <a:gd name="T8" fmla="*/ 0 w 105"/>
                <a:gd name="T9" fmla="*/ 0 h 327"/>
                <a:gd name="T10" fmla="*/ 0 w 105"/>
                <a:gd name="T11" fmla="*/ 0 h 327"/>
                <a:gd name="T12" fmla="*/ 0 w 105"/>
                <a:gd name="T13" fmla="*/ 0 h 327"/>
                <a:gd name="T14" fmla="*/ 0 w 105"/>
                <a:gd name="T15" fmla="*/ 0 h 327"/>
                <a:gd name="T16" fmla="*/ 0 w 105"/>
                <a:gd name="T17" fmla="*/ 0 h 327"/>
                <a:gd name="T18" fmla="*/ 0 w 105"/>
                <a:gd name="T19" fmla="*/ 0 h 327"/>
                <a:gd name="T20" fmla="*/ 0 w 105"/>
                <a:gd name="T21" fmla="*/ 0 h 327"/>
                <a:gd name="T22" fmla="*/ 0 w 105"/>
                <a:gd name="T23" fmla="*/ 0 h 32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5"/>
                <a:gd name="T37" fmla="*/ 0 h 327"/>
                <a:gd name="T38" fmla="*/ 105 w 105"/>
                <a:gd name="T39" fmla="*/ 327 h 32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5" h="327">
                  <a:moveTo>
                    <a:pt x="0" y="59"/>
                  </a:moveTo>
                  <a:lnTo>
                    <a:pt x="9" y="33"/>
                  </a:lnTo>
                  <a:lnTo>
                    <a:pt x="21" y="15"/>
                  </a:lnTo>
                  <a:lnTo>
                    <a:pt x="36" y="3"/>
                  </a:lnTo>
                  <a:lnTo>
                    <a:pt x="52" y="0"/>
                  </a:lnTo>
                  <a:lnTo>
                    <a:pt x="67" y="2"/>
                  </a:lnTo>
                  <a:lnTo>
                    <a:pt x="82" y="13"/>
                  </a:lnTo>
                  <a:lnTo>
                    <a:pt x="94" y="32"/>
                  </a:lnTo>
                  <a:lnTo>
                    <a:pt x="105" y="59"/>
                  </a:lnTo>
                  <a:lnTo>
                    <a:pt x="105" y="327"/>
                  </a:lnTo>
                  <a:lnTo>
                    <a:pt x="0" y="327"/>
                  </a:lnTo>
                  <a:lnTo>
                    <a:pt x="0" y="59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142">
              <a:extLst>
                <a:ext uri="{FF2B5EF4-FFF2-40B4-BE49-F238E27FC236}">
                  <a16:creationId xmlns:a16="http://schemas.microsoft.com/office/drawing/2014/main" id="{EA86D2D4-7E89-F4FD-1095-6C1C82A72BC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8" y="1360"/>
              <a:ext cx="9" cy="64"/>
            </a:xfrm>
            <a:custGeom>
              <a:avLst/>
              <a:gdLst>
                <a:gd name="T0" fmla="*/ 0 w 45"/>
                <a:gd name="T1" fmla="*/ 0 h 321"/>
                <a:gd name="T2" fmla="*/ 0 w 45"/>
                <a:gd name="T3" fmla="*/ 0 h 321"/>
                <a:gd name="T4" fmla="*/ 0 w 45"/>
                <a:gd name="T5" fmla="*/ 0 h 321"/>
                <a:gd name="T6" fmla="*/ 0 w 45"/>
                <a:gd name="T7" fmla="*/ 0 h 321"/>
                <a:gd name="T8" fmla="*/ 0 w 45"/>
                <a:gd name="T9" fmla="*/ 0 h 321"/>
                <a:gd name="T10" fmla="*/ 0 w 45"/>
                <a:gd name="T11" fmla="*/ 0 h 321"/>
                <a:gd name="T12" fmla="*/ 0 w 45"/>
                <a:gd name="T13" fmla="*/ 0 h 321"/>
                <a:gd name="T14" fmla="*/ 0 w 45"/>
                <a:gd name="T15" fmla="*/ 0 h 321"/>
                <a:gd name="T16" fmla="*/ 0 w 45"/>
                <a:gd name="T17" fmla="*/ 0 h 321"/>
                <a:gd name="T18" fmla="*/ 0 w 45"/>
                <a:gd name="T19" fmla="*/ 0 h 321"/>
                <a:gd name="T20" fmla="*/ 0 w 45"/>
                <a:gd name="T21" fmla="*/ 0 h 3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5"/>
                <a:gd name="T34" fmla="*/ 0 h 321"/>
                <a:gd name="T35" fmla="*/ 45 w 45"/>
                <a:gd name="T36" fmla="*/ 321 h 321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5" h="321">
                  <a:moveTo>
                    <a:pt x="45" y="59"/>
                  </a:moveTo>
                  <a:lnTo>
                    <a:pt x="45" y="321"/>
                  </a:lnTo>
                  <a:lnTo>
                    <a:pt x="17" y="49"/>
                  </a:lnTo>
                  <a:lnTo>
                    <a:pt x="4" y="18"/>
                  </a:lnTo>
                  <a:lnTo>
                    <a:pt x="0" y="3"/>
                  </a:lnTo>
                  <a:lnTo>
                    <a:pt x="3" y="0"/>
                  </a:lnTo>
                  <a:lnTo>
                    <a:pt x="10" y="7"/>
                  </a:lnTo>
                  <a:lnTo>
                    <a:pt x="20" y="18"/>
                  </a:lnTo>
                  <a:lnTo>
                    <a:pt x="30" y="33"/>
                  </a:lnTo>
                  <a:lnTo>
                    <a:pt x="38" y="46"/>
                  </a:lnTo>
                  <a:lnTo>
                    <a:pt x="45" y="59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143">
              <a:extLst>
                <a:ext uri="{FF2B5EF4-FFF2-40B4-BE49-F238E27FC236}">
                  <a16:creationId xmlns:a16="http://schemas.microsoft.com/office/drawing/2014/main" id="{D369E05D-92AB-7D6A-F495-64C85E74974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6" y="1368"/>
              <a:ext cx="21" cy="56"/>
            </a:xfrm>
            <a:custGeom>
              <a:avLst/>
              <a:gdLst>
                <a:gd name="T0" fmla="*/ 0 w 107"/>
                <a:gd name="T1" fmla="*/ 0 h 281"/>
                <a:gd name="T2" fmla="*/ 0 w 107"/>
                <a:gd name="T3" fmla="*/ 0 h 281"/>
                <a:gd name="T4" fmla="*/ 0 w 107"/>
                <a:gd name="T5" fmla="*/ 0 h 281"/>
                <a:gd name="T6" fmla="*/ 0 w 107"/>
                <a:gd name="T7" fmla="*/ 0 h 281"/>
                <a:gd name="T8" fmla="*/ 0 w 107"/>
                <a:gd name="T9" fmla="*/ 0 h 281"/>
                <a:gd name="T10" fmla="*/ 0 w 107"/>
                <a:gd name="T11" fmla="*/ 0 h 281"/>
                <a:gd name="T12" fmla="*/ 0 w 107"/>
                <a:gd name="T13" fmla="*/ 0 h 281"/>
                <a:gd name="T14" fmla="*/ 0 w 107"/>
                <a:gd name="T15" fmla="*/ 0 h 281"/>
                <a:gd name="T16" fmla="*/ 0 w 107"/>
                <a:gd name="T17" fmla="*/ 0 h 281"/>
                <a:gd name="T18" fmla="*/ 0 w 107"/>
                <a:gd name="T19" fmla="*/ 0 h 281"/>
                <a:gd name="T20" fmla="*/ 0 w 107"/>
                <a:gd name="T21" fmla="*/ 0 h 281"/>
                <a:gd name="T22" fmla="*/ 0 w 107"/>
                <a:gd name="T23" fmla="*/ 0 h 281"/>
                <a:gd name="T24" fmla="*/ 0 w 107"/>
                <a:gd name="T25" fmla="*/ 0 h 281"/>
                <a:gd name="T26" fmla="*/ 0 w 107"/>
                <a:gd name="T27" fmla="*/ 0 h 281"/>
                <a:gd name="T28" fmla="*/ 0 w 107"/>
                <a:gd name="T29" fmla="*/ 0 h 281"/>
                <a:gd name="T30" fmla="*/ 0 w 107"/>
                <a:gd name="T31" fmla="*/ 0 h 281"/>
                <a:gd name="T32" fmla="*/ 0 w 107"/>
                <a:gd name="T33" fmla="*/ 0 h 281"/>
                <a:gd name="T34" fmla="*/ 0 w 107"/>
                <a:gd name="T35" fmla="*/ 0 h 281"/>
                <a:gd name="T36" fmla="*/ 0 w 107"/>
                <a:gd name="T37" fmla="*/ 0 h 281"/>
                <a:gd name="T38" fmla="*/ 0 w 107"/>
                <a:gd name="T39" fmla="*/ 0 h 281"/>
                <a:gd name="T40" fmla="*/ 0 w 107"/>
                <a:gd name="T41" fmla="*/ 0 h 281"/>
                <a:gd name="T42" fmla="*/ 0 w 107"/>
                <a:gd name="T43" fmla="*/ 0 h 281"/>
                <a:gd name="T44" fmla="*/ 0 w 107"/>
                <a:gd name="T45" fmla="*/ 0 h 281"/>
                <a:gd name="T46" fmla="*/ 0 w 107"/>
                <a:gd name="T47" fmla="*/ 0 h 281"/>
                <a:gd name="T48" fmla="*/ 0 w 107"/>
                <a:gd name="T49" fmla="*/ 0 h 281"/>
                <a:gd name="T50" fmla="*/ 0 w 107"/>
                <a:gd name="T51" fmla="*/ 0 h 281"/>
                <a:gd name="T52" fmla="*/ 0 w 107"/>
                <a:gd name="T53" fmla="*/ 0 h 281"/>
                <a:gd name="T54" fmla="*/ 0 w 107"/>
                <a:gd name="T55" fmla="*/ 0 h 281"/>
                <a:gd name="T56" fmla="*/ 0 w 107"/>
                <a:gd name="T57" fmla="*/ 0 h 281"/>
                <a:gd name="T58" fmla="*/ 0 w 107"/>
                <a:gd name="T59" fmla="*/ 0 h 281"/>
                <a:gd name="T60" fmla="*/ 0 w 107"/>
                <a:gd name="T61" fmla="*/ 0 h 281"/>
                <a:gd name="T62" fmla="*/ 0 w 107"/>
                <a:gd name="T63" fmla="*/ 0 h 281"/>
                <a:gd name="T64" fmla="*/ 0 w 107"/>
                <a:gd name="T65" fmla="*/ 0 h 281"/>
                <a:gd name="T66" fmla="*/ 0 w 107"/>
                <a:gd name="T67" fmla="*/ 0 h 281"/>
                <a:gd name="T68" fmla="*/ 0 w 107"/>
                <a:gd name="T69" fmla="*/ 0 h 281"/>
                <a:gd name="T70" fmla="*/ 0 w 107"/>
                <a:gd name="T71" fmla="*/ 0 h 281"/>
                <a:gd name="T72" fmla="*/ 0 w 107"/>
                <a:gd name="T73" fmla="*/ 0 h 28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7"/>
                <a:gd name="T112" fmla="*/ 0 h 281"/>
                <a:gd name="T113" fmla="*/ 107 w 107"/>
                <a:gd name="T114" fmla="*/ 281 h 28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7" h="281">
                  <a:moveTo>
                    <a:pt x="0" y="16"/>
                  </a:moveTo>
                  <a:lnTo>
                    <a:pt x="5" y="0"/>
                  </a:lnTo>
                  <a:lnTo>
                    <a:pt x="9" y="8"/>
                  </a:lnTo>
                  <a:lnTo>
                    <a:pt x="10" y="34"/>
                  </a:lnTo>
                  <a:lnTo>
                    <a:pt x="11" y="77"/>
                  </a:lnTo>
                  <a:lnTo>
                    <a:pt x="11" y="124"/>
                  </a:lnTo>
                  <a:lnTo>
                    <a:pt x="14" y="173"/>
                  </a:lnTo>
                  <a:lnTo>
                    <a:pt x="16" y="219"/>
                  </a:lnTo>
                  <a:lnTo>
                    <a:pt x="24" y="257"/>
                  </a:lnTo>
                  <a:lnTo>
                    <a:pt x="29" y="260"/>
                  </a:lnTo>
                  <a:lnTo>
                    <a:pt x="36" y="264"/>
                  </a:lnTo>
                  <a:lnTo>
                    <a:pt x="45" y="265"/>
                  </a:lnTo>
                  <a:lnTo>
                    <a:pt x="56" y="266"/>
                  </a:lnTo>
                  <a:lnTo>
                    <a:pt x="66" y="266"/>
                  </a:lnTo>
                  <a:lnTo>
                    <a:pt x="77" y="267"/>
                  </a:lnTo>
                  <a:lnTo>
                    <a:pt x="87" y="269"/>
                  </a:lnTo>
                  <a:lnTo>
                    <a:pt x="96" y="272"/>
                  </a:lnTo>
                  <a:lnTo>
                    <a:pt x="99" y="271"/>
                  </a:lnTo>
                  <a:lnTo>
                    <a:pt x="103" y="272"/>
                  </a:lnTo>
                  <a:lnTo>
                    <a:pt x="104" y="273"/>
                  </a:lnTo>
                  <a:lnTo>
                    <a:pt x="107" y="281"/>
                  </a:lnTo>
                  <a:lnTo>
                    <a:pt x="92" y="281"/>
                  </a:lnTo>
                  <a:lnTo>
                    <a:pt x="79" y="281"/>
                  </a:lnTo>
                  <a:lnTo>
                    <a:pt x="66" y="281"/>
                  </a:lnTo>
                  <a:lnTo>
                    <a:pt x="53" y="281"/>
                  </a:lnTo>
                  <a:lnTo>
                    <a:pt x="39" y="281"/>
                  </a:lnTo>
                  <a:lnTo>
                    <a:pt x="26" y="281"/>
                  </a:lnTo>
                  <a:lnTo>
                    <a:pt x="13" y="281"/>
                  </a:lnTo>
                  <a:lnTo>
                    <a:pt x="0" y="281"/>
                  </a:lnTo>
                  <a:lnTo>
                    <a:pt x="0" y="247"/>
                  </a:lnTo>
                  <a:lnTo>
                    <a:pt x="0" y="214"/>
                  </a:lnTo>
                  <a:lnTo>
                    <a:pt x="0" y="181"/>
                  </a:lnTo>
                  <a:lnTo>
                    <a:pt x="0" y="147"/>
                  </a:lnTo>
                  <a:lnTo>
                    <a:pt x="0" y="114"/>
                  </a:lnTo>
                  <a:lnTo>
                    <a:pt x="0" y="8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144">
              <a:extLst>
                <a:ext uri="{FF2B5EF4-FFF2-40B4-BE49-F238E27FC236}">
                  <a16:creationId xmlns:a16="http://schemas.microsoft.com/office/drawing/2014/main" id="{D2C2615C-F7A2-FCE8-EE5D-E9F443DD476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2" y="1359"/>
              <a:ext cx="21" cy="65"/>
            </a:xfrm>
            <a:custGeom>
              <a:avLst/>
              <a:gdLst>
                <a:gd name="T0" fmla="*/ 0 w 106"/>
                <a:gd name="T1" fmla="*/ 0 h 326"/>
                <a:gd name="T2" fmla="*/ 0 w 106"/>
                <a:gd name="T3" fmla="*/ 0 h 326"/>
                <a:gd name="T4" fmla="*/ 0 w 106"/>
                <a:gd name="T5" fmla="*/ 0 h 326"/>
                <a:gd name="T6" fmla="*/ 0 w 106"/>
                <a:gd name="T7" fmla="*/ 0 h 326"/>
                <a:gd name="T8" fmla="*/ 0 w 106"/>
                <a:gd name="T9" fmla="*/ 0 h 326"/>
                <a:gd name="T10" fmla="*/ 0 w 106"/>
                <a:gd name="T11" fmla="*/ 0 h 326"/>
                <a:gd name="T12" fmla="*/ 0 w 106"/>
                <a:gd name="T13" fmla="*/ 0 h 326"/>
                <a:gd name="T14" fmla="*/ 0 w 106"/>
                <a:gd name="T15" fmla="*/ 0 h 326"/>
                <a:gd name="T16" fmla="*/ 0 w 106"/>
                <a:gd name="T17" fmla="*/ 0 h 326"/>
                <a:gd name="T18" fmla="*/ 0 w 106"/>
                <a:gd name="T19" fmla="*/ 0 h 326"/>
                <a:gd name="T20" fmla="*/ 0 w 106"/>
                <a:gd name="T21" fmla="*/ 0 h 326"/>
                <a:gd name="T22" fmla="*/ 0 w 106"/>
                <a:gd name="T23" fmla="*/ 0 h 3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6"/>
                <a:gd name="T37" fmla="*/ 0 h 326"/>
                <a:gd name="T38" fmla="*/ 106 w 106"/>
                <a:gd name="T39" fmla="*/ 326 h 32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6" h="326">
                  <a:moveTo>
                    <a:pt x="0" y="61"/>
                  </a:moveTo>
                  <a:lnTo>
                    <a:pt x="8" y="34"/>
                  </a:lnTo>
                  <a:lnTo>
                    <a:pt x="20" y="15"/>
                  </a:lnTo>
                  <a:lnTo>
                    <a:pt x="35" y="4"/>
                  </a:lnTo>
                  <a:lnTo>
                    <a:pt x="51" y="0"/>
                  </a:lnTo>
                  <a:lnTo>
                    <a:pt x="66" y="4"/>
                  </a:lnTo>
                  <a:lnTo>
                    <a:pt x="82" y="15"/>
                  </a:lnTo>
                  <a:lnTo>
                    <a:pt x="94" y="34"/>
                  </a:lnTo>
                  <a:lnTo>
                    <a:pt x="106" y="61"/>
                  </a:lnTo>
                  <a:lnTo>
                    <a:pt x="106" y="326"/>
                  </a:lnTo>
                  <a:lnTo>
                    <a:pt x="0" y="326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145">
              <a:extLst>
                <a:ext uri="{FF2B5EF4-FFF2-40B4-BE49-F238E27FC236}">
                  <a16:creationId xmlns:a16="http://schemas.microsoft.com/office/drawing/2014/main" id="{D4EDA1F4-7934-BF70-B69E-CE59D98B4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" y="1361"/>
              <a:ext cx="8" cy="64"/>
            </a:xfrm>
            <a:custGeom>
              <a:avLst/>
              <a:gdLst>
                <a:gd name="T0" fmla="*/ 0 w 44"/>
                <a:gd name="T1" fmla="*/ 0 h 322"/>
                <a:gd name="T2" fmla="*/ 0 w 44"/>
                <a:gd name="T3" fmla="*/ 0 h 322"/>
                <a:gd name="T4" fmla="*/ 0 w 44"/>
                <a:gd name="T5" fmla="*/ 0 h 322"/>
                <a:gd name="T6" fmla="*/ 0 w 44"/>
                <a:gd name="T7" fmla="*/ 0 h 322"/>
                <a:gd name="T8" fmla="*/ 0 w 44"/>
                <a:gd name="T9" fmla="*/ 0 h 322"/>
                <a:gd name="T10" fmla="*/ 0 w 44"/>
                <a:gd name="T11" fmla="*/ 0 h 322"/>
                <a:gd name="T12" fmla="*/ 0 w 44"/>
                <a:gd name="T13" fmla="*/ 0 h 322"/>
                <a:gd name="T14" fmla="*/ 0 w 44"/>
                <a:gd name="T15" fmla="*/ 0 h 322"/>
                <a:gd name="T16" fmla="*/ 0 w 44"/>
                <a:gd name="T17" fmla="*/ 0 h 322"/>
                <a:gd name="T18" fmla="*/ 0 w 44"/>
                <a:gd name="T19" fmla="*/ 0 h 322"/>
                <a:gd name="T20" fmla="*/ 0 w 44"/>
                <a:gd name="T21" fmla="*/ 0 h 3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"/>
                <a:gd name="T34" fmla="*/ 0 h 322"/>
                <a:gd name="T35" fmla="*/ 44 w 44"/>
                <a:gd name="T36" fmla="*/ 322 h 32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" h="322">
                  <a:moveTo>
                    <a:pt x="44" y="59"/>
                  </a:moveTo>
                  <a:lnTo>
                    <a:pt x="44" y="322"/>
                  </a:lnTo>
                  <a:lnTo>
                    <a:pt x="17" y="49"/>
                  </a:lnTo>
                  <a:lnTo>
                    <a:pt x="3" y="18"/>
                  </a:lnTo>
                  <a:lnTo>
                    <a:pt x="0" y="4"/>
                  </a:lnTo>
                  <a:lnTo>
                    <a:pt x="3" y="0"/>
                  </a:lnTo>
                  <a:lnTo>
                    <a:pt x="10" y="6"/>
                  </a:lnTo>
                  <a:lnTo>
                    <a:pt x="20" y="17"/>
                  </a:lnTo>
                  <a:lnTo>
                    <a:pt x="30" y="33"/>
                  </a:lnTo>
                  <a:lnTo>
                    <a:pt x="39" y="47"/>
                  </a:lnTo>
                  <a:lnTo>
                    <a:pt x="44" y="59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146">
              <a:extLst>
                <a:ext uri="{FF2B5EF4-FFF2-40B4-BE49-F238E27FC236}">
                  <a16:creationId xmlns:a16="http://schemas.microsoft.com/office/drawing/2014/main" id="{A307877A-DB88-A9E5-3915-855CD33CA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" y="1369"/>
              <a:ext cx="21" cy="56"/>
            </a:xfrm>
            <a:custGeom>
              <a:avLst/>
              <a:gdLst>
                <a:gd name="T0" fmla="*/ 0 w 105"/>
                <a:gd name="T1" fmla="*/ 0 h 281"/>
                <a:gd name="T2" fmla="*/ 0 w 105"/>
                <a:gd name="T3" fmla="*/ 0 h 281"/>
                <a:gd name="T4" fmla="*/ 0 w 105"/>
                <a:gd name="T5" fmla="*/ 0 h 281"/>
                <a:gd name="T6" fmla="*/ 0 w 105"/>
                <a:gd name="T7" fmla="*/ 0 h 281"/>
                <a:gd name="T8" fmla="*/ 0 w 105"/>
                <a:gd name="T9" fmla="*/ 0 h 281"/>
                <a:gd name="T10" fmla="*/ 0 w 105"/>
                <a:gd name="T11" fmla="*/ 0 h 281"/>
                <a:gd name="T12" fmla="*/ 0 w 105"/>
                <a:gd name="T13" fmla="*/ 0 h 281"/>
                <a:gd name="T14" fmla="*/ 0 w 105"/>
                <a:gd name="T15" fmla="*/ 0 h 281"/>
                <a:gd name="T16" fmla="*/ 0 w 105"/>
                <a:gd name="T17" fmla="*/ 0 h 281"/>
                <a:gd name="T18" fmla="*/ 0 w 105"/>
                <a:gd name="T19" fmla="*/ 0 h 281"/>
                <a:gd name="T20" fmla="*/ 0 w 105"/>
                <a:gd name="T21" fmla="*/ 0 h 281"/>
                <a:gd name="T22" fmla="*/ 0 w 105"/>
                <a:gd name="T23" fmla="*/ 0 h 281"/>
                <a:gd name="T24" fmla="*/ 0 w 105"/>
                <a:gd name="T25" fmla="*/ 0 h 281"/>
                <a:gd name="T26" fmla="*/ 0 w 105"/>
                <a:gd name="T27" fmla="*/ 0 h 281"/>
                <a:gd name="T28" fmla="*/ 0 w 105"/>
                <a:gd name="T29" fmla="*/ 0 h 281"/>
                <a:gd name="T30" fmla="*/ 0 w 105"/>
                <a:gd name="T31" fmla="*/ 0 h 281"/>
                <a:gd name="T32" fmla="*/ 0 w 105"/>
                <a:gd name="T33" fmla="*/ 0 h 281"/>
                <a:gd name="T34" fmla="*/ 0 w 105"/>
                <a:gd name="T35" fmla="*/ 0 h 281"/>
                <a:gd name="T36" fmla="*/ 0 w 105"/>
                <a:gd name="T37" fmla="*/ 0 h 281"/>
                <a:gd name="T38" fmla="*/ 0 w 105"/>
                <a:gd name="T39" fmla="*/ 0 h 281"/>
                <a:gd name="T40" fmla="*/ 0 w 105"/>
                <a:gd name="T41" fmla="*/ 0 h 281"/>
                <a:gd name="T42" fmla="*/ 0 w 105"/>
                <a:gd name="T43" fmla="*/ 0 h 281"/>
                <a:gd name="T44" fmla="*/ 0 w 105"/>
                <a:gd name="T45" fmla="*/ 0 h 281"/>
                <a:gd name="T46" fmla="*/ 0 w 105"/>
                <a:gd name="T47" fmla="*/ 0 h 281"/>
                <a:gd name="T48" fmla="*/ 0 w 105"/>
                <a:gd name="T49" fmla="*/ 0 h 281"/>
                <a:gd name="T50" fmla="*/ 0 w 105"/>
                <a:gd name="T51" fmla="*/ 0 h 281"/>
                <a:gd name="T52" fmla="*/ 0 w 105"/>
                <a:gd name="T53" fmla="*/ 0 h 281"/>
                <a:gd name="T54" fmla="*/ 0 w 105"/>
                <a:gd name="T55" fmla="*/ 0 h 281"/>
                <a:gd name="T56" fmla="*/ 0 w 105"/>
                <a:gd name="T57" fmla="*/ 0 h 281"/>
                <a:gd name="T58" fmla="*/ 0 w 105"/>
                <a:gd name="T59" fmla="*/ 0 h 281"/>
                <a:gd name="T60" fmla="*/ 0 w 105"/>
                <a:gd name="T61" fmla="*/ 0 h 281"/>
                <a:gd name="T62" fmla="*/ 0 w 105"/>
                <a:gd name="T63" fmla="*/ 0 h 281"/>
                <a:gd name="T64" fmla="*/ 0 w 105"/>
                <a:gd name="T65" fmla="*/ 0 h 281"/>
                <a:gd name="T66" fmla="*/ 0 w 105"/>
                <a:gd name="T67" fmla="*/ 0 h 281"/>
                <a:gd name="T68" fmla="*/ 0 w 105"/>
                <a:gd name="T69" fmla="*/ 0 h 281"/>
                <a:gd name="T70" fmla="*/ 0 w 105"/>
                <a:gd name="T71" fmla="*/ 0 h 281"/>
                <a:gd name="T72" fmla="*/ 0 w 105"/>
                <a:gd name="T73" fmla="*/ 0 h 28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5"/>
                <a:gd name="T112" fmla="*/ 0 h 281"/>
                <a:gd name="T113" fmla="*/ 105 w 105"/>
                <a:gd name="T114" fmla="*/ 281 h 28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5" h="281">
                  <a:moveTo>
                    <a:pt x="0" y="16"/>
                  </a:moveTo>
                  <a:lnTo>
                    <a:pt x="4" y="0"/>
                  </a:lnTo>
                  <a:lnTo>
                    <a:pt x="8" y="8"/>
                  </a:lnTo>
                  <a:lnTo>
                    <a:pt x="9" y="34"/>
                  </a:lnTo>
                  <a:lnTo>
                    <a:pt x="11" y="75"/>
                  </a:lnTo>
                  <a:lnTo>
                    <a:pt x="11" y="122"/>
                  </a:lnTo>
                  <a:lnTo>
                    <a:pt x="13" y="173"/>
                  </a:lnTo>
                  <a:lnTo>
                    <a:pt x="16" y="219"/>
                  </a:lnTo>
                  <a:lnTo>
                    <a:pt x="23" y="257"/>
                  </a:lnTo>
                  <a:lnTo>
                    <a:pt x="28" y="260"/>
                  </a:lnTo>
                  <a:lnTo>
                    <a:pt x="37" y="262"/>
                  </a:lnTo>
                  <a:lnTo>
                    <a:pt x="45" y="263"/>
                  </a:lnTo>
                  <a:lnTo>
                    <a:pt x="57" y="265"/>
                  </a:lnTo>
                  <a:lnTo>
                    <a:pt x="66" y="265"/>
                  </a:lnTo>
                  <a:lnTo>
                    <a:pt x="76" y="266"/>
                  </a:lnTo>
                  <a:lnTo>
                    <a:pt x="85" y="268"/>
                  </a:lnTo>
                  <a:lnTo>
                    <a:pt x="94" y="272"/>
                  </a:lnTo>
                  <a:lnTo>
                    <a:pt x="97" y="271"/>
                  </a:lnTo>
                  <a:lnTo>
                    <a:pt x="101" y="272"/>
                  </a:lnTo>
                  <a:lnTo>
                    <a:pt x="104" y="273"/>
                  </a:lnTo>
                  <a:lnTo>
                    <a:pt x="105" y="281"/>
                  </a:lnTo>
                  <a:lnTo>
                    <a:pt x="90" y="281"/>
                  </a:lnTo>
                  <a:lnTo>
                    <a:pt x="78" y="281"/>
                  </a:lnTo>
                  <a:lnTo>
                    <a:pt x="64" y="281"/>
                  </a:lnTo>
                  <a:lnTo>
                    <a:pt x="52" y="281"/>
                  </a:lnTo>
                  <a:lnTo>
                    <a:pt x="38" y="281"/>
                  </a:lnTo>
                  <a:lnTo>
                    <a:pt x="26" y="281"/>
                  </a:lnTo>
                  <a:lnTo>
                    <a:pt x="12" y="281"/>
                  </a:lnTo>
                  <a:lnTo>
                    <a:pt x="0" y="281"/>
                  </a:lnTo>
                  <a:lnTo>
                    <a:pt x="0" y="247"/>
                  </a:lnTo>
                  <a:lnTo>
                    <a:pt x="0" y="214"/>
                  </a:lnTo>
                  <a:lnTo>
                    <a:pt x="0" y="180"/>
                  </a:lnTo>
                  <a:lnTo>
                    <a:pt x="0" y="147"/>
                  </a:lnTo>
                  <a:lnTo>
                    <a:pt x="0" y="113"/>
                  </a:lnTo>
                  <a:lnTo>
                    <a:pt x="0" y="80"/>
                  </a:lnTo>
                  <a:lnTo>
                    <a:pt x="0" y="48"/>
                  </a:lnTo>
                  <a:lnTo>
                    <a:pt x="0" y="16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147">
              <a:extLst>
                <a:ext uri="{FF2B5EF4-FFF2-40B4-BE49-F238E27FC236}">
                  <a16:creationId xmlns:a16="http://schemas.microsoft.com/office/drawing/2014/main" id="{D6B44E54-9A84-826A-A446-9CDADB2D88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1477"/>
              <a:ext cx="13" cy="52"/>
            </a:xfrm>
            <a:custGeom>
              <a:avLst/>
              <a:gdLst>
                <a:gd name="T0" fmla="*/ 0 w 65"/>
                <a:gd name="T1" fmla="*/ 0 h 260"/>
                <a:gd name="T2" fmla="*/ 0 w 65"/>
                <a:gd name="T3" fmla="*/ 0 h 260"/>
                <a:gd name="T4" fmla="*/ 0 w 65"/>
                <a:gd name="T5" fmla="*/ 0 h 260"/>
                <a:gd name="T6" fmla="*/ 0 w 65"/>
                <a:gd name="T7" fmla="*/ 0 h 260"/>
                <a:gd name="T8" fmla="*/ 0 w 65"/>
                <a:gd name="T9" fmla="*/ 0 h 260"/>
                <a:gd name="T10" fmla="*/ 0 w 65"/>
                <a:gd name="T11" fmla="*/ 0 h 260"/>
                <a:gd name="T12" fmla="*/ 0 w 65"/>
                <a:gd name="T13" fmla="*/ 0 h 260"/>
                <a:gd name="T14" fmla="*/ 0 w 65"/>
                <a:gd name="T15" fmla="*/ 0 h 260"/>
                <a:gd name="T16" fmla="*/ 0 w 65"/>
                <a:gd name="T17" fmla="*/ 0 h 260"/>
                <a:gd name="T18" fmla="*/ 0 w 65"/>
                <a:gd name="T19" fmla="*/ 0 h 260"/>
                <a:gd name="T20" fmla="*/ 0 w 65"/>
                <a:gd name="T21" fmla="*/ 0 h 260"/>
                <a:gd name="T22" fmla="*/ 0 w 65"/>
                <a:gd name="T23" fmla="*/ 0 h 26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5"/>
                <a:gd name="T37" fmla="*/ 0 h 260"/>
                <a:gd name="T38" fmla="*/ 65 w 65"/>
                <a:gd name="T39" fmla="*/ 260 h 26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5" h="260">
                  <a:moveTo>
                    <a:pt x="0" y="48"/>
                  </a:moveTo>
                  <a:lnTo>
                    <a:pt x="5" y="26"/>
                  </a:lnTo>
                  <a:lnTo>
                    <a:pt x="13" y="11"/>
                  </a:lnTo>
                  <a:lnTo>
                    <a:pt x="21" y="2"/>
                  </a:lnTo>
                  <a:lnTo>
                    <a:pt x="33" y="0"/>
                  </a:lnTo>
                  <a:lnTo>
                    <a:pt x="41" y="2"/>
                  </a:lnTo>
                  <a:lnTo>
                    <a:pt x="50" y="11"/>
                  </a:lnTo>
                  <a:lnTo>
                    <a:pt x="57" y="26"/>
                  </a:lnTo>
                  <a:lnTo>
                    <a:pt x="65" y="48"/>
                  </a:lnTo>
                  <a:lnTo>
                    <a:pt x="65" y="260"/>
                  </a:lnTo>
                  <a:lnTo>
                    <a:pt x="0" y="260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148">
              <a:extLst>
                <a:ext uri="{FF2B5EF4-FFF2-40B4-BE49-F238E27FC236}">
                  <a16:creationId xmlns:a16="http://schemas.microsoft.com/office/drawing/2014/main" id="{0E8CFE2A-0EF1-8A42-BCF5-E4E0B1149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22" y="1478"/>
              <a:ext cx="5" cy="51"/>
            </a:xfrm>
            <a:custGeom>
              <a:avLst/>
              <a:gdLst>
                <a:gd name="T0" fmla="*/ 0 w 27"/>
                <a:gd name="T1" fmla="*/ 0 h 256"/>
                <a:gd name="T2" fmla="*/ 0 w 27"/>
                <a:gd name="T3" fmla="*/ 0 h 256"/>
                <a:gd name="T4" fmla="*/ 0 w 27"/>
                <a:gd name="T5" fmla="*/ 0 h 256"/>
                <a:gd name="T6" fmla="*/ 0 w 27"/>
                <a:gd name="T7" fmla="*/ 0 h 256"/>
                <a:gd name="T8" fmla="*/ 0 w 27"/>
                <a:gd name="T9" fmla="*/ 0 h 256"/>
                <a:gd name="T10" fmla="*/ 0 w 27"/>
                <a:gd name="T11" fmla="*/ 0 h 256"/>
                <a:gd name="T12" fmla="*/ 0 w 27"/>
                <a:gd name="T13" fmla="*/ 0 h 256"/>
                <a:gd name="T14" fmla="*/ 0 w 27"/>
                <a:gd name="T15" fmla="*/ 0 h 256"/>
                <a:gd name="T16" fmla="*/ 0 w 27"/>
                <a:gd name="T17" fmla="*/ 0 h 256"/>
                <a:gd name="T18" fmla="*/ 0 w 27"/>
                <a:gd name="T19" fmla="*/ 0 h 256"/>
                <a:gd name="T20" fmla="*/ 0 w 27"/>
                <a:gd name="T21" fmla="*/ 0 h 25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256"/>
                <a:gd name="T35" fmla="*/ 27 w 27"/>
                <a:gd name="T36" fmla="*/ 256 h 25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256">
                  <a:moveTo>
                    <a:pt x="27" y="47"/>
                  </a:moveTo>
                  <a:lnTo>
                    <a:pt x="27" y="256"/>
                  </a:lnTo>
                  <a:lnTo>
                    <a:pt x="11" y="40"/>
                  </a:lnTo>
                  <a:lnTo>
                    <a:pt x="3" y="15"/>
                  </a:lnTo>
                  <a:lnTo>
                    <a:pt x="0" y="2"/>
                  </a:lnTo>
                  <a:lnTo>
                    <a:pt x="1" y="0"/>
                  </a:lnTo>
                  <a:lnTo>
                    <a:pt x="8" y="6"/>
                  </a:lnTo>
                  <a:lnTo>
                    <a:pt x="13" y="15"/>
                  </a:lnTo>
                  <a:lnTo>
                    <a:pt x="19" y="26"/>
                  </a:lnTo>
                  <a:lnTo>
                    <a:pt x="24" y="37"/>
                  </a:lnTo>
                  <a:lnTo>
                    <a:pt x="27" y="47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149">
              <a:extLst>
                <a:ext uri="{FF2B5EF4-FFF2-40B4-BE49-F238E27FC236}">
                  <a16:creationId xmlns:a16="http://schemas.microsoft.com/office/drawing/2014/main" id="{F510912A-C7FE-499C-A8E3-E713DD7F5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1484"/>
              <a:ext cx="12" cy="45"/>
            </a:xfrm>
            <a:custGeom>
              <a:avLst/>
              <a:gdLst>
                <a:gd name="T0" fmla="*/ 0 w 63"/>
                <a:gd name="T1" fmla="*/ 0 h 225"/>
                <a:gd name="T2" fmla="*/ 0 w 63"/>
                <a:gd name="T3" fmla="*/ 0 h 225"/>
                <a:gd name="T4" fmla="*/ 0 w 63"/>
                <a:gd name="T5" fmla="*/ 0 h 225"/>
                <a:gd name="T6" fmla="*/ 0 w 63"/>
                <a:gd name="T7" fmla="*/ 0 h 225"/>
                <a:gd name="T8" fmla="*/ 0 w 63"/>
                <a:gd name="T9" fmla="*/ 0 h 225"/>
                <a:gd name="T10" fmla="*/ 0 w 63"/>
                <a:gd name="T11" fmla="*/ 0 h 225"/>
                <a:gd name="T12" fmla="*/ 0 w 63"/>
                <a:gd name="T13" fmla="*/ 0 h 225"/>
                <a:gd name="T14" fmla="*/ 0 w 63"/>
                <a:gd name="T15" fmla="*/ 0 h 225"/>
                <a:gd name="T16" fmla="*/ 0 w 63"/>
                <a:gd name="T17" fmla="*/ 0 h 225"/>
                <a:gd name="T18" fmla="*/ 0 w 63"/>
                <a:gd name="T19" fmla="*/ 0 h 225"/>
                <a:gd name="T20" fmla="*/ 0 w 63"/>
                <a:gd name="T21" fmla="*/ 0 h 225"/>
                <a:gd name="T22" fmla="*/ 0 w 63"/>
                <a:gd name="T23" fmla="*/ 0 h 225"/>
                <a:gd name="T24" fmla="*/ 0 w 63"/>
                <a:gd name="T25" fmla="*/ 0 h 225"/>
                <a:gd name="T26" fmla="*/ 0 w 63"/>
                <a:gd name="T27" fmla="*/ 0 h 225"/>
                <a:gd name="T28" fmla="*/ 0 w 63"/>
                <a:gd name="T29" fmla="*/ 0 h 225"/>
                <a:gd name="T30" fmla="*/ 0 w 63"/>
                <a:gd name="T31" fmla="*/ 0 h 225"/>
                <a:gd name="T32" fmla="*/ 0 w 63"/>
                <a:gd name="T33" fmla="*/ 0 h 225"/>
                <a:gd name="T34" fmla="*/ 0 w 63"/>
                <a:gd name="T35" fmla="*/ 0 h 225"/>
                <a:gd name="T36" fmla="*/ 0 w 63"/>
                <a:gd name="T37" fmla="*/ 0 h 225"/>
                <a:gd name="T38" fmla="*/ 0 w 63"/>
                <a:gd name="T39" fmla="*/ 0 h 225"/>
                <a:gd name="T40" fmla="*/ 0 w 63"/>
                <a:gd name="T41" fmla="*/ 0 h 225"/>
                <a:gd name="T42" fmla="*/ 0 w 63"/>
                <a:gd name="T43" fmla="*/ 0 h 225"/>
                <a:gd name="T44" fmla="*/ 0 w 63"/>
                <a:gd name="T45" fmla="*/ 0 h 225"/>
                <a:gd name="T46" fmla="*/ 0 w 63"/>
                <a:gd name="T47" fmla="*/ 0 h 225"/>
                <a:gd name="T48" fmla="*/ 0 w 63"/>
                <a:gd name="T49" fmla="*/ 0 h 225"/>
                <a:gd name="T50" fmla="*/ 0 w 63"/>
                <a:gd name="T51" fmla="*/ 0 h 225"/>
                <a:gd name="T52" fmla="*/ 0 w 63"/>
                <a:gd name="T53" fmla="*/ 0 h 225"/>
                <a:gd name="T54" fmla="*/ 0 w 63"/>
                <a:gd name="T55" fmla="*/ 0 h 225"/>
                <a:gd name="T56" fmla="*/ 0 w 63"/>
                <a:gd name="T57" fmla="*/ 0 h 225"/>
                <a:gd name="T58" fmla="*/ 0 w 63"/>
                <a:gd name="T59" fmla="*/ 0 h 225"/>
                <a:gd name="T60" fmla="*/ 0 w 63"/>
                <a:gd name="T61" fmla="*/ 0 h 225"/>
                <a:gd name="T62" fmla="*/ 0 w 63"/>
                <a:gd name="T63" fmla="*/ 0 h 225"/>
                <a:gd name="T64" fmla="*/ 0 w 63"/>
                <a:gd name="T65" fmla="*/ 0 h 22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3"/>
                <a:gd name="T100" fmla="*/ 0 h 225"/>
                <a:gd name="T101" fmla="*/ 63 w 63"/>
                <a:gd name="T102" fmla="*/ 225 h 225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3" h="225">
                  <a:moveTo>
                    <a:pt x="0" y="13"/>
                  </a:moveTo>
                  <a:lnTo>
                    <a:pt x="3" y="0"/>
                  </a:lnTo>
                  <a:lnTo>
                    <a:pt x="5" y="8"/>
                  </a:lnTo>
                  <a:lnTo>
                    <a:pt x="5" y="29"/>
                  </a:lnTo>
                  <a:lnTo>
                    <a:pt x="6" y="63"/>
                  </a:lnTo>
                  <a:lnTo>
                    <a:pt x="6" y="100"/>
                  </a:lnTo>
                  <a:lnTo>
                    <a:pt x="8" y="141"/>
                  </a:lnTo>
                  <a:lnTo>
                    <a:pt x="9" y="178"/>
                  </a:lnTo>
                  <a:lnTo>
                    <a:pt x="14" y="208"/>
                  </a:lnTo>
                  <a:lnTo>
                    <a:pt x="21" y="213"/>
                  </a:lnTo>
                  <a:lnTo>
                    <a:pt x="34" y="214"/>
                  </a:lnTo>
                  <a:lnTo>
                    <a:pt x="40" y="214"/>
                  </a:lnTo>
                  <a:lnTo>
                    <a:pt x="46" y="215"/>
                  </a:lnTo>
                  <a:lnTo>
                    <a:pt x="52" y="215"/>
                  </a:lnTo>
                  <a:lnTo>
                    <a:pt x="58" y="218"/>
                  </a:lnTo>
                  <a:lnTo>
                    <a:pt x="62" y="219"/>
                  </a:lnTo>
                  <a:lnTo>
                    <a:pt x="63" y="225"/>
                  </a:lnTo>
                  <a:lnTo>
                    <a:pt x="55" y="225"/>
                  </a:lnTo>
                  <a:lnTo>
                    <a:pt x="47" y="225"/>
                  </a:lnTo>
                  <a:lnTo>
                    <a:pt x="39" y="225"/>
                  </a:lnTo>
                  <a:lnTo>
                    <a:pt x="31" y="225"/>
                  </a:lnTo>
                  <a:lnTo>
                    <a:pt x="22" y="225"/>
                  </a:lnTo>
                  <a:lnTo>
                    <a:pt x="15" y="225"/>
                  </a:lnTo>
                  <a:lnTo>
                    <a:pt x="8" y="225"/>
                  </a:lnTo>
                  <a:lnTo>
                    <a:pt x="0" y="225"/>
                  </a:lnTo>
                  <a:lnTo>
                    <a:pt x="0" y="198"/>
                  </a:lnTo>
                  <a:lnTo>
                    <a:pt x="0" y="172"/>
                  </a:lnTo>
                  <a:lnTo>
                    <a:pt x="0" y="144"/>
                  </a:lnTo>
                  <a:lnTo>
                    <a:pt x="0" y="118"/>
                  </a:lnTo>
                  <a:lnTo>
                    <a:pt x="0" y="91"/>
                  </a:lnTo>
                  <a:lnTo>
                    <a:pt x="0" y="65"/>
                  </a:lnTo>
                  <a:lnTo>
                    <a:pt x="0" y="39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150">
              <a:extLst>
                <a:ext uri="{FF2B5EF4-FFF2-40B4-BE49-F238E27FC236}">
                  <a16:creationId xmlns:a16="http://schemas.microsoft.com/office/drawing/2014/main" id="{4578841F-49D2-7E1A-90BE-C618A3233E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" y="1554"/>
              <a:ext cx="13" cy="52"/>
            </a:xfrm>
            <a:custGeom>
              <a:avLst/>
              <a:gdLst>
                <a:gd name="T0" fmla="*/ 0 w 64"/>
                <a:gd name="T1" fmla="*/ 0 h 261"/>
                <a:gd name="T2" fmla="*/ 0 w 64"/>
                <a:gd name="T3" fmla="*/ 0 h 261"/>
                <a:gd name="T4" fmla="*/ 0 w 64"/>
                <a:gd name="T5" fmla="*/ 0 h 261"/>
                <a:gd name="T6" fmla="*/ 0 w 64"/>
                <a:gd name="T7" fmla="*/ 0 h 261"/>
                <a:gd name="T8" fmla="*/ 0 w 64"/>
                <a:gd name="T9" fmla="*/ 0 h 261"/>
                <a:gd name="T10" fmla="*/ 0 w 64"/>
                <a:gd name="T11" fmla="*/ 0 h 261"/>
                <a:gd name="T12" fmla="*/ 0 w 64"/>
                <a:gd name="T13" fmla="*/ 0 h 261"/>
                <a:gd name="T14" fmla="*/ 0 w 64"/>
                <a:gd name="T15" fmla="*/ 0 h 261"/>
                <a:gd name="T16" fmla="*/ 0 w 64"/>
                <a:gd name="T17" fmla="*/ 0 h 261"/>
                <a:gd name="T18" fmla="*/ 0 w 64"/>
                <a:gd name="T19" fmla="*/ 0 h 261"/>
                <a:gd name="T20" fmla="*/ 0 w 64"/>
                <a:gd name="T21" fmla="*/ 0 h 261"/>
                <a:gd name="T22" fmla="*/ 0 w 64"/>
                <a:gd name="T23" fmla="*/ 0 h 26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4"/>
                <a:gd name="T37" fmla="*/ 0 h 261"/>
                <a:gd name="T38" fmla="*/ 64 w 64"/>
                <a:gd name="T39" fmla="*/ 261 h 26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4" h="261">
                  <a:moveTo>
                    <a:pt x="0" y="50"/>
                  </a:moveTo>
                  <a:lnTo>
                    <a:pt x="4" y="27"/>
                  </a:lnTo>
                  <a:lnTo>
                    <a:pt x="12" y="12"/>
                  </a:lnTo>
                  <a:lnTo>
                    <a:pt x="21" y="3"/>
                  </a:lnTo>
                  <a:lnTo>
                    <a:pt x="32" y="0"/>
                  </a:lnTo>
                  <a:lnTo>
                    <a:pt x="40" y="3"/>
                  </a:lnTo>
                  <a:lnTo>
                    <a:pt x="49" y="11"/>
                  </a:lnTo>
                  <a:lnTo>
                    <a:pt x="57" y="26"/>
                  </a:lnTo>
                  <a:lnTo>
                    <a:pt x="64" y="50"/>
                  </a:lnTo>
                  <a:lnTo>
                    <a:pt x="64" y="261"/>
                  </a:lnTo>
                  <a:lnTo>
                    <a:pt x="0" y="261"/>
                  </a:lnTo>
                  <a:lnTo>
                    <a:pt x="0" y="50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151">
              <a:extLst>
                <a:ext uri="{FF2B5EF4-FFF2-40B4-BE49-F238E27FC236}">
                  <a16:creationId xmlns:a16="http://schemas.microsoft.com/office/drawing/2014/main" id="{0EB62834-9632-6E8D-3995-3879260D235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5" y="1556"/>
              <a:ext cx="5" cy="51"/>
            </a:xfrm>
            <a:custGeom>
              <a:avLst/>
              <a:gdLst>
                <a:gd name="T0" fmla="*/ 0 w 27"/>
                <a:gd name="T1" fmla="*/ 0 h 258"/>
                <a:gd name="T2" fmla="*/ 0 w 27"/>
                <a:gd name="T3" fmla="*/ 0 h 258"/>
                <a:gd name="T4" fmla="*/ 0 w 27"/>
                <a:gd name="T5" fmla="*/ 0 h 258"/>
                <a:gd name="T6" fmla="*/ 0 w 27"/>
                <a:gd name="T7" fmla="*/ 0 h 258"/>
                <a:gd name="T8" fmla="*/ 0 w 27"/>
                <a:gd name="T9" fmla="*/ 0 h 258"/>
                <a:gd name="T10" fmla="*/ 0 w 27"/>
                <a:gd name="T11" fmla="*/ 0 h 258"/>
                <a:gd name="T12" fmla="*/ 0 w 27"/>
                <a:gd name="T13" fmla="*/ 0 h 258"/>
                <a:gd name="T14" fmla="*/ 0 w 27"/>
                <a:gd name="T15" fmla="*/ 0 h 258"/>
                <a:gd name="T16" fmla="*/ 0 w 27"/>
                <a:gd name="T17" fmla="*/ 0 h 258"/>
                <a:gd name="T18" fmla="*/ 0 w 27"/>
                <a:gd name="T19" fmla="*/ 0 h 258"/>
                <a:gd name="T20" fmla="*/ 0 w 27"/>
                <a:gd name="T21" fmla="*/ 0 h 25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258"/>
                <a:gd name="T35" fmla="*/ 27 w 27"/>
                <a:gd name="T36" fmla="*/ 258 h 25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258">
                  <a:moveTo>
                    <a:pt x="27" y="48"/>
                  </a:moveTo>
                  <a:lnTo>
                    <a:pt x="27" y="258"/>
                  </a:lnTo>
                  <a:lnTo>
                    <a:pt x="11" y="40"/>
                  </a:lnTo>
                  <a:lnTo>
                    <a:pt x="3" y="15"/>
                  </a:lnTo>
                  <a:lnTo>
                    <a:pt x="0" y="3"/>
                  </a:lnTo>
                  <a:lnTo>
                    <a:pt x="1" y="0"/>
                  </a:lnTo>
                  <a:lnTo>
                    <a:pt x="6" y="5"/>
                  </a:lnTo>
                  <a:lnTo>
                    <a:pt x="11" y="14"/>
                  </a:lnTo>
                  <a:lnTo>
                    <a:pt x="19" y="26"/>
                  </a:lnTo>
                  <a:lnTo>
                    <a:pt x="24" y="38"/>
                  </a:lnTo>
                  <a:lnTo>
                    <a:pt x="27" y="48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152">
              <a:extLst>
                <a:ext uri="{FF2B5EF4-FFF2-40B4-BE49-F238E27FC236}">
                  <a16:creationId xmlns:a16="http://schemas.microsoft.com/office/drawing/2014/main" id="{1DE4E68C-D593-7DDB-0A7A-27296D5C43D1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" y="1562"/>
              <a:ext cx="12" cy="45"/>
            </a:xfrm>
            <a:custGeom>
              <a:avLst/>
              <a:gdLst>
                <a:gd name="T0" fmla="*/ 0 w 64"/>
                <a:gd name="T1" fmla="*/ 0 h 226"/>
                <a:gd name="T2" fmla="*/ 0 w 64"/>
                <a:gd name="T3" fmla="*/ 0 h 226"/>
                <a:gd name="T4" fmla="*/ 0 w 64"/>
                <a:gd name="T5" fmla="*/ 0 h 226"/>
                <a:gd name="T6" fmla="*/ 0 w 64"/>
                <a:gd name="T7" fmla="*/ 0 h 226"/>
                <a:gd name="T8" fmla="*/ 0 w 64"/>
                <a:gd name="T9" fmla="*/ 0 h 226"/>
                <a:gd name="T10" fmla="*/ 0 w 64"/>
                <a:gd name="T11" fmla="*/ 0 h 226"/>
                <a:gd name="T12" fmla="*/ 0 w 64"/>
                <a:gd name="T13" fmla="*/ 0 h 226"/>
                <a:gd name="T14" fmla="*/ 0 w 64"/>
                <a:gd name="T15" fmla="*/ 0 h 226"/>
                <a:gd name="T16" fmla="*/ 0 w 64"/>
                <a:gd name="T17" fmla="*/ 0 h 226"/>
                <a:gd name="T18" fmla="*/ 0 w 64"/>
                <a:gd name="T19" fmla="*/ 0 h 226"/>
                <a:gd name="T20" fmla="*/ 0 w 64"/>
                <a:gd name="T21" fmla="*/ 0 h 226"/>
                <a:gd name="T22" fmla="*/ 0 w 64"/>
                <a:gd name="T23" fmla="*/ 0 h 226"/>
                <a:gd name="T24" fmla="*/ 0 w 64"/>
                <a:gd name="T25" fmla="*/ 0 h 226"/>
                <a:gd name="T26" fmla="*/ 0 w 64"/>
                <a:gd name="T27" fmla="*/ 0 h 226"/>
                <a:gd name="T28" fmla="*/ 0 w 64"/>
                <a:gd name="T29" fmla="*/ 0 h 226"/>
                <a:gd name="T30" fmla="*/ 0 w 64"/>
                <a:gd name="T31" fmla="*/ 0 h 226"/>
                <a:gd name="T32" fmla="*/ 0 w 64"/>
                <a:gd name="T33" fmla="*/ 0 h 226"/>
                <a:gd name="T34" fmla="*/ 0 w 64"/>
                <a:gd name="T35" fmla="*/ 0 h 226"/>
                <a:gd name="T36" fmla="*/ 0 w 64"/>
                <a:gd name="T37" fmla="*/ 0 h 226"/>
                <a:gd name="T38" fmla="*/ 0 w 64"/>
                <a:gd name="T39" fmla="*/ 0 h 226"/>
                <a:gd name="T40" fmla="*/ 0 w 64"/>
                <a:gd name="T41" fmla="*/ 0 h 226"/>
                <a:gd name="T42" fmla="*/ 0 w 64"/>
                <a:gd name="T43" fmla="*/ 0 h 226"/>
                <a:gd name="T44" fmla="*/ 0 w 64"/>
                <a:gd name="T45" fmla="*/ 0 h 226"/>
                <a:gd name="T46" fmla="*/ 0 w 64"/>
                <a:gd name="T47" fmla="*/ 0 h 226"/>
                <a:gd name="T48" fmla="*/ 0 w 64"/>
                <a:gd name="T49" fmla="*/ 0 h 226"/>
                <a:gd name="T50" fmla="*/ 0 w 64"/>
                <a:gd name="T51" fmla="*/ 0 h 226"/>
                <a:gd name="T52" fmla="*/ 0 w 64"/>
                <a:gd name="T53" fmla="*/ 0 h 226"/>
                <a:gd name="T54" fmla="*/ 0 w 64"/>
                <a:gd name="T55" fmla="*/ 0 h 226"/>
                <a:gd name="T56" fmla="*/ 0 w 64"/>
                <a:gd name="T57" fmla="*/ 0 h 226"/>
                <a:gd name="T58" fmla="*/ 0 w 64"/>
                <a:gd name="T59" fmla="*/ 0 h 226"/>
                <a:gd name="T60" fmla="*/ 0 w 64"/>
                <a:gd name="T61" fmla="*/ 0 h 22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64"/>
                <a:gd name="T94" fmla="*/ 0 h 226"/>
                <a:gd name="T95" fmla="*/ 64 w 64"/>
                <a:gd name="T96" fmla="*/ 226 h 22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64" h="226">
                  <a:moveTo>
                    <a:pt x="0" y="14"/>
                  </a:moveTo>
                  <a:lnTo>
                    <a:pt x="3" y="0"/>
                  </a:lnTo>
                  <a:lnTo>
                    <a:pt x="5" y="8"/>
                  </a:lnTo>
                  <a:lnTo>
                    <a:pt x="5" y="30"/>
                  </a:lnTo>
                  <a:lnTo>
                    <a:pt x="6" y="62"/>
                  </a:lnTo>
                  <a:lnTo>
                    <a:pt x="6" y="99"/>
                  </a:lnTo>
                  <a:lnTo>
                    <a:pt x="9" y="140"/>
                  </a:lnTo>
                  <a:lnTo>
                    <a:pt x="10" y="177"/>
                  </a:lnTo>
                  <a:lnTo>
                    <a:pt x="15" y="208"/>
                  </a:lnTo>
                  <a:lnTo>
                    <a:pt x="22" y="213"/>
                  </a:lnTo>
                  <a:lnTo>
                    <a:pt x="35" y="216"/>
                  </a:lnTo>
                  <a:lnTo>
                    <a:pt x="47" y="216"/>
                  </a:lnTo>
                  <a:lnTo>
                    <a:pt x="58" y="219"/>
                  </a:lnTo>
                  <a:lnTo>
                    <a:pt x="62" y="219"/>
                  </a:lnTo>
                  <a:lnTo>
                    <a:pt x="64" y="226"/>
                  </a:lnTo>
                  <a:lnTo>
                    <a:pt x="56" y="226"/>
                  </a:lnTo>
                  <a:lnTo>
                    <a:pt x="48" y="226"/>
                  </a:lnTo>
                  <a:lnTo>
                    <a:pt x="40" y="226"/>
                  </a:lnTo>
                  <a:lnTo>
                    <a:pt x="32" y="226"/>
                  </a:lnTo>
                  <a:lnTo>
                    <a:pt x="24" y="226"/>
                  </a:lnTo>
                  <a:lnTo>
                    <a:pt x="16" y="226"/>
                  </a:lnTo>
                  <a:lnTo>
                    <a:pt x="7" y="226"/>
                  </a:lnTo>
                  <a:lnTo>
                    <a:pt x="0" y="226"/>
                  </a:lnTo>
                  <a:lnTo>
                    <a:pt x="0" y="198"/>
                  </a:lnTo>
                  <a:lnTo>
                    <a:pt x="0" y="172"/>
                  </a:lnTo>
                  <a:lnTo>
                    <a:pt x="0" y="145"/>
                  </a:lnTo>
                  <a:lnTo>
                    <a:pt x="0" y="119"/>
                  </a:lnTo>
                  <a:lnTo>
                    <a:pt x="0" y="92"/>
                  </a:lnTo>
                  <a:lnTo>
                    <a:pt x="0" y="66"/>
                  </a:lnTo>
                  <a:lnTo>
                    <a:pt x="0" y="40"/>
                  </a:lnTo>
                  <a:lnTo>
                    <a:pt x="0" y="14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2" name="Freeform 153">
              <a:extLst>
                <a:ext uri="{FF2B5EF4-FFF2-40B4-BE49-F238E27FC236}">
                  <a16:creationId xmlns:a16="http://schemas.microsoft.com/office/drawing/2014/main" id="{7334FCE6-B47B-F44F-B0A2-800C8E5755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8" y="1622"/>
              <a:ext cx="113" cy="147"/>
            </a:xfrm>
            <a:custGeom>
              <a:avLst/>
              <a:gdLst>
                <a:gd name="T0" fmla="*/ 0 w 564"/>
                <a:gd name="T1" fmla="*/ 0 h 739"/>
                <a:gd name="T2" fmla="*/ 0 w 564"/>
                <a:gd name="T3" fmla="*/ 0 h 739"/>
                <a:gd name="T4" fmla="*/ 0 w 564"/>
                <a:gd name="T5" fmla="*/ 0 h 739"/>
                <a:gd name="T6" fmla="*/ 0 w 564"/>
                <a:gd name="T7" fmla="*/ 0 h 739"/>
                <a:gd name="T8" fmla="*/ 0 w 564"/>
                <a:gd name="T9" fmla="*/ 0 h 739"/>
                <a:gd name="T10" fmla="*/ 0 w 564"/>
                <a:gd name="T11" fmla="*/ 0 h 739"/>
                <a:gd name="T12" fmla="*/ 0 w 564"/>
                <a:gd name="T13" fmla="*/ 0 h 739"/>
                <a:gd name="T14" fmla="*/ 0 w 564"/>
                <a:gd name="T15" fmla="*/ 0 h 739"/>
                <a:gd name="T16" fmla="*/ 0 w 564"/>
                <a:gd name="T17" fmla="*/ 0 h 739"/>
                <a:gd name="T18" fmla="*/ 0 w 564"/>
                <a:gd name="T19" fmla="*/ 0 h 739"/>
                <a:gd name="T20" fmla="*/ 0 w 564"/>
                <a:gd name="T21" fmla="*/ 0 h 739"/>
                <a:gd name="T22" fmla="*/ 0 w 564"/>
                <a:gd name="T23" fmla="*/ 0 h 7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64"/>
                <a:gd name="T37" fmla="*/ 0 h 739"/>
                <a:gd name="T38" fmla="*/ 564 w 564"/>
                <a:gd name="T39" fmla="*/ 739 h 7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64" h="739">
                  <a:moveTo>
                    <a:pt x="0" y="136"/>
                  </a:moveTo>
                  <a:lnTo>
                    <a:pt x="47" y="77"/>
                  </a:lnTo>
                  <a:lnTo>
                    <a:pt x="113" y="35"/>
                  </a:lnTo>
                  <a:lnTo>
                    <a:pt x="191" y="7"/>
                  </a:lnTo>
                  <a:lnTo>
                    <a:pt x="276" y="0"/>
                  </a:lnTo>
                  <a:lnTo>
                    <a:pt x="361" y="6"/>
                  </a:lnTo>
                  <a:lnTo>
                    <a:pt x="441" y="32"/>
                  </a:lnTo>
                  <a:lnTo>
                    <a:pt x="510" y="74"/>
                  </a:lnTo>
                  <a:lnTo>
                    <a:pt x="564" y="136"/>
                  </a:lnTo>
                  <a:lnTo>
                    <a:pt x="564" y="739"/>
                  </a:lnTo>
                  <a:lnTo>
                    <a:pt x="0" y="739"/>
                  </a:lnTo>
                  <a:lnTo>
                    <a:pt x="0" y="136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154">
              <a:extLst>
                <a:ext uri="{FF2B5EF4-FFF2-40B4-BE49-F238E27FC236}">
                  <a16:creationId xmlns:a16="http://schemas.microsoft.com/office/drawing/2014/main" id="{70ECCE5B-966D-4792-0F21-79FB16FD9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" y="1634"/>
              <a:ext cx="94" cy="137"/>
            </a:xfrm>
            <a:custGeom>
              <a:avLst/>
              <a:gdLst>
                <a:gd name="T0" fmla="*/ 0 w 467"/>
                <a:gd name="T1" fmla="*/ 0 h 684"/>
                <a:gd name="T2" fmla="*/ 0 w 467"/>
                <a:gd name="T3" fmla="*/ 0 h 684"/>
                <a:gd name="T4" fmla="*/ 0 w 467"/>
                <a:gd name="T5" fmla="*/ 0 h 684"/>
                <a:gd name="T6" fmla="*/ 0 w 467"/>
                <a:gd name="T7" fmla="*/ 0 h 684"/>
                <a:gd name="T8" fmla="*/ 0 w 467"/>
                <a:gd name="T9" fmla="*/ 0 h 684"/>
                <a:gd name="T10" fmla="*/ 0 w 467"/>
                <a:gd name="T11" fmla="*/ 0 h 684"/>
                <a:gd name="T12" fmla="*/ 0 w 467"/>
                <a:gd name="T13" fmla="*/ 0 h 684"/>
                <a:gd name="T14" fmla="*/ 0 w 467"/>
                <a:gd name="T15" fmla="*/ 0 h 684"/>
                <a:gd name="T16" fmla="*/ 0 w 467"/>
                <a:gd name="T17" fmla="*/ 0 h 684"/>
                <a:gd name="T18" fmla="*/ 0 w 467"/>
                <a:gd name="T19" fmla="*/ 0 h 684"/>
                <a:gd name="T20" fmla="*/ 0 w 467"/>
                <a:gd name="T21" fmla="*/ 0 h 684"/>
                <a:gd name="T22" fmla="*/ 0 w 467"/>
                <a:gd name="T23" fmla="*/ 0 h 6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67"/>
                <a:gd name="T37" fmla="*/ 0 h 684"/>
                <a:gd name="T38" fmla="*/ 467 w 467"/>
                <a:gd name="T39" fmla="*/ 684 h 68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67" h="684">
                  <a:moveTo>
                    <a:pt x="0" y="125"/>
                  </a:moveTo>
                  <a:lnTo>
                    <a:pt x="40" y="71"/>
                  </a:lnTo>
                  <a:lnTo>
                    <a:pt x="94" y="32"/>
                  </a:lnTo>
                  <a:lnTo>
                    <a:pt x="159" y="7"/>
                  </a:lnTo>
                  <a:lnTo>
                    <a:pt x="230" y="0"/>
                  </a:lnTo>
                  <a:lnTo>
                    <a:pt x="300" y="6"/>
                  </a:lnTo>
                  <a:lnTo>
                    <a:pt x="367" y="30"/>
                  </a:lnTo>
                  <a:lnTo>
                    <a:pt x="422" y="68"/>
                  </a:lnTo>
                  <a:lnTo>
                    <a:pt x="467" y="125"/>
                  </a:lnTo>
                  <a:lnTo>
                    <a:pt x="467" y="684"/>
                  </a:lnTo>
                  <a:lnTo>
                    <a:pt x="0" y="684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155">
              <a:extLst>
                <a:ext uri="{FF2B5EF4-FFF2-40B4-BE49-F238E27FC236}">
                  <a16:creationId xmlns:a16="http://schemas.microsoft.com/office/drawing/2014/main" id="{856E520F-EE18-5902-FBE4-BB1A82D47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" y="1483"/>
              <a:ext cx="228" cy="290"/>
            </a:xfrm>
            <a:custGeom>
              <a:avLst/>
              <a:gdLst>
                <a:gd name="T0" fmla="*/ 0 w 1139"/>
                <a:gd name="T1" fmla="*/ 0 h 1453"/>
                <a:gd name="T2" fmla="*/ 0 w 1139"/>
                <a:gd name="T3" fmla="*/ 0 h 1453"/>
                <a:gd name="T4" fmla="*/ 0 w 1139"/>
                <a:gd name="T5" fmla="*/ 0 h 1453"/>
                <a:gd name="T6" fmla="*/ 0 w 1139"/>
                <a:gd name="T7" fmla="*/ 0 h 1453"/>
                <a:gd name="T8" fmla="*/ 0 w 1139"/>
                <a:gd name="T9" fmla="*/ 0 h 1453"/>
                <a:gd name="T10" fmla="*/ 0 w 1139"/>
                <a:gd name="T11" fmla="*/ 0 h 1453"/>
                <a:gd name="T12" fmla="*/ 0 w 1139"/>
                <a:gd name="T13" fmla="*/ 0 h 1453"/>
                <a:gd name="T14" fmla="*/ 0 w 1139"/>
                <a:gd name="T15" fmla="*/ 0 h 1453"/>
                <a:gd name="T16" fmla="*/ 0 w 1139"/>
                <a:gd name="T17" fmla="*/ 0 h 1453"/>
                <a:gd name="T18" fmla="*/ 0 w 1139"/>
                <a:gd name="T19" fmla="*/ 0 h 1453"/>
                <a:gd name="T20" fmla="*/ 0 w 1139"/>
                <a:gd name="T21" fmla="*/ 0 h 1453"/>
                <a:gd name="T22" fmla="*/ 0 w 1139"/>
                <a:gd name="T23" fmla="*/ 0 h 1453"/>
                <a:gd name="T24" fmla="*/ 0 w 1139"/>
                <a:gd name="T25" fmla="*/ 0 h 14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39"/>
                <a:gd name="T40" fmla="*/ 0 h 1453"/>
                <a:gd name="T41" fmla="*/ 1139 w 1139"/>
                <a:gd name="T42" fmla="*/ 1453 h 14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39" h="1453">
                  <a:moveTo>
                    <a:pt x="0" y="1453"/>
                  </a:moveTo>
                  <a:lnTo>
                    <a:pt x="62" y="3"/>
                  </a:lnTo>
                  <a:lnTo>
                    <a:pt x="350" y="3"/>
                  </a:lnTo>
                  <a:lnTo>
                    <a:pt x="350" y="192"/>
                  </a:lnTo>
                  <a:lnTo>
                    <a:pt x="464" y="195"/>
                  </a:lnTo>
                  <a:lnTo>
                    <a:pt x="475" y="9"/>
                  </a:lnTo>
                  <a:lnTo>
                    <a:pt x="672" y="8"/>
                  </a:lnTo>
                  <a:lnTo>
                    <a:pt x="672" y="191"/>
                  </a:lnTo>
                  <a:lnTo>
                    <a:pt x="811" y="196"/>
                  </a:lnTo>
                  <a:lnTo>
                    <a:pt x="811" y="0"/>
                  </a:lnTo>
                  <a:lnTo>
                    <a:pt x="1066" y="3"/>
                  </a:lnTo>
                  <a:lnTo>
                    <a:pt x="1139" y="1453"/>
                  </a:lnTo>
                  <a:lnTo>
                    <a:pt x="0" y="1453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156">
              <a:extLst>
                <a:ext uri="{FF2B5EF4-FFF2-40B4-BE49-F238E27FC236}">
                  <a16:creationId xmlns:a16="http://schemas.microsoft.com/office/drawing/2014/main" id="{FE03ABA0-55F4-FF80-458F-42F1C74847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" y="1483"/>
              <a:ext cx="201" cy="290"/>
            </a:xfrm>
            <a:custGeom>
              <a:avLst/>
              <a:gdLst>
                <a:gd name="T0" fmla="*/ 0 w 1005"/>
                <a:gd name="T1" fmla="*/ 0 h 1453"/>
                <a:gd name="T2" fmla="*/ 0 w 1005"/>
                <a:gd name="T3" fmla="*/ 0 h 1453"/>
                <a:gd name="T4" fmla="*/ 0 w 1005"/>
                <a:gd name="T5" fmla="*/ 0 h 1453"/>
                <a:gd name="T6" fmla="*/ 0 w 1005"/>
                <a:gd name="T7" fmla="*/ 0 h 1453"/>
                <a:gd name="T8" fmla="*/ 0 w 1005"/>
                <a:gd name="T9" fmla="*/ 0 h 1453"/>
                <a:gd name="T10" fmla="*/ 0 w 1005"/>
                <a:gd name="T11" fmla="*/ 0 h 1453"/>
                <a:gd name="T12" fmla="*/ 0 w 1005"/>
                <a:gd name="T13" fmla="*/ 0 h 1453"/>
                <a:gd name="T14" fmla="*/ 0 w 1005"/>
                <a:gd name="T15" fmla="*/ 0 h 1453"/>
                <a:gd name="T16" fmla="*/ 0 w 1005"/>
                <a:gd name="T17" fmla="*/ 0 h 1453"/>
                <a:gd name="T18" fmla="*/ 0 w 1005"/>
                <a:gd name="T19" fmla="*/ 0 h 1453"/>
                <a:gd name="T20" fmla="*/ 0 w 1005"/>
                <a:gd name="T21" fmla="*/ 0 h 1453"/>
                <a:gd name="T22" fmla="*/ 0 w 1005"/>
                <a:gd name="T23" fmla="*/ 0 h 1453"/>
                <a:gd name="T24" fmla="*/ 0 w 1005"/>
                <a:gd name="T25" fmla="*/ 0 h 1453"/>
                <a:gd name="T26" fmla="*/ 0 w 1005"/>
                <a:gd name="T27" fmla="*/ 0 h 1453"/>
                <a:gd name="T28" fmla="*/ 0 w 1005"/>
                <a:gd name="T29" fmla="*/ 0 h 1453"/>
                <a:gd name="T30" fmla="*/ 0 w 1005"/>
                <a:gd name="T31" fmla="*/ 0 h 1453"/>
                <a:gd name="T32" fmla="*/ 0 w 1005"/>
                <a:gd name="T33" fmla="*/ 0 h 1453"/>
                <a:gd name="T34" fmla="*/ 0 w 1005"/>
                <a:gd name="T35" fmla="*/ 0 h 1453"/>
                <a:gd name="T36" fmla="*/ 0 w 1005"/>
                <a:gd name="T37" fmla="*/ 0 h 1453"/>
                <a:gd name="T38" fmla="*/ 0 w 1005"/>
                <a:gd name="T39" fmla="*/ 0 h 1453"/>
                <a:gd name="T40" fmla="*/ 0 w 1005"/>
                <a:gd name="T41" fmla="*/ 0 h 1453"/>
                <a:gd name="T42" fmla="*/ 0 w 1005"/>
                <a:gd name="T43" fmla="*/ 0 h 1453"/>
                <a:gd name="T44" fmla="*/ 0 w 1005"/>
                <a:gd name="T45" fmla="*/ 0 h 1453"/>
                <a:gd name="T46" fmla="*/ 0 w 1005"/>
                <a:gd name="T47" fmla="*/ 0 h 1453"/>
                <a:gd name="T48" fmla="*/ 0 w 1005"/>
                <a:gd name="T49" fmla="*/ 0 h 1453"/>
                <a:gd name="T50" fmla="*/ 0 w 1005"/>
                <a:gd name="T51" fmla="*/ 0 h 1453"/>
                <a:gd name="T52" fmla="*/ 0 w 1005"/>
                <a:gd name="T53" fmla="*/ 0 h 1453"/>
                <a:gd name="T54" fmla="*/ 0 w 1005"/>
                <a:gd name="T55" fmla="*/ 0 h 1453"/>
                <a:gd name="T56" fmla="*/ 0 w 1005"/>
                <a:gd name="T57" fmla="*/ 0 h 1453"/>
                <a:gd name="T58" fmla="*/ 0 w 1005"/>
                <a:gd name="T59" fmla="*/ 0 h 1453"/>
                <a:gd name="T60" fmla="*/ 0 w 1005"/>
                <a:gd name="T61" fmla="*/ 0 h 1453"/>
                <a:gd name="T62" fmla="*/ 0 w 1005"/>
                <a:gd name="T63" fmla="*/ 0 h 1453"/>
                <a:gd name="T64" fmla="*/ 0 w 1005"/>
                <a:gd name="T65" fmla="*/ 0 h 1453"/>
                <a:gd name="T66" fmla="*/ 0 w 1005"/>
                <a:gd name="T67" fmla="*/ 0 h 1453"/>
                <a:gd name="T68" fmla="*/ 0 w 1005"/>
                <a:gd name="T69" fmla="*/ 0 h 1453"/>
                <a:gd name="T70" fmla="*/ 0 w 1005"/>
                <a:gd name="T71" fmla="*/ 0 h 1453"/>
                <a:gd name="T72" fmla="*/ 0 w 1005"/>
                <a:gd name="T73" fmla="*/ 0 h 1453"/>
                <a:gd name="T74" fmla="*/ 0 w 1005"/>
                <a:gd name="T75" fmla="*/ 0 h 1453"/>
                <a:gd name="T76" fmla="*/ 0 w 1005"/>
                <a:gd name="T77" fmla="*/ 0 h 1453"/>
                <a:gd name="T78" fmla="*/ 0 w 1005"/>
                <a:gd name="T79" fmla="*/ 0 h 1453"/>
                <a:gd name="T80" fmla="*/ 0 w 1005"/>
                <a:gd name="T81" fmla="*/ 0 h 1453"/>
                <a:gd name="T82" fmla="*/ 0 w 1005"/>
                <a:gd name="T83" fmla="*/ 0 h 1453"/>
                <a:gd name="T84" fmla="*/ 0 w 1005"/>
                <a:gd name="T85" fmla="*/ 0 h 1453"/>
                <a:gd name="T86" fmla="*/ 0 w 1005"/>
                <a:gd name="T87" fmla="*/ 0 h 1453"/>
                <a:gd name="T88" fmla="*/ 0 w 1005"/>
                <a:gd name="T89" fmla="*/ 0 h 1453"/>
                <a:gd name="T90" fmla="*/ 0 w 1005"/>
                <a:gd name="T91" fmla="*/ 0 h 1453"/>
                <a:gd name="T92" fmla="*/ 0 w 1005"/>
                <a:gd name="T93" fmla="*/ 0 h 1453"/>
                <a:gd name="T94" fmla="*/ 0 w 1005"/>
                <a:gd name="T95" fmla="*/ 0 h 1453"/>
                <a:gd name="T96" fmla="*/ 0 w 1005"/>
                <a:gd name="T97" fmla="*/ 0 h 145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005"/>
                <a:gd name="T148" fmla="*/ 0 h 1453"/>
                <a:gd name="T149" fmla="*/ 1005 w 1005"/>
                <a:gd name="T150" fmla="*/ 1453 h 145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005" h="1453">
                  <a:moveTo>
                    <a:pt x="0" y="1453"/>
                  </a:moveTo>
                  <a:lnTo>
                    <a:pt x="29" y="1378"/>
                  </a:lnTo>
                  <a:lnTo>
                    <a:pt x="93" y="1222"/>
                  </a:lnTo>
                  <a:lnTo>
                    <a:pt x="180" y="1012"/>
                  </a:lnTo>
                  <a:lnTo>
                    <a:pt x="278" y="778"/>
                  </a:lnTo>
                  <a:lnTo>
                    <a:pt x="373" y="548"/>
                  </a:lnTo>
                  <a:lnTo>
                    <a:pt x="456" y="354"/>
                  </a:lnTo>
                  <a:lnTo>
                    <a:pt x="516" y="224"/>
                  </a:lnTo>
                  <a:lnTo>
                    <a:pt x="538" y="191"/>
                  </a:lnTo>
                  <a:lnTo>
                    <a:pt x="554" y="191"/>
                  </a:lnTo>
                  <a:lnTo>
                    <a:pt x="571" y="191"/>
                  </a:lnTo>
                  <a:lnTo>
                    <a:pt x="589" y="191"/>
                  </a:lnTo>
                  <a:lnTo>
                    <a:pt x="607" y="192"/>
                  </a:lnTo>
                  <a:lnTo>
                    <a:pt x="624" y="192"/>
                  </a:lnTo>
                  <a:lnTo>
                    <a:pt x="641" y="193"/>
                  </a:lnTo>
                  <a:lnTo>
                    <a:pt x="658" y="195"/>
                  </a:lnTo>
                  <a:lnTo>
                    <a:pt x="677" y="197"/>
                  </a:lnTo>
                  <a:lnTo>
                    <a:pt x="677" y="171"/>
                  </a:lnTo>
                  <a:lnTo>
                    <a:pt x="677" y="148"/>
                  </a:lnTo>
                  <a:lnTo>
                    <a:pt x="677" y="122"/>
                  </a:lnTo>
                  <a:lnTo>
                    <a:pt x="677" y="98"/>
                  </a:lnTo>
                  <a:lnTo>
                    <a:pt x="677" y="73"/>
                  </a:lnTo>
                  <a:lnTo>
                    <a:pt x="677" y="48"/>
                  </a:lnTo>
                  <a:lnTo>
                    <a:pt x="677" y="24"/>
                  </a:lnTo>
                  <a:lnTo>
                    <a:pt x="677" y="0"/>
                  </a:lnTo>
                  <a:lnTo>
                    <a:pt x="708" y="0"/>
                  </a:lnTo>
                  <a:lnTo>
                    <a:pt x="740" y="0"/>
                  </a:lnTo>
                  <a:lnTo>
                    <a:pt x="772" y="0"/>
                  </a:lnTo>
                  <a:lnTo>
                    <a:pt x="804" y="1"/>
                  </a:lnTo>
                  <a:lnTo>
                    <a:pt x="837" y="1"/>
                  </a:lnTo>
                  <a:lnTo>
                    <a:pt x="869" y="1"/>
                  </a:lnTo>
                  <a:lnTo>
                    <a:pt x="901" y="3"/>
                  </a:lnTo>
                  <a:lnTo>
                    <a:pt x="934" y="4"/>
                  </a:lnTo>
                  <a:lnTo>
                    <a:pt x="942" y="183"/>
                  </a:lnTo>
                  <a:lnTo>
                    <a:pt x="951" y="364"/>
                  </a:lnTo>
                  <a:lnTo>
                    <a:pt x="959" y="545"/>
                  </a:lnTo>
                  <a:lnTo>
                    <a:pt x="968" y="727"/>
                  </a:lnTo>
                  <a:lnTo>
                    <a:pt x="977" y="908"/>
                  </a:lnTo>
                  <a:lnTo>
                    <a:pt x="987" y="1090"/>
                  </a:lnTo>
                  <a:lnTo>
                    <a:pt x="995" y="1271"/>
                  </a:lnTo>
                  <a:lnTo>
                    <a:pt x="1005" y="1453"/>
                  </a:lnTo>
                  <a:lnTo>
                    <a:pt x="879" y="1453"/>
                  </a:lnTo>
                  <a:lnTo>
                    <a:pt x="752" y="1453"/>
                  </a:lnTo>
                  <a:lnTo>
                    <a:pt x="627" y="1453"/>
                  </a:lnTo>
                  <a:lnTo>
                    <a:pt x="502" y="1453"/>
                  </a:lnTo>
                  <a:lnTo>
                    <a:pt x="376" y="1453"/>
                  </a:lnTo>
                  <a:lnTo>
                    <a:pt x="251" y="1453"/>
                  </a:lnTo>
                  <a:lnTo>
                    <a:pt x="125" y="1453"/>
                  </a:lnTo>
                  <a:lnTo>
                    <a:pt x="0" y="1453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157">
              <a:extLst>
                <a:ext uri="{FF2B5EF4-FFF2-40B4-BE49-F238E27FC236}">
                  <a16:creationId xmlns:a16="http://schemas.microsoft.com/office/drawing/2014/main" id="{8EF9D93E-F662-D874-73E9-CD345E671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5" y="1482"/>
              <a:ext cx="143" cy="289"/>
            </a:xfrm>
            <a:custGeom>
              <a:avLst/>
              <a:gdLst>
                <a:gd name="T0" fmla="*/ 0 w 714"/>
                <a:gd name="T1" fmla="*/ 0 h 1444"/>
                <a:gd name="T2" fmla="*/ 0 w 714"/>
                <a:gd name="T3" fmla="*/ 0 h 1444"/>
                <a:gd name="T4" fmla="*/ 0 w 714"/>
                <a:gd name="T5" fmla="*/ 0 h 1444"/>
                <a:gd name="T6" fmla="*/ 0 w 714"/>
                <a:gd name="T7" fmla="*/ 0 h 1444"/>
                <a:gd name="T8" fmla="*/ 0 w 714"/>
                <a:gd name="T9" fmla="*/ 0 h 1444"/>
                <a:gd name="T10" fmla="*/ 0 w 714"/>
                <a:gd name="T11" fmla="*/ 0 h 1444"/>
                <a:gd name="T12" fmla="*/ 0 w 714"/>
                <a:gd name="T13" fmla="*/ 0 h 1444"/>
                <a:gd name="T14" fmla="*/ 0 w 714"/>
                <a:gd name="T15" fmla="*/ 0 h 1444"/>
                <a:gd name="T16" fmla="*/ 0 w 714"/>
                <a:gd name="T17" fmla="*/ 0 h 1444"/>
                <a:gd name="T18" fmla="*/ 0 w 714"/>
                <a:gd name="T19" fmla="*/ 0 h 1444"/>
                <a:gd name="T20" fmla="*/ 0 w 714"/>
                <a:gd name="T21" fmla="*/ 0 h 1444"/>
                <a:gd name="T22" fmla="*/ 0 w 714"/>
                <a:gd name="T23" fmla="*/ 0 h 1444"/>
                <a:gd name="T24" fmla="*/ 0 w 714"/>
                <a:gd name="T25" fmla="*/ 0 h 1444"/>
                <a:gd name="T26" fmla="*/ 0 w 714"/>
                <a:gd name="T27" fmla="*/ 0 h 1444"/>
                <a:gd name="T28" fmla="*/ 0 w 714"/>
                <a:gd name="T29" fmla="*/ 0 h 1444"/>
                <a:gd name="T30" fmla="*/ 0 w 714"/>
                <a:gd name="T31" fmla="*/ 0 h 1444"/>
                <a:gd name="T32" fmla="*/ 0 w 714"/>
                <a:gd name="T33" fmla="*/ 0 h 1444"/>
                <a:gd name="T34" fmla="*/ 0 w 714"/>
                <a:gd name="T35" fmla="*/ 0 h 1444"/>
                <a:gd name="T36" fmla="*/ 0 w 714"/>
                <a:gd name="T37" fmla="*/ 0 h 1444"/>
                <a:gd name="T38" fmla="*/ 0 w 714"/>
                <a:gd name="T39" fmla="*/ 0 h 1444"/>
                <a:gd name="T40" fmla="*/ 0 w 714"/>
                <a:gd name="T41" fmla="*/ 0 h 1444"/>
                <a:gd name="T42" fmla="*/ 0 w 714"/>
                <a:gd name="T43" fmla="*/ 0 h 1444"/>
                <a:gd name="T44" fmla="*/ 0 w 714"/>
                <a:gd name="T45" fmla="*/ 0 h 1444"/>
                <a:gd name="T46" fmla="*/ 0 w 714"/>
                <a:gd name="T47" fmla="*/ 0 h 1444"/>
                <a:gd name="T48" fmla="*/ 0 w 714"/>
                <a:gd name="T49" fmla="*/ 0 h 1444"/>
                <a:gd name="T50" fmla="*/ 0 w 714"/>
                <a:gd name="T51" fmla="*/ 0 h 1444"/>
                <a:gd name="T52" fmla="*/ 0 w 714"/>
                <a:gd name="T53" fmla="*/ 0 h 1444"/>
                <a:gd name="T54" fmla="*/ 0 w 714"/>
                <a:gd name="T55" fmla="*/ 0 h 1444"/>
                <a:gd name="T56" fmla="*/ 0 w 714"/>
                <a:gd name="T57" fmla="*/ 0 h 1444"/>
                <a:gd name="T58" fmla="*/ 0 w 714"/>
                <a:gd name="T59" fmla="*/ 0 h 1444"/>
                <a:gd name="T60" fmla="*/ 0 w 714"/>
                <a:gd name="T61" fmla="*/ 0 h 1444"/>
                <a:gd name="T62" fmla="*/ 0 w 714"/>
                <a:gd name="T63" fmla="*/ 0 h 1444"/>
                <a:gd name="T64" fmla="*/ 0 w 714"/>
                <a:gd name="T65" fmla="*/ 0 h 1444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714"/>
                <a:gd name="T100" fmla="*/ 0 h 1444"/>
                <a:gd name="T101" fmla="*/ 714 w 714"/>
                <a:gd name="T102" fmla="*/ 1444 h 1444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714" h="1444">
                  <a:moveTo>
                    <a:pt x="0" y="1432"/>
                  </a:moveTo>
                  <a:lnTo>
                    <a:pt x="23" y="1340"/>
                  </a:lnTo>
                  <a:lnTo>
                    <a:pt x="62" y="1237"/>
                  </a:lnTo>
                  <a:lnTo>
                    <a:pt x="111" y="1128"/>
                  </a:lnTo>
                  <a:lnTo>
                    <a:pt x="168" y="1019"/>
                  </a:lnTo>
                  <a:lnTo>
                    <a:pt x="223" y="910"/>
                  </a:lnTo>
                  <a:lnTo>
                    <a:pt x="277" y="810"/>
                  </a:lnTo>
                  <a:lnTo>
                    <a:pt x="320" y="720"/>
                  </a:lnTo>
                  <a:lnTo>
                    <a:pt x="350" y="646"/>
                  </a:lnTo>
                  <a:lnTo>
                    <a:pt x="370" y="572"/>
                  </a:lnTo>
                  <a:lnTo>
                    <a:pt x="387" y="500"/>
                  </a:lnTo>
                  <a:lnTo>
                    <a:pt x="403" y="427"/>
                  </a:lnTo>
                  <a:lnTo>
                    <a:pt x="420" y="353"/>
                  </a:lnTo>
                  <a:lnTo>
                    <a:pt x="440" y="273"/>
                  </a:lnTo>
                  <a:lnTo>
                    <a:pt x="464" y="189"/>
                  </a:lnTo>
                  <a:lnTo>
                    <a:pt x="495" y="98"/>
                  </a:lnTo>
                  <a:lnTo>
                    <a:pt x="534" y="0"/>
                  </a:lnTo>
                  <a:lnTo>
                    <a:pt x="548" y="179"/>
                  </a:lnTo>
                  <a:lnTo>
                    <a:pt x="569" y="360"/>
                  </a:lnTo>
                  <a:lnTo>
                    <a:pt x="594" y="540"/>
                  </a:lnTo>
                  <a:lnTo>
                    <a:pt x="624" y="720"/>
                  </a:lnTo>
                  <a:lnTo>
                    <a:pt x="651" y="900"/>
                  </a:lnTo>
                  <a:lnTo>
                    <a:pt x="678" y="1081"/>
                  </a:lnTo>
                  <a:lnTo>
                    <a:pt x="699" y="1262"/>
                  </a:lnTo>
                  <a:lnTo>
                    <a:pt x="714" y="1444"/>
                  </a:lnTo>
                  <a:lnTo>
                    <a:pt x="662" y="1439"/>
                  </a:lnTo>
                  <a:lnTo>
                    <a:pt x="572" y="1436"/>
                  </a:lnTo>
                  <a:lnTo>
                    <a:pt x="455" y="1435"/>
                  </a:lnTo>
                  <a:lnTo>
                    <a:pt x="330" y="1435"/>
                  </a:lnTo>
                  <a:lnTo>
                    <a:pt x="206" y="1435"/>
                  </a:lnTo>
                  <a:lnTo>
                    <a:pt x="101" y="1435"/>
                  </a:lnTo>
                  <a:lnTo>
                    <a:pt x="28" y="1434"/>
                  </a:lnTo>
                  <a:lnTo>
                    <a:pt x="0" y="1432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158">
              <a:extLst>
                <a:ext uri="{FF2B5EF4-FFF2-40B4-BE49-F238E27FC236}">
                  <a16:creationId xmlns:a16="http://schemas.microsoft.com/office/drawing/2014/main" id="{6EA7A028-44E1-CDCF-C6AD-EE3D7E6EC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" y="1532"/>
              <a:ext cx="28" cy="6"/>
            </a:xfrm>
            <a:custGeom>
              <a:avLst/>
              <a:gdLst>
                <a:gd name="T0" fmla="*/ 0 w 138"/>
                <a:gd name="T1" fmla="*/ 0 h 30"/>
                <a:gd name="T2" fmla="*/ 0 w 138"/>
                <a:gd name="T3" fmla="*/ 0 h 30"/>
                <a:gd name="T4" fmla="*/ 0 w 138"/>
                <a:gd name="T5" fmla="*/ 0 h 30"/>
                <a:gd name="T6" fmla="*/ 0 w 138"/>
                <a:gd name="T7" fmla="*/ 0 h 30"/>
                <a:gd name="T8" fmla="*/ 0 w 138"/>
                <a:gd name="T9" fmla="*/ 0 h 30"/>
                <a:gd name="T10" fmla="*/ 0 w 138"/>
                <a:gd name="T11" fmla="*/ 0 h 30"/>
                <a:gd name="T12" fmla="*/ 0 w 138"/>
                <a:gd name="T13" fmla="*/ 0 h 30"/>
                <a:gd name="T14" fmla="*/ 0 w 138"/>
                <a:gd name="T15" fmla="*/ 0 h 30"/>
                <a:gd name="T16" fmla="*/ 0 w 138"/>
                <a:gd name="T17" fmla="*/ 0 h 30"/>
                <a:gd name="T18" fmla="*/ 0 w 138"/>
                <a:gd name="T19" fmla="*/ 0 h 30"/>
                <a:gd name="T20" fmla="*/ 0 w 138"/>
                <a:gd name="T21" fmla="*/ 0 h 30"/>
                <a:gd name="T22" fmla="*/ 0 w 138"/>
                <a:gd name="T23" fmla="*/ 0 h 30"/>
                <a:gd name="T24" fmla="*/ 0 w 138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0"/>
                <a:gd name="T41" fmla="*/ 138 w 138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0">
                  <a:moveTo>
                    <a:pt x="124" y="30"/>
                  </a:moveTo>
                  <a:lnTo>
                    <a:pt x="15" y="30"/>
                  </a:lnTo>
                  <a:lnTo>
                    <a:pt x="4" y="27"/>
                  </a:lnTo>
                  <a:lnTo>
                    <a:pt x="0" y="22"/>
                  </a:lnTo>
                  <a:lnTo>
                    <a:pt x="0" y="6"/>
                  </a:lnTo>
                  <a:lnTo>
                    <a:pt x="4" y="1"/>
                  </a:lnTo>
                  <a:lnTo>
                    <a:pt x="15" y="0"/>
                  </a:lnTo>
                  <a:lnTo>
                    <a:pt x="124" y="0"/>
                  </a:lnTo>
                  <a:lnTo>
                    <a:pt x="134" y="1"/>
                  </a:lnTo>
                  <a:lnTo>
                    <a:pt x="138" y="6"/>
                  </a:lnTo>
                  <a:lnTo>
                    <a:pt x="138" y="22"/>
                  </a:lnTo>
                  <a:lnTo>
                    <a:pt x="134" y="27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159">
              <a:extLst>
                <a:ext uri="{FF2B5EF4-FFF2-40B4-BE49-F238E27FC236}">
                  <a16:creationId xmlns:a16="http://schemas.microsoft.com/office/drawing/2014/main" id="{4920EE49-EFCE-CAB5-B279-051229D149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" y="1540"/>
              <a:ext cx="28" cy="6"/>
            </a:xfrm>
            <a:custGeom>
              <a:avLst/>
              <a:gdLst>
                <a:gd name="T0" fmla="*/ 0 w 138"/>
                <a:gd name="T1" fmla="*/ 0 h 31"/>
                <a:gd name="T2" fmla="*/ 0 w 138"/>
                <a:gd name="T3" fmla="*/ 0 h 31"/>
                <a:gd name="T4" fmla="*/ 0 w 138"/>
                <a:gd name="T5" fmla="*/ 0 h 31"/>
                <a:gd name="T6" fmla="*/ 0 w 138"/>
                <a:gd name="T7" fmla="*/ 0 h 31"/>
                <a:gd name="T8" fmla="*/ 0 w 138"/>
                <a:gd name="T9" fmla="*/ 0 h 31"/>
                <a:gd name="T10" fmla="*/ 0 w 138"/>
                <a:gd name="T11" fmla="*/ 0 h 31"/>
                <a:gd name="T12" fmla="*/ 0 w 138"/>
                <a:gd name="T13" fmla="*/ 0 h 31"/>
                <a:gd name="T14" fmla="*/ 0 w 138"/>
                <a:gd name="T15" fmla="*/ 0 h 31"/>
                <a:gd name="T16" fmla="*/ 0 w 138"/>
                <a:gd name="T17" fmla="*/ 0 h 31"/>
                <a:gd name="T18" fmla="*/ 0 w 138"/>
                <a:gd name="T19" fmla="*/ 0 h 31"/>
                <a:gd name="T20" fmla="*/ 0 w 138"/>
                <a:gd name="T21" fmla="*/ 0 h 31"/>
                <a:gd name="T22" fmla="*/ 0 w 138"/>
                <a:gd name="T23" fmla="*/ 0 h 31"/>
                <a:gd name="T24" fmla="*/ 0 w 138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1"/>
                <a:gd name="T41" fmla="*/ 138 w 138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1">
                  <a:moveTo>
                    <a:pt x="125" y="31"/>
                  </a:moveTo>
                  <a:lnTo>
                    <a:pt x="14" y="31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8"/>
                  </a:lnTo>
                  <a:lnTo>
                    <a:pt x="4" y="1"/>
                  </a:lnTo>
                  <a:lnTo>
                    <a:pt x="14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8" y="8"/>
                  </a:lnTo>
                  <a:lnTo>
                    <a:pt x="138" y="25"/>
                  </a:lnTo>
                  <a:lnTo>
                    <a:pt x="134" y="29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160">
              <a:extLst>
                <a:ext uri="{FF2B5EF4-FFF2-40B4-BE49-F238E27FC236}">
                  <a16:creationId xmlns:a16="http://schemas.microsoft.com/office/drawing/2014/main" id="{C224D258-4670-ADFA-5E96-4A222D554A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" y="1550"/>
              <a:ext cx="27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3" y="29"/>
                  </a:moveTo>
                  <a:lnTo>
                    <a:pt x="13" y="29"/>
                  </a:lnTo>
                  <a:lnTo>
                    <a:pt x="3" y="28"/>
                  </a:lnTo>
                  <a:lnTo>
                    <a:pt x="0" y="24"/>
                  </a:lnTo>
                  <a:lnTo>
                    <a:pt x="0" y="7"/>
                  </a:lnTo>
                  <a:lnTo>
                    <a:pt x="3" y="2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2" y="2"/>
                  </a:lnTo>
                  <a:lnTo>
                    <a:pt x="137" y="7"/>
                  </a:lnTo>
                  <a:lnTo>
                    <a:pt x="137" y="24"/>
                  </a:lnTo>
                  <a:lnTo>
                    <a:pt x="132" y="28"/>
                  </a:lnTo>
                  <a:lnTo>
                    <a:pt x="123" y="29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161">
              <a:extLst>
                <a:ext uri="{FF2B5EF4-FFF2-40B4-BE49-F238E27FC236}">
                  <a16:creationId xmlns:a16="http://schemas.microsoft.com/office/drawing/2014/main" id="{7467E58A-9D59-D67D-AD4B-943B82E9F3C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" y="1542"/>
              <a:ext cx="28" cy="6"/>
            </a:xfrm>
            <a:custGeom>
              <a:avLst/>
              <a:gdLst>
                <a:gd name="T0" fmla="*/ 0 w 138"/>
                <a:gd name="T1" fmla="*/ 0 h 31"/>
                <a:gd name="T2" fmla="*/ 0 w 138"/>
                <a:gd name="T3" fmla="*/ 0 h 31"/>
                <a:gd name="T4" fmla="*/ 0 w 138"/>
                <a:gd name="T5" fmla="*/ 0 h 31"/>
                <a:gd name="T6" fmla="*/ 0 w 138"/>
                <a:gd name="T7" fmla="*/ 0 h 31"/>
                <a:gd name="T8" fmla="*/ 0 w 138"/>
                <a:gd name="T9" fmla="*/ 0 h 31"/>
                <a:gd name="T10" fmla="*/ 0 w 138"/>
                <a:gd name="T11" fmla="*/ 0 h 31"/>
                <a:gd name="T12" fmla="*/ 0 w 138"/>
                <a:gd name="T13" fmla="*/ 0 h 31"/>
                <a:gd name="T14" fmla="*/ 0 w 138"/>
                <a:gd name="T15" fmla="*/ 0 h 31"/>
                <a:gd name="T16" fmla="*/ 0 w 138"/>
                <a:gd name="T17" fmla="*/ 0 h 31"/>
                <a:gd name="T18" fmla="*/ 0 w 138"/>
                <a:gd name="T19" fmla="*/ 0 h 31"/>
                <a:gd name="T20" fmla="*/ 0 w 138"/>
                <a:gd name="T21" fmla="*/ 0 h 31"/>
                <a:gd name="T22" fmla="*/ 0 w 138"/>
                <a:gd name="T23" fmla="*/ 0 h 31"/>
                <a:gd name="T24" fmla="*/ 0 w 138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1"/>
                <a:gd name="T41" fmla="*/ 138 w 138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1">
                  <a:moveTo>
                    <a:pt x="124" y="31"/>
                  </a:moveTo>
                  <a:lnTo>
                    <a:pt x="15" y="31"/>
                  </a:lnTo>
                  <a:lnTo>
                    <a:pt x="4" y="28"/>
                  </a:lnTo>
                  <a:lnTo>
                    <a:pt x="0" y="25"/>
                  </a:lnTo>
                  <a:lnTo>
                    <a:pt x="0" y="7"/>
                  </a:lnTo>
                  <a:lnTo>
                    <a:pt x="4" y="1"/>
                  </a:lnTo>
                  <a:lnTo>
                    <a:pt x="15" y="0"/>
                  </a:lnTo>
                  <a:lnTo>
                    <a:pt x="124" y="0"/>
                  </a:lnTo>
                  <a:lnTo>
                    <a:pt x="134" y="1"/>
                  </a:lnTo>
                  <a:lnTo>
                    <a:pt x="138" y="7"/>
                  </a:lnTo>
                  <a:lnTo>
                    <a:pt x="138" y="25"/>
                  </a:lnTo>
                  <a:lnTo>
                    <a:pt x="134" y="28"/>
                  </a:lnTo>
                  <a:lnTo>
                    <a:pt x="124" y="31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162">
              <a:extLst>
                <a:ext uri="{FF2B5EF4-FFF2-40B4-BE49-F238E27FC236}">
                  <a16:creationId xmlns:a16="http://schemas.microsoft.com/office/drawing/2014/main" id="{18B7BEE1-68F2-998C-B674-B499D92BB0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" y="1556"/>
              <a:ext cx="27" cy="6"/>
            </a:xfrm>
            <a:custGeom>
              <a:avLst/>
              <a:gdLst>
                <a:gd name="T0" fmla="*/ 0 w 136"/>
                <a:gd name="T1" fmla="*/ 0 h 29"/>
                <a:gd name="T2" fmla="*/ 0 w 136"/>
                <a:gd name="T3" fmla="*/ 0 h 29"/>
                <a:gd name="T4" fmla="*/ 0 w 136"/>
                <a:gd name="T5" fmla="*/ 0 h 29"/>
                <a:gd name="T6" fmla="*/ 0 w 136"/>
                <a:gd name="T7" fmla="*/ 0 h 29"/>
                <a:gd name="T8" fmla="*/ 0 w 136"/>
                <a:gd name="T9" fmla="*/ 0 h 29"/>
                <a:gd name="T10" fmla="*/ 0 w 136"/>
                <a:gd name="T11" fmla="*/ 0 h 29"/>
                <a:gd name="T12" fmla="*/ 0 w 136"/>
                <a:gd name="T13" fmla="*/ 0 h 29"/>
                <a:gd name="T14" fmla="*/ 0 w 136"/>
                <a:gd name="T15" fmla="*/ 0 h 29"/>
                <a:gd name="T16" fmla="*/ 0 w 136"/>
                <a:gd name="T17" fmla="*/ 0 h 29"/>
                <a:gd name="T18" fmla="*/ 0 w 136"/>
                <a:gd name="T19" fmla="*/ 0 h 29"/>
                <a:gd name="T20" fmla="*/ 0 w 136"/>
                <a:gd name="T21" fmla="*/ 0 h 29"/>
                <a:gd name="T22" fmla="*/ 0 w 136"/>
                <a:gd name="T23" fmla="*/ 0 h 29"/>
                <a:gd name="T24" fmla="*/ 0 w 136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29"/>
                <a:gd name="T41" fmla="*/ 136 w 136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29">
                  <a:moveTo>
                    <a:pt x="124" y="29"/>
                  </a:moveTo>
                  <a:lnTo>
                    <a:pt x="14" y="29"/>
                  </a:lnTo>
                  <a:lnTo>
                    <a:pt x="4" y="27"/>
                  </a:lnTo>
                  <a:lnTo>
                    <a:pt x="0" y="23"/>
                  </a:lnTo>
                  <a:lnTo>
                    <a:pt x="0" y="7"/>
                  </a:lnTo>
                  <a:lnTo>
                    <a:pt x="4" y="1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2" y="1"/>
                  </a:lnTo>
                  <a:lnTo>
                    <a:pt x="136" y="7"/>
                  </a:lnTo>
                  <a:lnTo>
                    <a:pt x="136" y="23"/>
                  </a:lnTo>
                  <a:lnTo>
                    <a:pt x="132" y="27"/>
                  </a:lnTo>
                  <a:lnTo>
                    <a:pt x="124" y="29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163">
              <a:extLst>
                <a:ext uri="{FF2B5EF4-FFF2-40B4-BE49-F238E27FC236}">
                  <a16:creationId xmlns:a16="http://schemas.microsoft.com/office/drawing/2014/main" id="{352E67A9-CD5A-FB04-919F-42E17ACEEE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" y="1528"/>
              <a:ext cx="28" cy="6"/>
            </a:xfrm>
            <a:custGeom>
              <a:avLst/>
              <a:gdLst>
                <a:gd name="T0" fmla="*/ 0 w 138"/>
                <a:gd name="T1" fmla="*/ 0 h 30"/>
                <a:gd name="T2" fmla="*/ 0 w 138"/>
                <a:gd name="T3" fmla="*/ 0 h 30"/>
                <a:gd name="T4" fmla="*/ 0 w 138"/>
                <a:gd name="T5" fmla="*/ 0 h 30"/>
                <a:gd name="T6" fmla="*/ 0 w 138"/>
                <a:gd name="T7" fmla="*/ 0 h 30"/>
                <a:gd name="T8" fmla="*/ 0 w 138"/>
                <a:gd name="T9" fmla="*/ 0 h 30"/>
                <a:gd name="T10" fmla="*/ 0 w 138"/>
                <a:gd name="T11" fmla="*/ 0 h 30"/>
                <a:gd name="T12" fmla="*/ 0 w 138"/>
                <a:gd name="T13" fmla="*/ 0 h 30"/>
                <a:gd name="T14" fmla="*/ 0 w 138"/>
                <a:gd name="T15" fmla="*/ 0 h 30"/>
                <a:gd name="T16" fmla="*/ 0 w 138"/>
                <a:gd name="T17" fmla="*/ 0 h 30"/>
                <a:gd name="T18" fmla="*/ 0 w 138"/>
                <a:gd name="T19" fmla="*/ 0 h 30"/>
                <a:gd name="T20" fmla="*/ 0 w 138"/>
                <a:gd name="T21" fmla="*/ 0 h 30"/>
                <a:gd name="T22" fmla="*/ 0 w 138"/>
                <a:gd name="T23" fmla="*/ 0 h 30"/>
                <a:gd name="T24" fmla="*/ 0 w 138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0"/>
                <a:gd name="T41" fmla="*/ 138 w 138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0">
                  <a:moveTo>
                    <a:pt x="123" y="30"/>
                  </a:moveTo>
                  <a:lnTo>
                    <a:pt x="12" y="30"/>
                  </a:lnTo>
                  <a:lnTo>
                    <a:pt x="3" y="28"/>
                  </a:lnTo>
                  <a:lnTo>
                    <a:pt x="0" y="24"/>
                  </a:lnTo>
                  <a:lnTo>
                    <a:pt x="0" y="7"/>
                  </a:lnTo>
                  <a:lnTo>
                    <a:pt x="3" y="1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3" y="1"/>
                  </a:lnTo>
                  <a:lnTo>
                    <a:pt x="138" y="7"/>
                  </a:lnTo>
                  <a:lnTo>
                    <a:pt x="138" y="24"/>
                  </a:lnTo>
                  <a:lnTo>
                    <a:pt x="133" y="28"/>
                  </a:lnTo>
                  <a:lnTo>
                    <a:pt x="123" y="3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164">
              <a:extLst>
                <a:ext uri="{FF2B5EF4-FFF2-40B4-BE49-F238E27FC236}">
                  <a16:creationId xmlns:a16="http://schemas.microsoft.com/office/drawing/2014/main" id="{1B81D112-41FA-FBDF-B9F4-3B76324C6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" y="1591"/>
              <a:ext cx="28" cy="6"/>
            </a:xfrm>
            <a:custGeom>
              <a:avLst/>
              <a:gdLst>
                <a:gd name="T0" fmla="*/ 0 w 138"/>
                <a:gd name="T1" fmla="*/ 0 h 31"/>
                <a:gd name="T2" fmla="*/ 0 w 138"/>
                <a:gd name="T3" fmla="*/ 0 h 31"/>
                <a:gd name="T4" fmla="*/ 0 w 138"/>
                <a:gd name="T5" fmla="*/ 0 h 31"/>
                <a:gd name="T6" fmla="*/ 0 w 138"/>
                <a:gd name="T7" fmla="*/ 0 h 31"/>
                <a:gd name="T8" fmla="*/ 0 w 138"/>
                <a:gd name="T9" fmla="*/ 0 h 31"/>
                <a:gd name="T10" fmla="*/ 0 w 138"/>
                <a:gd name="T11" fmla="*/ 0 h 31"/>
                <a:gd name="T12" fmla="*/ 0 w 138"/>
                <a:gd name="T13" fmla="*/ 0 h 31"/>
                <a:gd name="T14" fmla="*/ 0 w 138"/>
                <a:gd name="T15" fmla="*/ 0 h 31"/>
                <a:gd name="T16" fmla="*/ 0 w 138"/>
                <a:gd name="T17" fmla="*/ 0 h 31"/>
                <a:gd name="T18" fmla="*/ 0 w 138"/>
                <a:gd name="T19" fmla="*/ 0 h 31"/>
                <a:gd name="T20" fmla="*/ 0 w 138"/>
                <a:gd name="T21" fmla="*/ 0 h 31"/>
                <a:gd name="T22" fmla="*/ 0 w 138"/>
                <a:gd name="T23" fmla="*/ 0 h 31"/>
                <a:gd name="T24" fmla="*/ 0 w 138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1"/>
                <a:gd name="T41" fmla="*/ 138 w 138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1">
                  <a:moveTo>
                    <a:pt x="123" y="31"/>
                  </a:moveTo>
                  <a:lnTo>
                    <a:pt x="13" y="31"/>
                  </a:lnTo>
                  <a:lnTo>
                    <a:pt x="3" y="28"/>
                  </a:lnTo>
                  <a:lnTo>
                    <a:pt x="0" y="23"/>
                  </a:lnTo>
                  <a:lnTo>
                    <a:pt x="0" y="5"/>
                  </a:lnTo>
                  <a:lnTo>
                    <a:pt x="3" y="1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3" y="1"/>
                  </a:lnTo>
                  <a:lnTo>
                    <a:pt x="138" y="5"/>
                  </a:lnTo>
                  <a:lnTo>
                    <a:pt x="138" y="23"/>
                  </a:lnTo>
                  <a:lnTo>
                    <a:pt x="133" y="28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165">
              <a:extLst>
                <a:ext uri="{FF2B5EF4-FFF2-40B4-BE49-F238E27FC236}">
                  <a16:creationId xmlns:a16="http://schemas.microsoft.com/office/drawing/2014/main" id="{EB495FBB-C445-F0F2-F84A-1803330BB2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" y="1602"/>
              <a:ext cx="28" cy="5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5" y="29"/>
                  </a:moveTo>
                  <a:lnTo>
                    <a:pt x="14" y="29"/>
                  </a:lnTo>
                  <a:lnTo>
                    <a:pt x="4" y="27"/>
                  </a:lnTo>
                  <a:lnTo>
                    <a:pt x="0" y="24"/>
                  </a:lnTo>
                  <a:lnTo>
                    <a:pt x="0" y="7"/>
                  </a:lnTo>
                  <a:lnTo>
                    <a:pt x="4" y="1"/>
                  </a:lnTo>
                  <a:lnTo>
                    <a:pt x="14" y="0"/>
                  </a:lnTo>
                  <a:lnTo>
                    <a:pt x="125" y="0"/>
                  </a:lnTo>
                  <a:lnTo>
                    <a:pt x="132" y="1"/>
                  </a:lnTo>
                  <a:lnTo>
                    <a:pt x="137" y="7"/>
                  </a:lnTo>
                  <a:lnTo>
                    <a:pt x="137" y="24"/>
                  </a:lnTo>
                  <a:lnTo>
                    <a:pt x="132" y="27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66">
              <a:extLst>
                <a:ext uri="{FF2B5EF4-FFF2-40B4-BE49-F238E27FC236}">
                  <a16:creationId xmlns:a16="http://schemas.microsoft.com/office/drawing/2014/main" id="{538DC9A6-E33D-401D-E5B3-F10F900E0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" y="1593"/>
              <a:ext cx="27" cy="6"/>
            </a:xfrm>
            <a:custGeom>
              <a:avLst/>
              <a:gdLst>
                <a:gd name="T0" fmla="*/ 0 w 136"/>
                <a:gd name="T1" fmla="*/ 0 h 31"/>
                <a:gd name="T2" fmla="*/ 0 w 136"/>
                <a:gd name="T3" fmla="*/ 0 h 31"/>
                <a:gd name="T4" fmla="*/ 0 w 136"/>
                <a:gd name="T5" fmla="*/ 0 h 31"/>
                <a:gd name="T6" fmla="*/ 0 w 136"/>
                <a:gd name="T7" fmla="*/ 0 h 31"/>
                <a:gd name="T8" fmla="*/ 0 w 136"/>
                <a:gd name="T9" fmla="*/ 0 h 31"/>
                <a:gd name="T10" fmla="*/ 0 w 136"/>
                <a:gd name="T11" fmla="*/ 0 h 31"/>
                <a:gd name="T12" fmla="*/ 0 w 136"/>
                <a:gd name="T13" fmla="*/ 0 h 31"/>
                <a:gd name="T14" fmla="*/ 0 w 136"/>
                <a:gd name="T15" fmla="*/ 0 h 31"/>
                <a:gd name="T16" fmla="*/ 0 w 136"/>
                <a:gd name="T17" fmla="*/ 0 h 31"/>
                <a:gd name="T18" fmla="*/ 0 w 136"/>
                <a:gd name="T19" fmla="*/ 0 h 31"/>
                <a:gd name="T20" fmla="*/ 0 w 136"/>
                <a:gd name="T21" fmla="*/ 0 h 31"/>
                <a:gd name="T22" fmla="*/ 0 w 136"/>
                <a:gd name="T23" fmla="*/ 0 h 31"/>
                <a:gd name="T24" fmla="*/ 0 w 136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31"/>
                <a:gd name="T41" fmla="*/ 136 w 136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31">
                  <a:moveTo>
                    <a:pt x="124" y="31"/>
                  </a:moveTo>
                  <a:lnTo>
                    <a:pt x="14" y="31"/>
                  </a:lnTo>
                  <a:lnTo>
                    <a:pt x="4" y="29"/>
                  </a:lnTo>
                  <a:lnTo>
                    <a:pt x="0" y="24"/>
                  </a:lnTo>
                  <a:lnTo>
                    <a:pt x="0" y="8"/>
                  </a:lnTo>
                  <a:lnTo>
                    <a:pt x="4" y="1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2" y="1"/>
                  </a:lnTo>
                  <a:lnTo>
                    <a:pt x="136" y="8"/>
                  </a:lnTo>
                  <a:lnTo>
                    <a:pt x="136" y="24"/>
                  </a:lnTo>
                  <a:lnTo>
                    <a:pt x="132" y="29"/>
                  </a:lnTo>
                  <a:lnTo>
                    <a:pt x="124" y="31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Freeform 167">
              <a:extLst>
                <a:ext uri="{FF2B5EF4-FFF2-40B4-BE49-F238E27FC236}">
                  <a16:creationId xmlns:a16="http://schemas.microsoft.com/office/drawing/2014/main" id="{AD26710D-6252-F298-14E2-864441BA50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" y="1608"/>
              <a:ext cx="28" cy="6"/>
            </a:xfrm>
            <a:custGeom>
              <a:avLst/>
              <a:gdLst>
                <a:gd name="T0" fmla="*/ 0 w 138"/>
                <a:gd name="T1" fmla="*/ 0 h 29"/>
                <a:gd name="T2" fmla="*/ 0 w 138"/>
                <a:gd name="T3" fmla="*/ 0 h 29"/>
                <a:gd name="T4" fmla="*/ 0 w 138"/>
                <a:gd name="T5" fmla="*/ 0 h 29"/>
                <a:gd name="T6" fmla="*/ 0 w 138"/>
                <a:gd name="T7" fmla="*/ 0 h 29"/>
                <a:gd name="T8" fmla="*/ 0 w 138"/>
                <a:gd name="T9" fmla="*/ 0 h 29"/>
                <a:gd name="T10" fmla="*/ 0 w 138"/>
                <a:gd name="T11" fmla="*/ 0 h 29"/>
                <a:gd name="T12" fmla="*/ 0 w 138"/>
                <a:gd name="T13" fmla="*/ 0 h 29"/>
                <a:gd name="T14" fmla="*/ 0 w 138"/>
                <a:gd name="T15" fmla="*/ 0 h 29"/>
                <a:gd name="T16" fmla="*/ 0 w 138"/>
                <a:gd name="T17" fmla="*/ 0 h 29"/>
                <a:gd name="T18" fmla="*/ 0 w 138"/>
                <a:gd name="T19" fmla="*/ 0 h 29"/>
                <a:gd name="T20" fmla="*/ 0 w 138"/>
                <a:gd name="T21" fmla="*/ 0 h 29"/>
                <a:gd name="T22" fmla="*/ 0 w 138"/>
                <a:gd name="T23" fmla="*/ 0 h 29"/>
                <a:gd name="T24" fmla="*/ 0 w 138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29"/>
                <a:gd name="T41" fmla="*/ 138 w 138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29">
                  <a:moveTo>
                    <a:pt x="125" y="29"/>
                  </a:moveTo>
                  <a:lnTo>
                    <a:pt x="13" y="29"/>
                  </a:lnTo>
                  <a:lnTo>
                    <a:pt x="4" y="27"/>
                  </a:lnTo>
                  <a:lnTo>
                    <a:pt x="0" y="25"/>
                  </a:lnTo>
                  <a:lnTo>
                    <a:pt x="0" y="6"/>
                  </a:lnTo>
                  <a:lnTo>
                    <a:pt x="4" y="1"/>
                  </a:lnTo>
                  <a:lnTo>
                    <a:pt x="13" y="0"/>
                  </a:lnTo>
                  <a:lnTo>
                    <a:pt x="125" y="0"/>
                  </a:lnTo>
                  <a:lnTo>
                    <a:pt x="133" y="1"/>
                  </a:lnTo>
                  <a:lnTo>
                    <a:pt x="138" y="6"/>
                  </a:lnTo>
                  <a:lnTo>
                    <a:pt x="138" y="25"/>
                  </a:lnTo>
                  <a:lnTo>
                    <a:pt x="133" y="27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7" name="Freeform 168">
              <a:extLst>
                <a:ext uri="{FF2B5EF4-FFF2-40B4-BE49-F238E27FC236}">
                  <a16:creationId xmlns:a16="http://schemas.microsoft.com/office/drawing/2014/main" id="{B608E2D7-AC56-323B-CB8F-D824BDA33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" y="1571"/>
              <a:ext cx="27" cy="6"/>
            </a:xfrm>
            <a:custGeom>
              <a:avLst/>
              <a:gdLst>
                <a:gd name="T0" fmla="*/ 0 w 136"/>
                <a:gd name="T1" fmla="*/ 0 h 30"/>
                <a:gd name="T2" fmla="*/ 0 w 136"/>
                <a:gd name="T3" fmla="*/ 0 h 30"/>
                <a:gd name="T4" fmla="*/ 0 w 136"/>
                <a:gd name="T5" fmla="*/ 0 h 30"/>
                <a:gd name="T6" fmla="*/ 0 w 136"/>
                <a:gd name="T7" fmla="*/ 0 h 30"/>
                <a:gd name="T8" fmla="*/ 0 w 136"/>
                <a:gd name="T9" fmla="*/ 0 h 30"/>
                <a:gd name="T10" fmla="*/ 0 w 136"/>
                <a:gd name="T11" fmla="*/ 0 h 30"/>
                <a:gd name="T12" fmla="*/ 0 w 136"/>
                <a:gd name="T13" fmla="*/ 0 h 30"/>
                <a:gd name="T14" fmla="*/ 0 w 136"/>
                <a:gd name="T15" fmla="*/ 0 h 30"/>
                <a:gd name="T16" fmla="*/ 0 w 136"/>
                <a:gd name="T17" fmla="*/ 0 h 30"/>
                <a:gd name="T18" fmla="*/ 0 w 136"/>
                <a:gd name="T19" fmla="*/ 0 h 30"/>
                <a:gd name="T20" fmla="*/ 0 w 136"/>
                <a:gd name="T21" fmla="*/ 0 h 30"/>
                <a:gd name="T22" fmla="*/ 0 w 136"/>
                <a:gd name="T23" fmla="*/ 0 h 30"/>
                <a:gd name="T24" fmla="*/ 0 w 136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30"/>
                <a:gd name="T41" fmla="*/ 136 w 136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30">
                  <a:moveTo>
                    <a:pt x="124" y="30"/>
                  </a:moveTo>
                  <a:lnTo>
                    <a:pt x="12" y="30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7"/>
                  </a:lnTo>
                  <a:lnTo>
                    <a:pt x="4" y="2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1" y="2"/>
                  </a:lnTo>
                  <a:lnTo>
                    <a:pt x="136" y="7"/>
                  </a:lnTo>
                  <a:lnTo>
                    <a:pt x="136" y="25"/>
                  </a:lnTo>
                  <a:lnTo>
                    <a:pt x="131" y="29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69">
              <a:extLst>
                <a:ext uri="{FF2B5EF4-FFF2-40B4-BE49-F238E27FC236}">
                  <a16:creationId xmlns:a16="http://schemas.microsoft.com/office/drawing/2014/main" id="{7296189B-C3AD-36C3-37B3-16B5B3113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" y="1614"/>
              <a:ext cx="27" cy="6"/>
            </a:xfrm>
            <a:custGeom>
              <a:avLst/>
              <a:gdLst>
                <a:gd name="T0" fmla="*/ 0 w 138"/>
                <a:gd name="T1" fmla="*/ 0 h 30"/>
                <a:gd name="T2" fmla="*/ 0 w 138"/>
                <a:gd name="T3" fmla="*/ 0 h 30"/>
                <a:gd name="T4" fmla="*/ 0 w 138"/>
                <a:gd name="T5" fmla="*/ 0 h 30"/>
                <a:gd name="T6" fmla="*/ 0 w 138"/>
                <a:gd name="T7" fmla="*/ 0 h 30"/>
                <a:gd name="T8" fmla="*/ 0 w 138"/>
                <a:gd name="T9" fmla="*/ 0 h 30"/>
                <a:gd name="T10" fmla="*/ 0 w 138"/>
                <a:gd name="T11" fmla="*/ 0 h 30"/>
                <a:gd name="T12" fmla="*/ 0 w 138"/>
                <a:gd name="T13" fmla="*/ 0 h 30"/>
                <a:gd name="T14" fmla="*/ 0 w 138"/>
                <a:gd name="T15" fmla="*/ 0 h 30"/>
                <a:gd name="T16" fmla="*/ 0 w 138"/>
                <a:gd name="T17" fmla="*/ 0 h 30"/>
                <a:gd name="T18" fmla="*/ 0 w 138"/>
                <a:gd name="T19" fmla="*/ 0 h 30"/>
                <a:gd name="T20" fmla="*/ 0 w 138"/>
                <a:gd name="T21" fmla="*/ 0 h 30"/>
                <a:gd name="T22" fmla="*/ 0 w 138"/>
                <a:gd name="T23" fmla="*/ 0 h 30"/>
                <a:gd name="T24" fmla="*/ 0 w 138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0"/>
                <a:gd name="T41" fmla="*/ 138 w 138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0">
                  <a:moveTo>
                    <a:pt x="124" y="30"/>
                  </a:moveTo>
                  <a:lnTo>
                    <a:pt x="13" y="30"/>
                  </a:lnTo>
                  <a:lnTo>
                    <a:pt x="4" y="27"/>
                  </a:lnTo>
                  <a:lnTo>
                    <a:pt x="0" y="23"/>
                  </a:lnTo>
                  <a:lnTo>
                    <a:pt x="0" y="5"/>
                  </a:lnTo>
                  <a:lnTo>
                    <a:pt x="4" y="0"/>
                  </a:lnTo>
                  <a:lnTo>
                    <a:pt x="13" y="0"/>
                  </a:lnTo>
                  <a:lnTo>
                    <a:pt x="124" y="0"/>
                  </a:lnTo>
                  <a:lnTo>
                    <a:pt x="133" y="0"/>
                  </a:lnTo>
                  <a:lnTo>
                    <a:pt x="138" y="5"/>
                  </a:lnTo>
                  <a:lnTo>
                    <a:pt x="138" y="23"/>
                  </a:lnTo>
                  <a:lnTo>
                    <a:pt x="133" y="27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70">
              <a:extLst>
                <a:ext uri="{FF2B5EF4-FFF2-40B4-BE49-F238E27FC236}">
                  <a16:creationId xmlns:a16="http://schemas.microsoft.com/office/drawing/2014/main" id="{E899D185-2E02-C1BD-C79A-912329D6AD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" y="1624"/>
              <a:ext cx="28" cy="6"/>
            </a:xfrm>
            <a:custGeom>
              <a:avLst/>
              <a:gdLst>
                <a:gd name="T0" fmla="*/ 0 w 137"/>
                <a:gd name="T1" fmla="*/ 0 h 31"/>
                <a:gd name="T2" fmla="*/ 0 w 137"/>
                <a:gd name="T3" fmla="*/ 0 h 31"/>
                <a:gd name="T4" fmla="*/ 0 w 137"/>
                <a:gd name="T5" fmla="*/ 0 h 31"/>
                <a:gd name="T6" fmla="*/ 0 w 137"/>
                <a:gd name="T7" fmla="*/ 0 h 31"/>
                <a:gd name="T8" fmla="*/ 0 w 137"/>
                <a:gd name="T9" fmla="*/ 0 h 31"/>
                <a:gd name="T10" fmla="*/ 0 w 137"/>
                <a:gd name="T11" fmla="*/ 0 h 31"/>
                <a:gd name="T12" fmla="*/ 0 w 137"/>
                <a:gd name="T13" fmla="*/ 0 h 31"/>
                <a:gd name="T14" fmla="*/ 0 w 137"/>
                <a:gd name="T15" fmla="*/ 0 h 31"/>
                <a:gd name="T16" fmla="*/ 0 w 137"/>
                <a:gd name="T17" fmla="*/ 0 h 31"/>
                <a:gd name="T18" fmla="*/ 0 w 137"/>
                <a:gd name="T19" fmla="*/ 0 h 31"/>
                <a:gd name="T20" fmla="*/ 0 w 137"/>
                <a:gd name="T21" fmla="*/ 0 h 31"/>
                <a:gd name="T22" fmla="*/ 0 w 137"/>
                <a:gd name="T23" fmla="*/ 0 h 31"/>
                <a:gd name="T24" fmla="*/ 0 w 137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1"/>
                <a:gd name="T41" fmla="*/ 137 w 137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1">
                  <a:moveTo>
                    <a:pt x="125" y="31"/>
                  </a:moveTo>
                  <a:lnTo>
                    <a:pt x="15" y="31"/>
                  </a:lnTo>
                  <a:lnTo>
                    <a:pt x="4" y="28"/>
                  </a:lnTo>
                  <a:lnTo>
                    <a:pt x="0" y="26"/>
                  </a:lnTo>
                  <a:lnTo>
                    <a:pt x="0" y="7"/>
                  </a:lnTo>
                  <a:lnTo>
                    <a:pt x="4" y="1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7" y="7"/>
                  </a:lnTo>
                  <a:lnTo>
                    <a:pt x="137" y="26"/>
                  </a:lnTo>
                  <a:lnTo>
                    <a:pt x="134" y="28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71">
              <a:extLst>
                <a:ext uri="{FF2B5EF4-FFF2-40B4-BE49-F238E27FC236}">
                  <a16:creationId xmlns:a16="http://schemas.microsoft.com/office/drawing/2014/main" id="{DAF69CB3-3654-075D-BFA3-03D66EAFE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" y="1615"/>
              <a:ext cx="28" cy="6"/>
            </a:xfrm>
            <a:custGeom>
              <a:avLst/>
              <a:gdLst>
                <a:gd name="T0" fmla="*/ 0 w 138"/>
                <a:gd name="T1" fmla="*/ 0 h 30"/>
                <a:gd name="T2" fmla="*/ 0 w 138"/>
                <a:gd name="T3" fmla="*/ 0 h 30"/>
                <a:gd name="T4" fmla="*/ 0 w 138"/>
                <a:gd name="T5" fmla="*/ 0 h 30"/>
                <a:gd name="T6" fmla="*/ 0 w 138"/>
                <a:gd name="T7" fmla="*/ 0 h 30"/>
                <a:gd name="T8" fmla="*/ 0 w 138"/>
                <a:gd name="T9" fmla="*/ 0 h 30"/>
                <a:gd name="T10" fmla="*/ 0 w 138"/>
                <a:gd name="T11" fmla="*/ 0 h 30"/>
                <a:gd name="T12" fmla="*/ 0 w 138"/>
                <a:gd name="T13" fmla="*/ 0 h 30"/>
                <a:gd name="T14" fmla="*/ 0 w 138"/>
                <a:gd name="T15" fmla="*/ 0 h 30"/>
                <a:gd name="T16" fmla="*/ 0 w 138"/>
                <a:gd name="T17" fmla="*/ 0 h 30"/>
                <a:gd name="T18" fmla="*/ 0 w 138"/>
                <a:gd name="T19" fmla="*/ 0 h 30"/>
                <a:gd name="T20" fmla="*/ 0 w 138"/>
                <a:gd name="T21" fmla="*/ 0 h 30"/>
                <a:gd name="T22" fmla="*/ 0 w 138"/>
                <a:gd name="T23" fmla="*/ 0 h 30"/>
                <a:gd name="T24" fmla="*/ 0 w 138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0"/>
                <a:gd name="T41" fmla="*/ 138 w 138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0">
                  <a:moveTo>
                    <a:pt x="124" y="30"/>
                  </a:moveTo>
                  <a:lnTo>
                    <a:pt x="13" y="30"/>
                  </a:lnTo>
                  <a:lnTo>
                    <a:pt x="4" y="27"/>
                  </a:lnTo>
                  <a:lnTo>
                    <a:pt x="0" y="23"/>
                  </a:lnTo>
                  <a:lnTo>
                    <a:pt x="0" y="7"/>
                  </a:lnTo>
                  <a:lnTo>
                    <a:pt x="4" y="1"/>
                  </a:lnTo>
                  <a:lnTo>
                    <a:pt x="13" y="0"/>
                  </a:lnTo>
                  <a:lnTo>
                    <a:pt x="124" y="0"/>
                  </a:lnTo>
                  <a:lnTo>
                    <a:pt x="134" y="1"/>
                  </a:lnTo>
                  <a:lnTo>
                    <a:pt x="138" y="7"/>
                  </a:lnTo>
                  <a:lnTo>
                    <a:pt x="138" y="23"/>
                  </a:lnTo>
                  <a:lnTo>
                    <a:pt x="134" y="27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Freeform 172">
              <a:extLst>
                <a:ext uri="{FF2B5EF4-FFF2-40B4-BE49-F238E27FC236}">
                  <a16:creationId xmlns:a16="http://schemas.microsoft.com/office/drawing/2014/main" id="{26E5A919-DE47-A12E-F284-550E33056D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" y="1630"/>
              <a:ext cx="28" cy="6"/>
            </a:xfrm>
            <a:custGeom>
              <a:avLst/>
              <a:gdLst>
                <a:gd name="T0" fmla="*/ 0 w 138"/>
                <a:gd name="T1" fmla="*/ 0 h 31"/>
                <a:gd name="T2" fmla="*/ 0 w 138"/>
                <a:gd name="T3" fmla="*/ 0 h 31"/>
                <a:gd name="T4" fmla="*/ 0 w 138"/>
                <a:gd name="T5" fmla="*/ 0 h 31"/>
                <a:gd name="T6" fmla="*/ 0 w 138"/>
                <a:gd name="T7" fmla="*/ 0 h 31"/>
                <a:gd name="T8" fmla="*/ 0 w 138"/>
                <a:gd name="T9" fmla="*/ 0 h 31"/>
                <a:gd name="T10" fmla="*/ 0 w 138"/>
                <a:gd name="T11" fmla="*/ 0 h 31"/>
                <a:gd name="T12" fmla="*/ 0 w 138"/>
                <a:gd name="T13" fmla="*/ 0 h 31"/>
                <a:gd name="T14" fmla="*/ 0 w 138"/>
                <a:gd name="T15" fmla="*/ 0 h 31"/>
                <a:gd name="T16" fmla="*/ 0 w 138"/>
                <a:gd name="T17" fmla="*/ 0 h 31"/>
                <a:gd name="T18" fmla="*/ 0 w 138"/>
                <a:gd name="T19" fmla="*/ 0 h 31"/>
                <a:gd name="T20" fmla="*/ 0 w 138"/>
                <a:gd name="T21" fmla="*/ 0 h 31"/>
                <a:gd name="T22" fmla="*/ 0 w 138"/>
                <a:gd name="T23" fmla="*/ 0 h 31"/>
                <a:gd name="T24" fmla="*/ 0 w 138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1"/>
                <a:gd name="T41" fmla="*/ 138 w 138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1">
                  <a:moveTo>
                    <a:pt x="125" y="31"/>
                  </a:moveTo>
                  <a:lnTo>
                    <a:pt x="15" y="31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8"/>
                  </a:lnTo>
                  <a:lnTo>
                    <a:pt x="4" y="1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8" y="8"/>
                  </a:lnTo>
                  <a:lnTo>
                    <a:pt x="138" y="25"/>
                  </a:lnTo>
                  <a:lnTo>
                    <a:pt x="134" y="29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2" name="Freeform 173">
              <a:extLst>
                <a:ext uri="{FF2B5EF4-FFF2-40B4-BE49-F238E27FC236}">
                  <a16:creationId xmlns:a16="http://schemas.microsoft.com/office/drawing/2014/main" id="{E15BF514-964A-07B0-AD2D-0BF0AAA3FB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" y="1640"/>
              <a:ext cx="27" cy="6"/>
            </a:xfrm>
            <a:custGeom>
              <a:avLst/>
              <a:gdLst>
                <a:gd name="T0" fmla="*/ 0 w 137"/>
                <a:gd name="T1" fmla="*/ 0 h 30"/>
                <a:gd name="T2" fmla="*/ 0 w 137"/>
                <a:gd name="T3" fmla="*/ 0 h 30"/>
                <a:gd name="T4" fmla="*/ 0 w 137"/>
                <a:gd name="T5" fmla="*/ 0 h 30"/>
                <a:gd name="T6" fmla="*/ 0 w 137"/>
                <a:gd name="T7" fmla="*/ 0 h 30"/>
                <a:gd name="T8" fmla="*/ 0 w 137"/>
                <a:gd name="T9" fmla="*/ 0 h 30"/>
                <a:gd name="T10" fmla="*/ 0 w 137"/>
                <a:gd name="T11" fmla="*/ 0 h 30"/>
                <a:gd name="T12" fmla="*/ 0 w 137"/>
                <a:gd name="T13" fmla="*/ 0 h 30"/>
                <a:gd name="T14" fmla="*/ 0 w 137"/>
                <a:gd name="T15" fmla="*/ 0 h 30"/>
                <a:gd name="T16" fmla="*/ 0 w 137"/>
                <a:gd name="T17" fmla="*/ 0 h 30"/>
                <a:gd name="T18" fmla="*/ 0 w 137"/>
                <a:gd name="T19" fmla="*/ 0 h 30"/>
                <a:gd name="T20" fmla="*/ 0 w 137"/>
                <a:gd name="T21" fmla="*/ 0 h 30"/>
                <a:gd name="T22" fmla="*/ 0 w 137"/>
                <a:gd name="T23" fmla="*/ 0 h 30"/>
                <a:gd name="T24" fmla="*/ 0 w 137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0"/>
                <a:gd name="T41" fmla="*/ 137 w 137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0">
                  <a:moveTo>
                    <a:pt x="125" y="30"/>
                  </a:moveTo>
                  <a:lnTo>
                    <a:pt x="15" y="30"/>
                  </a:lnTo>
                  <a:lnTo>
                    <a:pt x="3" y="28"/>
                  </a:lnTo>
                  <a:lnTo>
                    <a:pt x="0" y="25"/>
                  </a:lnTo>
                  <a:lnTo>
                    <a:pt x="0" y="6"/>
                  </a:lnTo>
                  <a:lnTo>
                    <a:pt x="3" y="1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7" y="6"/>
                  </a:lnTo>
                  <a:lnTo>
                    <a:pt x="137" y="25"/>
                  </a:lnTo>
                  <a:lnTo>
                    <a:pt x="134" y="28"/>
                  </a:lnTo>
                  <a:lnTo>
                    <a:pt x="125" y="3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74">
              <a:extLst>
                <a:ext uri="{FF2B5EF4-FFF2-40B4-BE49-F238E27FC236}">
                  <a16:creationId xmlns:a16="http://schemas.microsoft.com/office/drawing/2014/main" id="{2E970602-ED42-94AB-4FF5-7E9E85B53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" y="1647"/>
              <a:ext cx="28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w 137"/>
                <a:gd name="T27" fmla="*/ 0 h 29"/>
                <a:gd name="T28" fmla="*/ 0 w 137"/>
                <a:gd name="T29" fmla="*/ 0 h 29"/>
                <a:gd name="T30" fmla="*/ 0 w 137"/>
                <a:gd name="T31" fmla="*/ 0 h 29"/>
                <a:gd name="T32" fmla="*/ 0 w 137"/>
                <a:gd name="T33" fmla="*/ 0 h 2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7"/>
                <a:gd name="T52" fmla="*/ 0 h 29"/>
                <a:gd name="T53" fmla="*/ 137 w 137"/>
                <a:gd name="T54" fmla="*/ 29 h 29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7" h="29">
                  <a:moveTo>
                    <a:pt x="125" y="29"/>
                  </a:moveTo>
                  <a:lnTo>
                    <a:pt x="15" y="29"/>
                  </a:lnTo>
                  <a:lnTo>
                    <a:pt x="7" y="28"/>
                  </a:lnTo>
                  <a:lnTo>
                    <a:pt x="3" y="26"/>
                  </a:lnTo>
                  <a:lnTo>
                    <a:pt x="0" y="25"/>
                  </a:lnTo>
                  <a:lnTo>
                    <a:pt x="0" y="24"/>
                  </a:lnTo>
                  <a:lnTo>
                    <a:pt x="0" y="5"/>
                  </a:lnTo>
                  <a:lnTo>
                    <a:pt x="0" y="2"/>
                  </a:lnTo>
                  <a:lnTo>
                    <a:pt x="3" y="0"/>
                  </a:lnTo>
                  <a:lnTo>
                    <a:pt x="7" y="0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0"/>
                  </a:lnTo>
                  <a:lnTo>
                    <a:pt x="137" y="5"/>
                  </a:lnTo>
                  <a:lnTo>
                    <a:pt x="137" y="24"/>
                  </a:lnTo>
                  <a:lnTo>
                    <a:pt x="134" y="26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75">
              <a:extLst>
                <a:ext uri="{FF2B5EF4-FFF2-40B4-BE49-F238E27FC236}">
                  <a16:creationId xmlns:a16="http://schemas.microsoft.com/office/drawing/2014/main" id="{DE54AB41-C0BE-861D-549C-F71B84614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" y="1668"/>
              <a:ext cx="27" cy="7"/>
            </a:xfrm>
            <a:custGeom>
              <a:avLst/>
              <a:gdLst>
                <a:gd name="T0" fmla="*/ 0 w 135"/>
                <a:gd name="T1" fmla="*/ 0 h 31"/>
                <a:gd name="T2" fmla="*/ 0 w 135"/>
                <a:gd name="T3" fmla="*/ 0 h 31"/>
                <a:gd name="T4" fmla="*/ 0 w 135"/>
                <a:gd name="T5" fmla="*/ 0 h 31"/>
                <a:gd name="T6" fmla="*/ 0 w 135"/>
                <a:gd name="T7" fmla="*/ 0 h 31"/>
                <a:gd name="T8" fmla="*/ 0 w 135"/>
                <a:gd name="T9" fmla="*/ 0 h 31"/>
                <a:gd name="T10" fmla="*/ 0 w 135"/>
                <a:gd name="T11" fmla="*/ 0 h 31"/>
                <a:gd name="T12" fmla="*/ 0 w 135"/>
                <a:gd name="T13" fmla="*/ 0 h 31"/>
                <a:gd name="T14" fmla="*/ 0 w 135"/>
                <a:gd name="T15" fmla="*/ 0 h 31"/>
                <a:gd name="T16" fmla="*/ 0 w 135"/>
                <a:gd name="T17" fmla="*/ 0 h 31"/>
                <a:gd name="T18" fmla="*/ 0 w 135"/>
                <a:gd name="T19" fmla="*/ 0 h 31"/>
                <a:gd name="T20" fmla="*/ 0 w 135"/>
                <a:gd name="T21" fmla="*/ 0 h 31"/>
                <a:gd name="T22" fmla="*/ 0 w 135"/>
                <a:gd name="T23" fmla="*/ 0 h 31"/>
                <a:gd name="T24" fmla="*/ 0 w 135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31"/>
                <a:gd name="T41" fmla="*/ 135 w 135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31">
                  <a:moveTo>
                    <a:pt x="123" y="31"/>
                  </a:moveTo>
                  <a:lnTo>
                    <a:pt x="12" y="31"/>
                  </a:lnTo>
                  <a:lnTo>
                    <a:pt x="3" y="28"/>
                  </a:lnTo>
                  <a:lnTo>
                    <a:pt x="0" y="23"/>
                  </a:lnTo>
                  <a:lnTo>
                    <a:pt x="0" y="5"/>
                  </a:lnTo>
                  <a:lnTo>
                    <a:pt x="3" y="1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1" y="1"/>
                  </a:lnTo>
                  <a:lnTo>
                    <a:pt x="135" y="5"/>
                  </a:lnTo>
                  <a:lnTo>
                    <a:pt x="135" y="23"/>
                  </a:lnTo>
                  <a:lnTo>
                    <a:pt x="131" y="28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76">
              <a:extLst>
                <a:ext uri="{FF2B5EF4-FFF2-40B4-BE49-F238E27FC236}">
                  <a16:creationId xmlns:a16="http://schemas.microsoft.com/office/drawing/2014/main" id="{5713AD6F-F086-AA4B-A595-DF8122736F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" y="1676"/>
              <a:ext cx="27" cy="6"/>
            </a:xfrm>
            <a:custGeom>
              <a:avLst/>
              <a:gdLst>
                <a:gd name="T0" fmla="*/ 0 w 137"/>
                <a:gd name="T1" fmla="*/ 0 h 31"/>
                <a:gd name="T2" fmla="*/ 0 w 137"/>
                <a:gd name="T3" fmla="*/ 0 h 31"/>
                <a:gd name="T4" fmla="*/ 0 w 137"/>
                <a:gd name="T5" fmla="*/ 0 h 31"/>
                <a:gd name="T6" fmla="*/ 0 w 137"/>
                <a:gd name="T7" fmla="*/ 0 h 31"/>
                <a:gd name="T8" fmla="*/ 0 w 137"/>
                <a:gd name="T9" fmla="*/ 0 h 31"/>
                <a:gd name="T10" fmla="*/ 0 w 137"/>
                <a:gd name="T11" fmla="*/ 0 h 31"/>
                <a:gd name="T12" fmla="*/ 0 w 137"/>
                <a:gd name="T13" fmla="*/ 0 h 31"/>
                <a:gd name="T14" fmla="*/ 0 w 137"/>
                <a:gd name="T15" fmla="*/ 0 h 31"/>
                <a:gd name="T16" fmla="*/ 0 w 137"/>
                <a:gd name="T17" fmla="*/ 0 h 31"/>
                <a:gd name="T18" fmla="*/ 0 w 137"/>
                <a:gd name="T19" fmla="*/ 0 h 31"/>
                <a:gd name="T20" fmla="*/ 0 w 137"/>
                <a:gd name="T21" fmla="*/ 0 h 31"/>
                <a:gd name="T22" fmla="*/ 0 w 137"/>
                <a:gd name="T23" fmla="*/ 0 h 31"/>
                <a:gd name="T24" fmla="*/ 0 w 137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1"/>
                <a:gd name="T41" fmla="*/ 137 w 137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1">
                  <a:moveTo>
                    <a:pt x="123" y="31"/>
                  </a:moveTo>
                  <a:lnTo>
                    <a:pt x="12" y="31"/>
                  </a:lnTo>
                  <a:lnTo>
                    <a:pt x="2" y="29"/>
                  </a:lnTo>
                  <a:lnTo>
                    <a:pt x="0" y="24"/>
                  </a:lnTo>
                  <a:lnTo>
                    <a:pt x="0" y="6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2" y="1"/>
                  </a:lnTo>
                  <a:lnTo>
                    <a:pt x="137" y="6"/>
                  </a:lnTo>
                  <a:lnTo>
                    <a:pt x="137" y="24"/>
                  </a:lnTo>
                  <a:lnTo>
                    <a:pt x="132" y="29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77">
              <a:extLst>
                <a:ext uri="{FF2B5EF4-FFF2-40B4-BE49-F238E27FC236}">
                  <a16:creationId xmlns:a16="http://schemas.microsoft.com/office/drawing/2014/main" id="{F6A2E784-7CF5-3729-1F09-D0B196A72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" y="1642"/>
              <a:ext cx="27" cy="6"/>
            </a:xfrm>
            <a:custGeom>
              <a:avLst/>
              <a:gdLst>
                <a:gd name="T0" fmla="*/ 0 w 135"/>
                <a:gd name="T1" fmla="*/ 0 h 31"/>
                <a:gd name="T2" fmla="*/ 0 w 135"/>
                <a:gd name="T3" fmla="*/ 0 h 31"/>
                <a:gd name="T4" fmla="*/ 0 w 135"/>
                <a:gd name="T5" fmla="*/ 0 h 31"/>
                <a:gd name="T6" fmla="*/ 0 w 135"/>
                <a:gd name="T7" fmla="*/ 0 h 31"/>
                <a:gd name="T8" fmla="*/ 0 w 135"/>
                <a:gd name="T9" fmla="*/ 0 h 31"/>
                <a:gd name="T10" fmla="*/ 0 w 135"/>
                <a:gd name="T11" fmla="*/ 0 h 31"/>
                <a:gd name="T12" fmla="*/ 0 w 135"/>
                <a:gd name="T13" fmla="*/ 0 h 31"/>
                <a:gd name="T14" fmla="*/ 0 w 135"/>
                <a:gd name="T15" fmla="*/ 0 h 31"/>
                <a:gd name="T16" fmla="*/ 0 w 135"/>
                <a:gd name="T17" fmla="*/ 0 h 31"/>
                <a:gd name="T18" fmla="*/ 0 w 135"/>
                <a:gd name="T19" fmla="*/ 0 h 31"/>
                <a:gd name="T20" fmla="*/ 0 w 135"/>
                <a:gd name="T21" fmla="*/ 0 h 31"/>
                <a:gd name="T22" fmla="*/ 0 w 135"/>
                <a:gd name="T23" fmla="*/ 0 h 31"/>
                <a:gd name="T24" fmla="*/ 0 w 135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31"/>
                <a:gd name="T41" fmla="*/ 135 w 135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31">
                  <a:moveTo>
                    <a:pt x="122" y="31"/>
                  </a:moveTo>
                  <a:lnTo>
                    <a:pt x="12" y="31"/>
                  </a:lnTo>
                  <a:lnTo>
                    <a:pt x="2" y="29"/>
                  </a:lnTo>
                  <a:lnTo>
                    <a:pt x="0" y="24"/>
                  </a:lnTo>
                  <a:lnTo>
                    <a:pt x="0" y="6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1" y="1"/>
                  </a:lnTo>
                  <a:lnTo>
                    <a:pt x="135" y="6"/>
                  </a:lnTo>
                  <a:lnTo>
                    <a:pt x="135" y="24"/>
                  </a:lnTo>
                  <a:lnTo>
                    <a:pt x="131" y="29"/>
                  </a:lnTo>
                  <a:lnTo>
                    <a:pt x="122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78">
              <a:extLst>
                <a:ext uri="{FF2B5EF4-FFF2-40B4-BE49-F238E27FC236}">
                  <a16:creationId xmlns:a16="http://schemas.microsoft.com/office/drawing/2014/main" id="{8E0D1264-E520-1019-0C31-C34CE2EE6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" y="1663"/>
              <a:ext cx="27" cy="6"/>
            </a:xfrm>
            <a:custGeom>
              <a:avLst/>
              <a:gdLst>
                <a:gd name="T0" fmla="*/ 0 w 135"/>
                <a:gd name="T1" fmla="*/ 0 h 30"/>
                <a:gd name="T2" fmla="*/ 0 w 135"/>
                <a:gd name="T3" fmla="*/ 0 h 30"/>
                <a:gd name="T4" fmla="*/ 0 w 135"/>
                <a:gd name="T5" fmla="*/ 0 h 30"/>
                <a:gd name="T6" fmla="*/ 0 w 135"/>
                <a:gd name="T7" fmla="*/ 0 h 30"/>
                <a:gd name="T8" fmla="*/ 0 w 135"/>
                <a:gd name="T9" fmla="*/ 0 h 30"/>
                <a:gd name="T10" fmla="*/ 0 w 135"/>
                <a:gd name="T11" fmla="*/ 0 h 30"/>
                <a:gd name="T12" fmla="*/ 0 w 135"/>
                <a:gd name="T13" fmla="*/ 0 h 30"/>
                <a:gd name="T14" fmla="*/ 0 w 135"/>
                <a:gd name="T15" fmla="*/ 0 h 30"/>
                <a:gd name="T16" fmla="*/ 0 w 135"/>
                <a:gd name="T17" fmla="*/ 0 h 30"/>
                <a:gd name="T18" fmla="*/ 0 w 135"/>
                <a:gd name="T19" fmla="*/ 0 h 30"/>
                <a:gd name="T20" fmla="*/ 0 w 135"/>
                <a:gd name="T21" fmla="*/ 0 h 30"/>
                <a:gd name="T22" fmla="*/ 0 w 135"/>
                <a:gd name="T23" fmla="*/ 0 h 30"/>
                <a:gd name="T24" fmla="*/ 0 w 135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30"/>
                <a:gd name="T41" fmla="*/ 135 w 135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30">
                  <a:moveTo>
                    <a:pt x="122" y="30"/>
                  </a:moveTo>
                  <a:lnTo>
                    <a:pt x="12" y="30"/>
                  </a:lnTo>
                  <a:lnTo>
                    <a:pt x="2" y="27"/>
                  </a:lnTo>
                  <a:lnTo>
                    <a:pt x="0" y="22"/>
                  </a:lnTo>
                  <a:lnTo>
                    <a:pt x="0" y="6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2" y="0"/>
                  </a:lnTo>
                  <a:lnTo>
                    <a:pt x="131" y="1"/>
                  </a:lnTo>
                  <a:lnTo>
                    <a:pt x="135" y="6"/>
                  </a:lnTo>
                  <a:lnTo>
                    <a:pt x="135" y="22"/>
                  </a:lnTo>
                  <a:lnTo>
                    <a:pt x="131" y="27"/>
                  </a:lnTo>
                  <a:lnTo>
                    <a:pt x="122" y="3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8" name="Freeform 179">
              <a:extLst>
                <a:ext uri="{FF2B5EF4-FFF2-40B4-BE49-F238E27FC236}">
                  <a16:creationId xmlns:a16="http://schemas.microsoft.com/office/drawing/2014/main" id="{FB870B8C-2F6C-A9A1-59FD-8167A2D11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" y="1659"/>
              <a:ext cx="27" cy="7"/>
            </a:xfrm>
            <a:custGeom>
              <a:avLst/>
              <a:gdLst>
                <a:gd name="T0" fmla="*/ 0 w 138"/>
                <a:gd name="T1" fmla="*/ 0 h 31"/>
                <a:gd name="T2" fmla="*/ 0 w 138"/>
                <a:gd name="T3" fmla="*/ 0 h 31"/>
                <a:gd name="T4" fmla="*/ 0 w 138"/>
                <a:gd name="T5" fmla="*/ 0 h 31"/>
                <a:gd name="T6" fmla="*/ 0 w 138"/>
                <a:gd name="T7" fmla="*/ 0 h 31"/>
                <a:gd name="T8" fmla="*/ 0 w 138"/>
                <a:gd name="T9" fmla="*/ 0 h 31"/>
                <a:gd name="T10" fmla="*/ 0 w 138"/>
                <a:gd name="T11" fmla="*/ 0 h 31"/>
                <a:gd name="T12" fmla="*/ 0 w 138"/>
                <a:gd name="T13" fmla="*/ 0 h 31"/>
                <a:gd name="T14" fmla="*/ 0 w 138"/>
                <a:gd name="T15" fmla="*/ 0 h 31"/>
                <a:gd name="T16" fmla="*/ 0 w 138"/>
                <a:gd name="T17" fmla="*/ 0 h 31"/>
                <a:gd name="T18" fmla="*/ 0 w 138"/>
                <a:gd name="T19" fmla="*/ 0 h 31"/>
                <a:gd name="T20" fmla="*/ 0 w 138"/>
                <a:gd name="T21" fmla="*/ 0 h 31"/>
                <a:gd name="T22" fmla="*/ 0 w 138"/>
                <a:gd name="T23" fmla="*/ 0 h 31"/>
                <a:gd name="T24" fmla="*/ 0 w 138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1"/>
                <a:gd name="T41" fmla="*/ 138 w 138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1">
                  <a:moveTo>
                    <a:pt x="124" y="31"/>
                  </a:moveTo>
                  <a:lnTo>
                    <a:pt x="12" y="31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8"/>
                  </a:lnTo>
                  <a:lnTo>
                    <a:pt x="4" y="2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3" y="2"/>
                  </a:lnTo>
                  <a:lnTo>
                    <a:pt x="138" y="8"/>
                  </a:lnTo>
                  <a:lnTo>
                    <a:pt x="138" y="25"/>
                  </a:lnTo>
                  <a:lnTo>
                    <a:pt x="133" y="29"/>
                  </a:lnTo>
                  <a:lnTo>
                    <a:pt x="124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180">
              <a:extLst>
                <a:ext uri="{FF2B5EF4-FFF2-40B4-BE49-F238E27FC236}">
                  <a16:creationId xmlns:a16="http://schemas.microsoft.com/office/drawing/2014/main" id="{62F96AC8-E622-EF49-12E9-CB51B1761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" y="1549"/>
              <a:ext cx="21" cy="37"/>
            </a:xfrm>
            <a:custGeom>
              <a:avLst/>
              <a:gdLst>
                <a:gd name="T0" fmla="*/ 0 w 106"/>
                <a:gd name="T1" fmla="*/ 0 h 188"/>
                <a:gd name="T2" fmla="*/ 0 w 106"/>
                <a:gd name="T3" fmla="*/ 0 h 188"/>
                <a:gd name="T4" fmla="*/ 0 w 106"/>
                <a:gd name="T5" fmla="*/ 0 h 188"/>
                <a:gd name="T6" fmla="*/ 0 w 106"/>
                <a:gd name="T7" fmla="*/ 0 h 188"/>
                <a:gd name="T8" fmla="*/ 0 w 106"/>
                <a:gd name="T9" fmla="*/ 0 h 188"/>
                <a:gd name="T10" fmla="*/ 0 w 106"/>
                <a:gd name="T11" fmla="*/ 0 h 188"/>
                <a:gd name="T12" fmla="*/ 0 w 106"/>
                <a:gd name="T13" fmla="*/ 0 h 188"/>
                <a:gd name="T14" fmla="*/ 0 w 106"/>
                <a:gd name="T15" fmla="*/ 0 h 188"/>
                <a:gd name="T16" fmla="*/ 0 w 106"/>
                <a:gd name="T17" fmla="*/ 0 h 188"/>
                <a:gd name="T18" fmla="*/ 0 w 106"/>
                <a:gd name="T19" fmla="*/ 0 h 188"/>
                <a:gd name="T20" fmla="*/ 0 w 106"/>
                <a:gd name="T21" fmla="*/ 0 h 188"/>
                <a:gd name="T22" fmla="*/ 0 w 106"/>
                <a:gd name="T23" fmla="*/ 0 h 1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6"/>
                <a:gd name="T37" fmla="*/ 0 h 188"/>
                <a:gd name="T38" fmla="*/ 106 w 106"/>
                <a:gd name="T39" fmla="*/ 188 h 1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6" h="188">
                  <a:moveTo>
                    <a:pt x="0" y="34"/>
                  </a:moveTo>
                  <a:lnTo>
                    <a:pt x="9" y="19"/>
                  </a:lnTo>
                  <a:lnTo>
                    <a:pt x="21" y="8"/>
                  </a:lnTo>
                  <a:lnTo>
                    <a:pt x="36" y="1"/>
                  </a:lnTo>
                  <a:lnTo>
                    <a:pt x="52" y="0"/>
                  </a:lnTo>
                  <a:lnTo>
                    <a:pt x="67" y="1"/>
                  </a:lnTo>
                  <a:lnTo>
                    <a:pt x="82" y="7"/>
                  </a:lnTo>
                  <a:lnTo>
                    <a:pt x="94" y="18"/>
                  </a:lnTo>
                  <a:lnTo>
                    <a:pt x="106" y="34"/>
                  </a:lnTo>
                  <a:lnTo>
                    <a:pt x="106" y="188"/>
                  </a:lnTo>
                  <a:lnTo>
                    <a:pt x="0" y="188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181">
              <a:extLst>
                <a:ext uri="{FF2B5EF4-FFF2-40B4-BE49-F238E27FC236}">
                  <a16:creationId xmlns:a16="http://schemas.microsoft.com/office/drawing/2014/main" id="{7633D704-3FC8-C7F6-DC15-8C242AF0BF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" y="1549"/>
              <a:ext cx="8" cy="37"/>
            </a:xfrm>
            <a:custGeom>
              <a:avLst/>
              <a:gdLst>
                <a:gd name="T0" fmla="*/ 0 w 43"/>
                <a:gd name="T1" fmla="*/ 0 h 186"/>
                <a:gd name="T2" fmla="*/ 0 w 43"/>
                <a:gd name="T3" fmla="*/ 0 h 186"/>
                <a:gd name="T4" fmla="*/ 0 w 43"/>
                <a:gd name="T5" fmla="*/ 0 h 186"/>
                <a:gd name="T6" fmla="*/ 0 w 43"/>
                <a:gd name="T7" fmla="*/ 0 h 186"/>
                <a:gd name="T8" fmla="*/ 0 w 43"/>
                <a:gd name="T9" fmla="*/ 0 h 186"/>
                <a:gd name="T10" fmla="*/ 0 w 43"/>
                <a:gd name="T11" fmla="*/ 0 h 186"/>
                <a:gd name="T12" fmla="*/ 0 w 43"/>
                <a:gd name="T13" fmla="*/ 0 h 186"/>
                <a:gd name="T14" fmla="*/ 0 w 43"/>
                <a:gd name="T15" fmla="*/ 0 h 186"/>
                <a:gd name="T16" fmla="*/ 0 w 43"/>
                <a:gd name="T17" fmla="*/ 0 h 186"/>
                <a:gd name="T18" fmla="*/ 0 w 43"/>
                <a:gd name="T19" fmla="*/ 0 h 186"/>
                <a:gd name="T20" fmla="*/ 0 w 43"/>
                <a:gd name="T21" fmla="*/ 0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3"/>
                <a:gd name="T34" fmla="*/ 0 h 186"/>
                <a:gd name="T35" fmla="*/ 43 w 43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3" h="186">
                  <a:moveTo>
                    <a:pt x="43" y="35"/>
                  </a:moveTo>
                  <a:lnTo>
                    <a:pt x="43" y="186"/>
                  </a:lnTo>
                  <a:lnTo>
                    <a:pt x="17" y="30"/>
                  </a:lnTo>
                  <a:lnTo>
                    <a:pt x="3" y="11"/>
                  </a:lnTo>
                  <a:lnTo>
                    <a:pt x="0" y="3"/>
                  </a:lnTo>
                  <a:lnTo>
                    <a:pt x="2" y="0"/>
                  </a:lnTo>
                  <a:lnTo>
                    <a:pt x="9" y="4"/>
                  </a:lnTo>
                  <a:lnTo>
                    <a:pt x="19" y="10"/>
                  </a:lnTo>
                  <a:lnTo>
                    <a:pt x="29" y="19"/>
                  </a:lnTo>
                  <a:lnTo>
                    <a:pt x="38" y="28"/>
                  </a:lnTo>
                  <a:lnTo>
                    <a:pt x="43" y="35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182">
              <a:extLst>
                <a:ext uri="{FF2B5EF4-FFF2-40B4-BE49-F238E27FC236}">
                  <a16:creationId xmlns:a16="http://schemas.microsoft.com/office/drawing/2014/main" id="{D7B1C552-6DF6-2A6C-E697-0CF653608B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" y="1554"/>
              <a:ext cx="21" cy="32"/>
            </a:xfrm>
            <a:custGeom>
              <a:avLst/>
              <a:gdLst>
                <a:gd name="T0" fmla="*/ 0 w 105"/>
                <a:gd name="T1" fmla="*/ 0 h 161"/>
                <a:gd name="T2" fmla="*/ 0 w 105"/>
                <a:gd name="T3" fmla="*/ 0 h 161"/>
                <a:gd name="T4" fmla="*/ 0 w 105"/>
                <a:gd name="T5" fmla="*/ 0 h 161"/>
                <a:gd name="T6" fmla="*/ 0 w 105"/>
                <a:gd name="T7" fmla="*/ 0 h 161"/>
                <a:gd name="T8" fmla="*/ 0 w 105"/>
                <a:gd name="T9" fmla="*/ 0 h 161"/>
                <a:gd name="T10" fmla="*/ 0 w 105"/>
                <a:gd name="T11" fmla="*/ 0 h 161"/>
                <a:gd name="T12" fmla="*/ 0 w 105"/>
                <a:gd name="T13" fmla="*/ 0 h 161"/>
                <a:gd name="T14" fmla="*/ 0 w 105"/>
                <a:gd name="T15" fmla="*/ 0 h 161"/>
                <a:gd name="T16" fmla="*/ 0 w 105"/>
                <a:gd name="T17" fmla="*/ 0 h 161"/>
                <a:gd name="T18" fmla="*/ 0 w 105"/>
                <a:gd name="T19" fmla="*/ 0 h 161"/>
                <a:gd name="T20" fmla="*/ 0 w 105"/>
                <a:gd name="T21" fmla="*/ 0 h 161"/>
                <a:gd name="T22" fmla="*/ 0 w 105"/>
                <a:gd name="T23" fmla="*/ 0 h 161"/>
                <a:gd name="T24" fmla="*/ 0 w 105"/>
                <a:gd name="T25" fmla="*/ 0 h 161"/>
                <a:gd name="T26" fmla="*/ 0 w 105"/>
                <a:gd name="T27" fmla="*/ 0 h 161"/>
                <a:gd name="T28" fmla="*/ 0 w 105"/>
                <a:gd name="T29" fmla="*/ 0 h 161"/>
                <a:gd name="T30" fmla="*/ 0 w 105"/>
                <a:gd name="T31" fmla="*/ 0 h 161"/>
                <a:gd name="T32" fmla="*/ 0 w 105"/>
                <a:gd name="T33" fmla="*/ 0 h 161"/>
                <a:gd name="T34" fmla="*/ 0 w 105"/>
                <a:gd name="T35" fmla="*/ 0 h 161"/>
                <a:gd name="T36" fmla="*/ 0 w 105"/>
                <a:gd name="T37" fmla="*/ 0 h 161"/>
                <a:gd name="T38" fmla="*/ 0 w 105"/>
                <a:gd name="T39" fmla="*/ 0 h 161"/>
                <a:gd name="T40" fmla="*/ 0 w 105"/>
                <a:gd name="T41" fmla="*/ 0 h 161"/>
                <a:gd name="T42" fmla="*/ 0 w 105"/>
                <a:gd name="T43" fmla="*/ 0 h 161"/>
                <a:gd name="T44" fmla="*/ 0 w 105"/>
                <a:gd name="T45" fmla="*/ 0 h 161"/>
                <a:gd name="T46" fmla="*/ 0 w 105"/>
                <a:gd name="T47" fmla="*/ 0 h 161"/>
                <a:gd name="T48" fmla="*/ 0 w 105"/>
                <a:gd name="T49" fmla="*/ 0 h 161"/>
                <a:gd name="T50" fmla="*/ 0 w 105"/>
                <a:gd name="T51" fmla="*/ 0 h 161"/>
                <a:gd name="T52" fmla="*/ 0 w 105"/>
                <a:gd name="T53" fmla="*/ 0 h 161"/>
                <a:gd name="T54" fmla="*/ 0 w 105"/>
                <a:gd name="T55" fmla="*/ 0 h 161"/>
                <a:gd name="T56" fmla="*/ 0 w 105"/>
                <a:gd name="T57" fmla="*/ 0 h 161"/>
                <a:gd name="T58" fmla="*/ 0 w 105"/>
                <a:gd name="T59" fmla="*/ 0 h 161"/>
                <a:gd name="T60" fmla="*/ 0 w 105"/>
                <a:gd name="T61" fmla="*/ 0 h 161"/>
                <a:gd name="T62" fmla="*/ 0 w 105"/>
                <a:gd name="T63" fmla="*/ 0 h 161"/>
                <a:gd name="T64" fmla="*/ 0 w 105"/>
                <a:gd name="T65" fmla="*/ 0 h 161"/>
                <a:gd name="T66" fmla="*/ 0 w 105"/>
                <a:gd name="T67" fmla="*/ 0 h 161"/>
                <a:gd name="T68" fmla="*/ 0 w 105"/>
                <a:gd name="T69" fmla="*/ 0 h 16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5"/>
                <a:gd name="T106" fmla="*/ 0 h 161"/>
                <a:gd name="T107" fmla="*/ 105 w 105"/>
                <a:gd name="T108" fmla="*/ 161 h 16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5" h="161">
                  <a:moveTo>
                    <a:pt x="0" y="10"/>
                  </a:moveTo>
                  <a:lnTo>
                    <a:pt x="5" y="0"/>
                  </a:lnTo>
                  <a:lnTo>
                    <a:pt x="8" y="5"/>
                  </a:lnTo>
                  <a:lnTo>
                    <a:pt x="10" y="20"/>
                  </a:lnTo>
                  <a:lnTo>
                    <a:pt x="11" y="43"/>
                  </a:lnTo>
                  <a:lnTo>
                    <a:pt x="11" y="70"/>
                  </a:lnTo>
                  <a:lnTo>
                    <a:pt x="13" y="99"/>
                  </a:lnTo>
                  <a:lnTo>
                    <a:pt x="16" y="125"/>
                  </a:lnTo>
                  <a:lnTo>
                    <a:pt x="23" y="148"/>
                  </a:lnTo>
                  <a:lnTo>
                    <a:pt x="29" y="150"/>
                  </a:lnTo>
                  <a:lnTo>
                    <a:pt x="37" y="151"/>
                  </a:lnTo>
                  <a:lnTo>
                    <a:pt x="45" y="152"/>
                  </a:lnTo>
                  <a:lnTo>
                    <a:pt x="57" y="153"/>
                  </a:lnTo>
                  <a:lnTo>
                    <a:pt x="67" y="153"/>
                  </a:lnTo>
                  <a:lnTo>
                    <a:pt x="76" y="153"/>
                  </a:lnTo>
                  <a:lnTo>
                    <a:pt x="86" y="153"/>
                  </a:lnTo>
                  <a:lnTo>
                    <a:pt x="95" y="156"/>
                  </a:lnTo>
                  <a:lnTo>
                    <a:pt x="102" y="156"/>
                  </a:lnTo>
                  <a:lnTo>
                    <a:pt x="105" y="161"/>
                  </a:lnTo>
                  <a:lnTo>
                    <a:pt x="91" y="161"/>
                  </a:lnTo>
                  <a:lnTo>
                    <a:pt x="78" y="161"/>
                  </a:lnTo>
                  <a:lnTo>
                    <a:pt x="64" y="161"/>
                  </a:lnTo>
                  <a:lnTo>
                    <a:pt x="52" y="161"/>
                  </a:lnTo>
                  <a:lnTo>
                    <a:pt x="38" y="161"/>
                  </a:lnTo>
                  <a:lnTo>
                    <a:pt x="26" y="161"/>
                  </a:lnTo>
                  <a:lnTo>
                    <a:pt x="12" y="161"/>
                  </a:lnTo>
                  <a:lnTo>
                    <a:pt x="0" y="161"/>
                  </a:lnTo>
                  <a:lnTo>
                    <a:pt x="0" y="141"/>
                  </a:lnTo>
                  <a:lnTo>
                    <a:pt x="0" y="122"/>
                  </a:lnTo>
                  <a:lnTo>
                    <a:pt x="0" y="104"/>
                  </a:lnTo>
                  <a:lnTo>
                    <a:pt x="0" y="85"/>
                  </a:lnTo>
                  <a:lnTo>
                    <a:pt x="0" y="65"/>
                  </a:lnTo>
                  <a:lnTo>
                    <a:pt x="0" y="47"/>
                  </a:lnTo>
                  <a:lnTo>
                    <a:pt x="0" y="2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183">
              <a:extLst>
                <a:ext uri="{FF2B5EF4-FFF2-40B4-BE49-F238E27FC236}">
                  <a16:creationId xmlns:a16="http://schemas.microsoft.com/office/drawing/2014/main" id="{1B108605-B719-625D-5777-BF3F11EDE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1436"/>
              <a:ext cx="21" cy="37"/>
            </a:xfrm>
            <a:custGeom>
              <a:avLst/>
              <a:gdLst>
                <a:gd name="T0" fmla="*/ 0 w 105"/>
                <a:gd name="T1" fmla="*/ 0 h 185"/>
                <a:gd name="T2" fmla="*/ 0 w 105"/>
                <a:gd name="T3" fmla="*/ 0 h 185"/>
                <a:gd name="T4" fmla="*/ 0 w 105"/>
                <a:gd name="T5" fmla="*/ 0 h 185"/>
                <a:gd name="T6" fmla="*/ 0 w 105"/>
                <a:gd name="T7" fmla="*/ 0 h 185"/>
                <a:gd name="T8" fmla="*/ 0 w 105"/>
                <a:gd name="T9" fmla="*/ 0 h 185"/>
                <a:gd name="T10" fmla="*/ 0 w 105"/>
                <a:gd name="T11" fmla="*/ 0 h 185"/>
                <a:gd name="T12" fmla="*/ 0 w 105"/>
                <a:gd name="T13" fmla="*/ 0 h 185"/>
                <a:gd name="T14" fmla="*/ 0 w 105"/>
                <a:gd name="T15" fmla="*/ 0 h 185"/>
                <a:gd name="T16" fmla="*/ 0 w 105"/>
                <a:gd name="T17" fmla="*/ 0 h 185"/>
                <a:gd name="T18" fmla="*/ 0 w 105"/>
                <a:gd name="T19" fmla="*/ 0 h 185"/>
                <a:gd name="T20" fmla="*/ 0 w 105"/>
                <a:gd name="T21" fmla="*/ 0 h 185"/>
                <a:gd name="T22" fmla="*/ 0 w 105"/>
                <a:gd name="T23" fmla="*/ 0 h 18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5"/>
                <a:gd name="T37" fmla="*/ 0 h 185"/>
                <a:gd name="T38" fmla="*/ 105 w 105"/>
                <a:gd name="T39" fmla="*/ 185 h 18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5" h="185">
                  <a:moveTo>
                    <a:pt x="0" y="152"/>
                  </a:moveTo>
                  <a:lnTo>
                    <a:pt x="7" y="166"/>
                  </a:lnTo>
                  <a:lnTo>
                    <a:pt x="19" y="177"/>
                  </a:lnTo>
                  <a:lnTo>
                    <a:pt x="34" y="183"/>
                  </a:lnTo>
                  <a:lnTo>
                    <a:pt x="50" y="185"/>
                  </a:lnTo>
                  <a:lnTo>
                    <a:pt x="65" y="183"/>
                  </a:lnTo>
                  <a:lnTo>
                    <a:pt x="81" y="178"/>
                  </a:lnTo>
                  <a:lnTo>
                    <a:pt x="94" y="167"/>
                  </a:lnTo>
                  <a:lnTo>
                    <a:pt x="105" y="152"/>
                  </a:lnTo>
                  <a:lnTo>
                    <a:pt x="105" y="0"/>
                  </a:lnTo>
                  <a:lnTo>
                    <a:pt x="0" y="0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FF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184">
              <a:extLst>
                <a:ext uri="{FF2B5EF4-FFF2-40B4-BE49-F238E27FC236}">
                  <a16:creationId xmlns:a16="http://schemas.microsoft.com/office/drawing/2014/main" id="{822D7298-BB75-B53F-562F-B8654C71F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1436"/>
              <a:ext cx="21" cy="15"/>
            </a:xfrm>
            <a:custGeom>
              <a:avLst/>
              <a:gdLst>
                <a:gd name="T0" fmla="*/ 0 w 105"/>
                <a:gd name="T1" fmla="*/ 0 h 74"/>
                <a:gd name="T2" fmla="*/ 0 w 105"/>
                <a:gd name="T3" fmla="*/ 0 h 74"/>
                <a:gd name="T4" fmla="*/ 0 w 105"/>
                <a:gd name="T5" fmla="*/ 0 h 74"/>
                <a:gd name="T6" fmla="*/ 0 w 105"/>
                <a:gd name="T7" fmla="*/ 0 h 74"/>
                <a:gd name="T8" fmla="*/ 0 w 105"/>
                <a:gd name="T9" fmla="*/ 0 h 74"/>
                <a:gd name="T10" fmla="*/ 0 w 105"/>
                <a:gd name="T11" fmla="*/ 0 h 74"/>
                <a:gd name="T12" fmla="*/ 0 w 105"/>
                <a:gd name="T13" fmla="*/ 0 h 74"/>
                <a:gd name="T14" fmla="*/ 0 w 105"/>
                <a:gd name="T15" fmla="*/ 0 h 74"/>
                <a:gd name="T16" fmla="*/ 0 w 105"/>
                <a:gd name="T17" fmla="*/ 0 h 74"/>
                <a:gd name="T18" fmla="*/ 0 w 105"/>
                <a:gd name="T19" fmla="*/ 0 h 74"/>
                <a:gd name="T20" fmla="*/ 0 w 105"/>
                <a:gd name="T21" fmla="*/ 0 h 74"/>
                <a:gd name="T22" fmla="*/ 0 w 105"/>
                <a:gd name="T23" fmla="*/ 0 h 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5"/>
                <a:gd name="T37" fmla="*/ 0 h 74"/>
                <a:gd name="T38" fmla="*/ 105 w 105"/>
                <a:gd name="T39" fmla="*/ 74 h 7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5" h="74">
                  <a:moveTo>
                    <a:pt x="0" y="60"/>
                  </a:moveTo>
                  <a:lnTo>
                    <a:pt x="7" y="65"/>
                  </a:lnTo>
                  <a:lnTo>
                    <a:pt x="19" y="70"/>
                  </a:lnTo>
                  <a:lnTo>
                    <a:pt x="34" y="73"/>
                  </a:lnTo>
                  <a:lnTo>
                    <a:pt x="50" y="74"/>
                  </a:lnTo>
                  <a:lnTo>
                    <a:pt x="65" y="73"/>
                  </a:lnTo>
                  <a:lnTo>
                    <a:pt x="81" y="70"/>
                  </a:lnTo>
                  <a:lnTo>
                    <a:pt x="94" y="65"/>
                  </a:lnTo>
                  <a:lnTo>
                    <a:pt x="105" y="60"/>
                  </a:lnTo>
                  <a:lnTo>
                    <a:pt x="105" y="0"/>
                  </a:lnTo>
                  <a:lnTo>
                    <a:pt x="0" y="0"/>
                  </a:lnTo>
                  <a:lnTo>
                    <a:pt x="0" y="6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85">
              <a:extLst>
                <a:ext uri="{FF2B5EF4-FFF2-40B4-BE49-F238E27FC236}">
                  <a16:creationId xmlns:a16="http://schemas.microsoft.com/office/drawing/2014/main" id="{77031EE8-2A5B-B869-54B3-A655B0AE2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" y="1455"/>
              <a:ext cx="7" cy="14"/>
            </a:xfrm>
            <a:custGeom>
              <a:avLst/>
              <a:gdLst>
                <a:gd name="T0" fmla="*/ 0 w 38"/>
                <a:gd name="T1" fmla="*/ 0 h 67"/>
                <a:gd name="T2" fmla="*/ 0 w 38"/>
                <a:gd name="T3" fmla="*/ 0 h 67"/>
                <a:gd name="T4" fmla="*/ 0 w 38"/>
                <a:gd name="T5" fmla="*/ 0 h 67"/>
                <a:gd name="T6" fmla="*/ 0 w 38"/>
                <a:gd name="T7" fmla="*/ 0 h 67"/>
                <a:gd name="T8" fmla="*/ 0 w 38"/>
                <a:gd name="T9" fmla="*/ 0 h 67"/>
                <a:gd name="T10" fmla="*/ 0 w 38"/>
                <a:gd name="T11" fmla="*/ 0 h 67"/>
                <a:gd name="T12" fmla="*/ 0 w 38"/>
                <a:gd name="T13" fmla="*/ 0 h 67"/>
                <a:gd name="T14" fmla="*/ 0 w 38"/>
                <a:gd name="T15" fmla="*/ 0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8"/>
                <a:gd name="T25" fmla="*/ 0 h 67"/>
                <a:gd name="T26" fmla="*/ 38 w 38"/>
                <a:gd name="T27" fmla="*/ 67 h 67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8" h="67">
                  <a:moveTo>
                    <a:pt x="0" y="56"/>
                  </a:moveTo>
                  <a:lnTo>
                    <a:pt x="7" y="63"/>
                  </a:lnTo>
                  <a:lnTo>
                    <a:pt x="16" y="67"/>
                  </a:lnTo>
                  <a:lnTo>
                    <a:pt x="28" y="63"/>
                  </a:lnTo>
                  <a:lnTo>
                    <a:pt x="38" y="56"/>
                  </a:lnTo>
                  <a:lnTo>
                    <a:pt x="38" y="0"/>
                  </a:lnTo>
                  <a:lnTo>
                    <a:pt x="0" y="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FF172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86">
              <a:extLst>
                <a:ext uri="{FF2B5EF4-FFF2-40B4-BE49-F238E27FC236}">
                  <a16:creationId xmlns:a16="http://schemas.microsoft.com/office/drawing/2014/main" id="{771AF298-BD2E-8453-AB11-D2D1B61E3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1436"/>
              <a:ext cx="9" cy="36"/>
            </a:xfrm>
            <a:custGeom>
              <a:avLst/>
              <a:gdLst>
                <a:gd name="T0" fmla="*/ 0 w 46"/>
                <a:gd name="T1" fmla="*/ 0 h 182"/>
                <a:gd name="T2" fmla="*/ 0 w 46"/>
                <a:gd name="T3" fmla="*/ 0 h 182"/>
                <a:gd name="T4" fmla="*/ 0 w 46"/>
                <a:gd name="T5" fmla="*/ 0 h 182"/>
                <a:gd name="T6" fmla="*/ 0 w 46"/>
                <a:gd name="T7" fmla="*/ 0 h 182"/>
                <a:gd name="T8" fmla="*/ 0 w 46"/>
                <a:gd name="T9" fmla="*/ 0 h 182"/>
                <a:gd name="T10" fmla="*/ 0 w 46"/>
                <a:gd name="T11" fmla="*/ 0 h 182"/>
                <a:gd name="T12" fmla="*/ 0 w 46"/>
                <a:gd name="T13" fmla="*/ 0 h 182"/>
                <a:gd name="T14" fmla="*/ 0 w 46"/>
                <a:gd name="T15" fmla="*/ 0 h 182"/>
                <a:gd name="T16" fmla="*/ 0 w 46"/>
                <a:gd name="T17" fmla="*/ 0 h 182"/>
                <a:gd name="T18" fmla="*/ 0 w 46"/>
                <a:gd name="T19" fmla="*/ 0 h 182"/>
                <a:gd name="T20" fmla="*/ 0 w 46"/>
                <a:gd name="T21" fmla="*/ 0 h 18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"/>
                <a:gd name="T34" fmla="*/ 0 h 182"/>
                <a:gd name="T35" fmla="*/ 46 w 46"/>
                <a:gd name="T36" fmla="*/ 182 h 182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" h="182">
                  <a:moveTo>
                    <a:pt x="46" y="152"/>
                  </a:moveTo>
                  <a:lnTo>
                    <a:pt x="46" y="0"/>
                  </a:lnTo>
                  <a:lnTo>
                    <a:pt x="19" y="155"/>
                  </a:lnTo>
                  <a:lnTo>
                    <a:pt x="5" y="171"/>
                  </a:lnTo>
                  <a:lnTo>
                    <a:pt x="0" y="181"/>
                  </a:lnTo>
                  <a:lnTo>
                    <a:pt x="3" y="182"/>
                  </a:lnTo>
                  <a:lnTo>
                    <a:pt x="11" y="181"/>
                  </a:lnTo>
                  <a:lnTo>
                    <a:pt x="21" y="173"/>
                  </a:lnTo>
                  <a:lnTo>
                    <a:pt x="31" y="166"/>
                  </a:lnTo>
                  <a:lnTo>
                    <a:pt x="40" y="157"/>
                  </a:lnTo>
                  <a:lnTo>
                    <a:pt x="46" y="152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87">
              <a:extLst>
                <a:ext uri="{FF2B5EF4-FFF2-40B4-BE49-F238E27FC236}">
                  <a16:creationId xmlns:a16="http://schemas.microsoft.com/office/drawing/2014/main" id="{5B5A069A-3F3C-DCA7-9442-9EF128CC5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" y="1436"/>
              <a:ext cx="21" cy="32"/>
            </a:xfrm>
            <a:custGeom>
              <a:avLst/>
              <a:gdLst>
                <a:gd name="T0" fmla="*/ 0 w 105"/>
                <a:gd name="T1" fmla="*/ 0 h 161"/>
                <a:gd name="T2" fmla="*/ 0 w 105"/>
                <a:gd name="T3" fmla="*/ 0 h 161"/>
                <a:gd name="T4" fmla="*/ 0 w 105"/>
                <a:gd name="T5" fmla="*/ 0 h 161"/>
                <a:gd name="T6" fmla="*/ 0 w 105"/>
                <a:gd name="T7" fmla="*/ 0 h 161"/>
                <a:gd name="T8" fmla="*/ 0 w 105"/>
                <a:gd name="T9" fmla="*/ 0 h 161"/>
                <a:gd name="T10" fmla="*/ 0 w 105"/>
                <a:gd name="T11" fmla="*/ 0 h 161"/>
                <a:gd name="T12" fmla="*/ 0 w 105"/>
                <a:gd name="T13" fmla="*/ 0 h 161"/>
                <a:gd name="T14" fmla="*/ 0 w 105"/>
                <a:gd name="T15" fmla="*/ 0 h 161"/>
                <a:gd name="T16" fmla="*/ 0 w 105"/>
                <a:gd name="T17" fmla="*/ 0 h 161"/>
                <a:gd name="T18" fmla="*/ 0 w 105"/>
                <a:gd name="T19" fmla="*/ 0 h 161"/>
                <a:gd name="T20" fmla="*/ 0 w 105"/>
                <a:gd name="T21" fmla="*/ 0 h 161"/>
                <a:gd name="T22" fmla="*/ 0 w 105"/>
                <a:gd name="T23" fmla="*/ 0 h 161"/>
                <a:gd name="T24" fmla="*/ 0 w 105"/>
                <a:gd name="T25" fmla="*/ 0 h 161"/>
                <a:gd name="T26" fmla="*/ 0 w 105"/>
                <a:gd name="T27" fmla="*/ 0 h 161"/>
                <a:gd name="T28" fmla="*/ 0 w 105"/>
                <a:gd name="T29" fmla="*/ 0 h 161"/>
                <a:gd name="T30" fmla="*/ 0 w 105"/>
                <a:gd name="T31" fmla="*/ 0 h 161"/>
                <a:gd name="T32" fmla="*/ 0 w 105"/>
                <a:gd name="T33" fmla="*/ 0 h 161"/>
                <a:gd name="T34" fmla="*/ 0 w 105"/>
                <a:gd name="T35" fmla="*/ 0 h 161"/>
                <a:gd name="T36" fmla="*/ 0 w 105"/>
                <a:gd name="T37" fmla="*/ 0 h 161"/>
                <a:gd name="T38" fmla="*/ 0 w 105"/>
                <a:gd name="T39" fmla="*/ 0 h 161"/>
                <a:gd name="T40" fmla="*/ 0 w 105"/>
                <a:gd name="T41" fmla="*/ 0 h 161"/>
                <a:gd name="T42" fmla="*/ 0 w 105"/>
                <a:gd name="T43" fmla="*/ 0 h 161"/>
                <a:gd name="T44" fmla="*/ 0 w 105"/>
                <a:gd name="T45" fmla="*/ 0 h 161"/>
                <a:gd name="T46" fmla="*/ 0 w 105"/>
                <a:gd name="T47" fmla="*/ 0 h 161"/>
                <a:gd name="T48" fmla="*/ 0 w 105"/>
                <a:gd name="T49" fmla="*/ 0 h 161"/>
                <a:gd name="T50" fmla="*/ 0 w 105"/>
                <a:gd name="T51" fmla="*/ 0 h 161"/>
                <a:gd name="T52" fmla="*/ 0 w 105"/>
                <a:gd name="T53" fmla="*/ 0 h 161"/>
                <a:gd name="T54" fmla="*/ 0 w 105"/>
                <a:gd name="T55" fmla="*/ 0 h 161"/>
                <a:gd name="T56" fmla="*/ 0 w 105"/>
                <a:gd name="T57" fmla="*/ 0 h 161"/>
                <a:gd name="T58" fmla="*/ 0 w 105"/>
                <a:gd name="T59" fmla="*/ 0 h 161"/>
                <a:gd name="T60" fmla="*/ 0 w 105"/>
                <a:gd name="T61" fmla="*/ 0 h 161"/>
                <a:gd name="T62" fmla="*/ 0 w 105"/>
                <a:gd name="T63" fmla="*/ 0 h 161"/>
                <a:gd name="T64" fmla="*/ 0 w 105"/>
                <a:gd name="T65" fmla="*/ 0 h 161"/>
                <a:gd name="T66" fmla="*/ 0 w 105"/>
                <a:gd name="T67" fmla="*/ 0 h 161"/>
                <a:gd name="T68" fmla="*/ 0 w 105"/>
                <a:gd name="T69" fmla="*/ 0 h 161"/>
                <a:gd name="T70" fmla="*/ 0 w 105"/>
                <a:gd name="T71" fmla="*/ 0 h 161"/>
                <a:gd name="T72" fmla="*/ 0 w 105"/>
                <a:gd name="T73" fmla="*/ 0 h 16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05"/>
                <a:gd name="T112" fmla="*/ 0 h 161"/>
                <a:gd name="T113" fmla="*/ 105 w 105"/>
                <a:gd name="T114" fmla="*/ 161 h 161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05" h="161">
                  <a:moveTo>
                    <a:pt x="0" y="154"/>
                  </a:moveTo>
                  <a:lnTo>
                    <a:pt x="5" y="161"/>
                  </a:lnTo>
                  <a:lnTo>
                    <a:pt x="9" y="156"/>
                  </a:lnTo>
                  <a:lnTo>
                    <a:pt x="10" y="140"/>
                  </a:lnTo>
                  <a:lnTo>
                    <a:pt x="11" y="118"/>
                  </a:lnTo>
                  <a:lnTo>
                    <a:pt x="11" y="89"/>
                  </a:lnTo>
                  <a:lnTo>
                    <a:pt x="12" y="61"/>
                  </a:lnTo>
                  <a:lnTo>
                    <a:pt x="16" y="35"/>
                  </a:lnTo>
                  <a:lnTo>
                    <a:pt x="22" y="15"/>
                  </a:lnTo>
                  <a:lnTo>
                    <a:pt x="28" y="11"/>
                  </a:lnTo>
                  <a:lnTo>
                    <a:pt x="36" y="10"/>
                  </a:lnTo>
                  <a:lnTo>
                    <a:pt x="44" y="9"/>
                  </a:lnTo>
                  <a:lnTo>
                    <a:pt x="56" y="9"/>
                  </a:lnTo>
                  <a:lnTo>
                    <a:pt x="66" y="8"/>
                  </a:lnTo>
                  <a:lnTo>
                    <a:pt x="75" y="8"/>
                  </a:lnTo>
                  <a:lnTo>
                    <a:pt x="85" y="6"/>
                  </a:lnTo>
                  <a:lnTo>
                    <a:pt x="94" y="6"/>
                  </a:lnTo>
                  <a:lnTo>
                    <a:pt x="98" y="6"/>
                  </a:lnTo>
                  <a:lnTo>
                    <a:pt x="101" y="6"/>
                  </a:lnTo>
                  <a:lnTo>
                    <a:pt x="103" y="5"/>
                  </a:lnTo>
                  <a:lnTo>
                    <a:pt x="105" y="0"/>
                  </a:lnTo>
                  <a:lnTo>
                    <a:pt x="90" y="0"/>
                  </a:lnTo>
                  <a:lnTo>
                    <a:pt x="78" y="0"/>
                  </a:lnTo>
                  <a:lnTo>
                    <a:pt x="64" y="0"/>
                  </a:lnTo>
                  <a:lnTo>
                    <a:pt x="52" y="0"/>
                  </a:lnTo>
                  <a:lnTo>
                    <a:pt x="38" y="0"/>
                  </a:lnTo>
                  <a:lnTo>
                    <a:pt x="26" y="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39"/>
                  </a:lnTo>
                  <a:lnTo>
                    <a:pt x="0" y="57"/>
                  </a:lnTo>
                  <a:lnTo>
                    <a:pt x="0" y="77"/>
                  </a:lnTo>
                  <a:lnTo>
                    <a:pt x="0" y="95"/>
                  </a:lnTo>
                  <a:lnTo>
                    <a:pt x="0" y="115"/>
                  </a:lnTo>
                  <a:lnTo>
                    <a:pt x="0" y="134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88">
              <a:extLst>
                <a:ext uri="{FF2B5EF4-FFF2-40B4-BE49-F238E27FC236}">
                  <a16:creationId xmlns:a16="http://schemas.microsoft.com/office/drawing/2014/main" id="{84DB3906-2074-DA17-3AC2-2E185882D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1435"/>
              <a:ext cx="21" cy="37"/>
            </a:xfrm>
            <a:custGeom>
              <a:avLst/>
              <a:gdLst>
                <a:gd name="T0" fmla="*/ 0 w 104"/>
                <a:gd name="T1" fmla="*/ 0 h 187"/>
                <a:gd name="T2" fmla="*/ 0 w 104"/>
                <a:gd name="T3" fmla="*/ 0 h 187"/>
                <a:gd name="T4" fmla="*/ 0 w 104"/>
                <a:gd name="T5" fmla="*/ 0 h 187"/>
                <a:gd name="T6" fmla="*/ 0 w 104"/>
                <a:gd name="T7" fmla="*/ 0 h 187"/>
                <a:gd name="T8" fmla="*/ 0 w 104"/>
                <a:gd name="T9" fmla="*/ 0 h 187"/>
                <a:gd name="T10" fmla="*/ 0 w 104"/>
                <a:gd name="T11" fmla="*/ 0 h 187"/>
                <a:gd name="T12" fmla="*/ 0 w 104"/>
                <a:gd name="T13" fmla="*/ 0 h 187"/>
                <a:gd name="T14" fmla="*/ 0 w 104"/>
                <a:gd name="T15" fmla="*/ 0 h 187"/>
                <a:gd name="T16" fmla="*/ 0 w 104"/>
                <a:gd name="T17" fmla="*/ 0 h 187"/>
                <a:gd name="T18" fmla="*/ 0 w 104"/>
                <a:gd name="T19" fmla="*/ 0 h 187"/>
                <a:gd name="T20" fmla="*/ 0 w 104"/>
                <a:gd name="T21" fmla="*/ 0 h 187"/>
                <a:gd name="T22" fmla="*/ 0 w 104"/>
                <a:gd name="T23" fmla="*/ 0 h 1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187"/>
                <a:gd name="T38" fmla="*/ 104 w 104"/>
                <a:gd name="T39" fmla="*/ 187 h 18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187">
                  <a:moveTo>
                    <a:pt x="0" y="154"/>
                  </a:moveTo>
                  <a:lnTo>
                    <a:pt x="8" y="167"/>
                  </a:lnTo>
                  <a:lnTo>
                    <a:pt x="20" y="178"/>
                  </a:lnTo>
                  <a:lnTo>
                    <a:pt x="34" y="185"/>
                  </a:lnTo>
                  <a:lnTo>
                    <a:pt x="50" y="187"/>
                  </a:lnTo>
                  <a:lnTo>
                    <a:pt x="65" y="185"/>
                  </a:lnTo>
                  <a:lnTo>
                    <a:pt x="81" y="178"/>
                  </a:lnTo>
                  <a:lnTo>
                    <a:pt x="93" y="167"/>
                  </a:lnTo>
                  <a:lnTo>
                    <a:pt x="104" y="154"/>
                  </a:lnTo>
                  <a:lnTo>
                    <a:pt x="104" y="0"/>
                  </a:lnTo>
                  <a:lnTo>
                    <a:pt x="0" y="0"/>
                  </a:lnTo>
                  <a:lnTo>
                    <a:pt x="0" y="154"/>
                  </a:lnTo>
                  <a:close/>
                </a:path>
              </a:pathLst>
            </a:custGeom>
            <a:solidFill>
              <a:srgbClr val="FF8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89">
              <a:extLst>
                <a:ext uri="{FF2B5EF4-FFF2-40B4-BE49-F238E27FC236}">
                  <a16:creationId xmlns:a16="http://schemas.microsoft.com/office/drawing/2014/main" id="{42A928C1-550C-B6B1-E3AA-8169DF153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" y="1436"/>
              <a:ext cx="20" cy="15"/>
            </a:xfrm>
            <a:custGeom>
              <a:avLst/>
              <a:gdLst>
                <a:gd name="T0" fmla="*/ 0 w 97"/>
                <a:gd name="T1" fmla="*/ 0 h 74"/>
                <a:gd name="T2" fmla="*/ 0 w 97"/>
                <a:gd name="T3" fmla="*/ 0 h 74"/>
                <a:gd name="T4" fmla="*/ 0 w 97"/>
                <a:gd name="T5" fmla="*/ 0 h 74"/>
                <a:gd name="T6" fmla="*/ 0 w 97"/>
                <a:gd name="T7" fmla="*/ 0 h 74"/>
                <a:gd name="T8" fmla="*/ 0 w 97"/>
                <a:gd name="T9" fmla="*/ 0 h 74"/>
                <a:gd name="T10" fmla="*/ 0 w 97"/>
                <a:gd name="T11" fmla="*/ 0 h 74"/>
                <a:gd name="T12" fmla="*/ 0 w 97"/>
                <a:gd name="T13" fmla="*/ 0 h 74"/>
                <a:gd name="T14" fmla="*/ 0 w 97"/>
                <a:gd name="T15" fmla="*/ 0 h 74"/>
                <a:gd name="T16" fmla="*/ 0 w 97"/>
                <a:gd name="T17" fmla="*/ 0 h 74"/>
                <a:gd name="T18" fmla="*/ 0 w 97"/>
                <a:gd name="T19" fmla="*/ 0 h 74"/>
                <a:gd name="T20" fmla="*/ 0 w 97"/>
                <a:gd name="T21" fmla="*/ 0 h 74"/>
                <a:gd name="T22" fmla="*/ 0 w 97"/>
                <a:gd name="T23" fmla="*/ 0 h 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97"/>
                <a:gd name="T37" fmla="*/ 0 h 74"/>
                <a:gd name="T38" fmla="*/ 97 w 97"/>
                <a:gd name="T39" fmla="*/ 74 h 74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97" h="74">
                  <a:moveTo>
                    <a:pt x="0" y="61"/>
                  </a:moveTo>
                  <a:lnTo>
                    <a:pt x="8" y="66"/>
                  </a:lnTo>
                  <a:lnTo>
                    <a:pt x="19" y="71"/>
                  </a:lnTo>
                  <a:lnTo>
                    <a:pt x="31" y="73"/>
                  </a:lnTo>
                  <a:lnTo>
                    <a:pt x="46" y="74"/>
                  </a:lnTo>
                  <a:lnTo>
                    <a:pt x="60" y="73"/>
                  </a:lnTo>
                  <a:lnTo>
                    <a:pt x="75" y="71"/>
                  </a:lnTo>
                  <a:lnTo>
                    <a:pt x="87" y="66"/>
                  </a:lnTo>
                  <a:lnTo>
                    <a:pt x="97" y="61"/>
                  </a:lnTo>
                  <a:lnTo>
                    <a:pt x="97" y="0"/>
                  </a:lnTo>
                  <a:lnTo>
                    <a:pt x="0" y="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90">
              <a:extLst>
                <a:ext uri="{FF2B5EF4-FFF2-40B4-BE49-F238E27FC236}">
                  <a16:creationId xmlns:a16="http://schemas.microsoft.com/office/drawing/2014/main" id="{B7B740F9-66F6-94BC-710A-9F3C53303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" y="1434"/>
              <a:ext cx="8" cy="37"/>
            </a:xfrm>
            <a:custGeom>
              <a:avLst/>
              <a:gdLst>
                <a:gd name="T0" fmla="*/ 0 w 44"/>
                <a:gd name="T1" fmla="*/ 0 h 184"/>
                <a:gd name="T2" fmla="*/ 0 w 44"/>
                <a:gd name="T3" fmla="*/ 0 h 184"/>
                <a:gd name="T4" fmla="*/ 0 w 44"/>
                <a:gd name="T5" fmla="*/ 0 h 184"/>
                <a:gd name="T6" fmla="*/ 0 w 44"/>
                <a:gd name="T7" fmla="*/ 0 h 184"/>
                <a:gd name="T8" fmla="*/ 0 w 44"/>
                <a:gd name="T9" fmla="*/ 0 h 184"/>
                <a:gd name="T10" fmla="*/ 0 w 44"/>
                <a:gd name="T11" fmla="*/ 0 h 184"/>
                <a:gd name="T12" fmla="*/ 0 w 44"/>
                <a:gd name="T13" fmla="*/ 0 h 184"/>
                <a:gd name="T14" fmla="*/ 0 w 44"/>
                <a:gd name="T15" fmla="*/ 0 h 184"/>
                <a:gd name="T16" fmla="*/ 0 w 44"/>
                <a:gd name="T17" fmla="*/ 0 h 184"/>
                <a:gd name="T18" fmla="*/ 0 w 44"/>
                <a:gd name="T19" fmla="*/ 0 h 184"/>
                <a:gd name="T20" fmla="*/ 0 w 44"/>
                <a:gd name="T21" fmla="*/ 0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4"/>
                <a:gd name="T34" fmla="*/ 0 h 184"/>
                <a:gd name="T35" fmla="*/ 44 w 44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4" h="184">
                  <a:moveTo>
                    <a:pt x="44" y="152"/>
                  </a:moveTo>
                  <a:lnTo>
                    <a:pt x="44" y="0"/>
                  </a:lnTo>
                  <a:lnTo>
                    <a:pt x="18" y="158"/>
                  </a:lnTo>
                  <a:lnTo>
                    <a:pt x="4" y="174"/>
                  </a:lnTo>
                  <a:lnTo>
                    <a:pt x="0" y="182"/>
                  </a:lnTo>
                  <a:lnTo>
                    <a:pt x="3" y="184"/>
                  </a:lnTo>
                  <a:lnTo>
                    <a:pt x="10" y="181"/>
                  </a:lnTo>
                  <a:lnTo>
                    <a:pt x="19" y="174"/>
                  </a:lnTo>
                  <a:lnTo>
                    <a:pt x="29" y="165"/>
                  </a:lnTo>
                  <a:lnTo>
                    <a:pt x="37" y="156"/>
                  </a:lnTo>
                  <a:lnTo>
                    <a:pt x="44" y="152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91">
              <a:extLst>
                <a:ext uri="{FF2B5EF4-FFF2-40B4-BE49-F238E27FC236}">
                  <a16:creationId xmlns:a16="http://schemas.microsoft.com/office/drawing/2014/main" id="{569B6FBA-C232-D229-0CD8-AB6984B0B0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" y="1435"/>
              <a:ext cx="20" cy="32"/>
            </a:xfrm>
            <a:custGeom>
              <a:avLst/>
              <a:gdLst>
                <a:gd name="T0" fmla="*/ 0 w 104"/>
                <a:gd name="T1" fmla="*/ 0 h 160"/>
                <a:gd name="T2" fmla="*/ 0 w 104"/>
                <a:gd name="T3" fmla="*/ 0 h 160"/>
                <a:gd name="T4" fmla="*/ 0 w 104"/>
                <a:gd name="T5" fmla="*/ 0 h 160"/>
                <a:gd name="T6" fmla="*/ 0 w 104"/>
                <a:gd name="T7" fmla="*/ 0 h 160"/>
                <a:gd name="T8" fmla="*/ 0 w 104"/>
                <a:gd name="T9" fmla="*/ 0 h 160"/>
                <a:gd name="T10" fmla="*/ 0 w 104"/>
                <a:gd name="T11" fmla="*/ 0 h 160"/>
                <a:gd name="T12" fmla="*/ 0 w 104"/>
                <a:gd name="T13" fmla="*/ 0 h 160"/>
                <a:gd name="T14" fmla="*/ 0 w 104"/>
                <a:gd name="T15" fmla="*/ 0 h 160"/>
                <a:gd name="T16" fmla="*/ 0 w 104"/>
                <a:gd name="T17" fmla="*/ 0 h 160"/>
                <a:gd name="T18" fmla="*/ 0 w 104"/>
                <a:gd name="T19" fmla="*/ 0 h 160"/>
                <a:gd name="T20" fmla="*/ 0 w 104"/>
                <a:gd name="T21" fmla="*/ 0 h 160"/>
                <a:gd name="T22" fmla="*/ 0 w 104"/>
                <a:gd name="T23" fmla="*/ 0 h 160"/>
                <a:gd name="T24" fmla="*/ 0 w 104"/>
                <a:gd name="T25" fmla="*/ 0 h 160"/>
                <a:gd name="T26" fmla="*/ 0 w 104"/>
                <a:gd name="T27" fmla="*/ 0 h 160"/>
                <a:gd name="T28" fmla="*/ 0 w 104"/>
                <a:gd name="T29" fmla="*/ 0 h 160"/>
                <a:gd name="T30" fmla="*/ 0 w 104"/>
                <a:gd name="T31" fmla="*/ 0 h 160"/>
                <a:gd name="T32" fmla="*/ 0 w 104"/>
                <a:gd name="T33" fmla="*/ 0 h 160"/>
                <a:gd name="T34" fmla="*/ 0 w 104"/>
                <a:gd name="T35" fmla="*/ 0 h 160"/>
                <a:gd name="T36" fmla="*/ 0 w 104"/>
                <a:gd name="T37" fmla="*/ 0 h 160"/>
                <a:gd name="T38" fmla="*/ 0 w 104"/>
                <a:gd name="T39" fmla="*/ 0 h 160"/>
                <a:gd name="T40" fmla="*/ 0 w 104"/>
                <a:gd name="T41" fmla="*/ 0 h 160"/>
                <a:gd name="T42" fmla="*/ 0 w 104"/>
                <a:gd name="T43" fmla="*/ 0 h 160"/>
                <a:gd name="T44" fmla="*/ 0 w 104"/>
                <a:gd name="T45" fmla="*/ 0 h 160"/>
                <a:gd name="T46" fmla="*/ 0 w 104"/>
                <a:gd name="T47" fmla="*/ 0 h 160"/>
                <a:gd name="T48" fmla="*/ 0 w 104"/>
                <a:gd name="T49" fmla="*/ 0 h 160"/>
                <a:gd name="T50" fmla="*/ 0 w 104"/>
                <a:gd name="T51" fmla="*/ 0 h 160"/>
                <a:gd name="T52" fmla="*/ 0 w 104"/>
                <a:gd name="T53" fmla="*/ 0 h 160"/>
                <a:gd name="T54" fmla="*/ 0 w 104"/>
                <a:gd name="T55" fmla="*/ 0 h 160"/>
                <a:gd name="T56" fmla="*/ 0 w 104"/>
                <a:gd name="T57" fmla="*/ 0 h 160"/>
                <a:gd name="T58" fmla="*/ 0 w 104"/>
                <a:gd name="T59" fmla="*/ 0 h 160"/>
                <a:gd name="T60" fmla="*/ 0 w 104"/>
                <a:gd name="T61" fmla="*/ 0 h 160"/>
                <a:gd name="T62" fmla="*/ 0 w 104"/>
                <a:gd name="T63" fmla="*/ 0 h 160"/>
                <a:gd name="T64" fmla="*/ 0 w 104"/>
                <a:gd name="T65" fmla="*/ 0 h 160"/>
                <a:gd name="T66" fmla="*/ 0 w 104"/>
                <a:gd name="T67" fmla="*/ 0 h 160"/>
                <a:gd name="T68" fmla="*/ 0 w 104"/>
                <a:gd name="T69" fmla="*/ 0 h 160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4"/>
                <a:gd name="T106" fmla="*/ 0 h 160"/>
                <a:gd name="T107" fmla="*/ 104 w 104"/>
                <a:gd name="T108" fmla="*/ 160 h 160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4" h="160">
                  <a:moveTo>
                    <a:pt x="0" y="152"/>
                  </a:moveTo>
                  <a:lnTo>
                    <a:pt x="3" y="160"/>
                  </a:lnTo>
                  <a:lnTo>
                    <a:pt x="7" y="155"/>
                  </a:lnTo>
                  <a:lnTo>
                    <a:pt x="8" y="139"/>
                  </a:lnTo>
                  <a:lnTo>
                    <a:pt x="9" y="116"/>
                  </a:lnTo>
                  <a:lnTo>
                    <a:pt x="9" y="88"/>
                  </a:lnTo>
                  <a:lnTo>
                    <a:pt x="12" y="59"/>
                  </a:lnTo>
                  <a:lnTo>
                    <a:pt x="16" y="32"/>
                  </a:lnTo>
                  <a:lnTo>
                    <a:pt x="23" y="12"/>
                  </a:lnTo>
                  <a:lnTo>
                    <a:pt x="28" y="9"/>
                  </a:lnTo>
                  <a:lnTo>
                    <a:pt x="35" y="7"/>
                  </a:lnTo>
                  <a:lnTo>
                    <a:pt x="44" y="6"/>
                  </a:lnTo>
                  <a:lnTo>
                    <a:pt x="55" y="6"/>
                  </a:lnTo>
                  <a:lnTo>
                    <a:pt x="65" y="5"/>
                  </a:lnTo>
                  <a:lnTo>
                    <a:pt x="75" y="5"/>
                  </a:lnTo>
                  <a:lnTo>
                    <a:pt x="84" y="5"/>
                  </a:lnTo>
                  <a:lnTo>
                    <a:pt x="92" y="5"/>
                  </a:lnTo>
                  <a:lnTo>
                    <a:pt x="100" y="4"/>
                  </a:lnTo>
                  <a:lnTo>
                    <a:pt x="104" y="0"/>
                  </a:lnTo>
                  <a:lnTo>
                    <a:pt x="90" y="0"/>
                  </a:lnTo>
                  <a:lnTo>
                    <a:pt x="76" y="0"/>
                  </a:lnTo>
                  <a:lnTo>
                    <a:pt x="63" y="0"/>
                  </a:lnTo>
                  <a:lnTo>
                    <a:pt x="50" y="0"/>
                  </a:lnTo>
                  <a:lnTo>
                    <a:pt x="37" y="0"/>
                  </a:lnTo>
                  <a:lnTo>
                    <a:pt x="24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19"/>
                  </a:lnTo>
                  <a:lnTo>
                    <a:pt x="0" y="37"/>
                  </a:lnTo>
                  <a:lnTo>
                    <a:pt x="0" y="56"/>
                  </a:lnTo>
                  <a:lnTo>
                    <a:pt x="0" y="75"/>
                  </a:lnTo>
                  <a:lnTo>
                    <a:pt x="0" y="94"/>
                  </a:lnTo>
                  <a:lnTo>
                    <a:pt x="0" y="114"/>
                  </a:lnTo>
                  <a:lnTo>
                    <a:pt x="0" y="132"/>
                  </a:lnTo>
                  <a:lnTo>
                    <a:pt x="0" y="152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92">
              <a:extLst>
                <a:ext uri="{FF2B5EF4-FFF2-40B4-BE49-F238E27FC236}">
                  <a16:creationId xmlns:a16="http://schemas.microsoft.com/office/drawing/2014/main" id="{578634A5-ABDB-0A13-CB6D-9B8E360CE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" y="1546"/>
              <a:ext cx="21" cy="38"/>
            </a:xfrm>
            <a:custGeom>
              <a:avLst/>
              <a:gdLst>
                <a:gd name="T0" fmla="*/ 0 w 106"/>
                <a:gd name="T1" fmla="*/ 0 h 188"/>
                <a:gd name="T2" fmla="*/ 0 w 106"/>
                <a:gd name="T3" fmla="*/ 0 h 188"/>
                <a:gd name="T4" fmla="*/ 0 w 106"/>
                <a:gd name="T5" fmla="*/ 0 h 188"/>
                <a:gd name="T6" fmla="*/ 0 w 106"/>
                <a:gd name="T7" fmla="*/ 0 h 188"/>
                <a:gd name="T8" fmla="*/ 0 w 106"/>
                <a:gd name="T9" fmla="*/ 0 h 188"/>
                <a:gd name="T10" fmla="*/ 0 w 106"/>
                <a:gd name="T11" fmla="*/ 0 h 188"/>
                <a:gd name="T12" fmla="*/ 0 w 106"/>
                <a:gd name="T13" fmla="*/ 0 h 188"/>
                <a:gd name="T14" fmla="*/ 0 w 106"/>
                <a:gd name="T15" fmla="*/ 0 h 188"/>
                <a:gd name="T16" fmla="*/ 0 w 106"/>
                <a:gd name="T17" fmla="*/ 0 h 188"/>
                <a:gd name="T18" fmla="*/ 0 w 106"/>
                <a:gd name="T19" fmla="*/ 0 h 188"/>
                <a:gd name="T20" fmla="*/ 0 w 106"/>
                <a:gd name="T21" fmla="*/ 0 h 188"/>
                <a:gd name="T22" fmla="*/ 0 w 106"/>
                <a:gd name="T23" fmla="*/ 0 h 1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6"/>
                <a:gd name="T37" fmla="*/ 0 h 188"/>
                <a:gd name="T38" fmla="*/ 106 w 106"/>
                <a:gd name="T39" fmla="*/ 188 h 1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6" h="188">
                  <a:moveTo>
                    <a:pt x="0" y="35"/>
                  </a:moveTo>
                  <a:lnTo>
                    <a:pt x="9" y="20"/>
                  </a:lnTo>
                  <a:lnTo>
                    <a:pt x="22" y="9"/>
                  </a:lnTo>
                  <a:lnTo>
                    <a:pt x="35" y="1"/>
                  </a:lnTo>
                  <a:lnTo>
                    <a:pt x="51" y="0"/>
                  </a:lnTo>
                  <a:lnTo>
                    <a:pt x="66" y="1"/>
                  </a:lnTo>
                  <a:lnTo>
                    <a:pt x="82" y="8"/>
                  </a:lnTo>
                  <a:lnTo>
                    <a:pt x="95" y="19"/>
                  </a:lnTo>
                  <a:lnTo>
                    <a:pt x="106" y="35"/>
                  </a:lnTo>
                  <a:lnTo>
                    <a:pt x="106" y="188"/>
                  </a:lnTo>
                  <a:lnTo>
                    <a:pt x="0" y="188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93">
              <a:extLst>
                <a:ext uri="{FF2B5EF4-FFF2-40B4-BE49-F238E27FC236}">
                  <a16:creationId xmlns:a16="http://schemas.microsoft.com/office/drawing/2014/main" id="{1C0BD0F5-8C29-E765-1F20-E949466C0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" y="1547"/>
              <a:ext cx="8" cy="37"/>
            </a:xfrm>
            <a:custGeom>
              <a:avLst/>
              <a:gdLst>
                <a:gd name="T0" fmla="*/ 0 w 43"/>
                <a:gd name="T1" fmla="*/ 0 h 185"/>
                <a:gd name="T2" fmla="*/ 0 w 43"/>
                <a:gd name="T3" fmla="*/ 0 h 185"/>
                <a:gd name="T4" fmla="*/ 0 w 43"/>
                <a:gd name="T5" fmla="*/ 0 h 185"/>
                <a:gd name="T6" fmla="*/ 0 w 43"/>
                <a:gd name="T7" fmla="*/ 0 h 185"/>
                <a:gd name="T8" fmla="*/ 0 w 43"/>
                <a:gd name="T9" fmla="*/ 0 h 185"/>
                <a:gd name="T10" fmla="*/ 0 w 43"/>
                <a:gd name="T11" fmla="*/ 0 h 185"/>
                <a:gd name="T12" fmla="*/ 0 w 43"/>
                <a:gd name="T13" fmla="*/ 0 h 185"/>
                <a:gd name="T14" fmla="*/ 0 w 43"/>
                <a:gd name="T15" fmla="*/ 0 h 185"/>
                <a:gd name="T16" fmla="*/ 0 w 43"/>
                <a:gd name="T17" fmla="*/ 0 h 185"/>
                <a:gd name="T18" fmla="*/ 0 w 43"/>
                <a:gd name="T19" fmla="*/ 0 h 185"/>
                <a:gd name="T20" fmla="*/ 0 w 43"/>
                <a:gd name="T21" fmla="*/ 0 h 18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3"/>
                <a:gd name="T34" fmla="*/ 0 h 185"/>
                <a:gd name="T35" fmla="*/ 43 w 43"/>
                <a:gd name="T36" fmla="*/ 185 h 185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3" h="185">
                  <a:moveTo>
                    <a:pt x="43" y="34"/>
                  </a:moveTo>
                  <a:lnTo>
                    <a:pt x="43" y="185"/>
                  </a:lnTo>
                  <a:lnTo>
                    <a:pt x="16" y="30"/>
                  </a:lnTo>
                  <a:lnTo>
                    <a:pt x="2" y="10"/>
                  </a:lnTo>
                  <a:lnTo>
                    <a:pt x="0" y="1"/>
                  </a:lnTo>
                  <a:lnTo>
                    <a:pt x="2" y="0"/>
                  </a:lnTo>
                  <a:lnTo>
                    <a:pt x="10" y="4"/>
                  </a:lnTo>
                  <a:lnTo>
                    <a:pt x="19" y="10"/>
                  </a:lnTo>
                  <a:lnTo>
                    <a:pt x="29" y="19"/>
                  </a:lnTo>
                  <a:lnTo>
                    <a:pt x="38" y="26"/>
                  </a:lnTo>
                  <a:lnTo>
                    <a:pt x="43" y="34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94">
              <a:extLst>
                <a:ext uri="{FF2B5EF4-FFF2-40B4-BE49-F238E27FC236}">
                  <a16:creationId xmlns:a16="http://schemas.microsoft.com/office/drawing/2014/main" id="{40210CAB-0416-486E-0BF1-59B551F46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" y="1551"/>
              <a:ext cx="20" cy="33"/>
            </a:xfrm>
            <a:custGeom>
              <a:avLst/>
              <a:gdLst>
                <a:gd name="T0" fmla="*/ 0 w 104"/>
                <a:gd name="T1" fmla="*/ 0 h 163"/>
                <a:gd name="T2" fmla="*/ 0 w 104"/>
                <a:gd name="T3" fmla="*/ 0 h 163"/>
                <a:gd name="T4" fmla="*/ 0 w 104"/>
                <a:gd name="T5" fmla="*/ 0 h 163"/>
                <a:gd name="T6" fmla="*/ 0 w 104"/>
                <a:gd name="T7" fmla="*/ 0 h 163"/>
                <a:gd name="T8" fmla="*/ 0 w 104"/>
                <a:gd name="T9" fmla="*/ 0 h 163"/>
                <a:gd name="T10" fmla="*/ 0 w 104"/>
                <a:gd name="T11" fmla="*/ 0 h 163"/>
                <a:gd name="T12" fmla="*/ 0 w 104"/>
                <a:gd name="T13" fmla="*/ 0 h 163"/>
                <a:gd name="T14" fmla="*/ 0 w 104"/>
                <a:gd name="T15" fmla="*/ 0 h 163"/>
                <a:gd name="T16" fmla="*/ 0 w 104"/>
                <a:gd name="T17" fmla="*/ 0 h 163"/>
                <a:gd name="T18" fmla="*/ 0 w 104"/>
                <a:gd name="T19" fmla="*/ 0 h 163"/>
                <a:gd name="T20" fmla="*/ 0 w 104"/>
                <a:gd name="T21" fmla="*/ 0 h 163"/>
                <a:gd name="T22" fmla="*/ 0 w 104"/>
                <a:gd name="T23" fmla="*/ 0 h 163"/>
                <a:gd name="T24" fmla="*/ 0 w 104"/>
                <a:gd name="T25" fmla="*/ 0 h 163"/>
                <a:gd name="T26" fmla="*/ 0 w 104"/>
                <a:gd name="T27" fmla="*/ 0 h 163"/>
                <a:gd name="T28" fmla="*/ 0 w 104"/>
                <a:gd name="T29" fmla="*/ 0 h 163"/>
                <a:gd name="T30" fmla="*/ 0 w 104"/>
                <a:gd name="T31" fmla="*/ 0 h 163"/>
                <a:gd name="T32" fmla="*/ 0 w 104"/>
                <a:gd name="T33" fmla="*/ 0 h 163"/>
                <a:gd name="T34" fmla="*/ 0 w 104"/>
                <a:gd name="T35" fmla="*/ 0 h 163"/>
                <a:gd name="T36" fmla="*/ 0 w 104"/>
                <a:gd name="T37" fmla="*/ 0 h 163"/>
                <a:gd name="T38" fmla="*/ 0 w 104"/>
                <a:gd name="T39" fmla="*/ 0 h 163"/>
                <a:gd name="T40" fmla="*/ 0 w 104"/>
                <a:gd name="T41" fmla="*/ 0 h 163"/>
                <a:gd name="T42" fmla="*/ 0 w 104"/>
                <a:gd name="T43" fmla="*/ 0 h 163"/>
                <a:gd name="T44" fmla="*/ 0 w 104"/>
                <a:gd name="T45" fmla="*/ 0 h 163"/>
                <a:gd name="T46" fmla="*/ 0 w 104"/>
                <a:gd name="T47" fmla="*/ 0 h 163"/>
                <a:gd name="T48" fmla="*/ 0 w 104"/>
                <a:gd name="T49" fmla="*/ 0 h 163"/>
                <a:gd name="T50" fmla="*/ 0 w 104"/>
                <a:gd name="T51" fmla="*/ 0 h 163"/>
                <a:gd name="T52" fmla="*/ 0 w 104"/>
                <a:gd name="T53" fmla="*/ 0 h 163"/>
                <a:gd name="T54" fmla="*/ 0 w 104"/>
                <a:gd name="T55" fmla="*/ 0 h 163"/>
                <a:gd name="T56" fmla="*/ 0 w 104"/>
                <a:gd name="T57" fmla="*/ 0 h 163"/>
                <a:gd name="T58" fmla="*/ 0 w 104"/>
                <a:gd name="T59" fmla="*/ 0 h 163"/>
                <a:gd name="T60" fmla="*/ 0 w 104"/>
                <a:gd name="T61" fmla="*/ 0 h 163"/>
                <a:gd name="T62" fmla="*/ 0 w 104"/>
                <a:gd name="T63" fmla="*/ 0 h 163"/>
                <a:gd name="T64" fmla="*/ 0 w 104"/>
                <a:gd name="T65" fmla="*/ 0 h 163"/>
                <a:gd name="T66" fmla="*/ 0 w 104"/>
                <a:gd name="T67" fmla="*/ 0 h 163"/>
                <a:gd name="T68" fmla="*/ 0 w 104"/>
                <a:gd name="T69" fmla="*/ 0 h 16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4"/>
                <a:gd name="T106" fmla="*/ 0 h 163"/>
                <a:gd name="T107" fmla="*/ 104 w 104"/>
                <a:gd name="T108" fmla="*/ 163 h 16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4" h="163">
                  <a:moveTo>
                    <a:pt x="0" y="10"/>
                  </a:moveTo>
                  <a:lnTo>
                    <a:pt x="4" y="0"/>
                  </a:lnTo>
                  <a:lnTo>
                    <a:pt x="7" y="5"/>
                  </a:lnTo>
                  <a:lnTo>
                    <a:pt x="9" y="21"/>
                  </a:lnTo>
                  <a:lnTo>
                    <a:pt x="10" y="45"/>
                  </a:lnTo>
                  <a:lnTo>
                    <a:pt x="10" y="72"/>
                  </a:lnTo>
                  <a:lnTo>
                    <a:pt x="12" y="101"/>
                  </a:lnTo>
                  <a:lnTo>
                    <a:pt x="16" y="127"/>
                  </a:lnTo>
                  <a:lnTo>
                    <a:pt x="24" y="149"/>
                  </a:lnTo>
                  <a:lnTo>
                    <a:pt x="28" y="150"/>
                  </a:lnTo>
                  <a:lnTo>
                    <a:pt x="36" y="151"/>
                  </a:lnTo>
                  <a:lnTo>
                    <a:pt x="45" y="153"/>
                  </a:lnTo>
                  <a:lnTo>
                    <a:pt x="56" y="154"/>
                  </a:lnTo>
                  <a:lnTo>
                    <a:pt x="66" y="154"/>
                  </a:lnTo>
                  <a:lnTo>
                    <a:pt x="76" y="154"/>
                  </a:lnTo>
                  <a:lnTo>
                    <a:pt x="84" y="155"/>
                  </a:lnTo>
                  <a:lnTo>
                    <a:pt x="93" y="158"/>
                  </a:lnTo>
                  <a:lnTo>
                    <a:pt x="100" y="156"/>
                  </a:lnTo>
                  <a:lnTo>
                    <a:pt x="104" y="163"/>
                  </a:lnTo>
                  <a:lnTo>
                    <a:pt x="90" y="163"/>
                  </a:lnTo>
                  <a:lnTo>
                    <a:pt x="78" y="163"/>
                  </a:lnTo>
                  <a:lnTo>
                    <a:pt x="64" y="163"/>
                  </a:lnTo>
                  <a:lnTo>
                    <a:pt x="52" y="163"/>
                  </a:lnTo>
                  <a:lnTo>
                    <a:pt x="38" y="163"/>
                  </a:lnTo>
                  <a:lnTo>
                    <a:pt x="26" y="163"/>
                  </a:lnTo>
                  <a:lnTo>
                    <a:pt x="12" y="163"/>
                  </a:lnTo>
                  <a:lnTo>
                    <a:pt x="0" y="163"/>
                  </a:lnTo>
                  <a:lnTo>
                    <a:pt x="0" y="143"/>
                  </a:lnTo>
                  <a:lnTo>
                    <a:pt x="0" y="123"/>
                  </a:lnTo>
                  <a:lnTo>
                    <a:pt x="0" y="104"/>
                  </a:lnTo>
                  <a:lnTo>
                    <a:pt x="0" y="86"/>
                  </a:lnTo>
                  <a:lnTo>
                    <a:pt x="0" y="66"/>
                  </a:lnTo>
                  <a:lnTo>
                    <a:pt x="0" y="47"/>
                  </a:lnTo>
                  <a:lnTo>
                    <a:pt x="0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195">
              <a:extLst>
                <a:ext uri="{FF2B5EF4-FFF2-40B4-BE49-F238E27FC236}">
                  <a16:creationId xmlns:a16="http://schemas.microsoft.com/office/drawing/2014/main" id="{EA698981-B9E8-418D-4681-C8FDB0A81A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1605"/>
              <a:ext cx="13" cy="30"/>
            </a:xfrm>
            <a:custGeom>
              <a:avLst/>
              <a:gdLst>
                <a:gd name="T0" fmla="*/ 0 w 63"/>
                <a:gd name="T1" fmla="*/ 0 h 151"/>
                <a:gd name="T2" fmla="*/ 0 w 63"/>
                <a:gd name="T3" fmla="*/ 0 h 151"/>
                <a:gd name="T4" fmla="*/ 0 w 63"/>
                <a:gd name="T5" fmla="*/ 0 h 151"/>
                <a:gd name="T6" fmla="*/ 0 w 63"/>
                <a:gd name="T7" fmla="*/ 0 h 151"/>
                <a:gd name="T8" fmla="*/ 0 w 63"/>
                <a:gd name="T9" fmla="*/ 0 h 151"/>
                <a:gd name="T10" fmla="*/ 0 w 63"/>
                <a:gd name="T11" fmla="*/ 0 h 151"/>
                <a:gd name="T12" fmla="*/ 0 w 63"/>
                <a:gd name="T13" fmla="*/ 0 h 151"/>
                <a:gd name="T14" fmla="*/ 0 w 63"/>
                <a:gd name="T15" fmla="*/ 0 h 151"/>
                <a:gd name="T16" fmla="*/ 0 w 63"/>
                <a:gd name="T17" fmla="*/ 0 h 151"/>
                <a:gd name="T18" fmla="*/ 0 w 63"/>
                <a:gd name="T19" fmla="*/ 0 h 151"/>
                <a:gd name="T20" fmla="*/ 0 w 63"/>
                <a:gd name="T21" fmla="*/ 0 h 151"/>
                <a:gd name="T22" fmla="*/ 0 w 63"/>
                <a:gd name="T23" fmla="*/ 0 h 1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"/>
                <a:gd name="T37" fmla="*/ 0 h 151"/>
                <a:gd name="T38" fmla="*/ 63 w 63"/>
                <a:gd name="T39" fmla="*/ 151 h 15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" h="151">
                  <a:moveTo>
                    <a:pt x="0" y="28"/>
                  </a:moveTo>
                  <a:lnTo>
                    <a:pt x="4" y="16"/>
                  </a:lnTo>
                  <a:lnTo>
                    <a:pt x="11" y="7"/>
                  </a:lnTo>
                  <a:lnTo>
                    <a:pt x="20" y="1"/>
                  </a:lnTo>
                  <a:lnTo>
                    <a:pt x="31" y="0"/>
                  </a:lnTo>
                  <a:lnTo>
                    <a:pt x="40" y="1"/>
                  </a:lnTo>
                  <a:lnTo>
                    <a:pt x="48" y="6"/>
                  </a:lnTo>
                  <a:lnTo>
                    <a:pt x="56" y="15"/>
                  </a:lnTo>
                  <a:lnTo>
                    <a:pt x="63" y="28"/>
                  </a:lnTo>
                  <a:lnTo>
                    <a:pt x="63" y="151"/>
                  </a:lnTo>
                  <a:lnTo>
                    <a:pt x="0" y="15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196">
              <a:extLst>
                <a:ext uri="{FF2B5EF4-FFF2-40B4-BE49-F238E27FC236}">
                  <a16:creationId xmlns:a16="http://schemas.microsoft.com/office/drawing/2014/main" id="{596BD44D-314A-85D6-E65B-2238DA7AB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" y="1606"/>
              <a:ext cx="5" cy="29"/>
            </a:xfrm>
            <a:custGeom>
              <a:avLst/>
              <a:gdLst>
                <a:gd name="T0" fmla="*/ 0 w 28"/>
                <a:gd name="T1" fmla="*/ 0 h 147"/>
                <a:gd name="T2" fmla="*/ 0 w 28"/>
                <a:gd name="T3" fmla="*/ 0 h 147"/>
                <a:gd name="T4" fmla="*/ 0 w 28"/>
                <a:gd name="T5" fmla="*/ 0 h 147"/>
                <a:gd name="T6" fmla="*/ 0 w 28"/>
                <a:gd name="T7" fmla="*/ 0 h 147"/>
                <a:gd name="T8" fmla="*/ 0 w 28"/>
                <a:gd name="T9" fmla="*/ 0 h 147"/>
                <a:gd name="T10" fmla="*/ 0 w 28"/>
                <a:gd name="T11" fmla="*/ 0 h 147"/>
                <a:gd name="T12" fmla="*/ 0 w 28"/>
                <a:gd name="T13" fmla="*/ 0 h 147"/>
                <a:gd name="T14" fmla="*/ 0 w 28"/>
                <a:gd name="T15" fmla="*/ 0 h 147"/>
                <a:gd name="T16" fmla="*/ 0 w 28"/>
                <a:gd name="T17" fmla="*/ 0 h 147"/>
                <a:gd name="T18" fmla="*/ 0 w 28"/>
                <a:gd name="T19" fmla="*/ 0 h 147"/>
                <a:gd name="T20" fmla="*/ 0 w 28"/>
                <a:gd name="T21" fmla="*/ 0 h 1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"/>
                <a:gd name="T34" fmla="*/ 0 h 147"/>
                <a:gd name="T35" fmla="*/ 28 w 28"/>
                <a:gd name="T36" fmla="*/ 147 h 1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" h="147">
                  <a:moveTo>
                    <a:pt x="28" y="27"/>
                  </a:moveTo>
                  <a:lnTo>
                    <a:pt x="28" y="147"/>
                  </a:lnTo>
                  <a:lnTo>
                    <a:pt x="11" y="23"/>
                  </a:lnTo>
                  <a:lnTo>
                    <a:pt x="3" y="8"/>
                  </a:lnTo>
                  <a:lnTo>
                    <a:pt x="0" y="1"/>
                  </a:lnTo>
                  <a:lnTo>
                    <a:pt x="2" y="0"/>
                  </a:lnTo>
                  <a:lnTo>
                    <a:pt x="7" y="2"/>
                  </a:lnTo>
                  <a:lnTo>
                    <a:pt x="11" y="7"/>
                  </a:lnTo>
                  <a:lnTo>
                    <a:pt x="19" y="14"/>
                  </a:lnTo>
                  <a:lnTo>
                    <a:pt x="24" y="21"/>
                  </a:lnTo>
                  <a:lnTo>
                    <a:pt x="28" y="27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197">
              <a:extLst>
                <a:ext uri="{FF2B5EF4-FFF2-40B4-BE49-F238E27FC236}">
                  <a16:creationId xmlns:a16="http://schemas.microsoft.com/office/drawing/2014/main" id="{0C32CC41-08A3-82D5-1397-B638270B57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" y="1609"/>
              <a:ext cx="12" cy="26"/>
            </a:xfrm>
            <a:custGeom>
              <a:avLst/>
              <a:gdLst>
                <a:gd name="T0" fmla="*/ 0 w 62"/>
                <a:gd name="T1" fmla="*/ 0 h 131"/>
                <a:gd name="T2" fmla="*/ 0 w 62"/>
                <a:gd name="T3" fmla="*/ 0 h 131"/>
                <a:gd name="T4" fmla="*/ 0 w 62"/>
                <a:gd name="T5" fmla="*/ 0 h 131"/>
                <a:gd name="T6" fmla="*/ 0 w 62"/>
                <a:gd name="T7" fmla="*/ 0 h 131"/>
                <a:gd name="T8" fmla="*/ 0 w 62"/>
                <a:gd name="T9" fmla="*/ 0 h 131"/>
                <a:gd name="T10" fmla="*/ 0 w 62"/>
                <a:gd name="T11" fmla="*/ 0 h 131"/>
                <a:gd name="T12" fmla="*/ 0 w 62"/>
                <a:gd name="T13" fmla="*/ 0 h 131"/>
                <a:gd name="T14" fmla="*/ 0 w 62"/>
                <a:gd name="T15" fmla="*/ 0 h 131"/>
                <a:gd name="T16" fmla="*/ 0 w 62"/>
                <a:gd name="T17" fmla="*/ 0 h 131"/>
                <a:gd name="T18" fmla="*/ 0 w 62"/>
                <a:gd name="T19" fmla="*/ 0 h 131"/>
                <a:gd name="T20" fmla="*/ 0 w 62"/>
                <a:gd name="T21" fmla="*/ 0 h 131"/>
                <a:gd name="T22" fmla="*/ 0 w 62"/>
                <a:gd name="T23" fmla="*/ 0 h 131"/>
                <a:gd name="T24" fmla="*/ 0 w 62"/>
                <a:gd name="T25" fmla="*/ 0 h 131"/>
                <a:gd name="T26" fmla="*/ 0 w 62"/>
                <a:gd name="T27" fmla="*/ 0 h 131"/>
                <a:gd name="T28" fmla="*/ 0 w 62"/>
                <a:gd name="T29" fmla="*/ 0 h 131"/>
                <a:gd name="T30" fmla="*/ 0 w 62"/>
                <a:gd name="T31" fmla="*/ 0 h 131"/>
                <a:gd name="T32" fmla="*/ 0 w 62"/>
                <a:gd name="T33" fmla="*/ 0 h 131"/>
                <a:gd name="T34" fmla="*/ 0 w 62"/>
                <a:gd name="T35" fmla="*/ 0 h 131"/>
                <a:gd name="T36" fmla="*/ 0 w 62"/>
                <a:gd name="T37" fmla="*/ 0 h 131"/>
                <a:gd name="T38" fmla="*/ 0 w 62"/>
                <a:gd name="T39" fmla="*/ 0 h 131"/>
                <a:gd name="T40" fmla="*/ 0 w 62"/>
                <a:gd name="T41" fmla="*/ 0 h 131"/>
                <a:gd name="T42" fmla="*/ 0 w 62"/>
                <a:gd name="T43" fmla="*/ 0 h 131"/>
                <a:gd name="T44" fmla="*/ 0 w 62"/>
                <a:gd name="T45" fmla="*/ 0 h 131"/>
                <a:gd name="T46" fmla="*/ 0 w 62"/>
                <a:gd name="T47" fmla="*/ 0 h 131"/>
                <a:gd name="T48" fmla="*/ 0 w 62"/>
                <a:gd name="T49" fmla="*/ 0 h 131"/>
                <a:gd name="T50" fmla="*/ 0 w 62"/>
                <a:gd name="T51" fmla="*/ 0 h 131"/>
                <a:gd name="T52" fmla="*/ 0 w 62"/>
                <a:gd name="T53" fmla="*/ 0 h 131"/>
                <a:gd name="T54" fmla="*/ 0 w 62"/>
                <a:gd name="T55" fmla="*/ 0 h 131"/>
                <a:gd name="T56" fmla="*/ 0 w 62"/>
                <a:gd name="T57" fmla="*/ 0 h 131"/>
                <a:gd name="T58" fmla="*/ 0 w 62"/>
                <a:gd name="T59" fmla="*/ 0 h 131"/>
                <a:gd name="T60" fmla="*/ 0 w 62"/>
                <a:gd name="T61" fmla="*/ 0 h 131"/>
                <a:gd name="T62" fmla="*/ 0 w 62"/>
                <a:gd name="T63" fmla="*/ 0 h 131"/>
                <a:gd name="T64" fmla="*/ 0 w 62"/>
                <a:gd name="T65" fmla="*/ 0 h 1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2"/>
                <a:gd name="T100" fmla="*/ 0 h 131"/>
                <a:gd name="T101" fmla="*/ 62 w 62"/>
                <a:gd name="T102" fmla="*/ 131 h 1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2" h="131">
                  <a:moveTo>
                    <a:pt x="0" y="8"/>
                  </a:moveTo>
                  <a:lnTo>
                    <a:pt x="2" y="0"/>
                  </a:lnTo>
                  <a:lnTo>
                    <a:pt x="3" y="5"/>
                  </a:lnTo>
                  <a:lnTo>
                    <a:pt x="3" y="16"/>
                  </a:lnTo>
                  <a:lnTo>
                    <a:pt x="5" y="36"/>
                  </a:lnTo>
                  <a:lnTo>
                    <a:pt x="5" y="57"/>
                  </a:lnTo>
                  <a:lnTo>
                    <a:pt x="6" y="80"/>
                  </a:lnTo>
                  <a:lnTo>
                    <a:pt x="7" y="101"/>
                  </a:lnTo>
                  <a:lnTo>
                    <a:pt x="12" y="119"/>
                  </a:lnTo>
                  <a:lnTo>
                    <a:pt x="19" y="121"/>
                  </a:lnTo>
                  <a:lnTo>
                    <a:pt x="32" y="124"/>
                  </a:lnTo>
                  <a:lnTo>
                    <a:pt x="38" y="124"/>
                  </a:lnTo>
                  <a:lnTo>
                    <a:pt x="44" y="124"/>
                  </a:lnTo>
                  <a:lnTo>
                    <a:pt x="50" y="124"/>
                  </a:lnTo>
                  <a:lnTo>
                    <a:pt x="57" y="126"/>
                  </a:lnTo>
                  <a:lnTo>
                    <a:pt x="60" y="126"/>
                  </a:lnTo>
                  <a:lnTo>
                    <a:pt x="62" y="131"/>
                  </a:lnTo>
                  <a:lnTo>
                    <a:pt x="53" y="131"/>
                  </a:lnTo>
                  <a:lnTo>
                    <a:pt x="45" y="131"/>
                  </a:lnTo>
                  <a:lnTo>
                    <a:pt x="38" y="131"/>
                  </a:lnTo>
                  <a:lnTo>
                    <a:pt x="31" y="131"/>
                  </a:lnTo>
                  <a:lnTo>
                    <a:pt x="22" y="131"/>
                  </a:lnTo>
                  <a:lnTo>
                    <a:pt x="14" y="131"/>
                  </a:lnTo>
                  <a:lnTo>
                    <a:pt x="7" y="131"/>
                  </a:lnTo>
                  <a:lnTo>
                    <a:pt x="0" y="131"/>
                  </a:lnTo>
                  <a:lnTo>
                    <a:pt x="0" y="115"/>
                  </a:lnTo>
                  <a:lnTo>
                    <a:pt x="0" y="99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0" y="53"/>
                  </a:lnTo>
                  <a:lnTo>
                    <a:pt x="0" y="38"/>
                  </a:lnTo>
                  <a:lnTo>
                    <a:pt x="0" y="23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198">
              <a:extLst>
                <a:ext uri="{FF2B5EF4-FFF2-40B4-BE49-F238E27FC236}">
                  <a16:creationId xmlns:a16="http://schemas.microsoft.com/office/drawing/2014/main" id="{6011FAB0-D6CA-F555-8825-459F94E35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" y="1649"/>
              <a:ext cx="13" cy="31"/>
            </a:xfrm>
            <a:custGeom>
              <a:avLst/>
              <a:gdLst>
                <a:gd name="T0" fmla="*/ 0 w 63"/>
                <a:gd name="T1" fmla="*/ 0 h 151"/>
                <a:gd name="T2" fmla="*/ 0 w 63"/>
                <a:gd name="T3" fmla="*/ 0 h 151"/>
                <a:gd name="T4" fmla="*/ 0 w 63"/>
                <a:gd name="T5" fmla="*/ 0 h 151"/>
                <a:gd name="T6" fmla="*/ 0 w 63"/>
                <a:gd name="T7" fmla="*/ 0 h 151"/>
                <a:gd name="T8" fmla="*/ 0 w 63"/>
                <a:gd name="T9" fmla="*/ 0 h 151"/>
                <a:gd name="T10" fmla="*/ 0 w 63"/>
                <a:gd name="T11" fmla="*/ 0 h 151"/>
                <a:gd name="T12" fmla="*/ 0 w 63"/>
                <a:gd name="T13" fmla="*/ 0 h 151"/>
                <a:gd name="T14" fmla="*/ 0 w 63"/>
                <a:gd name="T15" fmla="*/ 0 h 151"/>
                <a:gd name="T16" fmla="*/ 0 w 63"/>
                <a:gd name="T17" fmla="*/ 0 h 151"/>
                <a:gd name="T18" fmla="*/ 0 w 63"/>
                <a:gd name="T19" fmla="*/ 0 h 151"/>
                <a:gd name="T20" fmla="*/ 0 w 63"/>
                <a:gd name="T21" fmla="*/ 0 h 151"/>
                <a:gd name="T22" fmla="*/ 0 w 63"/>
                <a:gd name="T23" fmla="*/ 0 h 1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"/>
                <a:gd name="T37" fmla="*/ 0 h 151"/>
                <a:gd name="T38" fmla="*/ 63 w 63"/>
                <a:gd name="T39" fmla="*/ 151 h 15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" h="151">
                  <a:moveTo>
                    <a:pt x="0" y="27"/>
                  </a:moveTo>
                  <a:lnTo>
                    <a:pt x="4" y="14"/>
                  </a:lnTo>
                  <a:lnTo>
                    <a:pt x="11" y="6"/>
                  </a:lnTo>
                  <a:lnTo>
                    <a:pt x="20" y="1"/>
                  </a:lnTo>
                  <a:lnTo>
                    <a:pt x="31" y="0"/>
                  </a:lnTo>
                  <a:lnTo>
                    <a:pt x="40" y="1"/>
                  </a:lnTo>
                  <a:lnTo>
                    <a:pt x="48" y="6"/>
                  </a:lnTo>
                  <a:lnTo>
                    <a:pt x="56" y="14"/>
                  </a:lnTo>
                  <a:lnTo>
                    <a:pt x="63" y="27"/>
                  </a:lnTo>
                  <a:lnTo>
                    <a:pt x="63" y="151"/>
                  </a:lnTo>
                  <a:lnTo>
                    <a:pt x="0" y="151"/>
                  </a:lnTo>
                  <a:lnTo>
                    <a:pt x="0" y="27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199">
              <a:extLst>
                <a:ext uri="{FF2B5EF4-FFF2-40B4-BE49-F238E27FC236}">
                  <a16:creationId xmlns:a16="http://schemas.microsoft.com/office/drawing/2014/main" id="{BC9C7F6C-0B41-7231-74C9-7CC474C4E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" y="1650"/>
              <a:ext cx="6" cy="30"/>
            </a:xfrm>
            <a:custGeom>
              <a:avLst/>
              <a:gdLst>
                <a:gd name="T0" fmla="*/ 0 w 28"/>
                <a:gd name="T1" fmla="*/ 0 h 147"/>
                <a:gd name="T2" fmla="*/ 0 w 28"/>
                <a:gd name="T3" fmla="*/ 0 h 147"/>
                <a:gd name="T4" fmla="*/ 0 w 28"/>
                <a:gd name="T5" fmla="*/ 0 h 147"/>
                <a:gd name="T6" fmla="*/ 0 w 28"/>
                <a:gd name="T7" fmla="*/ 0 h 147"/>
                <a:gd name="T8" fmla="*/ 0 w 28"/>
                <a:gd name="T9" fmla="*/ 0 h 147"/>
                <a:gd name="T10" fmla="*/ 0 w 28"/>
                <a:gd name="T11" fmla="*/ 0 h 147"/>
                <a:gd name="T12" fmla="*/ 0 w 28"/>
                <a:gd name="T13" fmla="*/ 0 h 147"/>
                <a:gd name="T14" fmla="*/ 0 w 28"/>
                <a:gd name="T15" fmla="*/ 0 h 147"/>
                <a:gd name="T16" fmla="*/ 0 w 28"/>
                <a:gd name="T17" fmla="*/ 0 h 147"/>
                <a:gd name="T18" fmla="*/ 0 w 28"/>
                <a:gd name="T19" fmla="*/ 0 h 147"/>
                <a:gd name="T20" fmla="*/ 0 w 28"/>
                <a:gd name="T21" fmla="*/ 0 h 1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8"/>
                <a:gd name="T34" fmla="*/ 0 h 147"/>
                <a:gd name="T35" fmla="*/ 28 w 28"/>
                <a:gd name="T36" fmla="*/ 147 h 1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8" h="147">
                  <a:moveTo>
                    <a:pt x="28" y="26"/>
                  </a:moveTo>
                  <a:lnTo>
                    <a:pt x="28" y="147"/>
                  </a:lnTo>
                  <a:lnTo>
                    <a:pt x="12" y="22"/>
                  </a:lnTo>
                  <a:lnTo>
                    <a:pt x="3" y="7"/>
                  </a:lnTo>
                  <a:lnTo>
                    <a:pt x="0" y="1"/>
                  </a:lnTo>
                  <a:lnTo>
                    <a:pt x="2" y="0"/>
                  </a:lnTo>
                  <a:lnTo>
                    <a:pt x="7" y="2"/>
                  </a:lnTo>
                  <a:lnTo>
                    <a:pt x="12" y="7"/>
                  </a:lnTo>
                  <a:lnTo>
                    <a:pt x="19" y="13"/>
                  </a:lnTo>
                  <a:lnTo>
                    <a:pt x="24" y="19"/>
                  </a:lnTo>
                  <a:lnTo>
                    <a:pt x="28" y="26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Freeform 200">
              <a:extLst>
                <a:ext uri="{FF2B5EF4-FFF2-40B4-BE49-F238E27FC236}">
                  <a16:creationId xmlns:a16="http://schemas.microsoft.com/office/drawing/2014/main" id="{A9B6EA97-8C93-8EE7-3F2A-9873DEE63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" y="1654"/>
              <a:ext cx="13" cy="26"/>
            </a:xfrm>
            <a:custGeom>
              <a:avLst/>
              <a:gdLst>
                <a:gd name="T0" fmla="*/ 0 w 62"/>
                <a:gd name="T1" fmla="*/ 0 h 130"/>
                <a:gd name="T2" fmla="*/ 0 w 62"/>
                <a:gd name="T3" fmla="*/ 0 h 130"/>
                <a:gd name="T4" fmla="*/ 0 w 62"/>
                <a:gd name="T5" fmla="*/ 0 h 130"/>
                <a:gd name="T6" fmla="*/ 0 w 62"/>
                <a:gd name="T7" fmla="*/ 0 h 130"/>
                <a:gd name="T8" fmla="*/ 0 w 62"/>
                <a:gd name="T9" fmla="*/ 0 h 130"/>
                <a:gd name="T10" fmla="*/ 0 w 62"/>
                <a:gd name="T11" fmla="*/ 0 h 130"/>
                <a:gd name="T12" fmla="*/ 0 w 62"/>
                <a:gd name="T13" fmla="*/ 0 h 130"/>
                <a:gd name="T14" fmla="*/ 0 w 62"/>
                <a:gd name="T15" fmla="*/ 0 h 130"/>
                <a:gd name="T16" fmla="*/ 0 w 62"/>
                <a:gd name="T17" fmla="*/ 0 h 130"/>
                <a:gd name="T18" fmla="*/ 0 w 62"/>
                <a:gd name="T19" fmla="*/ 0 h 130"/>
                <a:gd name="T20" fmla="*/ 0 w 62"/>
                <a:gd name="T21" fmla="*/ 0 h 130"/>
                <a:gd name="T22" fmla="*/ 0 w 62"/>
                <a:gd name="T23" fmla="*/ 0 h 130"/>
                <a:gd name="T24" fmla="*/ 0 w 62"/>
                <a:gd name="T25" fmla="*/ 0 h 130"/>
                <a:gd name="T26" fmla="*/ 0 w 62"/>
                <a:gd name="T27" fmla="*/ 0 h 130"/>
                <a:gd name="T28" fmla="*/ 0 w 62"/>
                <a:gd name="T29" fmla="*/ 0 h 130"/>
                <a:gd name="T30" fmla="*/ 0 w 62"/>
                <a:gd name="T31" fmla="*/ 0 h 130"/>
                <a:gd name="T32" fmla="*/ 0 w 62"/>
                <a:gd name="T33" fmla="*/ 0 h 130"/>
                <a:gd name="T34" fmla="*/ 0 w 62"/>
                <a:gd name="T35" fmla="*/ 0 h 130"/>
                <a:gd name="T36" fmla="*/ 0 w 62"/>
                <a:gd name="T37" fmla="*/ 0 h 130"/>
                <a:gd name="T38" fmla="*/ 0 w 62"/>
                <a:gd name="T39" fmla="*/ 0 h 130"/>
                <a:gd name="T40" fmla="*/ 0 w 62"/>
                <a:gd name="T41" fmla="*/ 0 h 130"/>
                <a:gd name="T42" fmla="*/ 0 w 62"/>
                <a:gd name="T43" fmla="*/ 0 h 130"/>
                <a:gd name="T44" fmla="*/ 0 w 62"/>
                <a:gd name="T45" fmla="*/ 0 h 130"/>
                <a:gd name="T46" fmla="*/ 0 w 62"/>
                <a:gd name="T47" fmla="*/ 0 h 130"/>
                <a:gd name="T48" fmla="*/ 0 w 62"/>
                <a:gd name="T49" fmla="*/ 0 h 130"/>
                <a:gd name="T50" fmla="*/ 0 w 62"/>
                <a:gd name="T51" fmla="*/ 0 h 130"/>
                <a:gd name="T52" fmla="*/ 0 w 62"/>
                <a:gd name="T53" fmla="*/ 0 h 130"/>
                <a:gd name="T54" fmla="*/ 0 w 62"/>
                <a:gd name="T55" fmla="*/ 0 h 130"/>
                <a:gd name="T56" fmla="*/ 0 w 62"/>
                <a:gd name="T57" fmla="*/ 0 h 130"/>
                <a:gd name="T58" fmla="*/ 0 w 62"/>
                <a:gd name="T59" fmla="*/ 0 h 130"/>
                <a:gd name="T60" fmla="*/ 0 w 62"/>
                <a:gd name="T61" fmla="*/ 0 h 13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w 62"/>
                <a:gd name="T94" fmla="*/ 0 h 130"/>
                <a:gd name="T95" fmla="*/ 62 w 62"/>
                <a:gd name="T96" fmla="*/ 130 h 130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T93" t="T94" r="T95" b="T96"/>
              <a:pathLst>
                <a:path w="62" h="130">
                  <a:moveTo>
                    <a:pt x="0" y="8"/>
                  </a:moveTo>
                  <a:lnTo>
                    <a:pt x="2" y="0"/>
                  </a:lnTo>
                  <a:lnTo>
                    <a:pt x="3" y="5"/>
                  </a:lnTo>
                  <a:lnTo>
                    <a:pt x="3" y="16"/>
                  </a:lnTo>
                  <a:lnTo>
                    <a:pt x="5" y="36"/>
                  </a:lnTo>
                  <a:lnTo>
                    <a:pt x="5" y="57"/>
                  </a:lnTo>
                  <a:lnTo>
                    <a:pt x="6" y="80"/>
                  </a:lnTo>
                  <a:lnTo>
                    <a:pt x="7" y="101"/>
                  </a:lnTo>
                  <a:lnTo>
                    <a:pt x="12" y="118"/>
                  </a:lnTo>
                  <a:lnTo>
                    <a:pt x="20" y="121"/>
                  </a:lnTo>
                  <a:lnTo>
                    <a:pt x="32" y="123"/>
                  </a:lnTo>
                  <a:lnTo>
                    <a:pt x="44" y="123"/>
                  </a:lnTo>
                  <a:lnTo>
                    <a:pt x="54" y="126"/>
                  </a:lnTo>
                  <a:lnTo>
                    <a:pt x="59" y="126"/>
                  </a:lnTo>
                  <a:lnTo>
                    <a:pt x="62" y="130"/>
                  </a:lnTo>
                  <a:lnTo>
                    <a:pt x="53" y="130"/>
                  </a:lnTo>
                  <a:lnTo>
                    <a:pt x="46" y="130"/>
                  </a:lnTo>
                  <a:lnTo>
                    <a:pt x="37" y="130"/>
                  </a:lnTo>
                  <a:lnTo>
                    <a:pt x="29" y="130"/>
                  </a:lnTo>
                  <a:lnTo>
                    <a:pt x="22" y="130"/>
                  </a:lnTo>
                  <a:lnTo>
                    <a:pt x="15" y="130"/>
                  </a:lnTo>
                  <a:lnTo>
                    <a:pt x="7" y="130"/>
                  </a:lnTo>
                  <a:lnTo>
                    <a:pt x="0" y="130"/>
                  </a:lnTo>
                  <a:lnTo>
                    <a:pt x="0" y="114"/>
                  </a:lnTo>
                  <a:lnTo>
                    <a:pt x="0" y="99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0" y="53"/>
                  </a:lnTo>
                  <a:lnTo>
                    <a:pt x="0" y="38"/>
                  </a:lnTo>
                  <a:lnTo>
                    <a:pt x="0" y="23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0" name="Freeform 201">
              <a:extLst>
                <a:ext uri="{FF2B5EF4-FFF2-40B4-BE49-F238E27FC236}">
                  <a16:creationId xmlns:a16="http://schemas.microsoft.com/office/drawing/2014/main" id="{7571A4D0-73F6-9F2B-69DB-2B0C3257B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" y="1688"/>
              <a:ext cx="114" cy="85"/>
            </a:xfrm>
            <a:custGeom>
              <a:avLst/>
              <a:gdLst>
                <a:gd name="T0" fmla="*/ 0 w 566"/>
                <a:gd name="T1" fmla="*/ 0 h 426"/>
                <a:gd name="T2" fmla="*/ 0 w 566"/>
                <a:gd name="T3" fmla="*/ 0 h 426"/>
                <a:gd name="T4" fmla="*/ 0 w 566"/>
                <a:gd name="T5" fmla="*/ 0 h 426"/>
                <a:gd name="T6" fmla="*/ 0 w 566"/>
                <a:gd name="T7" fmla="*/ 0 h 426"/>
                <a:gd name="T8" fmla="*/ 0 w 566"/>
                <a:gd name="T9" fmla="*/ 0 h 426"/>
                <a:gd name="T10" fmla="*/ 0 w 566"/>
                <a:gd name="T11" fmla="*/ 0 h 426"/>
                <a:gd name="T12" fmla="*/ 0 w 566"/>
                <a:gd name="T13" fmla="*/ 0 h 426"/>
                <a:gd name="T14" fmla="*/ 0 w 566"/>
                <a:gd name="T15" fmla="*/ 0 h 426"/>
                <a:gd name="T16" fmla="*/ 0 w 566"/>
                <a:gd name="T17" fmla="*/ 0 h 426"/>
                <a:gd name="T18" fmla="*/ 0 w 566"/>
                <a:gd name="T19" fmla="*/ 0 h 426"/>
                <a:gd name="T20" fmla="*/ 0 w 566"/>
                <a:gd name="T21" fmla="*/ 0 h 426"/>
                <a:gd name="T22" fmla="*/ 0 w 566"/>
                <a:gd name="T23" fmla="*/ 0 h 4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66"/>
                <a:gd name="T37" fmla="*/ 0 h 426"/>
                <a:gd name="T38" fmla="*/ 566 w 566"/>
                <a:gd name="T39" fmla="*/ 426 h 42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66" h="426">
                  <a:moveTo>
                    <a:pt x="0" y="78"/>
                  </a:moveTo>
                  <a:lnTo>
                    <a:pt x="47" y="43"/>
                  </a:lnTo>
                  <a:lnTo>
                    <a:pt x="114" y="20"/>
                  </a:lnTo>
                  <a:lnTo>
                    <a:pt x="192" y="3"/>
                  </a:lnTo>
                  <a:lnTo>
                    <a:pt x="277" y="0"/>
                  </a:lnTo>
                  <a:lnTo>
                    <a:pt x="362" y="3"/>
                  </a:lnTo>
                  <a:lnTo>
                    <a:pt x="443" y="18"/>
                  </a:lnTo>
                  <a:lnTo>
                    <a:pt x="513" y="42"/>
                  </a:lnTo>
                  <a:lnTo>
                    <a:pt x="566" y="78"/>
                  </a:lnTo>
                  <a:lnTo>
                    <a:pt x="566" y="426"/>
                  </a:lnTo>
                  <a:lnTo>
                    <a:pt x="0" y="426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202">
              <a:extLst>
                <a:ext uri="{FF2B5EF4-FFF2-40B4-BE49-F238E27FC236}">
                  <a16:creationId xmlns:a16="http://schemas.microsoft.com/office/drawing/2014/main" id="{A63F51BE-4C79-C965-80CD-D79BDAB6BF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" y="1695"/>
              <a:ext cx="94" cy="79"/>
            </a:xfrm>
            <a:custGeom>
              <a:avLst/>
              <a:gdLst>
                <a:gd name="T0" fmla="*/ 0 w 470"/>
                <a:gd name="T1" fmla="*/ 0 h 393"/>
                <a:gd name="T2" fmla="*/ 0 w 470"/>
                <a:gd name="T3" fmla="*/ 0 h 393"/>
                <a:gd name="T4" fmla="*/ 0 w 470"/>
                <a:gd name="T5" fmla="*/ 0 h 393"/>
                <a:gd name="T6" fmla="*/ 0 w 470"/>
                <a:gd name="T7" fmla="*/ 0 h 393"/>
                <a:gd name="T8" fmla="*/ 0 w 470"/>
                <a:gd name="T9" fmla="*/ 0 h 393"/>
                <a:gd name="T10" fmla="*/ 0 w 470"/>
                <a:gd name="T11" fmla="*/ 0 h 393"/>
                <a:gd name="T12" fmla="*/ 0 w 470"/>
                <a:gd name="T13" fmla="*/ 0 h 393"/>
                <a:gd name="T14" fmla="*/ 0 w 470"/>
                <a:gd name="T15" fmla="*/ 0 h 393"/>
                <a:gd name="T16" fmla="*/ 0 w 470"/>
                <a:gd name="T17" fmla="*/ 0 h 393"/>
                <a:gd name="T18" fmla="*/ 0 w 470"/>
                <a:gd name="T19" fmla="*/ 0 h 393"/>
                <a:gd name="T20" fmla="*/ 0 w 470"/>
                <a:gd name="T21" fmla="*/ 0 h 393"/>
                <a:gd name="T22" fmla="*/ 0 w 470"/>
                <a:gd name="T23" fmla="*/ 0 h 393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70"/>
                <a:gd name="T37" fmla="*/ 0 h 393"/>
                <a:gd name="T38" fmla="*/ 470 w 470"/>
                <a:gd name="T39" fmla="*/ 393 h 393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70" h="393">
                  <a:moveTo>
                    <a:pt x="0" y="73"/>
                  </a:moveTo>
                  <a:lnTo>
                    <a:pt x="39" y="41"/>
                  </a:lnTo>
                  <a:lnTo>
                    <a:pt x="94" y="18"/>
                  </a:lnTo>
                  <a:lnTo>
                    <a:pt x="159" y="3"/>
                  </a:lnTo>
                  <a:lnTo>
                    <a:pt x="229" y="0"/>
                  </a:lnTo>
                  <a:lnTo>
                    <a:pt x="300" y="3"/>
                  </a:lnTo>
                  <a:lnTo>
                    <a:pt x="367" y="17"/>
                  </a:lnTo>
                  <a:lnTo>
                    <a:pt x="424" y="39"/>
                  </a:lnTo>
                  <a:lnTo>
                    <a:pt x="470" y="73"/>
                  </a:lnTo>
                  <a:lnTo>
                    <a:pt x="470" y="393"/>
                  </a:lnTo>
                  <a:lnTo>
                    <a:pt x="0" y="393"/>
                  </a:lnTo>
                  <a:lnTo>
                    <a:pt x="0" y="73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203">
              <a:extLst>
                <a:ext uri="{FF2B5EF4-FFF2-40B4-BE49-F238E27FC236}">
                  <a16:creationId xmlns:a16="http://schemas.microsoft.com/office/drawing/2014/main" id="{04D901CC-28B3-0D0B-10AA-28A896132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" y="1713"/>
              <a:ext cx="15" cy="60"/>
            </a:xfrm>
            <a:custGeom>
              <a:avLst/>
              <a:gdLst>
                <a:gd name="T0" fmla="*/ 0 w 73"/>
                <a:gd name="T1" fmla="*/ 0 h 300"/>
                <a:gd name="T2" fmla="*/ 0 w 73"/>
                <a:gd name="T3" fmla="*/ 0 h 300"/>
                <a:gd name="T4" fmla="*/ 0 w 73"/>
                <a:gd name="T5" fmla="*/ 0 h 300"/>
                <a:gd name="T6" fmla="*/ 0 w 73"/>
                <a:gd name="T7" fmla="*/ 0 h 300"/>
                <a:gd name="T8" fmla="*/ 0 w 73"/>
                <a:gd name="T9" fmla="*/ 0 h 300"/>
                <a:gd name="T10" fmla="*/ 0 w 73"/>
                <a:gd name="T11" fmla="*/ 0 h 300"/>
                <a:gd name="T12" fmla="*/ 0 w 73"/>
                <a:gd name="T13" fmla="*/ 0 h 300"/>
                <a:gd name="T14" fmla="*/ 0 w 73"/>
                <a:gd name="T15" fmla="*/ 0 h 300"/>
                <a:gd name="T16" fmla="*/ 0 w 73"/>
                <a:gd name="T17" fmla="*/ 0 h 300"/>
                <a:gd name="T18" fmla="*/ 0 w 73"/>
                <a:gd name="T19" fmla="*/ 0 h 300"/>
                <a:gd name="T20" fmla="*/ 0 w 73"/>
                <a:gd name="T21" fmla="*/ 0 h 300"/>
                <a:gd name="T22" fmla="*/ 0 w 73"/>
                <a:gd name="T23" fmla="*/ 0 h 3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73"/>
                <a:gd name="T37" fmla="*/ 0 h 300"/>
                <a:gd name="T38" fmla="*/ 73 w 73"/>
                <a:gd name="T39" fmla="*/ 300 h 300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73" h="300">
                  <a:moveTo>
                    <a:pt x="0" y="56"/>
                  </a:moveTo>
                  <a:lnTo>
                    <a:pt x="5" y="31"/>
                  </a:lnTo>
                  <a:lnTo>
                    <a:pt x="14" y="14"/>
                  </a:lnTo>
                  <a:lnTo>
                    <a:pt x="25" y="3"/>
                  </a:lnTo>
                  <a:lnTo>
                    <a:pt x="36" y="0"/>
                  </a:lnTo>
                  <a:lnTo>
                    <a:pt x="46" y="3"/>
                  </a:lnTo>
                  <a:lnTo>
                    <a:pt x="57" y="12"/>
                  </a:lnTo>
                  <a:lnTo>
                    <a:pt x="66" y="30"/>
                  </a:lnTo>
                  <a:lnTo>
                    <a:pt x="73" y="56"/>
                  </a:lnTo>
                  <a:lnTo>
                    <a:pt x="73" y="300"/>
                  </a:lnTo>
                  <a:lnTo>
                    <a:pt x="0" y="300"/>
                  </a:lnTo>
                  <a:lnTo>
                    <a:pt x="0" y="56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204">
              <a:extLst>
                <a:ext uri="{FF2B5EF4-FFF2-40B4-BE49-F238E27FC236}">
                  <a16:creationId xmlns:a16="http://schemas.microsoft.com/office/drawing/2014/main" id="{8A2987D5-D930-EECD-E414-56E3045D837D}"/>
                </a:ext>
              </a:extLst>
            </p:cNvPr>
            <p:cNvSpPr>
              <a:spLocks/>
            </p:cNvSpPr>
            <p:nvPr/>
          </p:nvSpPr>
          <p:spPr bwMode="auto">
            <a:xfrm>
              <a:off x="765" y="1480"/>
              <a:ext cx="215" cy="292"/>
            </a:xfrm>
            <a:custGeom>
              <a:avLst/>
              <a:gdLst>
                <a:gd name="T0" fmla="*/ 0 w 1078"/>
                <a:gd name="T1" fmla="*/ 0 h 1464"/>
                <a:gd name="T2" fmla="*/ 0 w 1078"/>
                <a:gd name="T3" fmla="*/ 0 h 1464"/>
                <a:gd name="T4" fmla="*/ 0 w 1078"/>
                <a:gd name="T5" fmla="*/ 0 h 1464"/>
                <a:gd name="T6" fmla="*/ 0 w 1078"/>
                <a:gd name="T7" fmla="*/ 0 h 1464"/>
                <a:gd name="T8" fmla="*/ 0 w 1078"/>
                <a:gd name="T9" fmla="*/ 0 h 1464"/>
                <a:gd name="T10" fmla="*/ 0 w 1078"/>
                <a:gd name="T11" fmla="*/ 0 h 1464"/>
                <a:gd name="T12" fmla="*/ 0 w 1078"/>
                <a:gd name="T13" fmla="*/ 0 h 1464"/>
                <a:gd name="T14" fmla="*/ 0 w 1078"/>
                <a:gd name="T15" fmla="*/ 0 h 1464"/>
                <a:gd name="T16" fmla="*/ 0 w 1078"/>
                <a:gd name="T17" fmla="*/ 0 h 1464"/>
                <a:gd name="T18" fmla="*/ 0 w 1078"/>
                <a:gd name="T19" fmla="*/ 0 h 1464"/>
                <a:gd name="T20" fmla="*/ 0 w 1078"/>
                <a:gd name="T21" fmla="*/ 0 h 1464"/>
                <a:gd name="T22" fmla="*/ 0 w 1078"/>
                <a:gd name="T23" fmla="*/ 0 h 1464"/>
                <a:gd name="T24" fmla="*/ 0 w 1078"/>
                <a:gd name="T25" fmla="*/ 0 h 14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78"/>
                <a:gd name="T40" fmla="*/ 0 h 1464"/>
                <a:gd name="T41" fmla="*/ 1078 w 1078"/>
                <a:gd name="T42" fmla="*/ 1464 h 14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78" h="1464">
                  <a:moveTo>
                    <a:pt x="72" y="1453"/>
                  </a:moveTo>
                  <a:lnTo>
                    <a:pt x="0" y="4"/>
                  </a:lnTo>
                  <a:lnTo>
                    <a:pt x="287" y="4"/>
                  </a:lnTo>
                  <a:lnTo>
                    <a:pt x="287" y="195"/>
                  </a:lnTo>
                  <a:lnTo>
                    <a:pt x="403" y="195"/>
                  </a:lnTo>
                  <a:lnTo>
                    <a:pt x="412" y="9"/>
                  </a:lnTo>
                  <a:lnTo>
                    <a:pt x="611" y="8"/>
                  </a:lnTo>
                  <a:lnTo>
                    <a:pt x="611" y="191"/>
                  </a:lnTo>
                  <a:lnTo>
                    <a:pt x="748" y="198"/>
                  </a:lnTo>
                  <a:lnTo>
                    <a:pt x="748" y="0"/>
                  </a:lnTo>
                  <a:lnTo>
                    <a:pt x="1006" y="4"/>
                  </a:lnTo>
                  <a:lnTo>
                    <a:pt x="1078" y="1464"/>
                  </a:lnTo>
                  <a:lnTo>
                    <a:pt x="72" y="1453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205">
              <a:extLst>
                <a:ext uri="{FF2B5EF4-FFF2-40B4-BE49-F238E27FC236}">
                  <a16:creationId xmlns:a16="http://schemas.microsoft.com/office/drawing/2014/main" id="{D7060B9D-79A1-2D46-AD24-8EB568B3B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1529"/>
              <a:ext cx="28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5" y="29"/>
                  </a:moveTo>
                  <a:lnTo>
                    <a:pt x="14" y="29"/>
                  </a:lnTo>
                  <a:lnTo>
                    <a:pt x="4" y="27"/>
                  </a:lnTo>
                  <a:lnTo>
                    <a:pt x="0" y="22"/>
                  </a:lnTo>
                  <a:lnTo>
                    <a:pt x="0" y="6"/>
                  </a:lnTo>
                  <a:lnTo>
                    <a:pt x="4" y="1"/>
                  </a:lnTo>
                  <a:lnTo>
                    <a:pt x="14" y="0"/>
                  </a:lnTo>
                  <a:lnTo>
                    <a:pt x="125" y="0"/>
                  </a:lnTo>
                  <a:lnTo>
                    <a:pt x="133" y="1"/>
                  </a:lnTo>
                  <a:lnTo>
                    <a:pt x="137" y="6"/>
                  </a:lnTo>
                  <a:lnTo>
                    <a:pt x="137" y="22"/>
                  </a:lnTo>
                  <a:lnTo>
                    <a:pt x="133" y="27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206">
              <a:extLst>
                <a:ext uri="{FF2B5EF4-FFF2-40B4-BE49-F238E27FC236}">
                  <a16:creationId xmlns:a16="http://schemas.microsoft.com/office/drawing/2014/main" id="{B73A0B20-9D3C-4ACC-A01A-F7F8EA3D5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842" y="1537"/>
              <a:ext cx="27" cy="6"/>
            </a:xfrm>
            <a:custGeom>
              <a:avLst/>
              <a:gdLst>
                <a:gd name="T0" fmla="*/ 0 w 136"/>
                <a:gd name="T1" fmla="*/ 0 h 28"/>
                <a:gd name="T2" fmla="*/ 0 w 136"/>
                <a:gd name="T3" fmla="*/ 0 h 28"/>
                <a:gd name="T4" fmla="*/ 0 w 136"/>
                <a:gd name="T5" fmla="*/ 0 h 28"/>
                <a:gd name="T6" fmla="*/ 0 w 136"/>
                <a:gd name="T7" fmla="*/ 0 h 28"/>
                <a:gd name="T8" fmla="*/ 0 w 136"/>
                <a:gd name="T9" fmla="*/ 0 h 28"/>
                <a:gd name="T10" fmla="*/ 0 w 136"/>
                <a:gd name="T11" fmla="*/ 0 h 28"/>
                <a:gd name="T12" fmla="*/ 0 w 136"/>
                <a:gd name="T13" fmla="*/ 0 h 28"/>
                <a:gd name="T14" fmla="*/ 0 w 136"/>
                <a:gd name="T15" fmla="*/ 0 h 28"/>
                <a:gd name="T16" fmla="*/ 0 w 136"/>
                <a:gd name="T17" fmla="*/ 0 h 28"/>
                <a:gd name="T18" fmla="*/ 0 w 136"/>
                <a:gd name="T19" fmla="*/ 0 h 28"/>
                <a:gd name="T20" fmla="*/ 0 w 136"/>
                <a:gd name="T21" fmla="*/ 0 h 28"/>
                <a:gd name="T22" fmla="*/ 0 w 136"/>
                <a:gd name="T23" fmla="*/ 0 h 28"/>
                <a:gd name="T24" fmla="*/ 0 w 136"/>
                <a:gd name="T25" fmla="*/ 0 h 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28"/>
                <a:gd name="T41" fmla="*/ 136 w 136"/>
                <a:gd name="T42" fmla="*/ 28 h 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28">
                  <a:moveTo>
                    <a:pt x="123" y="28"/>
                  </a:moveTo>
                  <a:lnTo>
                    <a:pt x="13" y="28"/>
                  </a:lnTo>
                  <a:lnTo>
                    <a:pt x="3" y="26"/>
                  </a:lnTo>
                  <a:lnTo>
                    <a:pt x="0" y="22"/>
                  </a:lnTo>
                  <a:lnTo>
                    <a:pt x="0" y="5"/>
                  </a:lnTo>
                  <a:lnTo>
                    <a:pt x="3" y="0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2" y="0"/>
                  </a:lnTo>
                  <a:lnTo>
                    <a:pt x="136" y="5"/>
                  </a:lnTo>
                  <a:lnTo>
                    <a:pt x="136" y="22"/>
                  </a:lnTo>
                  <a:lnTo>
                    <a:pt x="132" y="26"/>
                  </a:lnTo>
                  <a:lnTo>
                    <a:pt x="123" y="28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207">
              <a:extLst>
                <a:ext uri="{FF2B5EF4-FFF2-40B4-BE49-F238E27FC236}">
                  <a16:creationId xmlns:a16="http://schemas.microsoft.com/office/drawing/2014/main" id="{D69E3D07-6CEB-0842-90B2-664C9D7F6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0" y="1547"/>
              <a:ext cx="27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5" y="29"/>
                  </a:moveTo>
                  <a:lnTo>
                    <a:pt x="12" y="29"/>
                  </a:lnTo>
                  <a:lnTo>
                    <a:pt x="4" y="28"/>
                  </a:lnTo>
                  <a:lnTo>
                    <a:pt x="0" y="24"/>
                  </a:lnTo>
                  <a:lnTo>
                    <a:pt x="0" y="7"/>
                  </a:lnTo>
                  <a:lnTo>
                    <a:pt x="4" y="2"/>
                  </a:lnTo>
                  <a:lnTo>
                    <a:pt x="12" y="0"/>
                  </a:lnTo>
                  <a:lnTo>
                    <a:pt x="125" y="0"/>
                  </a:lnTo>
                  <a:lnTo>
                    <a:pt x="133" y="2"/>
                  </a:lnTo>
                  <a:lnTo>
                    <a:pt x="137" y="7"/>
                  </a:lnTo>
                  <a:lnTo>
                    <a:pt x="137" y="24"/>
                  </a:lnTo>
                  <a:lnTo>
                    <a:pt x="133" y="28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208">
              <a:extLst>
                <a:ext uri="{FF2B5EF4-FFF2-40B4-BE49-F238E27FC236}">
                  <a16:creationId xmlns:a16="http://schemas.microsoft.com/office/drawing/2014/main" id="{BA828AF5-F66B-E600-DF4B-F00F39B5F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1539"/>
              <a:ext cx="27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5" y="29"/>
                  </a:moveTo>
                  <a:lnTo>
                    <a:pt x="14" y="29"/>
                  </a:lnTo>
                  <a:lnTo>
                    <a:pt x="4" y="26"/>
                  </a:lnTo>
                  <a:lnTo>
                    <a:pt x="0" y="24"/>
                  </a:lnTo>
                  <a:lnTo>
                    <a:pt x="0" y="5"/>
                  </a:lnTo>
                  <a:lnTo>
                    <a:pt x="4" y="0"/>
                  </a:lnTo>
                  <a:lnTo>
                    <a:pt x="14" y="0"/>
                  </a:lnTo>
                  <a:lnTo>
                    <a:pt x="125" y="0"/>
                  </a:lnTo>
                  <a:lnTo>
                    <a:pt x="133" y="0"/>
                  </a:lnTo>
                  <a:lnTo>
                    <a:pt x="137" y="5"/>
                  </a:lnTo>
                  <a:lnTo>
                    <a:pt x="137" y="24"/>
                  </a:lnTo>
                  <a:lnTo>
                    <a:pt x="133" y="26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209">
              <a:extLst>
                <a:ext uri="{FF2B5EF4-FFF2-40B4-BE49-F238E27FC236}">
                  <a16:creationId xmlns:a16="http://schemas.microsoft.com/office/drawing/2014/main" id="{3CF3FC11-2F78-F05C-07B2-3C04AA0668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553"/>
              <a:ext cx="28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5" y="29"/>
                  </a:moveTo>
                  <a:lnTo>
                    <a:pt x="12" y="29"/>
                  </a:lnTo>
                  <a:lnTo>
                    <a:pt x="2" y="28"/>
                  </a:lnTo>
                  <a:lnTo>
                    <a:pt x="0" y="23"/>
                  </a:lnTo>
                  <a:lnTo>
                    <a:pt x="0" y="7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5" y="0"/>
                  </a:lnTo>
                  <a:lnTo>
                    <a:pt x="132" y="1"/>
                  </a:lnTo>
                  <a:lnTo>
                    <a:pt x="137" y="7"/>
                  </a:lnTo>
                  <a:lnTo>
                    <a:pt x="137" y="23"/>
                  </a:lnTo>
                  <a:lnTo>
                    <a:pt x="132" y="28"/>
                  </a:lnTo>
                  <a:lnTo>
                    <a:pt x="125" y="29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210">
              <a:extLst>
                <a:ext uri="{FF2B5EF4-FFF2-40B4-BE49-F238E27FC236}">
                  <a16:creationId xmlns:a16="http://schemas.microsoft.com/office/drawing/2014/main" id="{0A1E1AFE-81C5-71FA-0F5E-723B00F40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524"/>
              <a:ext cx="27" cy="7"/>
            </a:xfrm>
            <a:custGeom>
              <a:avLst/>
              <a:gdLst>
                <a:gd name="T0" fmla="*/ 0 w 136"/>
                <a:gd name="T1" fmla="*/ 0 h 31"/>
                <a:gd name="T2" fmla="*/ 0 w 136"/>
                <a:gd name="T3" fmla="*/ 0 h 31"/>
                <a:gd name="T4" fmla="*/ 0 w 136"/>
                <a:gd name="T5" fmla="*/ 0 h 31"/>
                <a:gd name="T6" fmla="*/ 0 w 136"/>
                <a:gd name="T7" fmla="*/ 0 h 31"/>
                <a:gd name="T8" fmla="*/ 0 w 136"/>
                <a:gd name="T9" fmla="*/ 0 h 31"/>
                <a:gd name="T10" fmla="*/ 0 w 136"/>
                <a:gd name="T11" fmla="*/ 0 h 31"/>
                <a:gd name="T12" fmla="*/ 0 w 136"/>
                <a:gd name="T13" fmla="*/ 0 h 31"/>
                <a:gd name="T14" fmla="*/ 0 w 136"/>
                <a:gd name="T15" fmla="*/ 0 h 31"/>
                <a:gd name="T16" fmla="*/ 0 w 136"/>
                <a:gd name="T17" fmla="*/ 0 h 31"/>
                <a:gd name="T18" fmla="*/ 0 w 136"/>
                <a:gd name="T19" fmla="*/ 0 h 31"/>
                <a:gd name="T20" fmla="*/ 0 w 136"/>
                <a:gd name="T21" fmla="*/ 0 h 31"/>
                <a:gd name="T22" fmla="*/ 0 w 136"/>
                <a:gd name="T23" fmla="*/ 0 h 31"/>
                <a:gd name="T24" fmla="*/ 0 w 136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31"/>
                <a:gd name="T41" fmla="*/ 136 w 136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31">
                  <a:moveTo>
                    <a:pt x="124" y="31"/>
                  </a:moveTo>
                  <a:lnTo>
                    <a:pt x="14" y="31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8"/>
                  </a:lnTo>
                  <a:lnTo>
                    <a:pt x="4" y="2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3" y="2"/>
                  </a:lnTo>
                  <a:lnTo>
                    <a:pt x="136" y="8"/>
                  </a:lnTo>
                  <a:lnTo>
                    <a:pt x="136" y="25"/>
                  </a:lnTo>
                  <a:lnTo>
                    <a:pt x="133" y="29"/>
                  </a:lnTo>
                  <a:lnTo>
                    <a:pt x="124" y="31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211">
              <a:extLst>
                <a:ext uri="{FF2B5EF4-FFF2-40B4-BE49-F238E27FC236}">
                  <a16:creationId xmlns:a16="http://schemas.microsoft.com/office/drawing/2014/main" id="{C2B788B4-DF95-E053-9CB2-7E0ED4E76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1588"/>
              <a:ext cx="28" cy="6"/>
            </a:xfrm>
            <a:custGeom>
              <a:avLst/>
              <a:gdLst>
                <a:gd name="T0" fmla="*/ 0 w 137"/>
                <a:gd name="T1" fmla="*/ 0 h 31"/>
                <a:gd name="T2" fmla="*/ 0 w 137"/>
                <a:gd name="T3" fmla="*/ 0 h 31"/>
                <a:gd name="T4" fmla="*/ 0 w 137"/>
                <a:gd name="T5" fmla="*/ 0 h 31"/>
                <a:gd name="T6" fmla="*/ 0 w 137"/>
                <a:gd name="T7" fmla="*/ 0 h 31"/>
                <a:gd name="T8" fmla="*/ 0 w 137"/>
                <a:gd name="T9" fmla="*/ 0 h 31"/>
                <a:gd name="T10" fmla="*/ 0 w 137"/>
                <a:gd name="T11" fmla="*/ 0 h 31"/>
                <a:gd name="T12" fmla="*/ 0 w 137"/>
                <a:gd name="T13" fmla="*/ 0 h 31"/>
                <a:gd name="T14" fmla="*/ 0 w 137"/>
                <a:gd name="T15" fmla="*/ 0 h 31"/>
                <a:gd name="T16" fmla="*/ 0 w 137"/>
                <a:gd name="T17" fmla="*/ 0 h 31"/>
                <a:gd name="T18" fmla="*/ 0 w 137"/>
                <a:gd name="T19" fmla="*/ 0 h 31"/>
                <a:gd name="T20" fmla="*/ 0 w 137"/>
                <a:gd name="T21" fmla="*/ 0 h 31"/>
                <a:gd name="T22" fmla="*/ 0 w 137"/>
                <a:gd name="T23" fmla="*/ 0 h 31"/>
                <a:gd name="T24" fmla="*/ 0 w 137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1"/>
                <a:gd name="T41" fmla="*/ 137 w 137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1">
                  <a:moveTo>
                    <a:pt x="125" y="31"/>
                  </a:moveTo>
                  <a:lnTo>
                    <a:pt x="15" y="31"/>
                  </a:lnTo>
                  <a:lnTo>
                    <a:pt x="4" y="29"/>
                  </a:lnTo>
                  <a:lnTo>
                    <a:pt x="0" y="24"/>
                  </a:lnTo>
                  <a:lnTo>
                    <a:pt x="0" y="7"/>
                  </a:lnTo>
                  <a:lnTo>
                    <a:pt x="4" y="2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2"/>
                  </a:lnTo>
                  <a:lnTo>
                    <a:pt x="137" y="7"/>
                  </a:lnTo>
                  <a:lnTo>
                    <a:pt x="137" y="24"/>
                  </a:lnTo>
                  <a:lnTo>
                    <a:pt x="134" y="29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212">
              <a:extLst>
                <a:ext uri="{FF2B5EF4-FFF2-40B4-BE49-F238E27FC236}">
                  <a16:creationId xmlns:a16="http://schemas.microsoft.com/office/drawing/2014/main" id="{E777FCA9-ECEF-24E9-1831-839E753ACA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1598"/>
              <a:ext cx="27" cy="6"/>
            </a:xfrm>
            <a:custGeom>
              <a:avLst/>
              <a:gdLst>
                <a:gd name="T0" fmla="*/ 0 w 137"/>
                <a:gd name="T1" fmla="*/ 0 h 30"/>
                <a:gd name="T2" fmla="*/ 0 w 137"/>
                <a:gd name="T3" fmla="*/ 0 h 30"/>
                <a:gd name="T4" fmla="*/ 0 w 137"/>
                <a:gd name="T5" fmla="*/ 0 h 30"/>
                <a:gd name="T6" fmla="*/ 0 w 137"/>
                <a:gd name="T7" fmla="*/ 0 h 30"/>
                <a:gd name="T8" fmla="*/ 0 w 137"/>
                <a:gd name="T9" fmla="*/ 0 h 30"/>
                <a:gd name="T10" fmla="*/ 0 w 137"/>
                <a:gd name="T11" fmla="*/ 0 h 30"/>
                <a:gd name="T12" fmla="*/ 0 w 137"/>
                <a:gd name="T13" fmla="*/ 0 h 30"/>
                <a:gd name="T14" fmla="*/ 0 w 137"/>
                <a:gd name="T15" fmla="*/ 0 h 30"/>
                <a:gd name="T16" fmla="*/ 0 w 137"/>
                <a:gd name="T17" fmla="*/ 0 h 30"/>
                <a:gd name="T18" fmla="*/ 0 w 137"/>
                <a:gd name="T19" fmla="*/ 0 h 30"/>
                <a:gd name="T20" fmla="*/ 0 w 137"/>
                <a:gd name="T21" fmla="*/ 0 h 30"/>
                <a:gd name="T22" fmla="*/ 0 w 137"/>
                <a:gd name="T23" fmla="*/ 0 h 30"/>
                <a:gd name="T24" fmla="*/ 0 w 137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0"/>
                <a:gd name="T41" fmla="*/ 137 w 137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0">
                  <a:moveTo>
                    <a:pt x="124" y="30"/>
                  </a:moveTo>
                  <a:lnTo>
                    <a:pt x="12" y="30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8"/>
                  </a:lnTo>
                  <a:lnTo>
                    <a:pt x="4" y="2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2" y="2"/>
                  </a:lnTo>
                  <a:lnTo>
                    <a:pt x="137" y="8"/>
                  </a:lnTo>
                  <a:lnTo>
                    <a:pt x="137" y="25"/>
                  </a:lnTo>
                  <a:lnTo>
                    <a:pt x="132" y="29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2" name="Freeform 213">
              <a:extLst>
                <a:ext uri="{FF2B5EF4-FFF2-40B4-BE49-F238E27FC236}">
                  <a16:creationId xmlns:a16="http://schemas.microsoft.com/office/drawing/2014/main" id="{57F972F0-E6E2-0056-DE5D-575FC84236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11" y="1590"/>
              <a:ext cx="28" cy="6"/>
            </a:xfrm>
            <a:custGeom>
              <a:avLst/>
              <a:gdLst>
                <a:gd name="T0" fmla="*/ 0 w 137"/>
                <a:gd name="T1" fmla="*/ 0 h 31"/>
                <a:gd name="T2" fmla="*/ 0 w 137"/>
                <a:gd name="T3" fmla="*/ 0 h 31"/>
                <a:gd name="T4" fmla="*/ 0 w 137"/>
                <a:gd name="T5" fmla="*/ 0 h 31"/>
                <a:gd name="T6" fmla="*/ 0 w 137"/>
                <a:gd name="T7" fmla="*/ 0 h 31"/>
                <a:gd name="T8" fmla="*/ 0 w 137"/>
                <a:gd name="T9" fmla="*/ 0 h 31"/>
                <a:gd name="T10" fmla="*/ 0 w 137"/>
                <a:gd name="T11" fmla="*/ 0 h 31"/>
                <a:gd name="T12" fmla="*/ 0 w 137"/>
                <a:gd name="T13" fmla="*/ 0 h 31"/>
                <a:gd name="T14" fmla="*/ 0 w 137"/>
                <a:gd name="T15" fmla="*/ 0 h 31"/>
                <a:gd name="T16" fmla="*/ 0 w 137"/>
                <a:gd name="T17" fmla="*/ 0 h 31"/>
                <a:gd name="T18" fmla="*/ 0 w 137"/>
                <a:gd name="T19" fmla="*/ 0 h 31"/>
                <a:gd name="T20" fmla="*/ 0 w 137"/>
                <a:gd name="T21" fmla="*/ 0 h 31"/>
                <a:gd name="T22" fmla="*/ 0 w 137"/>
                <a:gd name="T23" fmla="*/ 0 h 31"/>
                <a:gd name="T24" fmla="*/ 0 w 137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1"/>
                <a:gd name="T41" fmla="*/ 137 w 137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1">
                  <a:moveTo>
                    <a:pt x="125" y="31"/>
                  </a:moveTo>
                  <a:lnTo>
                    <a:pt x="12" y="31"/>
                  </a:lnTo>
                  <a:lnTo>
                    <a:pt x="2" y="29"/>
                  </a:lnTo>
                  <a:lnTo>
                    <a:pt x="0" y="26"/>
                  </a:lnTo>
                  <a:lnTo>
                    <a:pt x="0" y="8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5" y="0"/>
                  </a:lnTo>
                  <a:lnTo>
                    <a:pt x="132" y="1"/>
                  </a:lnTo>
                  <a:lnTo>
                    <a:pt x="137" y="8"/>
                  </a:lnTo>
                  <a:lnTo>
                    <a:pt x="137" y="26"/>
                  </a:lnTo>
                  <a:lnTo>
                    <a:pt x="132" y="29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Freeform 214">
              <a:extLst>
                <a:ext uri="{FF2B5EF4-FFF2-40B4-BE49-F238E27FC236}">
                  <a16:creationId xmlns:a16="http://schemas.microsoft.com/office/drawing/2014/main" id="{4566C13F-44AC-7516-9B40-2B5448E11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1605"/>
              <a:ext cx="27" cy="6"/>
            </a:xfrm>
            <a:custGeom>
              <a:avLst/>
              <a:gdLst>
                <a:gd name="T0" fmla="*/ 0 w 136"/>
                <a:gd name="T1" fmla="*/ 0 h 28"/>
                <a:gd name="T2" fmla="*/ 0 w 136"/>
                <a:gd name="T3" fmla="*/ 0 h 28"/>
                <a:gd name="T4" fmla="*/ 0 w 136"/>
                <a:gd name="T5" fmla="*/ 0 h 28"/>
                <a:gd name="T6" fmla="*/ 0 w 136"/>
                <a:gd name="T7" fmla="*/ 0 h 28"/>
                <a:gd name="T8" fmla="*/ 0 w 136"/>
                <a:gd name="T9" fmla="*/ 0 h 28"/>
                <a:gd name="T10" fmla="*/ 0 w 136"/>
                <a:gd name="T11" fmla="*/ 0 h 28"/>
                <a:gd name="T12" fmla="*/ 0 w 136"/>
                <a:gd name="T13" fmla="*/ 0 h 28"/>
                <a:gd name="T14" fmla="*/ 0 w 136"/>
                <a:gd name="T15" fmla="*/ 0 h 28"/>
                <a:gd name="T16" fmla="*/ 0 w 136"/>
                <a:gd name="T17" fmla="*/ 0 h 28"/>
                <a:gd name="T18" fmla="*/ 0 w 136"/>
                <a:gd name="T19" fmla="*/ 0 h 28"/>
                <a:gd name="T20" fmla="*/ 0 w 136"/>
                <a:gd name="T21" fmla="*/ 0 h 28"/>
                <a:gd name="T22" fmla="*/ 0 w 136"/>
                <a:gd name="T23" fmla="*/ 0 h 28"/>
                <a:gd name="T24" fmla="*/ 0 w 136"/>
                <a:gd name="T25" fmla="*/ 0 h 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28"/>
                <a:gd name="T41" fmla="*/ 136 w 136"/>
                <a:gd name="T42" fmla="*/ 28 h 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28">
                  <a:moveTo>
                    <a:pt x="123" y="28"/>
                  </a:moveTo>
                  <a:lnTo>
                    <a:pt x="13" y="28"/>
                  </a:lnTo>
                  <a:lnTo>
                    <a:pt x="3" y="27"/>
                  </a:lnTo>
                  <a:lnTo>
                    <a:pt x="0" y="23"/>
                  </a:lnTo>
                  <a:lnTo>
                    <a:pt x="0" y="6"/>
                  </a:lnTo>
                  <a:lnTo>
                    <a:pt x="3" y="1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2" y="1"/>
                  </a:lnTo>
                  <a:lnTo>
                    <a:pt x="136" y="6"/>
                  </a:lnTo>
                  <a:lnTo>
                    <a:pt x="136" y="23"/>
                  </a:lnTo>
                  <a:lnTo>
                    <a:pt x="132" y="27"/>
                  </a:lnTo>
                  <a:lnTo>
                    <a:pt x="123" y="28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4" name="Freeform 215">
              <a:extLst>
                <a:ext uri="{FF2B5EF4-FFF2-40B4-BE49-F238E27FC236}">
                  <a16:creationId xmlns:a16="http://schemas.microsoft.com/office/drawing/2014/main" id="{8B7E90D5-C8B6-8540-9C7D-95AB9BB21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1568"/>
              <a:ext cx="28" cy="6"/>
            </a:xfrm>
            <a:custGeom>
              <a:avLst/>
              <a:gdLst>
                <a:gd name="T0" fmla="*/ 0 w 138"/>
                <a:gd name="T1" fmla="*/ 0 h 30"/>
                <a:gd name="T2" fmla="*/ 0 w 138"/>
                <a:gd name="T3" fmla="*/ 0 h 30"/>
                <a:gd name="T4" fmla="*/ 0 w 138"/>
                <a:gd name="T5" fmla="*/ 0 h 30"/>
                <a:gd name="T6" fmla="*/ 0 w 138"/>
                <a:gd name="T7" fmla="*/ 0 h 30"/>
                <a:gd name="T8" fmla="*/ 0 w 138"/>
                <a:gd name="T9" fmla="*/ 0 h 30"/>
                <a:gd name="T10" fmla="*/ 0 w 138"/>
                <a:gd name="T11" fmla="*/ 0 h 30"/>
                <a:gd name="T12" fmla="*/ 0 w 138"/>
                <a:gd name="T13" fmla="*/ 0 h 30"/>
                <a:gd name="T14" fmla="*/ 0 w 138"/>
                <a:gd name="T15" fmla="*/ 0 h 30"/>
                <a:gd name="T16" fmla="*/ 0 w 138"/>
                <a:gd name="T17" fmla="*/ 0 h 30"/>
                <a:gd name="T18" fmla="*/ 0 w 138"/>
                <a:gd name="T19" fmla="*/ 0 h 30"/>
                <a:gd name="T20" fmla="*/ 0 w 138"/>
                <a:gd name="T21" fmla="*/ 0 h 30"/>
                <a:gd name="T22" fmla="*/ 0 w 138"/>
                <a:gd name="T23" fmla="*/ 0 h 30"/>
                <a:gd name="T24" fmla="*/ 0 w 138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0"/>
                <a:gd name="T41" fmla="*/ 138 w 138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0">
                  <a:moveTo>
                    <a:pt x="124" y="30"/>
                  </a:moveTo>
                  <a:lnTo>
                    <a:pt x="12" y="30"/>
                  </a:lnTo>
                  <a:lnTo>
                    <a:pt x="2" y="29"/>
                  </a:lnTo>
                  <a:lnTo>
                    <a:pt x="0" y="25"/>
                  </a:lnTo>
                  <a:lnTo>
                    <a:pt x="0" y="7"/>
                  </a:lnTo>
                  <a:lnTo>
                    <a:pt x="2" y="2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3" y="2"/>
                  </a:lnTo>
                  <a:lnTo>
                    <a:pt x="138" y="7"/>
                  </a:lnTo>
                  <a:lnTo>
                    <a:pt x="138" y="25"/>
                  </a:lnTo>
                  <a:lnTo>
                    <a:pt x="133" y="29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Freeform 216">
              <a:extLst>
                <a:ext uri="{FF2B5EF4-FFF2-40B4-BE49-F238E27FC236}">
                  <a16:creationId xmlns:a16="http://schemas.microsoft.com/office/drawing/2014/main" id="{1B7CAF21-48FF-B640-82DE-AA74A3EFF2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4" y="1610"/>
              <a:ext cx="27" cy="6"/>
            </a:xfrm>
            <a:custGeom>
              <a:avLst/>
              <a:gdLst>
                <a:gd name="T0" fmla="*/ 0 w 137"/>
                <a:gd name="T1" fmla="*/ 0 h 30"/>
                <a:gd name="T2" fmla="*/ 0 w 137"/>
                <a:gd name="T3" fmla="*/ 0 h 30"/>
                <a:gd name="T4" fmla="*/ 0 w 137"/>
                <a:gd name="T5" fmla="*/ 0 h 30"/>
                <a:gd name="T6" fmla="*/ 0 w 137"/>
                <a:gd name="T7" fmla="*/ 0 h 30"/>
                <a:gd name="T8" fmla="*/ 0 w 137"/>
                <a:gd name="T9" fmla="*/ 0 h 30"/>
                <a:gd name="T10" fmla="*/ 0 w 137"/>
                <a:gd name="T11" fmla="*/ 0 h 30"/>
                <a:gd name="T12" fmla="*/ 0 w 137"/>
                <a:gd name="T13" fmla="*/ 0 h 30"/>
                <a:gd name="T14" fmla="*/ 0 w 137"/>
                <a:gd name="T15" fmla="*/ 0 h 30"/>
                <a:gd name="T16" fmla="*/ 0 w 137"/>
                <a:gd name="T17" fmla="*/ 0 h 30"/>
                <a:gd name="T18" fmla="*/ 0 w 137"/>
                <a:gd name="T19" fmla="*/ 0 h 30"/>
                <a:gd name="T20" fmla="*/ 0 w 137"/>
                <a:gd name="T21" fmla="*/ 0 h 30"/>
                <a:gd name="T22" fmla="*/ 0 w 137"/>
                <a:gd name="T23" fmla="*/ 0 h 30"/>
                <a:gd name="T24" fmla="*/ 0 w 137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0"/>
                <a:gd name="T41" fmla="*/ 137 w 137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0">
                  <a:moveTo>
                    <a:pt x="124" y="30"/>
                  </a:moveTo>
                  <a:lnTo>
                    <a:pt x="13" y="30"/>
                  </a:lnTo>
                  <a:lnTo>
                    <a:pt x="4" y="27"/>
                  </a:lnTo>
                  <a:lnTo>
                    <a:pt x="0" y="22"/>
                  </a:lnTo>
                  <a:lnTo>
                    <a:pt x="0" y="8"/>
                  </a:lnTo>
                  <a:lnTo>
                    <a:pt x="4" y="1"/>
                  </a:lnTo>
                  <a:lnTo>
                    <a:pt x="13" y="0"/>
                  </a:lnTo>
                  <a:lnTo>
                    <a:pt x="124" y="0"/>
                  </a:lnTo>
                  <a:lnTo>
                    <a:pt x="133" y="1"/>
                  </a:lnTo>
                  <a:lnTo>
                    <a:pt x="137" y="8"/>
                  </a:lnTo>
                  <a:lnTo>
                    <a:pt x="137" y="22"/>
                  </a:lnTo>
                  <a:lnTo>
                    <a:pt x="133" y="27"/>
                  </a:lnTo>
                  <a:lnTo>
                    <a:pt x="124" y="3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6" name="Freeform 217">
              <a:extLst>
                <a:ext uri="{FF2B5EF4-FFF2-40B4-BE49-F238E27FC236}">
                  <a16:creationId xmlns:a16="http://schemas.microsoft.com/office/drawing/2014/main" id="{27C6B559-4FC1-668A-5FFF-26CAB57EFE6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" y="1621"/>
              <a:ext cx="27" cy="6"/>
            </a:xfrm>
            <a:custGeom>
              <a:avLst/>
              <a:gdLst>
                <a:gd name="T0" fmla="*/ 0 w 136"/>
                <a:gd name="T1" fmla="*/ 0 h 31"/>
                <a:gd name="T2" fmla="*/ 0 w 136"/>
                <a:gd name="T3" fmla="*/ 0 h 31"/>
                <a:gd name="T4" fmla="*/ 0 w 136"/>
                <a:gd name="T5" fmla="*/ 0 h 31"/>
                <a:gd name="T6" fmla="*/ 0 w 136"/>
                <a:gd name="T7" fmla="*/ 0 h 31"/>
                <a:gd name="T8" fmla="*/ 0 w 136"/>
                <a:gd name="T9" fmla="*/ 0 h 31"/>
                <a:gd name="T10" fmla="*/ 0 w 136"/>
                <a:gd name="T11" fmla="*/ 0 h 31"/>
                <a:gd name="T12" fmla="*/ 0 w 136"/>
                <a:gd name="T13" fmla="*/ 0 h 31"/>
                <a:gd name="T14" fmla="*/ 0 w 136"/>
                <a:gd name="T15" fmla="*/ 0 h 31"/>
                <a:gd name="T16" fmla="*/ 0 w 136"/>
                <a:gd name="T17" fmla="*/ 0 h 31"/>
                <a:gd name="T18" fmla="*/ 0 w 136"/>
                <a:gd name="T19" fmla="*/ 0 h 31"/>
                <a:gd name="T20" fmla="*/ 0 w 136"/>
                <a:gd name="T21" fmla="*/ 0 h 31"/>
                <a:gd name="T22" fmla="*/ 0 w 136"/>
                <a:gd name="T23" fmla="*/ 0 h 31"/>
                <a:gd name="T24" fmla="*/ 0 w 136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31"/>
                <a:gd name="T41" fmla="*/ 136 w 136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31">
                  <a:moveTo>
                    <a:pt x="123" y="31"/>
                  </a:moveTo>
                  <a:lnTo>
                    <a:pt x="13" y="31"/>
                  </a:lnTo>
                  <a:lnTo>
                    <a:pt x="3" y="28"/>
                  </a:lnTo>
                  <a:lnTo>
                    <a:pt x="0" y="26"/>
                  </a:lnTo>
                  <a:lnTo>
                    <a:pt x="0" y="7"/>
                  </a:lnTo>
                  <a:lnTo>
                    <a:pt x="3" y="1"/>
                  </a:lnTo>
                  <a:lnTo>
                    <a:pt x="13" y="0"/>
                  </a:lnTo>
                  <a:lnTo>
                    <a:pt x="123" y="0"/>
                  </a:lnTo>
                  <a:lnTo>
                    <a:pt x="131" y="1"/>
                  </a:lnTo>
                  <a:lnTo>
                    <a:pt x="136" y="7"/>
                  </a:lnTo>
                  <a:lnTo>
                    <a:pt x="136" y="26"/>
                  </a:lnTo>
                  <a:lnTo>
                    <a:pt x="131" y="28"/>
                  </a:lnTo>
                  <a:lnTo>
                    <a:pt x="123" y="31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7" name="Freeform 218">
              <a:extLst>
                <a:ext uri="{FF2B5EF4-FFF2-40B4-BE49-F238E27FC236}">
                  <a16:creationId xmlns:a16="http://schemas.microsoft.com/office/drawing/2014/main" id="{1994996A-D248-4CAE-7648-5E3C69984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1612"/>
              <a:ext cx="27" cy="6"/>
            </a:xfrm>
            <a:custGeom>
              <a:avLst/>
              <a:gdLst>
                <a:gd name="T0" fmla="*/ 0 w 137"/>
                <a:gd name="T1" fmla="*/ 0 h 30"/>
                <a:gd name="T2" fmla="*/ 0 w 137"/>
                <a:gd name="T3" fmla="*/ 0 h 30"/>
                <a:gd name="T4" fmla="*/ 0 w 137"/>
                <a:gd name="T5" fmla="*/ 0 h 30"/>
                <a:gd name="T6" fmla="*/ 0 w 137"/>
                <a:gd name="T7" fmla="*/ 0 h 30"/>
                <a:gd name="T8" fmla="*/ 0 w 137"/>
                <a:gd name="T9" fmla="*/ 0 h 30"/>
                <a:gd name="T10" fmla="*/ 0 w 137"/>
                <a:gd name="T11" fmla="*/ 0 h 30"/>
                <a:gd name="T12" fmla="*/ 0 w 137"/>
                <a:gd name="T13" fmla="*/ 0 h 30"/>
                <a:gd name="T14" fmla="*/ 0 w 137"/>
                <a:gd name="T15" fmla="*/ 0 h 30"/>
                <a:gd name="T16" fmla="*/ 0 w 137"/>
                <a:gd name="T17" fmla="*/ 0 h 30"/>
                <a:gd name="T18" fmla="*/ 0 w 137"/>
                <a:gd name="T19" fmla="*/ 0 h 30"/>
                <a:gd name="T20" fmla="*/ 0 w 137"/>
                <a:gd name="T21" fmla="*/ 0 h 30"/>
                <a:gd name="T22" fmla="*/ 0 w 137"/>
                <a:gd name="T23" fmla="*/ 0 h 30"/>
                <a:gd name="T24" fmla="*/ 0 w 137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0"/>
                <a:gd name="T41" fmla="*/ 137 w 137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0">
                  <a:moveTo>
                    <a:pt x="125" y="30"/>
                  </a:moveTo>
                  <a:lnTo>
                    <a:pt x="15" y="30"/>
                  </a:lnTo>
                  <a:lnTo>
                    <a:pt x="4" y="28"/>
                  </a:lnTo>
                  <a:lnTo>
                    <a:pt x="0" y="25"/>
                  </a:lnTo>
                  <a:lnTo>
                    <a:pt x="0" y="7"/>
                  </a:lnTo>
                  <a:lnTo>
                    <a:pt x="4" y="1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7" y="7"/>
                  </a:lnTo>
                  <a:lnTo>
                    <a:pt x="137" y="25"/>
                  </a:lnTo>
                  <a:lnTo>
                    <a:pt x="134" y="28"/>
                  </a:lnTo>
                  <a:lnTo>
                    <a:pt x="125" y="3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219">
              <a:extLst>
                <a:ext uri="{FF2B5EF4-FFF2-40B4-BE49-F238E27FC236}">
                  <a16:creationId xmlns:a16="http://schemas.microsoft.com/office/drawing/2014/main" id="{753BF0A4-B544-ED6C-938F-5BF9AD0D53FC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1628"/>
              <a:ext cx="27" cy="5"/>
            </a:xfrm>
            <a:custGeom>
              <a:avLst/>
              <a:gdLst>
                <a:gd name="T0" fmla="*/ 0 w 136"/>
                <a:gd name="T1" fmla="*/ 0 h 28"/>
                <a:gd name="T2" fmla="*/ 0 w 136"/>
                <a:gd name="T3" fmla="*/ 0 h 28"/>
                <a:gd name="T4" fmla="*/ 0 w 136"/>
                <a:gd name="T5" fmla="*/ 0 h 28"/>
                <a:gd name="T6" fmla="*/ 0 w 136"/>
                <a:gd name="T7" fmla="*/ 0 h 28"/>
                <a:gd name="T8" fmla="*/ 0 w 136"/>
                <a:gd name="T9" fmla="*/ 0 h 28"/>
                <a:gd name="T10" fmla="*/ 0 w 136"/>
                <a:gd name="T11" fmla="*/ 0 h 28"/>
                <a:gd name="T12" fmla="*/ 0 w 136"/>
                <a:gd name="T13" fmla="*/ 0 h 28"/>
                <a:gd name="T14" fmla="*/ 0 w 136"/>
                <a:gd name="T15" fmla="*/ 0 h 28"/>
                <a:gd name="T16" fmla="*/ 0 w 136"/>
                <a:gd name="T17" fmla="*/ 0 h 28"/>
                <a:gd name="T18" fmla="*/ 0 w 136"/>
                <a:gd name="T19" fmla="*/ 0 h 28"/>
                <a:gd name="T20" fmla="*/ 0 w 136"/>
                <a:gd name="T21" fmla="*/ 0 h 28"/>
                <a:gd name="T22" fmla="*/ 0 w 136"/>
                <a:gd name="T23" fmla="*/ 0 h 28"/>
                <a:gd name="T24" fmla="*/ 0 w 136"/>
                <a:gd name="T25" fmla="*/ 0 h 2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28"/>
                <a:gd name="T41" fmla="*/ 136 w 136"/>
                <a:gd name="T42" fmla="*/ 28 h 2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28">
                  <a:moveTo>
                    <a:pt x="123" y="28"/>
                  </a:moveTo>
                  <a:lnTo>
                    <a:pt x="12" y="28"/>
                  </a:lnTo>
                  <a:lnTo>
                    <a:pt x="3" y="26"/>
                  </a:lnTo>
                  <a:lnTo>
                    <a:pt x="0" y="22"/>
                  </a:lnTo>
                  <a:lnTo>
                    <a:pt x="0" y="5"/>
                  </a:lnTo>
                  <a:lnTo>
                    <a:pt x="3" y="0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1" y="0"/>
                  </a:lnTo>
                  <a:lnTo>
                    <a:pt x="136" y="5"/>
                  </a:lnTo>
                  <a:lnTo>
                    <a:pt x="136" y="22"/>
                  </a:lnTo>
                  <a:lnTo>
                    <a:pt x="131" y="26"/>
                  </a:lnTo>
                  <a:lnTo>
                    <a:pt x="123" y="28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220">
              <a:extLst>
                <a:ext uri="{FF2B5EF4-FFF2-40B4-BE49-F238E27FC236}">
                  <a16:creationId xmlns:a16="http://schemas.microsoft.com/office/drawing/2014/main" id="{596E8042-C771-EF86-63E3-2F63A33BDC8A}"/>
                </a:ext>
              </a:extLst>
            </p:cNvPr>
            <p:cNvSpPr>
              <a:spLocks/>
            </p:cNvSpPr>
            <p:nvPr/>
          </p:nvSpPr>
          <p:spPr bwMode="auto">
            <a:xfrm>
              <a:off x="860" y="1637"/>
              <a:ext cx="28" cy="6"/>
            </a:xfrm>
            <a:custGeom>
              <a:avLst/>
              <a:gdLst>
                <a:gd name="T0" fmla="*/ 0 w 137"/>
                <a:gd name="T1" fmla="*/ 0 h 29"/>
                <a:gd name="T2" fmla="*/ 0 w 137"/>
                <a:gd name="T3" fmla="*/ 0 h 29"/>
                <a:gd name="T4" fmla="*/ 0 w 137"/>
                <a:gd name="T5" fmla="*/ 0 h 29"/>
                <a:gd name="T6" fmla="*/ 0 w 137"/>
                <a:gd name="T7" fmla="*/ 0 h 29"/>
                <a:gd name="T8" fmla="*/ 0 w 137"/>
                <a:gd name="T9" fmla="*/ 0 h 29"/>
                <a:gd name="T10" fmla="*/ 0 w 137"/>
                <a:gd name="T11" fmla="*/ 0 h 29"/>
                <a:gd name="T12" fmla="*/ 0 w 137"/>
                <a:gd name="T13" fmla="*/ 0 h 29"/>
                <a:gd name="T14" fmla="*/ 0 w 137"/>
                <a:gd name="T15" fmla="*/ 0 h 29"/>
                <a:gd name="T16" fmla="*/ 0 w 137"/>
                <a:gd name="T17" fmla="*/ 0 h 29"/>
                <a:gd name="T18" fmla="*/ 0 w 137"/>
                <a:gd name="T19" fmla="*/ 0 h 29"/>
                <a:gd name="T20" fmla="*/ 0 w 137"/>
                <a:gd name="T21" fmla="*/ 0 h 29"/>
                <a:gd name="T22" fmla="*/ 0 w 137"/>
                <a:gd name="T23" fmla="*/ 0 h 29"/>
                <a:gd name="T24" fmla="*/ 0 w 137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29"/>
                <a:gd name="T41" fmla="*/ 137 w 137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29">
                  <a:moveTo>
                    <a:pt x="124" y="29"/>
                  </a:moveTo>
                  <a:lnTo>
                    <a:pt x="12" y="29"/>
                  </a:lnTo>
                  <a:lnTo>
                    <a:pt x="4" y="27"/>
                  </a:lnTo>
                  <a:lnTo>
                    <a:pt x="0" y="24"/>
                  </a:lnTo>
                  <a:lnTo>
                    <a:pt x="0" y="5"/>
                  </a:lnTo>
                  <a:lnTo>
                    <a:pt x="4" y="0"/>
                  </a:lnTo>
                  <a:lnTo>
                    <a:pt x="12" y="0"/>
                  </a:lnTo>
                  <a:lnTo>
                    <a:pt x="124" y="0"/>
                  </a:lnTo>
                  <a:lnTo>
                    <a:pt x="132" y="0"/>
                  </a:lnTo>
                  <a:lnTo>
                    <a:pt x="137" y="5"/>
                  </a:lnTo>
                  <a:lnTo>
                    <a:pt x="137" y="24"/>
                  </a:lnTo>
                  <a:lnTo>
                    <a:pt x="132" y="27"/>
                  </a:lnTo>
                  <a:lnTo>
                    <a:pt x="124" y="29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221">
              <a:extLst>
                <a:ext uri="{FF2B5EF4-FFF2-40B4-BE49-F238E27FC236}">
                  <a16:creationId xmlns:a16="http://schemas.microsoft.com/office/drawing/2014/main" id="{0B538753-ECC4-9B81-36B2-D460BEDB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848" y="1644"/>
              <a:ext cx="27" cy="6"/>
            </a:xfrm>
            <a:custGeom>
              <a:avLst/>
              <a:gdLst>
                <a:gd name="T0" fmla="*/ 0 w 135"/>
                <a:gd name="T1" fmla="*/ 0 h 29"/>
                <a:gd name="T2" fmla="*/ 0 w 135"/>
                <a:gd name="T3" fmla="*/ 0 h 29"/>
                <a:gd name="T4" fmla="*/ 0 w 135"/>
                <a:gd name="T5" fmla="*/ 0 h 29"/>
                <a:gd name="T6" fmla="*/ 0 w 135"/>
                <a:gd name="T7" fmla="*/ 0 h 29"/>
                <a:gd name="T8" fmla="*/ 0 w 135"/>
                <a:gd name="T9" fmla="*/ 0 h 29"/>
                <a:gd name="T10" fmla="*/ 0 w 135"/>
                <a:gd name="T11" fmla="*/ 0 h 29"/>
                <a:gd name="T12" fmla="*/ 0 w 135"/>
                <a:gd name="T13" fmla="*/ 0 h 29"/>
                <a:gd name="T14" fmla="*/ 0 w 135"/>
                <a:gd name="T15" fmla="*/ 0 h 29"/>
                <a:gd name="T16" fmla="*/ 0 w 135"/>
                <a:gd name="T17" fmla="*/ 0 h 29"/>
                <a:gd name="T18" fmla="*/ 0 w 135"/>
                <a:gd name="T19" fmla="*/ 0 h 29"/>
                <a:gd name="T20" fmla="*/ 0 w 135"/>
                <a:gd name="T21" fmla="*/ 0 h 29"/>
                <a:gd name="T22" fmla="*/ 0 w 135"/>
                <a:gd name="T23" fmla="*/ 0 h 29"/>
                <a:gd name="T24" fmla="*/ 0 w 135"/>
                <a:gd name="T25" fmla="*/ 0 h 2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29"/>
                <a:gd name="T41" fmla="*/ 135 w 135"/>
                <a:gd name="T42" fmla="*/ 29 h 2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29">
                  <a:moveTo>
                    <a:pt x="123" y="29"/>
                  </a:moveTo>
                  <a:lnTo>
                    <a:pt x="12" y="29"/>
                  </a:lnTo>
                  <a:lnTo>
                    <a:pt x="2" y="26"/>
                  </a:lnTo>
                  <a:lnTo>
                    <a:pt x="0" y="24"/>
                  </a:lnTo>
                  <a:lnTo>
                    <a:pt x="0" y="5"/>
                  </a:lnTo>
                  <a:lnTo>
                    <a:pt x="2" y="0"/>
                  </a:lnTo>
                  <a:lnTo>
                    <a:pt x="12" y="0"/>
                  </a:lnTo>
                  <a:lnTo>
                    <a:pt x="123" y="0"/>
                  </a:lnTo>
                  <a:lnTo>
                    <a:pt x="131" y="0"/>
                  </a:lnTo>
                  <a:lnTo>
                    <a:pt x="135" y="5"/>
                  </a:lnTo>
                  <a:lnTo>
                    <a:pt x="135" y="24"/>
                  </a:lnTo>
                  <a:lnTo>
                    <a:pt x="131" y="26"/>
                  </a:lnTo>
                  <a:lnTo>
                    <a:pt x="123" y="29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222">
              <a:extLst>
                <a:ext uri="{FF2B5EF4-FFF2-40B4-BE49-F238E27FC236}">
                  <a16:creationId xmlns:a16="http://schemas.microsoft.com/office/drawing/2014/main" id="{D4B508E5-818D-03B2-E888-851240DCE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" y="1665"/>
              <a:ext cx="27" cy="6"/>
            </a:xfrm>
            <a:custGeom>
              <a:avLst/>
              <a:gdLst>
                <a:gd name="T0" fmla="*/ 0 w 137"/>
                <a:gd name="T1" fmla="*/ 0 h 31"/>
                <a:gd name="T2" fmla="*/ 0 w 137"/>
                <a:gd name="T3" fmla="*/ 0 h 31"/>
                <a:gd name="T4" fmla="*/ 0 w 137"/>
                <a:gd name="T5" fmla="*/ 0 h 31"/>
                <a:gd name="T6" fmla="*/ 0 w 137"/>
                <a:gd name="T7" fmla="*/ 0 h 31"/>
                <a:gd name="T8" fmla="*/ 0 w 137"/>
                <a:gd name="T9" fmla="*/ 0 h 31"/>
                <a:gd name="T10" fmla="*/ 0 w 137"/>
                <a:gd name="T11" fmla="*/ 0 h 31"/>
                <a:gd name="T12" fmla="*/ 0 w 137"/>
                <a:gd name="T13" fmla="*/ 0 h 31"/>
                <a:gd name="T14" fmla="*/ 0 w 137"/>
                <a:gd name="T15" fmla="*/ 0 h 31"/>
                <a:gd name="T16" fmla="*/ 0 w 137"/>
                <a:gd name="T17" fmla="*/ 0 h 31"/>
                <a:gd name="T18" fmla="*/ 0 w 137"/>
                <a:gd name="T19" fmla="*/ 0 h 31"/>
                <a:gd name="T20" fmla="*/ 0 w 137"/>
                <a:gd name="T21" fmla="*/ 0 h 31"/>
                <a:gd name="T22" fmla="*/ 0 w 137"/>
                <a:gd name="T23" fmla="*/ 0 h 31"/>
                <a:gd name="T24" fmla="*/ 0 w 137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1"/>
                <a:gd name="T41" fmla="*/ 137 w 137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1">
                  <a:moveTo>
                    <a:pt x="125" y="31"/>
                  </a:moveTo>
                  <a:lnTo>
                    <a:pt x="12" y="31"/>
                  </a:lnTo>
                  <a:lnTo>
                    <a:pt x="2" y="28"/>
                  </a:lnTo>
                  <a:lnTo>
                    <a:pt x="0" y="23"/>
                  </a:lnTo>
                  <a:lnTo>
                    <a:pt x="0" y="5"/>
                  </a:lnTo>
                  <a:lnTo>
                    <a:pt x="2" y="1"/>
                  </a:lnTo>
                  <a:lnTo>
                    <a:pt x="12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7" y="5"/>
                  </a:lnTo>
                  <a:lnTo>
                    <a:pt x="137" y="23"/>
                  </a:lnTo>
                  <a:lnTo>
                    <a:pt x="134" y="28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223">
              <a:extLst>
                <a:ext uri="{FF2B5EF4-FFF2-40B4-BE49-F238E27FC236}">
                  <a16:creationId xmlns:a16="http://schemas.microsoft.com/office/drawing/2014/main" id="{59BBB1CF-3C9F-05A5-9BAF-49205A2BECE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1673"/>
              <a:ext cx="28" cy="6"/>
            </a:xfrm>
            <a:custGeom>
              <a:avLst/>
              <a:gdLst>
                <a:gd name="T0" fmla="*/ 0 w 138"/>
                <a:gd name="T1" fmla="*/ 0 h 31"/>
                <a:gd name="T2" fmla="*/ 0 w 138"/>
                <a:gd name="T3" fmla="*/ 0 h 31"/>
                <a:gd name="T4" fmla="*/ 0 w 138"/>
                <a:gd name="T5" fmla="*/ 0 h 31"/>
                <a:gd name="T6" fmla="*/ 0 w 138"/>
                <a:gd name="T7" fmla="*/ 0 h 31"/>
                <a:gd name="T8" fmla="*/ 0 w 138"/>
                <a:gd name="T9" fmla="*/ 0 h 31"/>
                <a:gd name="T10" fmla="*/ 0 w 138"/>
                <a:gd name="T11" fmla="*/ 0 h 31"/>
                <a:gd name="T12" fmla="*/ 0 w 138"/>
                <a:gd name="T13" fmla="*/ 0 h 31"/>
                <a:gd name="T14" fmla="*/ 0 w 138"/>
                <a:gd name="T15" fmla="*/ 0 h 31"/>
                <a:gd name="T16" fmla="*/ 0 w 138"/>
                <a:gd name="T17" fmla="*/ 0 h 31"/>
                <a:gd name="T18" fmla="*/ 0 w 138"/>
                <a:gd name="T19" fmla="*/ 0 h 31"/>
                <a:gd name="T20" fmla="*/ 0 w 138"/>
                <a:gd name="T21" fmla="*/ 0 h 31"/>
                <a:gd name="T22" fmla="*/ 0 w 138"/>
                <a:gd name="T23" fmla="*/ 0 h 31"/>
                <a:gd name="T24" fmla="*/ 0 w 138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1"/>
                <a:gd name="T41" fmla="*/ 138 w 138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1">
                  <a:moveTo>
                    <a:pt x="125" y="31"/>
                  </a:moveTo>
                  <a:lnTo>
                    <a:pt x="15" y="31"/>
                  </a:lnTo>
                  <a:lnTo>
                    <a:pt x="4" y="28"/>
                  </a:lnTo>
                  <a:lnTo>
                    <a:pt x="0" y="23"/>
                  </a:lnTo>
                  <a:lnTo>
                    <a:pt x="0" y="6"/>
                  </a:lnTo>
                  <a:lnTo>
                    <a:pt x="4" y="1"/>
                  </a:lnTo>
                  <a:lnTo>
                    <a:pt x="15" y="0"/>
                  </a:lnTo>
                  <a:lnTo>
                    <a:pt x="125" y="0"/>
                  </a:lnTo>
                  <a:lnTo>
                    <a:pt x="134" y="1"/>
                  </a:lnTo>
                  <a:lnTo>
                    <a:pt x="138" y="6"/>
                  </a:lnTo>
                  <a:lnTo>
                    <a:pt x="138" y="23"/>
                  </a:lnTo>
                  <a:lnTo>
                    <a:pt x="134" y="28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224">
              <a:extLst>
                <a:ext uri="{FF2B5EF4-FFF2-40B4-BE49-F238E27FC236}">
                  <a16:creationId xmlns:a16="http://schemas.microsoft.com/office/drawing/2014/main" id="{9C05B26B-4D4B-254F-62AD-8C5B11AE6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813" y="1638"/>
              <a:ext cx="28" cy="7"/>
            </a:xfrm>
            <a:custGeom>
              <a:avLst/>
              <a:gdLst>
                <a:gd name="T0" fmla="*/ 0 w 137"/>
                <a:gd name="T1" fmla="*/ 0 h 31"/>
                <a:gd name="T2" fmla="*/ 0 w 137"/>
                <a:gd name="T3" fmla="*/ 0 h 31"/>
                <a:gd name="T4" fmla="*/ 0 w 137"/>
                <a:gd name="T5" fmla="*/ 0 h 31"/>
                <a:gd name="T6" fmla="*/ 0 w 137"/>
                <a:gd name="T7" fmla="*/ 0 h 31"/>
                <a:gd name="T8" fmla="*/ 0 w 137"/>
                <a:gd name="T9" fmla="*/ 0 h 31"/>
                <a:gd name="T10" fmla="*/ 0 w 137"/>
                <a:gd name="T11" fmla="*/ 0 h 31"/>
                <a:gd name="T12" fmla="*/ 0 w 137"/>
                <a:gd name="T13" fmla="*/ 0 h 31"/>
                <a:gd name="T14" fmla="*/ 0 w 137"/>
                <a:gd name="T15" fmla="*/ 0 h 31"/>
                <a:gd name="T16" fmla="*/ 0 w 137"/>
                <a:gd name="T17" fmla="*/ 0 h 31"/>
                <a:gd name="T18" fmla="*/ 0 w 137"/>
                <a:gd name="T19" fmla="*/ 0 h 31"/>
                <a:gd name="T20" fmla="*/ 0 w 137"/>
                <a:gd name="T21" fmla="*/ 0 h 31"/>
                <a:gd name="T22" fmla="*/ 0 w 137"/>
                <a:gd name="T23" fmla="*/ 0 h 31"/>
                <a:gd name="T24" fmla="*/ 0 w 137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31"/>
                <a:gd name="T41" fmla="*/ 137 w 137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31">
                  <a:moveTo>
                    <a:pt x="125" y="31"/>
                  </a:moveTo>
                  <a:lnTo>
                    <a:pt x="12" y="31"/>
                  </a:lnTo>
                  <a:lnTo>
                    <a:pt x="3" y="29"/>
                  </a:lnTo>
                  <a:lnTo>
                    <a:pt x="0" y="25"/>
                  </a:lnTo>
                  <a:lnTo>
                    <a:pt x="0" y="6"/>
                  </a:lnTo>
                  <a:lnTo>
                    <a:pt x="3" y="1"/>
                  </a:lnTo>
                  <a:lnTo>
                    <a:pt x="12" y="0"/>
                  </a:lnTo>
                  <a:lnTo>
                    <a:pt x="125" y="0"/>
                  </a:lnTo>
                  <a:lnTo>
                    <a:pt x="133" y="1"/>
                  </a:lnTo>
                  <a:lnTo>
                    <a:pt x="137" y="6"/>
                  </a:lnTo>
                  <a:lnTo>
                    <a:pt x="137" y="25"/>
                  </a:lnTo>
                  <a:lnTo>
                    <a:pt x="133" y="29"/>
                  </a:lnTo>
                  <a:lnTo>
                    <a:pt x="125" y="31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Freeform 225">
              <a:extLst>
                <a:ext uri="{FF2B5EF4-FFF2-40B4-BE49-F238E27FC236}">
                  <a16:creationId xmlns:a16="http://schemas.microsoft.com/office/drawing/2014/main" id="{2191F7AD-7B7F-5B46-A0A0-57E1EDF98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" y="1660"/>
              <a:ext cx="28" cy="6"/>
            </a:xfrm>
            <a:custGeom>
              <a:avLst/>
              <a:gdLst>
                <a:gd name="T0" fmla="*/ 0 w 138"/>
                <a:gd name="T1" fmla="*/ 0 h 30"/>
                <a:gd name="T2" fmla="*/ 0 w 138"/>
                <a:gd name="T3" fmla="*/ 0 h 30"/>
                <a:gd name="T4" fmla="*/ 0 w 138"/>
                <a:gd name="T5" fmla="*/ 0 h 30"/>
                <a:gd name="T6" fmla="*/ 0 w 138"/>
                <a:gd name="T7" fmla="*/ 0 h 30"/>
                <a:gd name="T8" fmla="*/ 0 w 138"/>
                <a:gd name="T9" fmla="*/ 0 h 30"/>
                <a:gd name="T10" fmla="*/ 0 w 138"/>
                <a:gd name="T11" fmla="*/ 0 h 30"/>
                <a:gd name="T12" fmla="*/ 0 w 138"/>
                <a:gd name="T13" fmla="*/ 0 h 30"/>
                <a:gd name="T14" fmla="*/ 0 w 138"/>
                <a:gd name="T15" fmla="*/ 0 h 30"/>
                <a:gd name="T16" fmla="*/ 0 w 138"/>
                <a:gd name="T17" fmla="*/ 0 h 30"/>
                <a:gd name="T18" fmla="*/ 0 w 138"/>
                <a:gd name="T19" fmla="*/ 0 h 30"/>
                <a:gd name="T20" fmla="*/ 0 w 138"/>
                <a:gd name="T21" fmla="*/ 0 h 30"/>
                <a:gd name="T22" fmla="*/ 0 w 138"/>
                <a:gd name="T23" fmla="*/ 0 h 30"/>
                <a:gd name="T24" fmla="*/ 0 w 138"/>
                <a:gd name="T25" fmla="*/ 0 h 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30"/>
                <a:gd name="T41" fmla="*/ 138 w 138"/>
                <a:gd name="T42" fmla="*/ 30 h 3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30">
                  <a:moveTo>
                    <a:pt x="126" y="30"/>
                  </a:moveTo>
                  <a:lnTo>
                    <a:pt x="13" y="30"/>
                  </a:lnTo>
                  <a:lnTo>
                    <a:pt x="3" y="27"/>
                  </a:lnTo>
                  <a:lnTo>
                    <a:pt x="0" y="22"/>
                  </a:lnTo>
                  <a:lnTo>
                    <a:pt x="0" y="6"/>
                  </a:lnTo>
                  <a:lnTo>
                    <a:pt x="3" y="1"/>
                  </a:lnTo>
                  <a:lnTo>
                    <a:pt x="13" y="0"/>
                  </a:lnTo>
                  <a:lnTo>
                    <a:pt x="126" y="0"/>
                  </a:lnTo>
                  <a:lnTo>
                    <a:pt x="133" y="1"/>
                  </a:lnTo>
                  <a:lnTo>
                    <a:pt x="138" y="6"/>
                  </a:lnTo>
                  <a:lnTo>
                    <a:pt x="138" y="22"/>
                  </a:lnTo>
                  <a:lnTo>
                    <a:pt x="133" y="27"/>
                  </a:lnTo>
                  <a:lnTo>
                    <a:pt x="126" y="3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5" name="Freeform 226">
              <a:extLst>
                <a:ext uri="{FF2B5EF4-FFF2-40B4-BE49-F238E27FC236}">
                  <a16:creationId xmlns:a16="http://schemas.microsoft.com/office/drawing/2014/main" id="{89C8EC35-A65A-2CE9-00A2-F7C62FC4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1656"/>
              <a:ext cx="27" cy="6"/>
            </a:xfrm>
            <a:custGeom>
              <a:avLst/>
              <a:gdLst>
                <a:gd name="T0" fmla="*/ 0 w 136"/>
                <a:gd name="T1" fmla="*/ 0 h 31"/>
                <a:gd name="T2" fmla="*/ 0 w 136"/>
                <a:gd name="T3" fmla="*/ 0 h 31"/>
                <a:gd name="T4" fmla="*/ 0 w 136"/>
                <a:gd name="T5" fmla="*/ 0 h 31"/>
                <a:gd name="T6" fmla="*/ 0 w 136"/>
                <a:gd name="T7" fmla="*/ 0 h 31"/>
                <a:gd name="T8" fmla="*/ 0 w 136"/>
                <a:gd name="T9" fmla="*/ 0 h 31"/>
                <a:gd name="T10" fmla="*/ 0 w 136"/>
                <a:gd name="T11" fmla="*/ 0 h 31"/>
                <a:gd name="T12" fmla="*/ 0 w 136"/>
                <a:gd name="T13" fmla="*/ 0 h 31"/>
                <a:gd name="T14" fmla="*/ 0 w 136"/>
                <a:gd name="T15" fmla="*/ 0 h 31"/>
                <a:gd name="T16" fmla="*/ 0 w 136"/>
                <a:gd name="T17" fmla="*/ 0 h 31"/>
                <a:gd name="T18" fmla="*/ 0 w 136"/>
                <a:gd name="T19" fmla="*/ 0 h 31"/>
                <a:gd name="T20" fmla="*/ 0 w 136"/>
                <a:gd name="T21" fmla="*/ 0 h 31"/>
                <a:gd name="T22" fmla="*/ 0 w 136"/>
                <a:gd name="T23" fmla="*/ 0 h 31"/>
                <a:gd name="T24" fmla="*/ 0 w 136"/>
                <a:gd name="T25" fmla="*/ 0 h 3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31"/>
                <a:gd name="T41" fmla="*/ 136 w 136"/>
                <a:gd name="T42" fmla="*/ 31 h 3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31">
                  <a:moveTo>
                    <a:pt x="124" y="31"/>
                  </a:moveTo>
                  <a:lnTo>
                    <a:pt x="14" y="31"/>
                  </a:lnTo>
                  <a:lnTo>
                    <a:pt x="4" y="29"/>
                  </a:lnTo>
                  <a:lnTo>
                    <a:pt x="0" y="25"/>
                  </a:lnTo>
                  <a:lnTo>
                    <a:pt x="0" y="8"/>
                  </a:lnTo>
                  <a:lnTo>
                    <a:pt x="4" y="1"/>
                  </a:lnTo>
                  <a:lnTo>
                    <a:pt x="14" y="0"/>
                  </a:lnTo>
                  <a:lnTo>
                    <a:pt x="124" y="0"/>
                  </a:lnTo>
                  <a:lnTo>
                    <a:pt x="133" y="1"/>
                  </a:lnTo>
                  <a:lnTo>
                    <a:pt x="136" y="8"/>
                  </a:lnTo>
                  <a:lnTo>
                    <a:pt x="136" y="25"/>
                  </a:lnTo>
                  <a:lnTo>
                    <a:pt x="133" y="29"/>
                  </a:lnTo>
                  <a:lnTo>
                    <a:pt x="124" y="31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227">
              <a:extLst>
                <a:ext uri="{FF2B5EF4-FFF2-40B4-BE49-F238E27FC236}">
                  <a16:creationId xmlns:a16="http://schemas.microsoft.com/office/drawing/2014/main" id="{2BDE9EBF-BE30-8CD3-E1F1-60AC9B89B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1546"/>
              <a:ext cx="20" cy="37"/>
            </a:xfrm>
            <a:custGeom>
              <a:avLst/>
              <a:gdLst>
                <a:gd name="T0" fmla="*/ 0 w 104"/>
                <a:gd name="T1" fmla="*/ 0 h 187"/>
                <a:gd name="T2" fmla="*/ 0 w 104"/>
                <a:gd name="T3" fmla="*/ 0 h 187"/>
                <a:gd name="T4" fmla="*/ 0 w 104"/>
                <a:gd name="T5" fmla="*/ 0 h 187"/>
                <a:gd name="T6" fmla="*/ 0 w 104"/>
                <a:gd name="T7" fmla="*/ 0 h 187"/>
                <a:gd name="T8" fmla="*/ 0 w 104"/>
                <a:gd name="T9" fmla="*/ 0 h 187"/>
                <a:gd name="T10" fmla="*/ 0 w 104"/>
                <a:gd name="T11" fmla="*/ 0 h 187"/>
                <a:gd name="T12" fmla="*/ 0 w 104"/>
                <a:gd name="T13" fmla="*/ 0 h 187"/>
                <a:gd name="T14" fmla="*/ 0 w 104"/>
                <a:gd name="T15" fmla="*/ 0 h 187"/>
                <a:gd name="T16" fmla="*/ 0 w 104"/>
                <a:gd name="T17" fmla="*/ 0 h 187"/>
                <a:gd name="T18" fmla="*/ 0 w 104"/>
                <a:gd name="T19" fmla="*/ 0 h 187"/>
                <a:gd name="T20" fmla="*/ 0 w 104"/>
                <a:gd name="T21" fmla="*/ 0 h 187"/>
                <a:gd name="T22" fmla="*/ 0 w 104"/>
                <a:gd name="T23" fmla="*/ 0 h 18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187"/>
                <a:gd name="T38" fmla="*/ 104 w 104"/>
                <a:gd name="T39" fmla="*/ 187 h 187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187">
                  <a:moveTo>
                    <a:pt x="0" y="33"/>
                  </a:moveTo>
                  <a:lnTo>
                    <a:pt x="7" y="18"/>
                  </a:lnTo>
                  <a:lnTo>
                    <a:pt x="19" y="7"/>
                  </a:lnTo>
                  <a:lnTo>
                    <a:pt x="33" y="1"/>
                  </a:lnTo>
                  <a:lnTo>
                    <a:pt x="49" y="0"/>
                  </a:lnTo>
                  <a:lnTo>
                    <a:pt x="64" y="0"/>
                  </a:lnTo>
                  <a:lnTo>
                    <a:pt x="80" y="7"/>
                  </a:lnTo>
                  <a:lnTo>
                    <a:pt x="92" y="17"/>
                  </a:lnTo>
                  <a:lnTo>
                    <a:pt x="104" y="33"/>
                  </a:lnTo>
                  <a:lnTo>
                    <a:pt x="104" y="187"/>
                  </a:lnTo>
                  <a:lnTo>
                    <a:pt x="0" y="187"/>
                  </a:lnTo>
                  <a:lnTo>
                    <a:pt x="0" y="33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228">
              <a:extLst>
                <a:ext uri="{FF2B5EF4-FFF2-40B4-BE49-F238E27FC236}">
                  <a16:creationId xmlns:a16="http://schemas.microsoft.com/office/drawing/2014/main" id="{4B07C25A-5B0F-DE96-EE9E-B46CC9E403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1546"/>
              <a:ext cx="9" cy="37"/>
            </a:xfrm>
            <a:custGeom>
              <a:avLst/>
              <a:gdLst>
                <a:gd name="T0" fmla="*/ 0 w 43"/>
                <a:gd name="T1" fmla="*/ 0 h 186"/>
                <a:gd name="T2" fmla="*/ 0 w 43"/>
                <a:gd name="T3" fmla="*/ 0 h 186"/>
                <a:gd name="T4" fmla="*/ 0 w 43"/>
                <a:gd name="T5" fmla="*/ 0 h 186"/>
                <a:gd name="T6" fmla="*/ 0 w 43"/>
                <a:gd name="T7" fmla="*/ 0 h 186"/>
                <a:gd name="T8" fmla="*/ 0 w 43"/>
                <a:gd name="T9" fmla="*/ 0 h 186"/>
                <a:gd name="T10" fmla="*/ 0 w 43"/>
                <a:gd name="T11" fmla="*/ 0 h 186"/>
                <a:gd name="T12" fmla="*/ 0 w 43"/>
                <a:gd name="T13" fmla="*/ 0 h 186"/>
                <a:gd name="T14" fmla="*/ 0 w 43"/>
                <a:gd name="T15" fmla="*/ 0 h 186"/>
                <a:gd name="T16" fmla="*/ 0 w 43"/>
                <a:gd name="T17" fmla="*/ 0 h 186"/>
                <a:gd name="T18" fmla="*/ 0 w 43"/>
                <a:gd name="T19" fmla="*/ 0 h 186"/>
                <a:gd name="T20" fmla="*/ 0 w 43"/>
                <a:gd name="T21" fmla="*/ 0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3"/>
                <a:gd name="T34" fmla="*/ 0 h 186"/>
                <a:gd name="T35" fmla="*/ 43 w 43"/>
                <a:gd name="T36" fmla="*/ 186 h 18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3" h="186">
                  <a:moveTo>
                    <a:pt x="43" y="34"/>
                  </a:moveTo>
                  <a:lnTo>
                    <a:pt x="43" y="186"/>
                  </a:lnTo>
                  <a:lnTo>
                    <a:pt x="18" y="29"/>
                  </a:lnTo>
                  <a:lnTo>
                    <a:pt x="4" y="10"/>
                  </a:lnTo>
                  <a:lnTo>
                    <a:pt x="0" y="3"/>
                  </a:lnTo>
                  <a:lnTo>
                    <a:pt x="2" y="0"/>
                  </a:lnTo>
                  <a:lnTo>
                    <a:pt x="9" y="4"/>
                  </a:lnTo>
                  <a:lnTo>
                    <a:pt x="18" y="10"/>
                  </a:lnTo>
                  <a:lnTo>
                    <a:pt x="28" y="19"/>
                  </a:lnTo>
                  <a:lnTo>
                    <a:pt x="37" y="26"/>
                  </a:lnTo>
                  <a:lnTo>
                    <a:pt x="43" y="34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229">
              <a:extLst>
                <a:ext uri="{FF2B5EF4-FFF2-40B4-BE49-F238E27FC236}">
                  <a16:creationId xmlns:a16="http://schemas.microsoft.com/office/drawing/2014/main" id="{ECBCC1C5-9334-6761-A258-4C0F6DACD72A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1551"/>
              <a:ext cx="21" cy="32"/>
            </a:xfrm>
            <a:custGeom>
              <a:avLst/>
              <a:gdLst>
                <a:gd name="T0" fmla="*/ 0 w 104"/>
                <a:gd name="T1" fmla="*/ 0 h 161"/>
                <a:gd name="T2" fmla="*/ 0 w 104"/>
                <a:gd name="T3" fmla="*/ 0 h 161"/>
                <a:gd name="T4" fmla="*/ 0 w 104"/>
                <a:gd name="T5" fmla="*/ 0 h 161"/>
                <a:gd name="T6" fmla="*/ 0 w 104"/>
                <a:gd name="T7" fmla="*/ 0 h 161"/>
                <a:gd name="T8" fmla="*/ 0 w 104"/>
                <a:gd name="T9" fmla="*/ 0 h 161"/>
                <a:gd name="T10" fmla="*/ 0 w 104"/>
                <a:gd name="T11" fmla="*/ 0 h 161"/>
                <a:gd name="T12" fmla="*/ 0 w 104"/>
                <a:gd name="T13" fmla="*/ 0 h 161"/>
                <a:gd name="T14" fmla="*/ 0 w 104"/>
                <a:gd name="T15" fmla="*/ 0 h 161"/>
                <a:gd name="T16" fmla="*/ 0 w 104"/>
                <a:gd name="T17" fmla="*/ 0 h 161"/>
                <a:gd name="T18" fmla="*/ 0 w 104"/>
                <a:gd name="T19" fmla="*/ 0 h 161"/>
                <a:gd name="T20" fmla="*/ 0 w 104"/>
                <a:gd name="T21" fmla="*/ 0 h 161"/>
                <a:gd name="T22" fmla="*/ 0 w 104"/>
                <a:gd name="T23" fmla="*/ 0 h 161"/>
                <a:gd name="T24" fmla="*/ 0 w 104"/>
                <a:gd name="T25" fmla="*/ 0 h 161"/>
                <a:gd name="T26" fmla="*/ 0 w 104"/>
                <a:gd name="T27" fmla="*/ 0 h 161"/>
                <a:gd name="T28" fmla="*/ 0 w 104"/>
                <a:gd name="T29" fmla="*/ 0 h 161"/>
                <a:gd name="T30" fmla="*/ 0 w 104"/>
                <a:gd name="T31" fmla="*/ 0 h 161"/>
                <a:gd name="T32" fmla="*/ 0 w 104"/>
                <a:gd name="T33" fmla="*/ 0 h 161"/>
                <a:gd name="T34" fmla="*/ 0 w 104"/>
                <a:gd name="T35" fmla="*/ 0 h 161"/>
                <a:gd name="T36" fmla="*/ 0 w 104"/>
                <a:gd name="T37" fmla="*/ 0 h 161"/>
                <a:gd name="T38" fmla="*/ 0 w 104"/>
                <a:gd name="T39" fmla="*/ 0 h 161"/>
                <a:gd name="T40" fmla="*/ 0 w 104"/>
                <a:gd name="T41" fmla="*/ 0 h 161"/>
                <a:gd name="T42" fmla="*/ 0 w 104"/>
                <a:gd name="T43" fmla="*/ 0 h 161"/>
                <a:gd name="T44" fmla="*/ 0 w 104"/>
                <a:gd name="T45" fmla="*/ 0 h 161"/>
                <a:gd name="T46" fmla="*/ 0 w 104"/>
                <a:gd name="T47" fmla="*/ 0 h 161"/>
                <a:gd name="T48" fmla="*/ 0 w 104"/>
                <a:gd name="T49" fmla="*/ 0 h 161"/>
                <a:gd name="T50" fmla="*/ 0 w 104"/>
                <a:gd name="T51" fmla="*/ 0 h 161"/>
                <a:gd name="T52" fmla="*/ 0 w 104"/>
                <a:gd name="T53" fmla="*/ 0 h 161"/>
                <a:gd name="T54" fmla="*/ 0 w 104"/>
                <a:gd name="T55" fmla="*/ 0 h 161"/>
                <a:gd name="T56" fmla="*/ 0 w 104"/>
                <a:gd name="T57" fmla="*/ 0 h 161"/>
                <a:gd name="T58" fmla="*/ 0 w 104"/>
                <a:gd name="T59" fmla="*/ 0 h 161"/>
                <a:gd name="T60" fmla="*/ 0 w 104"/>
                <a:gd name="T61" fmla="*/ 0 h 161"/>
                <a:gd name="T62" fmla="*/ 0 w 104"/>
                <a:gd name="T63" fmla="*/ 0 h 161"/>
                <a:gd name="T64" fmla="*/ 0 w 104"/>
                <a:gd name="T65" fmla="*/ 0 h 161"/>
                <a:gd name="T66" fmla="*/ 0 w 104"/>
                <a:gd name="T67" fmla="*/ 0 h 161"/>
                <a:gd name="T68" fmla="*/ 0 w 104"/>
                <a:gd name="T69" fmla="*/ 0 h 161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4"/>
                <a:gd name="T106" fmla="*/ 0 h 161"/>
                <a:gd name="T107" fmla="*/ 104 w 104"/>
                <a:gd name="T108" fmla="*/ 161 h 161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4" h="161">
                  <a:moveTo>
                    <a:pt x="0" y="10"/>
                  </a:moveTo>
                  <a:lnTo>
                    <a:pt x="4" y="0"/>
                  </a:lnTo>
                  <a:lnTo>
                    <a:pt x="7" y="5"/>
                  </a:lnTo>
                  <a:lnTo>
                    <a:pt x="8" y="21"/>
                  </a:lnTo>
                  <a:lnTo>
                    <a:pt x="10" y="44"/>
                  </a:lnTo>
                  <a:lnTo>
                    <a:pt x="10" y="72"/>
                  </a:lnTo>
                  <a:lnTo>
                    <a:pt x="12" y="100"/>
                  </a:lnTo>
                  <a:lnTo>
                    <a:pt x="16" y="126"/>
                  </a:lnTo>
                  <a:lnTo>
                    <a:pt x="23" y="148"/>
                  </a:lnTo>
                  <a:lnTo>
                    <a:pt x="28" y="150"/>
                  </a:lnTo>
                  <a:lnTo>
                    <a:pt x="36" y="151"/>
                  </a:lnTo>
                  <a:lnTo>
                    <a:pt x="44" y="152"/>
                  </a:lnTo>
                  <a:lnTo>
                    <a:pt x="56" y="153"/>
                  </a:lnTo>
                  <a:lnTo>
                    <a:pt x="65" y="153"/>
                  </a:lnTo>
                  <a:lnTo>
                    <a:pt x="75" y="153"/>
                  </a:lnTo>
                  <a:lnTo>
                    <a:pt x="84" y="153"/>
                  </a:lnTo>
                  <a:lnTo>
                    <a:pt x="93" y="156"/>
                  </a:lnTo>
                  <a:lnTo>
                    <a:pt x="100" y="156"/>
                  </a:lnTo>
                  <a:lnTo>
                    <a:pt x="104" y="161"/>
                  </a:lnTo>
                  <a:lnTo>
                    <a:pt x="90" y="161"/>
                  </a:lnTo>
                  <a:lnTo>
                    <a:pt x="78" y="161"/>
                  </a:lnTo>
                  <a:lnTo>
                    <a:pt x="64" y="161"/>
                  </a:lnTo>
                  <a:lnTo>
                    <a:pt x="52" y="161"/>
                  </a:lnTo>
                  <a:lnTo>
                    <a:pt x="38" y="161"/>
                  </a:lnTo>
                  <a:lnTo>
                    <a:pt x="26" y="161"/>
                  </a:lnTo>
                  <a:lnTo>
                    <a:pt x="12" y="161"/>
                  </a:lnTo>
                  <a:lnTo>
                    <a:pt x="0" y="161"/>
                  </a:lnTo>
                  <a:lnTo>
                    <a:pt x="0" y="141"/>
                  </a:lnTo>
                  <a:lnTo>
                    <a:pt x="0" y="122"/>
                  </a:lnTo>
                  <a:lnTo>
                    <a:pt x="0" y="104"/>
                  </a:lnTo>
                  <a:lnTo>
                    <a:pt x="0" y="85"/>
                  </a:lnTo>
                  <a:lnTo>
                    <a:pt x="0" y="65"/>
                  </a:lnTo>
                  <a:lnTo>
                    <a:pt x="0" y="47"/>
                  </a:lnTo>
                  <a:lnTo>
                    <a:pt x="0" y="28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Freeform 230">
              <a:extLst>
                <a:ext uri="{FF2B5EF4-FFF2-40B4-BE49-F238E27FC236}">
                  <a16:creationId xmlns:a16="http://schemas.microsoft.com/office/drawing/2014/main" id="{B06B6A9F-0107-CBED-D963-FC2D26C92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1543"/>
              <a:ext cx="21" cy="37"/>
            </a:xfrm>
            <a:custGeom>
              <a:avLst/>
              <a:gdLst>
                <a:gd name="T0" fmla="*/ 0 w 104"/>
                <a:gd name="T1" fmla="*/ 0 h 188"/>
                <a:gd name="T2" fmla="*/ 0 w 104"/>
                <a:gd name="T3" fmla="*/ 0 h 188"/>
                <a:gd name="T4" fmla="*/ 0 w 104"/>
                <a:gd name="T5" fmla="*/ 0 h 188"/>
                <a:gd name="T6" fmla="*/ 0 w 104"/>
                <a:gd name="T7" fmla="*/ 0 h 188"/>
                <a:gd name="T8" fmla="*/ 0 w 104"/>
                <a:gd name="T9" fmla="*/ 0 h 188"/>
                <a:gd name="T10" fmla="*/ 0 w 104"/>
                <a:gd name="T11" fmla="*/ 0 h 188"/>
                <a:gd name="T12" fmla="*/ 0 w 104"/>
                <a:gd name="T13" fmla="*/ 0 h 188"/>
                <a:gd name="T14" fmla="*/ 0 w 104"/>
                <a:gd name="T15" fmla="*/ 0 h 188"/>
                <a:gd name="T16" fmla="*/ 0 w 104"/>
                <a:gd name="T17" fmla="*/ 0 h 188"/>
                <a:gd name="T18" fmla="*/ 0 w 104"/>
                <a:gd name="T19" fmla="*/ 0 h 188"/>
                <a:gd name="T20" fmla="*/ 0 w 104"/>
                <a:gd name="T21" fmla="*/ 0 h 188"/>
                <a:gd name="T22" fmla="*/ 0 w 104"/>
                <a:gd name="T23" fmla="*/ 0 h 18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04"/>
                <a:gd name="T37" fmla="*/ 0 h 188"/>
                <a:gd name="T38" fmla="*/ 104 w 104"/>
                <a:gd name="T39" fmla="*/ 188 h 188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04" h="188">
                  <a:moveTo>
                    <a:pt x="0" y="35"/>
                  </a:moveTo>
                  <a:lnTo>
                    <a:pt x="8" y="20"/>
                  </a:lnTo>
                  <a:lnTo>
                    <a:pt x="20" y="9"/>
                  </a:lnTo>
                  <a:lnTo>
                    <a:pt x="35" y="1"/>
                  </a:lnTo>
                  <a:lnTo>
                    <a:pt x="51" y="0"/>
                  </a:lnTo>
                  <a:lnTo>
                    <a:pt x="66" y="1"/>
                  </a:lnTo>
                  <a:lnTo>
                    <a:pt x="81" y="8"/>
                  </a:lnTo>
                  <a:lnTo>
                    <a:pt x="95" y="19"/>
                  </a:lnTo>
                  <a:lnTo>
                    <a:pt x="104" y="35"/>
                  </a:lnTo>
                  <a:lnTo>
                    <a:pt x="104" y="188"/>
                  </a:lnTo>
                  <a:lnTo>
                    <a:pt x="0" y="188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0" name="Freeform 231">
              <a:extLst>
                <a:ext uri="{FF2B5EF4-FFF2-40B4-BE49-F238E27FC236}">
                  <a16:creationId xmlns:a16="http://schemas.microsoft.com/office/drawing/2014/main" id="{B42B3D04-BB35-90BF-442A-C0B753B3949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2" y="1544"/>
              <a:ext cx="9" cy="37"/>
            </a:xfrm>
            <a:custGeom>
              <a:avLst/>
              <a:gdLst>
                <a:gd name="T0" fmla="*/ 0 w 46"/>
                <a:gd name="T1" fmla="*/ 0 h 184"/>
                <a:gd name="T2" fmla="*/ 0 w 46"/>
                <a:gd name="T3" fmla="*/ 0 h 184"/>
                <a:gd name="T4" fmla="*/ 0 w 46"/>
                <a:gd name="T5" fmla="*/ 0 h 184"/>
                <a:gd name="T6" fmla="*/ 0 w 46"/>
                <a:gd name="T7" fmla="*/ 0 h 184"/>
                <a:gd name="T8" fmla="*/ 0 w 46"/>
                <a:gd name="T9" fmla="*/ 0 h 184"/>
                <a:gd name="T10" fmla="*/ 0 w 46"/>
                <a:gd name="T11" fmla="*/ 0 h 184"/>
                <a:gd name="T12" fmla="*/ 0 w 46"/>
                <a:gd name="T13" fmla="*/ 0 h 184"/>
                <a:gd name="T14" fmla="*/ 0 w 46"/>
                <a:gd name="T15" fmla="*/ 0 h 184"/>
                <a:gd name="T16" fmla="*/ 0 w 46"/>
                <a:gd name="T17" fmla="*/ 0 h 184"/>
                <a:gd name="T18" fmla="*/ 0 w 46"/>
                <a:gd name="T19" fmla="*/ 0 h 184"/>
                <a:gd name="T20" fmla="*/ 0 w 46"/>
                <a:gd name="T21" fmla="*/ 0 h 1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46"/>
                <a:gd name="T34" fmla="*/ 0 h 184"/>
                <a:gd name="T35" fmla="*/ 46 w 46"/>
                <a:gd name="T36" fmla="*/ 184 h 18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46" h="184">
                  <a:moveTo>
                    <a:pt x="46" y="32"/>
                  </a:moveTo>
                  <a:lnTo>
                    <a:pt x="46" y="184"/>
                  </a:lnTo>
                  <a:lnTo>
                    <a:pt x="19" y="29"/>
                  </a:lnTo>
                  <a:lnTo>
                    <a:pt x="5" y="10"/>
                  </a:lnTo>
                  <a:lnTo>
                    <a:pt x="0" y="2"/>
                  </a:lnTo>
                  <a:lnTo>
                    <a:pt x="3" y="0"/>
                  </a:lnTo>
                  <a:lnTo>
                    <a:pt x="12" y="4"/>
                  </a:lnTo>
                  <a:lnTo>
                    <a:pt x="20" y="10"/>
                  </a:lnTo>
                  <a:lnTo>
                    <a:pt x="31" y="19"/>
                  </a:lnTo>
                  <a:lnTo>
                    <a:pt x="40" y="26"/>
                  </a:lnTo>
                  <a:lnTo>
                    <a:pt x="46" y="32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232">
              <a:extLst>
                <a:ext uri="{FF2B5EF4-FFF2-40B4-BE49-F238E27FC236}">
                  <a16:creationId xmlns:a16="http://schemas.microsoft.com/office/drawing/2014/main" id="{4FA7C3AB-5382-E196-14AE-9FF7A7CD2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1548"/>
              <a:ext cx="21" cy="33"/>
            </a:xfrm>
            <a:custGeom>
              <a:avLst/>
              <a:gdLst>
                <a:gd name="T0" fmla="*/ 0 w 105"/>
                <a:gd name="T1" fmla="*/ 0 h 163"/>
                <a:gd name="T2" fmla="*/ 0 w 105"/>
                <a:gd name="T3" fmla="*/ 0 h 163"/>
                <a:gd name="T4" fmla="*/ 0 w 105"/>
                <a:gd name="T5" fmla="*/ 0 h 163"/>
                <a:gd name="T6" fmla="*/ 0 w 105"/>
                <a:gd name="T7" fmla="*/ 0 h 163"/>
                <a:gd name="T8" fmla="*/ 0 w 105"/>
                <a:gd name="T9" fmla="*/ 0 h 163"/>
                <a:gd name="T10" fmla="*/ 0 w 105"/>
                <a:gd name="T11" fmla="*/ 0 h 163"/>
                <a:gd name="T12" fmla="*/ 0 w 105"/>
                <a:gd name="T13" fmla="*/ 0 h 163"/>
                <a:gd name="T14" fmla="*/ 0 w 105"/>
                <a:gd name="T15" fmla="*/ 0 h 163"/>
                <a:gd name="T16" fmla="*/ 0 w 105"/>
                <a:gd name="T17" fmla="*/ 0 h 163"/>
                <a:gd name="T18" fmla="*/ 0 w 105"/>
                <a:gd name="T19" fmla="*/ 0 h 163"/>
                <a:gd name="T20" fmla="*/ 0 w 105"/>
                <a:gd name="T21" fmla="*/ 0 h 163"/>
                <a:gd name="T22" fmla="*/ 0 w 105"/>
                <a:gd name="T23" fmla="*/ 0 h 163"/>
                <a:gd name="T24" fmla="*/ 0 w 105"/>
                <a:gd name="T25" fmla="*/ 0 h 163"/>
                <a:gd name="T26" fmla="*/ 0 w 105"/>
                <a:gd name="T27" fmla="*/ 0 h 163"/>
                <a:gd name="T28" fmla="*/ 0 w 105"/>
                <a:gd name="T29" fmla="*/ 0 h 163"/>
                <a:gd name="T30" fmla="*/ 0 w 105"/>
                <a:gd name="T31" fmla="*/ 0 h 163"/>
                <a:gd name="T32" fmla="*/ 0 w 105"/>
                <a:gd name="T33" fmla="*/ 0 h 163"/>
                <a:gd name="T34" fmla="*/ 0 w 105"/>
                <a:gd name="T35" fmla="*/ 0 h 163"/>
                <a:gd name="T36" fmla="*/ 0 w 105"/>
                <a:gd name="T37" fmla="*/ 0 h 163"/>
                <a:gd name="T38" fmla="*/ 0 w 105"/>
                <a:gd name="T39" fmla="*/ 0 h 163"/>
                <a:gd name="T40" fmla="*/ 0 w 105"/>
                <a:gd name="T41" fmla="*/ 0 h 163"/>
                <a:gd name="T42" fmla="*/ 0 w 105"/>
                <a:gd name="T43" fmla="*/ 0 h 163"/>
                <a:gd name="T44" fmla="*/ 0 w 105"/>
                <a:gd name="T45" fmla="*/ 0 h 163"/>
                <a:gd name="T46" fmla="*/ 0 w 105"/>
                <a:gd name="T47" fmla="*/ 0 h 163"/>
                <a:gd name="T48" fmla="*/ 0 w 105"/>
                <a:gd name="T49" fmla="*/ 0 h 163"/>
                <a:gd name="T50" fmla="*/ 0 w 105"/>
                <a:gd name="T51" fmla="*/ 0 h 163"/>
                <a:gd name="T52" fmla="*/ 0 w 105"/>
                <a:gd name="T53" fmla="*/ 0 h 163"/>
                <a:gd name="T54" fmla="*/ 0 w 105"/>
                <a:gd name="T55" fmla="*/ 0 h 163"/>
                <a:gd name="T56" fmla="*/ 0 w 105"/>
                <a:gd name="T57" fmla="*/ 0 h 163"/>
                <a:gd name="T58" fmla="*/ 0 w 105"/>
                <a:gd name="T59" fmla="*/ 0 h 163"/>
                <a:gd name="T60" fmla="*/ 0 w 105"/>
                <a:gd name="T61" fmla="*/ 0 h 163"/>
                <a:gd name="T62" fmla="*/ 0 w 105"/>
                <a:gd name="T63" fmla="*/ 0 h 163"/>
                <a:gd name="T64" fmla="*/ 0 w 105"/>
                <a:gd name="T65" fmla="*/ 0 h 163"/>
                <a:gd name="T66" fmla="*/ 0 w 105"/>
                <a:gd name="T67" fmla="*/ 0 h 163"/>
                <a:gd name="T68" fmla="*/ 0 w 105"/>
                <a:gd name="T69" fmla="*/ 0 h 163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05"/>
                <a:gd name="T106" fmla="*/ 0 h 163"/>
                <a:gd name="T107" fmla="*/ 105 w 105"/>
                <a:gd name="T108" fmla="*/ 163 h 163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05" h="163">
                  <a:moveTo>
                    <a:pt x="0" y="10"/>
                  </a:moveTo>
                  <a:lnTo>
                    <a:pt x="4" y="0"/>
                  </a:lnTo>
                  <a:lnTo>
                    <a:pt x="7" y="5"/>
                  </a:lnTo>
                  <a:lnTo>
                    <a:pt x="7" y="21"/>
                  </a:lnTo>
                  <a:lnTo>
                    <a:pt x="9" y="45"/>
                  </a:lnTo>
                  <a:lnTo>
                    <a:pt x="9" y="72"/>
                  </a:lnTo>
                  <a:lnTo>
                    <a:pt x="11" y="101"/>
                  </a:lnTo>
                  <a:lnTo>
                    <a:pt x="15" y="127"/>
                  </a:lnTo>
                  <a:lnTo>
                    <a:pt x="22" y="149"/>
                  </a:lnTo>
                  <a:lnTo>
                    <a:pt x="27" y="150"/>
                  </a:lnTo>
                  <a:lnTo>
                    <a:pt x="35" y="151"/>
                  </a:lnTo>
                  <a:lnTo>
                    <a:pt x="43" y="153"/>
                  </a:lnTo>
                  <a:lnTo>
                    <a:pt x="54" y="154"/>
                  </a:lnTo>
                  <a:lnTo>
                    <a:pt x="64" y="154"/>
                  </a:lnTo>
                  <a:lnTo>
                    <a:pt x="76" y="154"/>
                  </a:lnTo>
                  <a:lnTo>
                    <a:pt x="85" y="155"/>
                  </a:lnTo>
                  <a:lnTo>
                    <a:pt x="94" y="158"/>
                  </a:lnTo>
                  <a:lnTo>
                    <a:pt x="102" y="158"/>
                  </a:lnTo>
                  <a:lnTo>
                    <a:pt x="105" y="163"/>
                  </a:lnTo>
                  <a:lnTo>
                    <a:pt x="90" y="163"/>
                  </a:lnTo>
                  <a:lnTo>
                    <a:pt x="78" y="163"/>
                  </a:lnTo>
                  <a:lnTo>
                    <a:pt x="64" y="163"/>
                  </a:lnTo>
                  <a:lnTo>
                    <a:pt x="52" y="163"/>
                  </a:lnTo>
                  <a:lnTo>
                    <a:pt x="38" y="163"/>
                  </a:lnTo>
                  <a:lnTo>
                    <a:pt x="26" y="163"/>
                  </a:lnTo>
                  <a:lnTo>
                    <a:pt x="12" y="163"/>
                  </a:lnTo>
                  <a:lnTo>
                    <a:pt x="0" y="163"/>
                  </a:lnTo>
                  <a:lnTo>
                    <a:pt x="0" y="143"/>
                  </a:lnTo>
                  <a:lnTo>
                    <a:pt x="0" y="124"/>
                  </a:lnTo>
                  <a:lnTo>
                    <a:pt x="0" y="104"/>
                  </a:lnTo>
                  <a:lnTo>
                    <a:pt x="0" y="86"/>
                  </a:lnTo>
                  <a:lnTo>
                    <a:pt x="0" y="66"/>
                  </a:lnTo>
                  <a:lnTo>
                    <a:pt x="0" y="47"/>
                  </a:lnTo>
                  <a:lnTo>
                    <a:pt x="0" y="29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233">
              <a:extLst>
                <a:ext uri="{FF2B5EF4-FFF2-40B4-BE49-F238E27FC236}">
                  <a16:creationId xmlns:a16="http://schemas.microsoft.com/office/drawing/2014/main" id="{EFF90314-A512-79FF-0301-8693BF1410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1602"/>
              <a:ext cx="12" cy="30"/>
            </a:xfrm>
            <a:custGeom>
              <a:avLst/>
              <a:gdLst>
                <a:gd name="T0" fmla="*/ 0 w 63"/>
                <a:gd name="T1" fmla="*/ 0 h 151"/>
                <a:gd name="T2" fmla="*/ 0 w 63"/>
                <a:gd name="T3" fmla="*/ 0 h 151"/>
                <a:gd name="T4" fmla="*/ 0 w 63"/>
                <a:gd name="T5" fmla="*/ 0 h 151"/>
                <a:gd name="T6" fmla="*/ 0 w 63"/>
                <a:gd name="T7" fmla="*/ 0 h 151"/>
                <a:gd name="T8" fmla="*/ 0 w 63"/>
                <a:gd name="T9" fmla="*/ 0 h 151"/>
                <a:gd name="T10" fmla="*/ 0 w 63"/>
                <a:gd name="T11" fmla="*/ 0 h 151"/>
                <a:gd name="T12" fmla="*/ 0 w 63"/>
                <a:gd name="T13" fmla="*/ 0 h 151"/>
                <a:gd name="T14" fmla="*/ 0 w 63"/>
                <a:gd name="T15" fmla="*/ 0 h 151"/>
                <a:gd name="T16" fmla="*/ 0 w 63"/>
                <a:gd name="T17" fmla="*/ 0 h 151"/>
                <a:gd name="T18" fmla="*/ 0 w 63"/>
                <a:gd name="T19" fmla="*/ 0 h 151"/>
                <a:gd name="T20" fmla="*/ 0 w 63"/>
                <a:gd name="T21" fmla="*/ 0 h 151"/>
                <a:gd name="T22" fmla="*/ 0 w 63"/>
                <a:gd name="T23" fmla="*/ 0 h 15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"/>
                <a:gd name="T37" fmla="*/ 0 h 151"/>
                <a:gd name="T38" fmla="*/ 63 w 63"/>
                <a:gd name="T39" fmla="*/ 151 h 151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" h="151">
                  <a:moveTo>
                    <a:pt x="0" y="28"/>
                  </a:moveTo>
                  <a:lnTo>
                    <a:pt x="4" y="16"/>
                  </a:lnTo>
                  <a:lnTo>
                    <a:pt x="11" y="7"/>
                  </a:lnTo>
                  <a:lnTo>
                    <a:pt x="20" y="1"/>
                  </a:lnTo>
                  <a:lnTo>
                    <a:pt x="30" y="0"/>
                  </a:lnTo>
                  <a:lnTo>
                    <a:pt x="38" y="1"/>
                  </a:lnTo>
                  <a:lnTo>
                    <a:pt x="48" y="6"/>
                  </a:lnTo>
                  <a:lnTo>
                    <a:pt x="56" y="14"/>
                  </a:lnTo>
                  <a:lnTo>
                    <a:pt x="63" y="28"/>
                  </a:lnTo>
                  <a:lnTo>
                    <a:pt x="63" y="151"/>
                  </a:lnTo>
                  <a:lnTo>
                    <a:pt x="0" y="151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234">
              <a:extLst>
                <a:ext uri="{FF2B5EF4-FFF2-40B4-BE49-F238E27FC236}">
                  <a16:creationId xmlns:a16="http://schemas.microsoft.com/office/drawing/2014/main" id="{D8C2A814-1CE9-DAA6-D274-E5F67DAD8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81" y="1603"/>
              <a:ext cx="5" cy="29"/>
            </a:xfrm>
            <a:custGeom>
              <a:avLst/>
              <a:gdLst>
                <a:gd name="T0" fmla="*/ 0 w 27"/>
                <a:gd name="T1" fmla="*/ 0 h 147"/>
                <a:gd name="T2" fmla="*/ 0 w 27"/>
                <a:gd name="T3" fmla="*/ 0 h 147"/>
                <a:gd name="T4" fmla="*/ 0 w 27"/>
                <a:gd name="T5" fmla="*/ 0 h 147"/>
                <a:gd name="T6" fmla="*/ 0 w 27"/>
                <a:gd name="T7" fmla="*/ 0 h 147"/>
                <a:gd name="T8" fmla="*/ 0 w 27"/>
                <a:gd name="T9" fmla="*/ 0 h 147"/>
                <a:gd name="T10" fmla="*/ 0 w 27"/>
                <a:gd name="T11" fmla="*/ 0 h 147"/>
                <a:gd name="T12" fmla="*/ 0 w 27"/>
                <a:gd name="T13" fmla="*/ 0 h 147"/>
                <a:gd name="T14" fmla="*/ 0 w 27"/>
                <a:gd name="T15" fmla="*/ 0 h 147"/>
                <a:gd name="T16" fmla="*/ 0 w 27"/>
                <a:gd name="T17" fmla="*/ 0 h 147"/>
                <a:gd name="T18" fmla="*/ 0 w 27"/>
                <a:gd name="T19" fmla="*/ 0 h 147"/>
                <a:gd name="T20" fmla="*/ 0 w 27"/>
                <a:gd name="T21" fmla="*/ 0 h 1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7"/>
                <a:gd name="T34" fmla="*/ 0 h 147"/>
                <a:gd name="T35" fmla="*/ 27 w 27"/>
                <a:gd name="T36" fmla="*/ 147 h 147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7" h="147">
                  <a:moveTo>
                    <a:pt x="27" y="27"/>
                  </a:moveTo>
                  <a:lnTo>
                    <a:pt x="27" y="147"/>
                  </a:lnTo>
                  <a:lnTo>
                    <a:pt x="11" y="23"/>
                  </a:lnTo>
                  <a:lnTo>
                    <a:pt x="2" y="8"/>
                  </a:lnTo>
                  <a:lnTo>
                    <a:pt x="0" y="1"/>
                  </a:lnTo>
                  <a:lnTo>
                    <a:pt x="1" y="0"/>
                  </a:lnTo>
                  <a:lnTo>
                    <a:pt x="6" y="3"/>
                  </a:lnTo>
                  <a:lnTo>
                    <a:pt x="11" y="8"/>
                  </a:lnTo>
                  <a:lnTo>
                    <a:pt x="18" y="14"/>
                  </a:lnTo>
                  <a:lnTo>
                    <a:pt x="23" y="21"/>
                  </a:lnTo>
                  <a:lnTo>
                    <a:pt x="27" y="27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235">
              <a:extLst>
                <a:ext uri="{FF2B5EF4-FFF2-40B4-BE49-F238E27FC236}">
                  <a16:creationId xmlns:a16="http://schemas.microsoft.com/office/drawing/2014/main" id="{C7958243-91D5-F4CD-83C5-1C208EB9E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873" y="1606"/>
              <a:ext cx="13" cy="26"/>
            </a:xfrm>
            <a:custGeom>
              <a:avLst/>
              <a:gdLst>
                <a:gd name="T0" fmla="*/ 0 w 65"/>
                <a:gd name="T1" fmla="*/ 0 h 130"/>
                <a:gd name="T2" fmla="*/ 0 w 65"/>
                <a:gd name="T3" fmla="*/ 0 h 130"/>
                <a:gd name="T4" fmla="*/ 0 w 65"/>
                <a:gd name="T5" fmla="*/ 0 h 130"/>
                <a:gd name="T6" fmla="*/ 0 w 65"/>
                <a:gd name="T7" fmla="*/ 0 h 130"/>
                <a:gd name="T8" fmla="*/ 0 w 65"/>
                <a:gd name="T9" fmla="*/ 0 h 130"/>
                <a:gd name="T10" fmla="*/ 0 w 65"/>
                <a:gd name="T11" fmla="*/ 0 h 130"/>
                <a:gd name="T12" fmla="*/ 0 w 65"/>
                <a:gd name="T13" fmla="*/ 0 h 130"/>
                <a:gd name="T14" fmla="*/ 0 w 65"/>
                <a:gd name="T15" fmla="*/ 0 h 130"/>
                <a:gd name="T16" fmla="*/ 0 w 65"/>
                <a:gd name="T17" fmla="*/ 0 h 130"/>
                <a:gd name="T18" fmla="*/ 0 w 65"/>
                <a:gd name="T19" fmla="*/ 0 h 130"/>
                <a:gd name="T20" fmla="*/ 0 w 65"/>
                <a:gd name="T21" fmla="*/ 0 h 130"/>
                <a:gd name="T22" fmla="*/ 0 w 65"/>
                <a:gd name="T23" fmla="*/ 0 h 130"/>
                <a:gd name="T24" fmla="*/ 0 w 65"/>
                <a:gd name="T25" fmla="*/ 0 h 130"/>
                <a:gd name="T26" fmla="*/ 0 w 65"/>
                <a:gd name="T27" fmla="*/ 0 h 130"/>
                <a:gd name="T28" fmla="*/ 0 w 65"/>
                <a:gd name="T29" fmla="*/ 0 h 130"/>
                <a:gd name="T30" fmla="*/ 0 w 65"/>
                <a:gd name="T31" fmla="*/ 0 h 130"/>
                <a:gd name="T32" fmla="*/ 0 w 65"/>
                <a:gd name="T33" fmla="*/ 0 h 130"/>
                <a:gd name="T34" fmla="*/ 0 w 65"/>
                <a:gd name="T35" fmla="*/ 0 h 130"/>
                <a:gd name="T36" fmla="*/ 0 w 65"/>
                <a:gd name="T37" fmla="*/ 0 h 130"/>
                <a:gd name="T38" fmla="*/ 0 w 65"/>
                <a:gd name="T39" fmla="*/ 0 h 130"/>
                <a:gd name="T40" fmla="*/ 0 w 65"/>
                <a:gd name="T41" fmla="*/ 0 h 130"/>
                <a:gd name="T42" fmla="*/ 0 w 65"/>
                <a:gd name="T43" fmla="*/ 0 h 130"/>
                <a:gd name="T44" fmla="*/ 0 w 65"/>
                <a:gd name="T45" fmla="*/ 0 h 130"/>
                <a:gd name="T46" fmla="*/ 0 w 65"/>
                <a:gd name="T47" fmla="*/ 0 h 130"/>
                <a:gd name="T48" fmla="*/ 0 w 65"/>
                <a:gd name="T49" fmla="*/ 0 h 130"/>
                <a:gd name="T50" fmla="*/ 0 w 65"/>
                <a:gd name="T51" fmla="*/ 0 h 130"/>
                <a:gd name="T52" fmla="*/ 0 w 65"/>
                <a:gd name="T53" fmla="*/ 0 h 130"/>
                <a:gd name="T54" fmla="*/ 0 w 65"/>
                <a:gd name="T55" fmla="*/ 0 h 130"/>
                <a:gd name="T56" fmla="*/ 0 w 65"/>
                <a:gd name="T57" fmla="*/ 0 h 130"/>
                <a:gd name="T58" fmla="*/ 0 w 65"/>
                <a:gd name="T59" fmla="*/ 0 h 130"/>
                <a:gd name="T60" fmla="*/ 0 w 65"/>
                <a:gd name="T61" fmla="*/ 0 h 130"/>
                <a:gd name="T62" fmla="*/ 0 w 65"/>
                <a:gd name="T63" fmla="*/ 0 h 130"/>
                <a:gd name="T64" fmla="*/ 0 w 65"/>
                <a:gd name="T65" fmla="*/ 0 h 13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5"/>
                <a:gd name="T100" fmla="*/ 0 h 130"/>
                <a:gd name="T101" fmla="*/ 65 w 65"/>
                <a:gd name="T102" fmla="*/ 130 h 130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5" h="130">
                  <a:moveTo>
                    <a:pt x="0" y="7"/>
                  </a:moveTo>
                  <a:lnTo>
                    <a:pt x="3" y="0"/>
                  </a:lnTo>
                  <a:lnTo>
                    <a:pt x="5" y="5"/>
                  </a:lnTo>
                  <a:lnTo>
                    <a:pt x="5" y="16"/>
                  </a:lnTo>
                  <a:lnTo>
                    <a:pt x="7" y="36"/>
                  </a:lnTo>
                  <a:lnTo>
                    <a:pt x="7" y="57"/>
                  </a:lnTo>
                  <a:lnTo>
                    <a:pt x="9" y="82"/>
                  </a:lnTo>
                  <a:lnTo>
                    <a:pt x="10" y="103"/>
                  </a:lnTo>
                  <a:lnTo>
                    <a:pt x="15" y="120"/>
                  </a:lnTo>
                  <a:lnTo>
                    <a:pt x="23" y="121"/>
                  </a:lnTo>
                  <a:lnTo>
                    <a:pt x="34" y="122"/>
                  </a:lnTo>
                  <a:lnTo>
                    <a:pt x="40" y="122"/>
                  </a:lnTo>
                  <a:lnTo>
                    <a:pt x="46" y="122"/>
                  </a:lnTo>
                  <a:lnTo>
                    <a:pt x="52" y="122"/>
                  </a:lnTo>
                  <a:lnTo>
                    <a:pt x="57" y="125"/>
                  </a:lnTo>
                  <a:lnTo>
                    <a:pt x="62" y="125"/>
                  </a:lnTo>
                  <a:lnTo>
                    <a:pt x="65" y="130"/>
                  </a:lnTo>
                  <a:lnTo>
                    <a:pt x="56" y="130"/>
                  </a:lnTo>
                  <a:lnTo>
                    <a:pt x="47" y="130"/>
                  </a:lnTo>
                  <a:lnTo>
                    <a:pt x="40" y="130"/>
                  </a:lnTo>
                  <a:lnTo>
                    <a:pt x="33" y="130"/>
                  </a:lnTo>
                  <a:lnTo>
                    <a:pt x="24" y="130"/>
                  </a:lnTo>
                  <a:lnTo>
                    <a:pt x="15" y="130"/>
                  </a:lnTo>
                  <a:lnTo>
                    <a:pt x="8" y="130"/>
                  </a:lnTo>
                  <a:lnTo>
                    <a:pt x="0" y="130"/>
                  </a:lnTo>
                  <a:lnTo>
                    <a:pt x="0" y="114"/>
                  </a:lnTo>
                  <a:lnTo>
                    <a:pt x="0" y="99"/>
                  </a:lnTo>
                  <a:lnTo>
                    <a:pt x="0" y="83"/>
                  </a:lnTo>
                  <a:lnTo>
                    <a:pt x="0" y="68"/>
                  </a:lnTo>
                  <a:lnTo>
                    <a:pt x="0" y="52"/>
                  </a:lnTo>
                  <a:lnTo>
                    <a:pt x="0" y="37"/>
                  </a:lnTo>
                  <a:lnTo>
                    <a:pt x="0" y="22"/>
                  </a:lnTo>
                  <a:lnTo>
                    <a:pt x="0" y="7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5" name="Freeform 236">
              <a:extLst>
                <a:ext uri="{FF2B5EF4-FFF2-40B4-BE49-F238E27FC236}">
                  <a16:creationId xmlns:a16="http://schemas.microsoft.com/office/drawing/2014/main" id="{62304F65-0ABB-51B2-DAEE-3BADC5EFE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1646"/>
              <a:ext cx="12" cy="30"/>
            </a:xfrm>
            <a:custGeom>
              <a:avLst/>
              <a:gdLst>
                <a:gd name="T0" fmla="*/ 0 w 63"/>
                <a:gd name="T1" fmla="*/ 0 h 152"/>
                <a:gd name="T2" fmla="*/ 0 w 63"/>
                <a:gd name="T3" fmla="*/ 0 h 152"/>
                <a:gd name="T4" fmla="*/ 0 w 63"/>
                <a:gd name="T5" fmla="*/ 0 h 152"/>
                <a:gd name="T6" fmla="*/ 0 w 63"/>
                <a:gd name="T7" fmla="*/ 0 h 152"/>
                <a:gd name="T8" fmla="*/ 0 w 63"/>
                <a:gd name="T9" fmla="*/ 0 h 152"/>
                <a:gd name="T10" fmla="*/ 0 w 63"/>
                <a:gd name="T11" fmla="*/ 0 h 152"/>
                <a:gd name="T12" fmla="*/ 0 w 63"/>
                <a:gd name="T13" fmla="*/ 0 h 152"/>
                <a:gd name="T14" fmla="*/ 0 w 63"/>
                <a:gd name="T15" fmla="*/ 0 h 152"/>
                <a:gd name="T16" fmla="*/ 0 w 63"/>
                <a:gd name="T17" fmla="*/ 0 h 152"/>
                <a:gd name="T18" fmla="*/ 0 w 63"/>
                <a:gd name="T19" fmla="*/ 0 h 152"/>
                <a:gd name="T20" fmla="*/ 0 w 63"/>
                <a:gd name="T21" fmla="*/ 0 h 152"/>
                <a:gd name="T22" fmla="*/ 0 w 63"/>
                <a:gd name="T23" fmla="*/ 0 h 1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63"/>
                <a:gd name="T37" fmla="*/ 0 h 152"/>
                <a:gd name="T38" fmla="*/ 63 w 63"/>
                <a:gd name="T39" fmla="*/ 152 h 15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63" h="152">
                  <a:moveTo>
                    <a:pt x="0" y="29"/>
                  </a:moveTo>
                  <a:lnTo>
                    <a:pt x="4" y="15"/>
                  </a:lnTo>
                  <a:lnTo>
                    <a:pt x="11" y="7"/>
                  </a:lnTo>
                  <a:lnTo>
                    <a:pt x="20" y="2"/>
                  </a:lnTo>
                  <a:lnTo>
                    <a:pt x="30" y="0"/>
                  </a:lnTo>
                  <a:lnTo>
                    <a:pt x="38" y="2"/>
                  </a:lnTo>
                  <a:lnTo>
                    <a:pt x="48" y="7"/>
                  </a:lnTo>
                  <a:lnTo>
                    <a:pt x="56" y="15"/>
                  </a:lnTo>
                  <a:lnTo>
                    <a:pt x="63" y="29"/>
                  </a:lnTo>
                  <a:lnTo>
                    <a:pt x="63" y="152"/>
                  </a:lnTo>
                  <a:lnTo>
                    <a:pt x="0" y="152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6" name="Freeform 237">
              <a:extLst>
                <a:ext uri="{FF2B5EF4-FFF2-40B4-BE49-F238E27FC236}">
                  <a16:creationId xmlns:a16="http://schemas.microsoft.com/office/drawing/2014/main" id="{E7306EBF-DF8E-1B83-BB0E-D8BEEBA9D076}"/>
                </a:ext>
              </a:extLst>
            </p:cNvPr>
            <p:cNvSpPr>
              <a:spLocks/>
            </p:cNvSpPr>
            <p:nvPr/>
          </p:nvSpPr>
          <p:spPr bwMode="auto">
            <a:xfrm>
              <a:off x="883" y="1647"/>
              <a:ext cx="6" cy="30"/>
            </a:xfrm>
            <a:custGeom>
              <a:avLst/>
              <a:gdLst>
                <a:gd name="T0" fmla="*/ 0 w 29"/>
                <a:gd name="T1" fmla="*/ 0 h 148"/>
                <a:gd name="T2" fmla="*/ 0 w 29"/>
                <a:gd name="T3" fmla="*/ 0 h 148"/>
                <a:gd name="T4" fmla="*/ 0 w 29"/>
                <a:gd name="T5" fmla="*/ 0 h 148"/>
                <a:gd name="T6" fmla="*/ 0 w 29"/>
                <a:gd name="T7" fmla="*/ 0 h 148"/>
                <a:gd name="T8" fmla="*/ 0 w 29"/>
                <a:gd name="T9" fmla="*/ 0 h 148"/>
                <a:gd name="T10" fmla="*/ 0 w 29"/>
                <a:gd name="T11" fmla="*/ 0 h 148"/>
                <a:gd name="T12" fmla="*/ 0 w 29"/>
                <a:gd name="T13" fmla="*/ 0 h 148"/>
                <a:gd name="T14" fmla="*/ 0 w 29"/>
                <a:gd name="T15" fmla="*/ 0 h 148"/>
                <a:gd name="T16" fmla="*/ 0 w 29"/>
                <a:gd name="T17" fmla="*/ 0 h 148"/>
                <a:gd name="T18" fmla="*/ 0 w 29"/>
                <a:gd name="T19" fmla="*/ 0 h 148"/>
                <a:gd name="T20" fmla="*/ 0 w 29"/>
                <a:gd name="T21" fmla="*/ 0 h 14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9"/>
                <a:gd name="T34" fmla="*/ 0 h 148"/>
                <a:gd name="T35" fmla="*/ 29 w 29"/>
                <a:gd name="T36" fmla="*/ 148 h 148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9" h="148">
                  <a:moveTo>
                    <a:pt x="29" y="26"/>
                  </a:moveTo>
                  <a:lnTo>
                    <a:pt x="29" y="148"/>
                  </a:lnTo>
                  <a:lnTo>
                    <a:pt x="13" y="24"/>
                  </a:lnTo>
                  <a:lnTo>
                    <a:pt x="3" y="9"/>
                  </a:lnTo>
                  <a:lnTo>
                    <a:pt x="0" y="2"/>
                  </a:lnTo>
                  <a:lnTo>
                    <a:pt x="2" y="0"/>
                  </a:lnTo>
                  <a:lnTo>
                    <a:pt x="8" y="3"/>
                  </a:lnTo>
                  <a:lnTo>
                    <a:pt x="13" y="8"/>
                  </a:lnTo>
                  <a:lnTo>
                    <a:pt x="20" y="14"/>
                  </a:lnTo>
                  <a:lnTo>
                    <a:pt x="25" y="20"/>
                  </a:lnTo>
                  <a:lnTo>
                    <a:pt x="29" y="26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7" name="Freeform 238">
              <a:extLst>
                <a:ext uri="{FF2B5EF4-FFF2-40B4-BE49-F238E27FC236}">
                  <a16:creationId xmlns:a16="http://schemas.microsoft.com/office/drawing/2014/main" id="{F05EFCE6-F3B2-6F7D-67AE-6030E991082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" y="1650"/>
              <a:ext cx="13" cy="27"/>
            </a:xfrm>
            <a:custGeom>
              <a:avLst/>
              <a:gdLst>
                <a:gd name="T0" fmla="*/ 0 w 65"/>
                <a:gd name="T1" fmla="*/ 0 h 131"/>
                <a:gd name="T2" fmla="*/ 0 w 65"/>
                <a:gd name="T3" fmla="*/ 0 h 131"/>
                <a:gd name="T4" fmla="*/ 0 w 65"/>
                <a:gd name="T5" fmla="*/ 0 h 131"/>
                <a:gd name="T6" fmla="*/ 0 w 65"/>
                <a:gd name="T7" fmla="*/ 0 h 131"/>
                <a:gd name="T8" fmla="*/ 0 w 65"/>
                <a:gd name="T9" fmla="*/ 0 h 131"/>
                <a:gd name="T10" fmla="*/ 0 w 65"/>
                <a:gd name="T11" fmla="*/ 0 h 131"/>
                <a:gd name="T12" fmla="*/ 0 w 65"/>
                <a:gd name="T13" fmla="*/ 0 h 131"/>
                <a:gd name="T14" fmla="*/ 0 w 65"/>
                <a:gd name="T15" fmla="*/ 0 h 131"/>
                <a:gd name="T16" fmla="*/ 0 w 65"/>
                <a:gd name="T17" fmla="*/ 0 h 131"/>
                <a:gd name="T18" fmla="*/ 0 w 65"/>
                <a:gd name="T19" fmla="*/ 0 h 131"/>
                <a:gd name="T20" fmla="*/ 0 w 65"/>
                <a:gd name="T21" fmla="*/ 0 h 131"/>
                <a:gd name="T22" fmla="*/ 0 w 65"/>
                <a:gd name="T23" fmla="*/ 0 h 131"/>
                <a:gd name="T24" fmla="*/ 0 w 65"/>
                <a:gd name="T25" fmla="*/ 0 h 131"/>
                <a:gd name="T26" fmla="*/ 0 w 65"/>
                <a:gd name="T27" fmla="*/ 0 h 131"/>
                <a:gd name="T28" fmla="*/ 0 w 65"/>
                <a:gd name="T29" fmla="*/ 0 h 131"/>
                <a:gd name="T30" fmla="*/ 0 w 65"/>
                <a:gd name="T31" fmla="*/ 0 h 131"/>
                <a:gd name="T32" fmla="*/ 0 w 65"/>
                <a:gd name="T33" fmla="*/ 0 h 131"/>
                <a:gd name="T34" fmla="*/ 0 w 65"/>
                <a:gd name="T35" fmla="*/ 0 h 131"/>
                <a:gd name="T36" fmla="*/ 0 w 65"/>
                <a:gd name="T37" fmla="*/ 0 h 131"/>
                <a:gd name="T38" fmla="*/ 0 w 65"/>
                <a:gd name="T39" fmla="*/ 0 h 131"/>
                <a:gd name="T40" fmla="*/ 0 w 65"/>
                <a:gd name="T41" fmla="*/ 0 h 131"/>
                <a:gd name="T42" fmla="*/ 0 w 65"/>
                <a:gd name="T43" fmla="*/ 0 h 131"/>
                <a:gd name="T44" fmla="*/ 0 w 65"/>
                <a:gd name="T45" fmla="*/ 0 h 131"/>
                <a:gd name="T46" fmla="*/ 0 w 65"/>
                <a:gd name="T47" fmla="*/ 0 h 131"/>
                <a:gd name="T48" fmla="*/ 0 w 65"/>
                <a:gd name="T49" fmla="*/ 0 h 131"/>
                <a:gd name="T50" fmla="*/ 0 w 65"/>
                <a:gd name="T51" fmla="*/ 0 h 131"/>
                <a:gd name="T52" fmla="*/ 0 w 65"/>
                <a:gd name="T53" fmla="*/ 0 h 131"/>
                <a:gd name="T54" fmla="*/ 0 w 65"/>
                <a:gd name="T55" fmla="*/ 0 h 131"/>
                <a:gd name="T56" fmla="*/ 0 w 65"/>
                <a:gd name="T57" fmla="*/ 0 h 131"/>
                <a:gd name="T58" fmla="*/ 0 w 65"/>
                <a:gd name="T59" fmla="*/ 0 h 131"/>
                <a:gd name="T60" fmla="*/ 0 w 65"/>
                <a:gd name="T61" fmla="*/ 0 h 131"/>
                <a:gd name="T62" fmla="*/ 0 w 65"/>
                <a:gd name="T63" fmla="*/ 0 h 131"/>
                <a:gd name="T64" fmla="*/ 0 w 65"/>
                <a:gd name="T65" fmla="*/ 0 h 13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65"/>
                <a:gd name="T100" fmla="*/ 0 h 131"/>
                <a:gd name="T101" fmla="*/ 65 w 65"/>
                <a:gd name="T102" fmla="*/ 131 h 13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65" h="131">
                  <a:moveTo>
                    <a:pt x="0" y="8"/>
                  </a:moveTo>
                  <a:lnTo>
                    <a:pt x="3" y="0"/>
                  </a:lnTo>
                  <a:lnTo>
                    <a:pt x="5" y="4"/>
                  </a:lnTo>
                  <a:lnTo>
                    <a:pt x="5" y="17"/>
                  </a:lnTo>
                  <a:lnTo>
                    <a:pt x="7" y="37"/>
                  </a:lnTo>
                  <a:lnTo>
                    <a:pt x="7" y="58"/>
                  </a:lnTo>
                  <a:lnTo>
                    <a:pt x="9" y="81"/>
                  </a:lnTo>
                  <a:lnTo>
                    <a:pt x="10" y="102"/>
                  </a:lnTo>
                  <a:lnTo>
                    <a:pt x="15" y="121"/>
                  </a:lnTo>
                  <a:lnTo>
                    <a:pt x="23" y="122"/>
                  </a:lnTo>
                  <a:lnTo>
                    <a:pt x="34" y="123"/>
                  </a:lnTo>
                  <a:lnTo>
                    <a:pt x="40" y="123"/>
                  </a:lnTo>
                  <a:lnTo>
                    <a:pt x="46" y="123"/>
                  </a:lnTo>
                  <a:lnTo>
                    <a:pt x="52" y="123"/>
                  </a:lnTo>
                  <a:lnTo>
                    <a:pt x="57" y="126"/>
                  </a:lnTo>
                  <a:lnTo>
                    <a:pt x="62" y="126"/>
                  </a:lnTo>
                  <a:lnTo>
                    <a:pt x="65" y="131"/>
                  </a:lnTo>
                  <a:lnTo>
                    <a:pt x="56" y="131"/>
                  </a:lnTo>
                  <a:lnTo>
                    <a:pt x="48" y="131"/>
                  </a:lnTo>
                  <a:lnTo>
                    <a:pt x="40" y="131"/>
                  </a:lnTo>
                  <a:lnTo>
                    <a:pt x="33" y="131"/>
                  </a:lnTo>
                  <a:lnTo>
                    <a:pt x="24" y="131"/>
                  </a:lnTo>
                  <a:lnTo>
                    <a:pt x="15" y="131"/>
                  </a:lnTo>
                  <a:lnTo>
                    <a:pt x="8" y="131"/>
                  </a:lnTo>
                  <a:lnTo>
                    <a:pt x="0" y="131"/>
                  </a:lnTo>
                  <a:lnTo>
                    <a:pt x="0" y="115"/>
                  </a:lnTo>
                  <a:lnTo>
                    <a:pt x="0" y="100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0" y="53"/>
                  </a:lnTo>
                  <a:lnTo>
                    <a:pt x="0" y="38"/>
                  </a:lnTo>
                  <a:lnTo>
                    <a:pt x="0" y="23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8" name="Freeform 239">
              <a:extLst>
                <a:ext uri="{FF2B5EF4-FFF2-40B4-BE49-F238E27FC236}">
                  <a16:creationId xmlns:a16="http://schemas.microsoft.com/office/drawing/2014/main" id="{6814BFCA-431E-4AB5-F243-C4865E98FC36}"/>
                </a:ext>
              </a:extLst>
            </p:cNvPr>
            <p:cNvSpPr>
              <a:spLocks/>
            </p:cNvSpPr>
            <p:nvPr/>
          </p:nvSpPr>
          <p:spPr bwMode="auto">
            <a:xfrm>
              <a:off x="826" y="1685"/>
              <a:ext cx="113" cy="85"/>
            </a:xfrm>
            <a:custGeom>
              <a:avLst/>
              <a:gdLst>
                <a:gd name="T0" fmla="*/ 0 w 566"/>
                <a:gd name="T1" fmla="*/ 0 h 426"/>
                <a:gd name="T2" fmla="*/ 0 w 566"/>
                <a:gd name="T3" fmla="*/ 0 h 426"/>
                <a:gd name="T4" fmla="*/ 0 w 566"/>
                <a:gd name="T5" fmla="*/ 0 h 426"/>
                <a:gd name="T6" fmla="*/ 0 w 566"/>
                <a:gd name="T7" fmla="*/ 0 h 426"/>
                <a:gd name="T8" fmla="*/ 0 w 566"/>
                <a:gd name="T9" fmla="*/ 0 h 426"/>
                <a:gd name="T10" fmla="*/ 0 w 566"/>
                <a:gd name="T11" fmla="*/ 0 h 426"/>
                <a:gd name="T12" fmla="*/ 0 w 566"/>
                <a:gd name="T13" fmla="*/ 0 h 426"/>
                <a:gd name="T14" fmla="*/ 0 w 566"/>
                <a:gd name="T15" fmla="*/ 0 h 426"/>
                <a:gd name="T16" fmla="*/ 0 w 566"/>
                <a:gd name="T17" fmla="*/ 0 h 426"/>
                <a:gd name="T18" fmla="*/ 0 w 566"/>
                <a:gd name="T19" fmla="*/ 0 h 426"/>
                <a:gd name="T20" fmla="*/ 0 w 566"/>
                <a:gd name="T21" fmla="*/ 0 h 426"/>
                <a:gd name="T22" fmla="*/ 0 w 566"/>
                <a:gd name="T23" fmla="*/ 0 h 42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566"/>
                <a:gd name="T37" fmla="*/ 0 h 426"/>
                <a:gd name="T38" fmla="*/ 566 w 566"/>
                <a:gd name="T39" fmla="*/ 426 h 42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566" h="426">
                  <a:moveTo>
                    <a:pt x="0" y="78"/>
                  </a:moveTo>
                  <a:lnTo>
                    <a:pt x="47" y="43"/>
                  </a:lnTo>
                  <a:lnTo>
                    <a:pt x="114" y="19"/>
                  </a:lnTo>
                  <a:lnTo>
                    <a:pt x="192" y="5"/>
                  </a:lnTo>
                  <a:lnTo>
                    <a:pt x="277" y="0"/>
                  </a:lnTo>
                  <a:lnTo>
                    <a:pt x="362" y="3"/>
                  </a:lnTo>
                  <a:lnTo>
                    <a:pt x="443" y="18"/>
                  </a:lnTo>
                  <a:lnTo>
                    <a:pt x="513" y="42"/>
                  </a:lnTo>
                  <a:lnTo>
                    <a:pt x="566" y="78"/>
                  </a:lnTo>
                  <a:lnTo>
                    <a:pt x="566" y="426"/>
                  </a:lnTo>
                  <a:lnTo>
                    <a:pt x="0" y="426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9" name="Freeform 240">
              <a:extLst>
                <a:ext uri="{FF2B5EF4-FFF2-40B4-BE49-F238E27FC236}">
                  <a16:creationId xmlns:a16="http://schemas.microsoft.com/office/drawing/2014/main" id="{466BAEE2-A622-721E-1CC2-56C0037BE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837" y="1692"/>
              <a:ext cx="94" cy="79"/>
            </a:xfrm>
            <a:custGeom>
              <a:avLst/>
              <a:gdLst>
                <a:gd name="T0" fmla="*/ 0 w 469"/>
                <a:gd name="T1" fmla="*/ 0 h 392"/>
                <a:gd name="T2" fmla="*/ 0 w 469"/>
                <a:gd name="T3" fmla="*/ 0 h 392"/>
                <a:gd name="T4" fmla="*/ 0 w 469"/>
                <a:gd name="T5" fmla="*/ 0 h 392"/>
                <a:gd name="T6" fmla="*/ 0 w 469"/>
                <a:gd name="T7" fmla="*/ 0 h 392"/>
                <a:gd name="T8" fmla="*/ 0 w 469"/>
                <a:gd name="T9" fmla="*/ 0 h 392"/>
                <a:gd name="T10" fmla="*/ 0 w 469"/>
                <a:gd name="T11" fmla="*/ 0 h 392"/>
                <a:gd name="T12" fmla="*/ 0 w 469"/>
                <a:gd name="T13" fmla="*/ 0 h 392"/>
                <a:gd name="T14" fmla="*/ 0 w 469"/>
                <a:gd name="T15" fmla="*/ 0 h 392"/>
                <a:gd name="T16" fmla="*/ 0 w 469"/>
                <a:gd name="T17" fmla="*/ 0 h 392"/>
                <a:gd name="T18" fmla="*/ 0 w 469"/>
                <a:gd name="T19" fmla="*/ 0 h 392"/>
                <a:gd name="T20" fmla="*/ 0 w 469"/>
                <a:gd name="T21" fmla="*/ 0 h 392"/>
                <a:gd name="T22" fmla="*/ 0 w 469"/>
                <a:gd name="T23" fmla="*/ 0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69"/>
                <a:gd name="T37" fmla="*/ 0 h 392"/>
                <a:gd name="T38" fmla="*/ 469 w 469"/>
                <a:gd name="T39" fmla="*/ 392 h 39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69" h="392">
                  <a:moveTo>
                    <a:pt x="0" y="72"/>
                  </a:moveTo>
                  <a:lnTo>
                    <a:pt x="40" y="39"/>
                  </a:lnTo>
                  <a:lnTo>
                    <a:pt x="94" y="17"/>
                  </a:lnTo>
                  <a:lnTo>
                    <a:pt x="159" y="4"/>
                  </a:lnTo>
                  <a:lnTo>
                    <a:pt x="230" y="0"/>
                  </a:lnTo>
                  <a:lnTo>
                    <a:pt x="301" y="2"/>
                  </a:lnTo>
                  <a:lnTo>
                    <a:pt x="368" y="16"/>
                  </a:lnTo>
                  <a:lnTo>
                    <a:pt x="425" y="38"/>
                  </a:lnTo>
                  <a:lnTo>
                    <a:pt x="469" y="72"/>
                  </a:lnTo>
                  <a:lnTo>
                    <a:pt x="469" y="392"/>
                  </a:lnTo>
                  <a:lnTo>
                    <a:pt x="0" y="392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7A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0" name="Freeform 241">
              <a:extLst>
                <a:ext uri="{FF2B5EF4-FFF2-40B4-BE49-F238E27FC236}">
                  <a16:creationId xmlns:a16="http://schemas.microsoft.com/office/drawing/2014/main" id="{C252C202-9FB8-A85E-16D1-456DDE723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" y="1223"/>
              <a:ext cx="26" cy="36"/>
            </a:xfrm>
            <a:custGeom>
              <a:avLst/>
              <a:gdLst>
                <a:gd name="T0" fmla="*/ 0 w 131"/>
                <a:gd name="T1" fmla="*/ 0 h 177"/>
                <a:gd name="T2" fmla="*/ 0 w 131"/>
                <a:gd name="T3" fmla="*/ 0 h 177"/>
                <a:gd name="T4" fmla="*/ 0 w 131"/>
                <a:gd name="T5" fmla="*/ 0 h 177"/>
                <a:gd name="T6" fmla="*/ 0 w 131"/>
                <a:gd name="T7" fmla="*/ 0 h 177"/>
                <a:gd name="T8" fmla="*/ 0 w 131"/>
                <a:gd name="T9" fmla="*/ 0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1"/>
                <a:gd name="T16" fmla="*/ 0 h 177"/>
                <a:gd name="T17" fmla="*/ 131 w 131"/>
                <a:gd name="T18" fmla="*/ 177 h 17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1" h="177">
                  <a:moveTo>
                    <a:pt x="131" y="0"/>
                  </a:moveTo>
                  <a:lnTo>
                    <a:pt x="131" y="166"/>
                  </a:lnTo>
                  <a:lnTo>
                    <a:pt x="0" y="177"/>
                  </a:lnTo>
                  <a:lnTo>
                    <a:pt x="0" y="12"/>
                  </a:lnTo>
                  <a:lnTo>
                    <a:pt x="131" y="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1" name="Freeform 242">
              <a:extLst>
                <a:ext uri="{FF2B5EF4-FFF2-40B4-BE49-F238E27FC236}">
                  <a16:creationId xmlns:a16="http://schemas.microsoft.com/office/drawing/2014/main" id="{3486323D-0B29-21BB-54FC-DB6950515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" y="1214"/>
              <a:ext cx="27" cy="34"/>
            </a:xfrm>
            <a:custGeom>
              <a:avLst/>
              <a:gdLst>
                <a:gd name="T0" fmla="*/ 0 w 133"/>
                <a:gd name="T1" fmla="*/ 0 h 170"/>
                <a:gd name="T2" fmla="*/ 0 w 133"/>
                <a:gd name="T3" fmla="*/ 0 h 170"/>
                <a:gd name="T4" fmla="*/ 0 w 133"/>
                <a:gd name="T5" fmla="*/ 0 h 170"/>
                <a:gd name="T6" fmla="*/ 0 w 133"/>
                <a:gd name="T7" fmla="*/ 0 h 170"/>
                <a:gd name="T8" fmla="*/ 0 w 133"/>
                <a:gd name="T9" fmla="*/ 0 h 1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3"/>
                <a:gd name="T16" fmla="*/ 0 h 170"/>
                <a:gd name="T17" fmla="*/ 133 w 133"/>
                <a:gd name="T18" fmla="*/ 170 h 1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3" h="170">
                  <a:moveTo>
                    <a:pt x="133" y="3"/>
                  </a:moveTo>
                  <a:lnTo>
                    <a:pt x="133" y="170"/>
                  </a:lnTo>
                  <a:lnTo>
                    <a:pt x="0" y="166"/>
                  </a:lnTo>
                  <a:lnTo>
                    <a:pt x="0" y="0"/>
                  </a:lnTo>
                  <a:lnTo>
                    <a:pt x="133" y="3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2" name="Freeform 243">
              <a:extLst>
                <a:ext uri="{FF2B5EF4-FFF2-40B4-BE49-F238E27FC236}">
                  <a16:creationId xmlns:a16="http://schemas.microsoft.com/office/drawing/2014/main" id="{46A1F897-05A6-9973-ABAD-5B8A95C74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" y="1214"/>
              <a:ext cx="10" cy="36"/>
            </a:xfrm>
            <a:custGeom>
              <a:avLst/>
              <a:gdLst>
                <a:gd name="T0" fmla="*/ 0 w 52"/>
                <a:gd name="T1" fmla="*/ 0 h 184"/>
                <a:gd name="T2" fmla="*/ 0 w 52"/>
                <a:gd name="T3" fmla="*/ 0 h 184"/>
                <a:gd name="T4" fmla="*/ 0 w 52"/>
                <a:gd name="T5" fmla="*/ 0 h 184"/>
                <a:gd name="T6" fmla="*/ 0 w 52"/>
                <a:gd name="T7" fmla="*/ 0 h 184"/>
                <a:gd name="T8" fmla="*/ 0 w 52"/>
                <a:gd name="T9" fmla="*/ 0 h 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"/>
                <a:gd name="T16" fmla="*/ 0 h 184"/>
                <a:gd name="T17" fmla="*/ 52 w 52"/>
                <a:gd name="T18" fmla="*/ 184 h 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" h="184">
                  <a:moveTo>
                    <a:pt x="52" y="0"/>
                  </a:moveTo>
                  <a:lnTo>
                    <a:pt x="52" y="166"/>
                  </a:lnTo>
                  <a:lnTo>
                    <a:pt x="0" y="184"/>
                  </a:lnTo>
                  <a:lnTo>
                    <a:pt x="0" y="2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3" name="Freeform 244">
              <a:extLst>
                <a:ext uri="{FF2B5EF4-FFF2-40B4-BE49-F238E27FC236}">
                  <a16:creationId xmlns:a16="http://schemas.microsoft.com/office/drawing/2014/main" id="{0069E578-67D3-5C5A-274D-8A434440C18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" y="1214"/>
              <a:ext cx="20" cy="36"/>
            </a:xfrm>
            <a:custGeom>
              <a:avLst/>
              <a:gdLst>
                <a:gd name="T0" fmla="*/ 0 w 97"/>
                <a:gd name="T1" fmla="*/ 0 h 181"/>
                <a:gd name="T2" fmla="*/ 0 w 97"/>
                <a:gd name="T3" fmla="*/ 0 h 181"/>
                <a:gd name="T4" fmla="*/ 0 w 97"/>
                <a:gd name="T5" fmla="*/ 0 h 181"/>
                <a:gd name="T6" fmla="*/ 0 w 97"/>
                <a:gd name="T7" fmla="*/ 0 h 181"/>
                <a:gd name="T8" fmla="*/ 0 w 97"/>
                <a:gd name="T9" fmla="*/ 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7"/>
                <a:gd name="T16" fmla="*/ 0 h 181"/>
                <a:gd name="T17" fmla="*/ 97 w 97"/>
                <a:gd name="T18" fmla="*/ 181 h 18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7" h="181">
                  <a:moveTo>
                    <a:pt x="97" y="13"/>
                  </a:moveTo>
                  <a:lnTo>
                    <a:pt x="97" y="181"/>
                  </a:lnTo>
                  <a:lnTo>
                    <a:pt x="0" y="165"/>
                  </a:lnTo>
                  <a:lnTo>
                    <a:pt x="0" y="0"/>
                  </a:lnTo>
                  <a:lnTo>
                    <a:pt x="97" y="13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4" name="Rectangle 245">
              <a:extLst>
                <a:ext uri="{FF2B5EF4-FFF2-40B4-BE49-F238E27FC236}">
                  <a16:creationId xmlns:a16="http://schemas.microsoft.com/office/drawing/2014/main" id="{58CE29C8-8557-FEE1-E551-BE9AA62ED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" y="1484"/>
              <a:ext cx="17" cy="291"/>
            </a:xfrm>
            <a:prstGeom prst="rect">
              <a:avLst/>
            </a:pr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895" name="Rectangle 246">
              <a:extLst>
                <a:ext uri="{FF2B5EF4-FFF2-40B4-BE49-F238E27FC236}">
                  <a16:creationId xmlns:a16="http://schemas.microsoft.com/office/drawing/2014/main" id="{C1EEC8AC-A4E4-507C-A6A1-29ACA8D71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" y="1487"/>
              <a:ext cx="84" cy="293"/>
            </a:xfrm>
            <a:prstGeom prst="rect">
              <a:avLst/>
            </a:pr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1pPr>
              <a:lvl2pPr marL="742950" indent="-28575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2pPr>
              <a:lvl3pPr marL="11430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3pPr>
              <a:lvl4pPr marL="16002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4pPr>
              <a:lvl5pPr marL="2057400" indent="-228600"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Char char="•"/>
                <a:defRPr sz="2400">
                  <a:solidFill>
                    <a:schemeClr val="bg2"/>
                  </a:solidFill>
                  <a:latin typeface="Tahoma" panose="020B060403050404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27896" name="Freeform 247">
              <a:extLst>
                <a:ext uri="{FF2B5EF4-FFF2-40B4-BE49-F238E27FC236}">
                  <a16:creationId xmlns:a16="http://schemas.microsoft.com/office/drawing/2014/main" id="{BE68D0BC-F9F3-3890-31A1-D7639AAF2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" y="1487"/>
              <a:ext cx="84" cy="113"/>
            </a:xfrm>
            <a:custGeom>
              <a:avLst/>
              <a:gdLst>
                <a:gd name="T0" fmla="*/ 0 w 421"/>
                <a:gd name="T1" fmla="*/ 0 h 565"/>
                <a:gd name="T2" fmla="*/ 0 w 421"/>
                <a:gd name="T3" fmla="*/ 0 h 565"/>
                <a:gd name="T4" fmla="*/ 0 w 421"/>
                <a:gd name="T5" fmla="*/ 0 h 565"/>
                <a:gd name="T6" fmla="*/ 0 w 421"/>
                <a:gd name="T7" fmla="*/ 0 h 565"/>
                <a:gd name="T8" fmla="*/ 0 w 421"/>
                <a:gd name="T9" fmla="*/ 0 h 565"/>
                <a:gd name="T10" fmla="*/ 0 w 421"/>
                <a:gd name="T11" fmla="*/ 0 h 56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21"/>
                <a:gd name="T19" fmla="*/ 0 h 565"/>
                <a:gd name="T20" fmla="*/ 421 w 421"/>
                <a:gd name="T21" fmla="*/ 565 h 56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21" h="565">
                  <a:moveTo>
                    <a:pt x="0" y="0"/>
                  </a:moveTo>
                  <a:lnTo>
                    <a:pt x="421" y="0"/>
                  </a:lnTo>
                  <a:lnTo>
                    <a:pt x="295" y="102"/>
                  </a:lnTo>
                  <a:lnTo>
                    <a:pt x="138" y="232"/>
                  </a:lnTo>
                  <a:lnTo>
                    <a:pt x="5" y="5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7" name="Freeform 248">
              <a:extLst>
                <a:ext uri="{FF2B5EF4-FFF2-40B4-BE49-F238E27FC236}">
                  <a16:creationId xmlns:a16="http://schemas.microsoft.com/office/drawing/2014/main" id="{C217DC4C-C005-A103-5B1D-D6E859070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" y="1243"/>
              <a:ext cx="96" cy="238"/>
            </a:xfrm>
            <a:custGeom>
              <a:avLst/>
              <a:gdLst>
                <a:gd name="T0" fmla="*/ 0 w 482"/>
                <a:gd name="T1" fmla="*/ 0 h 1192"/>
                <a:gd name="T2" fmla="*/ 0 w 482"/>
                <a:gd name="T3" fmla="*/ 0 h 1192"/>
                <a:gd name="T4" fmla="*/ 0 w 482"/>
                <a:gd name="T5" fmla="*/ 0 h 1192"/>
                <a:gd name="T6" fmla="*/ 0 w 482"/>
                <a:gd name="T7" fmla="*/ 0 h 1192"/>
                <a:gd name="T8" fmla="*/ 0 w 482"/>
                <a:gd name="T9" fmla="*/ 0 h 1192"/>
                <a:gd name="T10" fmla="*/ 0 w 482"/>
                <a:gd name="T11" fmla="*/ 0 h 1192"/>
                <a:gd name="T12" fmla="*/ 0 w 482"/>
                <a:gd name="T13" fmla="*/ 0 h 1192"/>
                <a:gd name="T14" fmla="*/ 0 w 482"/>
                <a:gd name="T15" fmla="*/ 0 h 1192"/>
                <a:gd name="T16" fmla="*/ 0 w 482"/>
                <a:gd name="T17" fmla="*/ 0 h 1192"/>
                <a:gd name="T18" fmla="*/ 0 w 482"/>
                <a:gd name="T19" fmla="*/ 0 h 1192"/>
                <a:gd name="T20" fmla="*/ 0 w 482"/>
                <a:gd name="T21" fmla="*/ 0 h 1192"/>
                <a:gd name="T22" fmla="*/ 0 w 482"/>
                <a:gd name="T23" fmla="*/ 0 h 1192"/>
                <a:gd name="T24" fmla="*/ 0 w 482"/>
                <a:gd name="T25" fmla="*/ 0 h 1192"/>
                <a:gd name="T26" fmla="*/ 0 w 482"/>
                <a:gd name="T27" fmla="*/ 0 h 1192"/>
                <a:gd name="T28" fmla="*/ 0 w 482"/>
                <a:gd name="T29" fmla="*/ 0 h 1192"/>
                <a:gd name="T30" fmla="*/ 0 w 482"/>
                <a:gd name="T31" fmla="*/ 0 h 1192"/>
                <a:gd name="T32" fmla="*/ 0 w 482"/>
                <a:gd name="T33" fmla="*/ 0 h 1192"/>
                <a:gd name="T34" fmla="*/ 0 w 482"/>
                <a:gd name="T35" fmla="*/ 0 h 1192"/>
                <a:gd name="T36" fmla="*/ 0 w 482"/>
                <a:gd name="T37" fmla="*/ 0 h 1192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82"/>
                <a:gd name="T58" fmla="*/ 0 h 1192"/>
                <a:gd name="T59" fmla="*/ 482 w 482"/>
                <a:gd name="T60" fmla="*/ 1192 h 1192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82" h="1192">
                  <a:moveTo>
                    <a:pt x="0" y="24"/>
                  </a:moveTo>
                  <a:lnTo>
                    <a:pt x="49" y="17"/>
                  </a:lnTo>
                  <a:lnTo>
                    <a:pt x="101" y="10"/>
                  </a:lnTo>
                  <a:lnTo>
                    <a:pt x="153" y="4"/>
                  </a:lnTo>
                  <a:lnTo>
                    <a:pt x="209" y="2"/>
                  </a:lnTo>
                  <a:lnTo>
                    <a:pt x="267" y="0"/>
                  </a:lnTo>
                  <a:lnTo>
                    <a:pt x="332" y="3"/>
                  </a:lnTo>
                  <a:lnTo>
                    <a:pt x="402" y="10"/>
                  </a:lnTo>
                  <a:lnTo>
                    <a:pt x="482" y="24"/>
                  </a:lnTo>
                  <a:lnTo>
                    <a:pt x="482" y="1192"/>
                  </a:lnTo>
                  <a:lnTo>
                    <a:pt x="421" y="1183"/>
                  </a:lnTo>
                  <a:lnTo>
                    <a:pt x="360" y="1179"/>
                  </a:lnTo>
                  <a:lnTo>
                    <a:pt x="299" y="1176"/>
                  </a:lnTo>
                  <a:lnTo>
                    <a:pt x="240" y="1176"/>
                  </a:lnTo>
                  <a:lnTo>
                    <a:pt x="179" y="1176"/>
                  </a:lnTo>
                  <a:lnTo>
                    <a:pt x="119" y="1179"/>
                  </a:lnTo>
                  <a:lnTo>
                    <a:pt x="59" y="1183"/>
                  </a:lnTo>
                  <a:lnTo>
                    <a:pt x="0" y="1192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8" name="Freeform 249">
              <a:extLst>
                <a:ext uri="{FF2B5EF4-FFF2-40B4-BE49-F238E27FC236}">
                  <a16:creationId xmlns:a16="http://schemas.microsoft.com/office/drawing/2014/main" id="{E7B4FD18-079C-F269-54FF-D3780172C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" y="1242"/>
              <a:ext cx="97" cy="239"/>
            </a:xfrm>
            <a:custGeom>
              <a:avLst/>
              <a:gdLst>
                <a:gd name="T0" fmla="*/ 0 w 483"/>
                <a:gd name="T1" fmla="*/ 0 h 1196"/>
                <a:gd name="T2" fmla="*/ 0 w 483"/>
                <a:gd name="T3" fmla="*/ 0 h 1196"/>
                <a:gd name="T4" fmla="*/ 0 w 483"/>
                <a:gd name="T5" fmla="*/ 0 h 1196"/>
                <a:gd name="T6" fmla="*/ 0 w 483"/>
                <a:gd name="T7" fmla="*/ 0 h 1196"/>
                <a:gd name="T8" fmla="*/ 0 w 483"/>
                <a:gd name="T9" fmla="*/ 0 h 1196"/>
                <a:gd name="T10" fmla="*/ 0 w 483"/>
                <a:gd name="T11" fmla="*/ 0 h 1196"/>
                <a:gd name="T12" fmla="*/ 0 w 483"/>
                <a:gd name="T13" fmla="*/ 0 h 1196"/>
                <a:gd name="T14" fmla="*/ 0 w 483"/>
                <a:gd name="T15" fmla="*/ 0 h 1196"/>
                <a:gd name="T16" fmla="*/ 0 w 483"/>
                <a:gd name="T17" fmla="*/ 0 h 1196"/>
                <a:gd name="T18" fmla="*/ 0 w 483"/>
                <a:gd name="T19" fmla="*/ 0 h 1196"/>
                <a:gd name="T20" fmla="*/ 0 w 483"/>
                <a:gd name="T21" fmla="*/ 0 h 1196"/>
                <a:gd name="T22" fmla="*/ 0 w 483"/>
                <a:gd name="T23" fmla="*/ 0 h 1196"/>
                <a:gd name="T24" fmla="*/ 0 w 483"/>
                <a:gd name="T25" fmla="*/ 0 h 1196"/>
                <a:gd name="T26" fmla="*/ 0 w 483"/>
                <a:gd name="T27" fmla="*/ 0 h 1196"/>
                <a:gd name="T28" fmla="*/ 0 w 483"/>
                <a:gd name="T29" fmla="*/ 0 h 1196"/>
                <a:gd name="T30" fmla="*/ 0 w 483"/>
                <a:gd name="T31" fmla="*/ 0 h 1196"/>
                <a:gd name="T32" fmla="*/ 0 w 483"/>
                <a:gd name="T33" fmla="*/ 0 h 1196"/>
                <a:gd name="T34" fmla="*/ 0 w 483"/>
                <a:gd name="T35" fmla="*/ 0 h 1196"/>
                <a:gd name="T36" fmla="*/ 0 w 483"/>
                <a:gd name="T37" fmla="*/ 0 h 1196"/>
                <a:gd name="T38" fmla="*/ 0 w 483"/>
                <a:gd name="T39" fmla="*/ 0 h 1196"/>
                <a:gd name="T40" fmla="*/ 0 w 483"/>
                <a:gd name="T41" fmla="*/ 0 h 1196"/>
                <a:gd name="T42" fmla="*/ 0 w 483"/>
                <a:gd name="T43" fmla="*/ 0 h 1196"/>
                <a:gd name="T44" fmla="*/ 0 w 483"/>
                <a:gd name="T45" fmla="*/ 0 h 1196"/>
                <a:gd name="T46" fmla="*/ 0 w 483"/>
                <a:gd name="T47" fmla="*/ 0 h 1196"/>
                <a:gd name="T48" fmla="*/ 0 w 483"/>
                <a:gd name="T49" fmla="*/ 0 h 1196"/>
                <a:gd name="T50" fmla="*/ 0 w 483"/>
                <a:gd name="T51" fmla="*/ 0 h 119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w 483"/>
                <a:gd name="T79" fmla="*/ 0 h 1196"/>
                <a:gd name="T80" fmla="*/ 483 w 483"/>
                <a:gd name="T81" fmla="*/ 1196 h 119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T78" t="T79" r="T80" b="T81"/>
              <a:pathLst>
                <a:path w="483" h="1196">
                  <a:moveTo>
                    <a:pt x="0" y="28"/>
                  </a:moveTo>
                  <a:lnTo>
                    <a:pt x="42" y="23"/>
                  </a:lnTo>
                  <a:lnTo>
                    <a:pt x="85" y="18"/>
                  </a:lnTo>
                  <a:lnTo>
                    <a:pt x="129" y="11"/>
                  </a:lnTo>
                  <a:lnTo>
                    <a:pt x="172" y="6"/>
                  </a:lnTo>
                  <a:lnTo>
                    <a:pt x="215" y="1"/>
                  </a:lnTo>
                  <a:lnTo>
                    <a:pt x="259" y="0"/>
                  </a:lnTo>
                  <a:lnTo>
                    <a:pt x="302" y="2"/>
                  </a:lnTo>
                  <a:lnTo>
                    <a:pt x="346" y="11"/>
                  </a:lnTo>
                  <a:lnTo>
                    <a:pt x="362" y="151"/>
                  </a:lnTo>
                  <a:lnTo>
                    <a:pt x="377" y="296"/>
                  </a:lnTo>
                  <a:lnTo>
                    <a:pt x="389" y="442"/>
                  </a:lnTo>
                  <a:lnTo>
                    <a:pt x="401" y="590"/>
                  </a:lnTo>
                  <a:lnTo>
                    <a:pt x="415" y="739"/>
                  </a:lnTo>
                  <a:lnTo>
                    <a:pt x="432" y="889"/>
                  </a:lnTo>
                  <a:lnTo>
                    <a:pt x="453" y="1037"/>
                  </a:lnTo>
                  <a:lnTo>
                    <a:pt x="483" y="1187"/>
                  </a:lnTo>
                  <a:lnTo>
                    <a:pt x="416" y="1176"/>
                  </a:lnTo>
                  <a:lnTo>
                    <a:pt x="353" y="1169"/>
                  </a:lnTo>
                  <a:lnTo>
                    <a:pt x="291" y="1164"/>
                  </a:lnTo>
                  <a:lnTo>
                    <a:pt x="232" y="1163"/>
                  </a:lnTo>
                  <a:lnTo>
                    <a:pt x="171" y="1164"/>
                  </a:lnTo>
                  <a:lnTo>
                    <a:pt x="113" y="1170"/>
                  </a:lnTo>
                  <a:lnTo>
                    <a:pt x="56" y="1180"/>
                  </a:lnTo>
                  <a:lnTo>
                    <a:pt x="0" y="1196"/>
                  </a:lnTo>
                  <a:lnTo>
                    <a:pt x="0" y="28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99" name="Freeform 250">
              <a:extLst>
                <a:ext uri="{FF2B5EF4-FFF2-40B4-BE49-F238E27FC236}">
                  <a16:creationId xmlns:a16="http://schemas.microsoft.com/office/drawing/2014/main" id="{C62AB564-BD03-F71A-429A-54A774F77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" y="1243"/>
              <a:ext cx="80" cy="237"/>
            </a:xfrm>
            <a:custGeom>
              <a:avLst/>
              <a:gdLst>
                <a:gd name="T0" fmla="*/ 0 w 400"/>
                <a:gd name="T1" fmla="*/ 0 h 1186"/>
                <a:gd name="T2" fmla="*/ 0 w 400"/>
                <a:gd name="T3" fmla="*/ 0 h 1186"/>
                <a:gd name="T4" fmla="*/ 0 w 400"/>
                <a:gd name="T5" fmla="*/ 0 h 1186"/>
                <a:gd name="T6" fmla="*/ 0 w 400"/>
                <a:gd name="T7" fmla="*/ 0 h 1186"/>
                <a:gd name="T8" fmla="*/ 0 w 400"/>
                <a:gd name="T9" fmla="*/ 0 h 1186"/>
                <a:gd name="T10" fmla="*/ 0 w 400"/>
                <a:gd name="T11" fmla="*/ 0 h 1186"/>
                <a:gd name="T12" fmla="*/ 0 w 400"/>
                <a:gd name="T13" fmla="*/ 0 h 1186"/>
                <a:gd name="T14" fmla="*/ 0 w 400"/>
                <a:gd name="T15" fmla="*/ 0 h 1186"/>
                <a:gd name="T16" fmla="*/ 0 w 400"/>
                <a:gd name="T17" fmla="*/ 0 h 1186"/>
                <a:gd name="T18" fmla="*/ 0 w 400"/>
                <a:gd name="T19" fmla="*/ 0 h 1186"/>
                <a:gd name="T20" fmla="*/ 0 w 400"/>
                <a:gd name="T21" fmla="*/ 0 h 1186"/>
                <a:gd name="T22" fmla="*/ 0 w 400"/>
                <a:gd name="T23" fmla="*/ 0 h 1186"/>
                <a:gd name="T24" fmla="*/ 0 w 400"/>
                <a:gd name="T25" fmla="*/ 0 h 1186"/>
                <a:gd name="T26" fmla="*/ 0 w 400"/>
                <a:gd name="T27" fmla="*/ 0 h 1186"/>
                <a:gd name="T28" fmla="*/ 0 w 400"/>
                <a:gd name="T29" fmla="*/ 0 h 1186"/>
                <a:gd name="T30" fmla="*/ 0 w 400"/>
                <a:gd name="T31" fmla="*/ 0 h 1186"/>
                <a:gd name="T32" fmla="*/ 0 w 400"/>
                <a:gd name="T33" fmla="*/ 0 h 1186"/>
                <a:gd name="T34" fmla="*/ 0 w 400"/>
                <a:gd name="T35" fmla="*/ 0 h 1186"/>
                <a:gd name="T36" fmla="*/ 0 w 400"/>
                <a:gd name="T37" fmla="*/ 0 h 118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w 400"/>
                <a:gd name="T58" fmla="*/ 0 h 1186"/>
                <a:gd name="T59" fmla="*/ 400 w 400"/>
                <a:gd name="T60" fmla="*/ 1186 h 118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T57" t="T58" r="T59" b="T60"/>
              <a:pathLst>
                <a:path w="400" h="1186">
                  <a:moveTo>
                    <a:pt x="0" y="18"/>
                  </a:moveTo>
                  <a:lnTo>
                    <a:pt x="28" y="11"/>
                  </a:lnTo>
                  <a:lnTo>
                    <a:pt x="58" y="6"/>
                  </a:lnTo>
                  <a:lnTo>
                    <a:pt x="89" y="2"/>
                  </a:lnTo>
                  <a:lnTo>
                    <a:pt x="121" y="1"/>
                  </a:lnTo>
                  <a:lnTo>
                    <a:pt x="153" y="0"/>
                  </a:lnTo>
                  <a:lnTo>
                    <a:pt x="187" y="1"/>
                  </a:lnTo>
                  <a:lnTo>
                    <a:pt x="220" y="2"/>
                  </a:lnTo>
                  <a:lnTo>
                    <a:pt x="255" y="6"/>
                  </a:lnTo>
                  <a:lnTo>
                    <a:pt x="257" y="146"/>
                  </a:lnTo>
                  <a:lnTo>
                    <a:pt x="260" y="289"/>
                  </a:lnTo>
                  <a:lnTo>
                    <a:pt x="263" y="433"/>
                  </a:lnTo>
                  <a:lnTo>
                    <a:pt x="273" y="579"/>
                  </a:lnTo>
                  <a:lnTo>
                    <a:pt x="288" y="724"/>
                  </a:lnTo>
                  <a:lnTo>
                    <a:pt x="313" y="871"/>
                  </a:lnTo>
                  <a:lnTo>
                    <a:pt x="349" y="1020"/>
                  </a:lnTo>
                  <a:lnTo>
                    <a:pt x="400" y="1169"/>
                  </a:lnTo>
                  <a:lnTo>
                    <a:pt x="0" y="1186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0" name="Freeform 251">
              <a:extLst>
                <a:ext uri="{FF2B5EF4-FFF2-40B4-BE49-F238E27FC236}">
                  <a16:creationId xmlns:a16="http://schemas.microsoft.com/office/drawing/2014/main" id="{AFDCE033-67D0-1A35-C480-06FF638EA5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" y="1245"/>
              <a:ext cx="62" cy="238"/>
            </a:xfrm>
            <a:custGeom>
              <a:avLst/>
              <a:gdLst>
                <a:gd name="T0" fmla="*/ 0 w 308"/>
                <a:gd name="T1" fmla="*/ 0 h 1186"/>
                <a:gd name="T2" fmla="*/ 0 w 308"/>
                <a:gd name="T3" fmla="*/ 0 h 1186"/>
                <a:gd name="T4" fmla="*/ 0 w 308"/>
                <a:gd name="T5" fmla="*/ 0 h 1186"/>
                <a:gd name="T6" fmla="*/ 0 w 308"/>
                <a:gd name="T7" fmla="*/ 0 h 1186"/>
                <a:gd name="T8" fmla="*/ 0 w 308"/>
                <a:gd name="T9" fmla="*/ 0 h 1186"/>
                <a:gd name="T10" fmla="*/ 0 w 308"/>
                <a:gd name="T11" fmla="*/ 0 h 1186"/>
                <a:gd name="T12" fmla="*/ 0 w 308"/>
                <a:gd name="T13" fmla="*/ 0 h 1186"/>
                <a:gd name="T14" fmla="*/ 0 w 308"/>
                <a:gd name="T15" fmla="*/ 0 h 1186"/>
                <a:gd name="T16" fmla="*/ 0 w 308"/>
                <a:gd name="T17" fmla="*/ 0 h 1186"/>
                <a:gd name="T18" fmla="*/ 0 w 308"/>
                <a:gd name="T19" fmla="*/ 0 h 1186"/>
                <a:gd name="T20" fmla="*/ 0 w 308"/>
                <a:gd name="T21" fmla="*/ 0 h 1186"/>
                <a:gd name="T22" fmla="*/ 0 w 308"/>
                <a:gd name="T23" fmla="*/ 0 h 1186"/>
                <a:gd name="T24" fmla="*/ 0 w 308"/>
                <a:gd name="T25" fmla="*/ 0 h 11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08"/>
                <a:gd name="T40" fmla="*/ 0 h 1186"/>
                <a:gd name="T41" fmla="*/ 308 w 308"/>
                <a:gd name="T42" fmla="*/ 1186 h 118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08" h="1186">
                  <a:moveTo>
                    <a:pt x="0" y="10"/>
                  </a:moveTo>
                  <a:lnTo>
                    <a:pt x="73" y="0"/>
                  </a:lnTo>
                  <a:lnTo>
                    <a:pt x="78" y="141"/>
                  </a:lnTo>
                  <a:lnTo>
                    <a:pt x="92" y="282"/>
                  </a:lnTo>
                  <a:lnTo>
                    <a:pt x="110" y="423"/>
                  </a:lnTo>
                  <a:lnTo>
                    <a:pt x="136" y="568"/>
                  </a:lnTo>
                  <a:lnTo>
                    <a:pt x="167" y="712"/>
                  </a:lnTo>
                  <a:lnTo>
                    <a:pt x="207" y="857"/>
                  </a:lnTo>
                  <a:lnTo>
                    <a:pt x="254" y="1003"/>
                  </a:lnTo>
                  <a:lnTo>
                    <a:pt x="308" y="1151"/>
                  </a:lnTo>
                  <a:lnTo>
                    <a:pt x="272" y="1155"/>
                  </a:lnTo>
                  <a:lnTo>
                    <a:pt x="0" y="1186"/>
                  </a:lnTo>
                  <a:lnTo>
                    <a:pt x="0" y="1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1" name="Freeform 252">
              <a:extLst>
                <a:ext uri="{FF2B5EF4-FFF2-40B4-BE49-F238E27FC236}">
                  <a16:creationId xmlns:a16="http://schemas.microsoft.com/office/drawing/2014/main" id="{9E00C2F2-198C-0E1E-D27B-2417140C92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" y="1258"/>
              <a:ext cx="43" cy="225"/>
            </a:xfrm>
            <a:custGeom>
              <a:avLst/>
              <a:gdLst>
                <a:gd name="T0" fmla="*/ 0 w 215"/>
                <a:gd name="T1" fmla="*/ 0 h 1124"/>
                <a:gd name="T2" fmla="*/ 0 w 215"/>
                <a:gd name="T3" fmla="*/ 0 h 1124"/>
                <a:gd name="T4" fmla="*/ 0 w 215"/>
                <a:gd name="T5" fmla="*/ 0 h 1124"/>
                <a:gd name="T6" fmla="*/ 0 w 215"/>
                <a:gd name="T7" fmla="*/ 0 h 1124"/>
                <a:gd name="T8" fmla="*/ 0 w 215"/>
                <a:gd name="T9" fmla="*/ 0 h 1124"/>
                <a:gd name="T10" fmla="*/ 0 w 215"/>
                <a:gd name="T11" fmla="*/ 0 h 1124"/>
                <a:gd name="T12" fmla="*/ 0 w 215"/>
                <a:gd name="T13" fmla="*/ 0 h 1124"/>
                <a:gd name="T14" fmla="*/ 0 w 215"/>
                <a:gd name="T15" fmla="*/ 0 h 1124"/>
                <a:gd name="T16" fmla="*/ 0 w 215"/>
                <a:gd name="T17" fmla="*/ 0 h 1124"/>
                <a:gd name="T18" fmla="*/ 0 w 215"/>
                <a:gd name="T19" fmla="*/ 0 h 1124"/>
                <a:gd name="T20" fmla="*/ 0 w 215"/>
                <a:gd name="T21" fmla="*/ 0 h 112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w 215"/>
                <a:gd name="T34" fmla="*/ 0 h 1124"/>
                <a:gd name="T35" fmla="*/ 215 w 215"/>
                <a:gd name="T36" fmla="*/ 1124 h 1124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T33" t="T34" r="T35" b="T36"/>
              <a:pathLst>
                <a:path w="215" h="1124">
                  <a:moveTo>
                    <a:pt x="0" y="0"/>
                  </a:moveTo>
                  <a:lnTo>
                    <a:pt x="19" y="159"/>
                  </a:lnTo>
                  <a:lnTo>
                    <a:pt x="40" y="312"/>
                  </a:lnTo>
                  <a:lnTo>
                    <a:pt x="62" y="458"/>
                  </a:lnTo>
                  <a:lnTo>
                    <a:pt x="85" y="599"/>
                  </a:lnTo>
                  <a:lnTo>
                    <a:pt x="109" y="733"/>
                  </a:lnTo>
                  <a:lnTo>
                    <a:pt x="138" y="861"/>
                  </a:lnTo>
                  <a:lnTo>
                    <a:pt x="173" y="983"/>
                  </a:lnTo>
                  <a:lnTo>
                    <a:pt x="215" y="1100"/>
                  </a:lnTo>
                  <a:lnTo>
                    <a:pt x="0" y="1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2" name="Freeform 253">
              <a:extLst>
                <a:ext uri="{FF2B5EF4-FFF2-40B4-BE49-F238E27FC236}">
                  <a16:creationId xmlns:a16="http://schemas.microsoft.com/office/drawing/2014/main" id="{D3BF351E-B2DF-CF32-6AFC-CA5DCF41E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1268"/>
              <a:ext cx="25" cy="14"/>
            </a:xfrm>
            <a:custGeom>
              <a:avLst/>
              <a:gdLst>
                <a:gd name="T0" fmla="*/ 0 w 127"/>
                <a:gd name="T1" fmla="*/ 0 h 69"/>
                <a:gd name="T2" fmla="*/ 0 w 127"/>
                <a:gd name="T3" fmla="*/ 0 h 69"/>
                <a:gd name="T4" fmla="*/ 0 w 127"/>
                <a:gd name="T5" fmla="*/ 0 h 69"/>
                <a:gd name="T6" fmla="*/ 0 w 127"/>
                <a:gd name="T7" fmla="*/ 0 h 69"/>
                <a:gd name="T8" fmla="*/ 0 w 127"/>
                <a:gd name="T9" fmla="*/ 0 h 69"/>
                <a:gd name="T10" fmla="*/ 0 w 127"/>
                <a:gd name="T11" fmla="*/ 0 h 69"/>
                <a:gd name="T12" fmla="*/ 0 w 127"/>
                <a:gd name="T13" fmla="*/ 0 h 69"/>
                <a:gd name="T14" fmla="*/ 0 w 127"/>
                <a:gd name="T15" fmla="*/ 0 h 69"/>
                <a:gd name="T16" fmla="*/ 0 w 127"/>
                <a:gd name="T17" fmla="*/ 0 h 69"/>
                <a:gd name="T18" fmla="*/ 0 w 127"/>
                <a:gd name="T19" fmla="*/ 0 h 69"/>
                <a:gd name="T20" fmla="*/ 0 w 127"/>
                <a:gd name="T21" fmla="*/ 0 h 69"/>
                <a:gd name="T22" fmla="*/ 0 w 127"/>
                <a:gd name="T23" fmla="*/ 0 h 69"/>
                <a:gd name="T24" fmla="*/ 0 w 127"/>
                <a:gd name="T25" fmla="*/ 0 h 6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7"/>
                <a:gd name="T40" fmla="*/ 0 h 69"/>
                <a:gd name="T41" fmla="*/ 127 w 127"/>
                <a:gd name="T42" fmla="*/ 69 h 6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7" h="69">
                  <a:moveTo>
                    <a:pt x="13" y="0"/>
                  </a:moveTo>
                  <a:lnTo>
                    <a:pt x="117" y="17"/>
                  </a:lnTo>
                  <a:lnTo>
                    <a:pt x="123" y="22"/>
                  </a:lnTo>
                  <a:lnTo>
                    <a:pt x="127" y="29"/>
                  </a:lnTo>
                  <a:lnTo>
                    <a:pt x="127" y="60"/>
                  </a:lnTo>
                  <a:lnTo>
                    <a:pt x="123" y="68"/>
                  </a:lnTo>
                  <a:lnTo>
                    <a:pt x="117" y="69"/>
                  </a:lnTo>
                  <a:lnTo>
                    <a:pt x="13" y="53"/>
                  </a:lnTo>
                  <a:lnTo>
                    <a:pt x="3" y="48"/>
                  </a:lnTo>
                  <a:lnTo>
                    <a:pt x="0" y="39"/>
                  </a:lnTo>
                  <a:lnTo>
                    <a:pt x="0" y="8"/>
                  </a:lnTo>
                  <a:lnTo>
                    <a:pt x="3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3" name="Freeform 254">
              <a:extLst>
                <a:ext uri="{FF2B5EF4-FFF2-40B4-BE49-F238E27FC236}">
                  <a16:creationId xmlns:a16="http://schemas.microsoft.com/office/drawing/2014/main" id="{925CC4EC-C9C7-9A8B-A3DB-5C2D62E3B2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" y="1282"/>
              <a:ext cx="27" cy="10"/>
            </a:xfrm>
            <a:custGeom>
              <a:avLst/>
              <a:gdLst>
                <a:gd name="T0" fmla="*/ 0 w 136"/>
                <a:gd name="T1" fmla="*/ 0 h 53"/>
                <a:gd name="T2" fmla="*/ 0 w 136"/>
                <a:gd name="T3" fmla="*/ 0 h 53"/>
                <a:gd name="T4" fmla="*/ 0 w 136"/>
                <a:gd name="T5" fmla="*/ 0 h 53"/>
                <a:gd name="T6" fmla="*/ 0 w 136"/>
                <a:gd name="T7" fmla="*/ 0 h 53"/>
                <a:gd name="T8" fmla="*/ 0 w 136"/>
                <a:gd name="T9" fmla="*/ 0 h 53"/>
                <a:gd name="T10" fmla="*/ 0 w 136"/>
                <a:gd name="T11" fmla="*/ 0 h 53"/>
                <a:gd name="T12" fmla="*/ 0 w 136"/>
                <a:gd name="T13" fmla="*/ 0 h 53"/>
                <a:gd name="T14" fmla="*/ 0 w 136"/>
                <a:gd name="T15" fmla="*/ 0 h 53"/>
                <a:gd name="T16" fmla="*/ 0 w 136"/>
                <a:gd name="T17" fmla="*/ 0 h 53"/>
                <a:gd name="T18" fmla="*/ 0 w 136"/>
                <a:gd name="T19" fmla="*/ 0 h 53"/>
                <a:gd name="T20" fmla="*/ 0 w 136"/>
                <a:gd name="T21" fmla="*/ 0 h 53"/>
                <a:gd name="T22" fmla="*/ 0 w 136"/>
                <a:gd name="T23" fmla="*/ 0 h 53"/>
                <a:gd name="T24" fmla="*/ 0 w 136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3"/>
                <a:gd name="T41" fmla="*/ 136 w 136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3">
                  <a:moveTo>
                    <a:pt x="14" y="0"/>
                  </a:moveTo>
                  <a:lnTo>
                    <a:pt x="124" y="0"/>
                  </a:lnTo>
                  <a:lnTo>
                    <a:pt x="133" y="2"/>
                  </a:lnTo>
                  <a:lnTo>
                    <a:pt x="136" y="12"/>
                  </a:lnTo>
                  <a:lnTo>
                    <a:pt x="136" y="42"/>
                  </a:lnTo>
                  <a:lnTo>
                    <a:pt x="133" y="49"/>
                  </a:lnTo>
                  <a:lnTo>
                    <a:pt x="124" y="53"/>
                  </a:lnTo>
                  <a:lnTo>
                    <a:pt x="14" y="53"/>
                  </a:lnTo>
                  <a:lnTo>
                    <a:pt x="4" y="49"/>
                  </a:lnTo>
                  <a:lnTo>
                    <a:pt x="0" y="42"/>
                  </a:lnTo>
                  <a:lnTo>
                    <a:pt x="0" y="12"/>
                  </a:lnTo>
                  <a:lnTo>
                    <a:pt x="4" y="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4" name="Freeform 255">
              <a:extLst>
                <a:ext uri="{FF2B5EF4-FFF2-40B4-BE49-F238E27FC236}">
                  <a16:creationId xmlns:a16="http://schemas.microsoft.com/office/drawing/2014/main" id="{9C0835A0-AD45-BE19-A9A0-089843EED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" y="1293"/>
              <a:ext cx="27" cy="12"/>
            </a:xfrm>
            <a:custGeom>
              <a:avLst/>
              <a:gdLst>
                <a:gd name="T0" fmla="*/ 0 w 138"/>
                <a:gd name="T1" fmla="*/ 0 h 58"/>
                <a:gd name="T2" fmla="*/ 0 w 138"/>
                <a:gd name="T3" fmla="*/ 0 h 58"/>
                <a:gd name="T4" fmla="*/ 0 w 138"/>
                <a:gd name="T5" fmla="*/ 0 h 58"/>
                <a:gd name="T6" fmla="*/ 0 w 138"/>
                <a:gd name="T7" fmla="*/ 0 h 58"/>
                <a:gd name="T8" fmla="*/ 0 w 138"/>
                <a:gd name="T9" fmla="*/ 0 h 58"/>
                <a:gd name="T10" fmla="*/ 0 w 138"/>
                <a:gd name="T11" fmla="*/ 0 h 58"/>
                <a:gd name="T12" fmla="*/ 0 w 138"/>
                <a:gd name="T13" fmla="*/ 0 h 58"/>
                <a:gd name="T14" fmla="*/ 0 w 138"/>
                <a:gd name="T15" fmla="*/ 0 h 58"/>
                <a:gd name="T16" fmla="*/ 0 w 138"/>
                <a:gd name="T17" fmla="*/ 0 h 58"/>
                <a:gd name="T18" fmla="*/ 0 w 138"/>
                <a:gd name="T19" fmla="*/ 0 h 58"/>
                <a:gd name="T20" fmla="*/ 0 w 138"/>
                <a:gd name="T21" fmla="*/ 0 h 58"/>
                <a:gd name="T22" fmla="*/ 0 w 138"/>
                <a:gd name="T23" fmla="*/ 0 h 58"/>
                <a:gd name="T24" fmla="*/ 0 w 138"/>
                <a:gd name="T25" fmla="*/ 0 h 5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8"/>
                <a:gd name="T41" fmla="*/ 138 w 138"/>
                <a:gd name="T42" fmla="*/ 58 h 58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8">
                  <a:moveTo>
                    <a:pt x="15" y="0"/>
                  </a:moveTo>
                  <a:lnTo>
                    <a:pt x="125" y="6"/>
                  </a:lnTo>
                  <a:lnTo>
                    <a:pt x="134" y="10"/>
                  </a:lnTo>
                  <a:lnTo>
                    <a:pt x="138" y="17"/>
                  </a:lnTo>
                  <a:lnTo>
                    <a:pt x="138" y="49"/>
                  </a:lnTo>
                  <a:lnTo>
                    <a:pt x="134" y="55"/>
                  </a:lnTo>
                  <a:lnTo>
                    <a:pt x="125" y="58"/>
                  </a:lnTo>
                  <a:lnTo>
                    <a:pt x="15" y="53"/>
                  </a:lnTo>
                  <a:lnTo>
                    <a:pt x="4" y="47"/>
                  </a:lnTo>
                  <a:lnTo>
                    <a:pt x="0" y="40"/>
                  </a:lnTo>
                  <a:lnTo>
                    <a:pt x="0" y="10"/>
                  </a:lnTo>
                  <a:lnTo>
                    <a:pt x="4" y="1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5" name="Freeform 256">
              <a:extLst>
                <a:ext uri="{FF2B5EF4-FFF2-40B4-BE49-F238E27FC236}">
                  <a16:creationId xmlns:a16="http://schemas.microsoft.com/office/drawing/2014/main" id="{6AEEFEAC-06FE-F09B-9023-C5343EA86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" y="1292"/>
              <a:ext cx="28" cy="13"/>
            </a:xfrm>
            <a:custGeom>
              <a:avLst/>
              <a:gdLst>
                <a:gd name="T0" fmla="*/ 0 w 138"/>
                <a:gd name="T1" fmla="*/ 0 h 62"/>
                <a:gd name="T2" fmla="*/ 0 w 138"/>
                <a:gd name="T3" fmla="*/ 0 h 62"/>
                <a:gd name="T4" fmla="*/ 0 w 138"/>
                <a:gd name="T5" fmla="*/ 0 h 62"/>
                <a:gd name="T6" fmla="*/ 0 w 138"/>
                <a:gd name="T7" fmla="*/ 0 h 62"/>
                <a:gd name="T8" fmla="*/ 0 w 138"/>
                <a:gd name="T9" fmla="*/ 0 h 62"/>
                <a:gd name="T10" fmla="*/ 0 w 138"/>
                <a:gd name="T11" fmla="*/ 0 h 62"/>
                <a:gd name="T12" fmla="*/ 0 w 138"/>
                <a:gd name="T13" fmla="*/ 0 h 62"/>
                <a:gd name="T14" fmla="*/ 0 w 138"/>
                <a:gd name="T15" fmla="*/ 0 h 62"/>
                <a:gd name="T16" fmla="*/ 0 w 138"/>
                <a:gd name="T17" fmla="*/ 0 h 62"/>
                <a:gd name="T18" fmla="*/ 0 w 138"/>
                <a:gd name="T19" fmla="*/ 0 h 62"/>
                <a:gd name="T20" fmla="*/ 0 w 138"/>
                <a:gd name="T21" fmla="*/ 0 h 62"/>
                <a:gd name="T22" fmla="*/ 0 w 138"/>
                <a:gd name="T23" fmla="*/ 0 h 62"/>
                <a:gd name="T24" fmla="*/ 0 w 138"/>
                <a:gd name="T25" fmla="*/ 0 h 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62"/>
                <a:gd name="T41" fmla="*/ 138 w 138"/>
                <a:gd name="T42" fmla="*/ 62 h 6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62">
                  <a:moveTo>
                    <a:pt x="13" y="10"/>
                  </a:moveTo>
                  <a:lnTo>
                    <a:pt x="125" y="0"/>
                  </a:lnTo>
                  <a:lnTo>
                    <a:pt x="134" y="2"/>
                  </a:lnTo>
                  <a:lnTo>
                    <a:pt x="138" y="10"/>
                  </a:lnTo>
                  <a:lnTo>
                    <a:pt x="138" y="41"/>
                  </a:lnTo>
                  <a:lnTo>
                    <a:pt x="134" y="47"/>
                  </a:lnTo>
                  <a:lnTo>
                    <a:pt x="125" y="53"/>
                  </a:lnTo>
                  <a:lnTo>
                    <a:pt x="13" y="62"/>
                  </a:lnTo>
                  <a:lnTo>
                    <a:pt x="3" y="59"/>
                  </a:lnTo>
                  <a:lnTo>
                    <a:pt x="0" y="53"/>
                  </a:lnTo>
                  <a:lnTo>
                    <a:pt x="0" y="21"/>
                  </a:lnTo>
                  <a:lnTo>
                    <a:pt x="3" y="14"/>
                  </a:lnTo>
                  <a:lnTo>
                    <a:pt x="13" y="1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6" name="Freeform 257">
              <a:extLst>
                <a:ext uri="{FF2B5EF4-FFF2-40B4-BE49-F238E27FC236}">
                  <a16:creationId xmlns:a16="http://schemas.microsoft.com/office/drawing/2014/main" id="{F90940A4-D341-DA9C-C3F5-1471E70D6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" y="1333"/>
              <a:ext cx="27" cy="11"/>
            </a:xfrm>
            <a:custGeom>
              <a:avLst/>
              <a:gdLst>
                <a:gd name="T0" fmla="*/ 0 w 135"/>
                <a:gd name="T1" fmla="*/ 0 h 57"/>
                <a:gd name="T2" fmla="*/ 0 w 135"/>
                <a:gd name="T3" fmla="*/ 0 h 57"/>
                <a:gd name="T4" fmla="*/ 0 w 135"/>
                <a:gd name="T5" fmla="*/ 0 h 57"/>
                <a:gd name="T6" fmla="*/ 0 w 135"/>
                <a:gd name="T7" fmla="*/ 0 h 57"/>
                <a:gd name="T8" fmla="*/ 0 w 135"/>
                <a:gd name="T9" fmla="*/ 0 h 57"/>
                <a:gd name="T10" fmla="*/ 0 w 135"/>
                <a:gd name="T11" fmla="*/ 0 h 57"/>
                <a:gd name="T12" fmla="*/ 0 w 135"/>
                <a:gd name="T13" fmla="*/ 0 h 57"/>
                <a:gd name="T14" fmla="*/ 0 w 135"/>
                <a:gd name="T15" fmla="*/ 0 h 57"/>
                <a:gd name="T16" fmla="*/ 0 w 135"/>
                <a:gd name="T17" fmla="*/ 0 h 57"/>
                <a:gd name="T18" fmla="*/ 0 w 135"/>
                <a:gd name="T19" fmla="*/ 0 h 57"/>
                <a:gd name="T20" fmla="*/ 0 w 135"/>
                <a:gd name="T21" fmla="*/ 0 h 57"/>
                <a:gd name="T22" fmla="*/ 0 w 135"/>
                <a:gd name="T23" fmla="*/ 0 h 57"/>
                <a:gd name="T24" fmla="*/ 0 w 135"/>
                <a:gd name="T25" fmla="*/ 0 h 5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7"/>
                <a:gd name="T41" fmla="*/ 135 w 135"/>
                <a:gd name="T42" fmla="*/ 57 h 5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7">
                  <a:moveTo>
                    <a:pt x="12" y="0"/>
                  </a:moveTo>
                  <a:lnTo>
                    <a:pt x="122" y="2"/>
                  </a:lnTo>
                  <a:lnTo>
                    <a:pt x="131" y="6"/>
                  </a:lnTo>
                  <a:lnTo>
                    <a:pt x="135" y="15"/>
                  </a:lnTo>
                  <a:lnTo>
                    <a:pt x="135" y="46"/>
                  </a:lnTo>
                  <a:lnTo>
                    <a:pt x="131" y="53"/>
                  </a:lnTo>
                  <a:lnTo>
                    <a:pt x="122" y="57"/>
                  </a:lnTo>
                  <a:lnTo>
                    <a:pt x="12" y="53"/>
                  </a:lnTo>
                  <a:lnTo>
                    <a:pt x="2" y="48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2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7" name="Freeform 258">
              <a:extLst>
                <a:ext uri="{FF2B5EF4-FFF2-40B4-BE49-F238E27FC236}">
                  <a16:creationId xmlns:a16="http://schemas.microsoft.com/office/drawing/2014/main" id="{0F293673-9625-7AE4-B3A0-E8D83E8F7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" y="1318"/>
              <a:ext cx="24" cy="13"/>
            </a:xfrm>
            <a:custGeom>
              <a:avLst/>
              <a:gdLst>
                <a:gd name="T0" fmla="*/ 0 w 120"/>
                <a:gd name="T1" fmla="*/ 0 h 66"/>
                <a:gd name="T2" fmla="*/ 0 w 120"/>
                <a:gd name="T3" fmla="*/ 0 h 66"/>
                <a:gd name="T4" fmla="*/ 0 w 120"/>
                <a:gd name="T5" fmla="*/ 0 h 66"/>
                <a:gd name="T6" fmla="*/ 0 w 120"/>
                <a:gd name="T7" fmla="*/ 0 h 66"/>
                <a:gd name="T8" fmla="*/ 0 w 120"/>
                <a:gd name="T9" fmla="*/ 0 h 66"/>
                <a:gd name="T10" fmla="*/ 0 w 120"/>
                <a:gd name="T11" fmla="*/ 0 h 66"/>
                <a:gd name="T12" fmla="*/ 0 w 120"/>
                <a:gd name="T13" fmla="*/ 0 h 66"/>
                <a:gd name="T14" fmla="*/ 0 w 120"/>
                <a:gd name="T15" fmla="*/ 0 h 66"/>
                <a:gd name="T16" fmla="*/ 0 w 120"/>
                <a:gd name="T17" fmla="*/ 0 h 66"/>
                <a:gd name="T18" fmla="*/ 0 w 120"/>
                <a:gd name="T19" fmla="*/ 0 h 66"/>
                <a:gd name="T20" fmla="*/ 0 w 120"/>
                <a:gd name="T21" fmla="*/ 0 h 66"/>
                <a:gd name="T22" fmla="*/ 0 w 120"/>
                <a:gd name="T23" fmla="*/ 0 h 66"/>
                <a:gd name="T24" fmla="*/ 0 w 120"/>
                <a:gd name="T25" fmla="*/ 0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0"/>
                <a:gd name="T40" fmla="*/ 0 h 66"/>
                <a:gd name="T41" fmla="*/ 120 w 120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0" h="66">
                  <a:moveTo>
                    <a:pt x="12" y="0"/>
                  </a:moveTo>
                  <a:lnTo>
                    <a:pt x="109" y="15"/>
                  </a:lnTo>
                  <a:lnTo>
                    <a:pt x="116" y="19"/>
                  </a:lnTo>
                  <a:lnTo>
                    <a:pt x="120" y="28"/>
                  </a:lnTo>
                  <a:lnTo>
                    <a:pt x="120" y="57"/>
                  </a:lnTo>
                  <a:lnTo>
                    <a:pt x="116" y="64"/>
                  </a:lnTo>
                  <a:lnTo>
                    <a:pt x="109" y="66"/>
                  </a:lnTo>
                  <a:lnTo>
                    <a:pt x="12" y="54"/>
                  </a:lnTo>
                  <a:lnTo>
                    <a:pt x="2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8" name="Freeform 259">
              <a:extLst>
                <a:ext uri="{FF2B5EF4-FFF2-40B4-BE49-F238E27FC236}">
                  <a16:creationId xmlns:a16="http://schemas.microsoft.com/office/drawing/2014/main" id="{7A6083FB-C5A9-FAEE-0462-A3E39D10AF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" y="1250"/>
              <a:ext cx="24" cy="13"/>
            </a:xfrm>
            <a:custGeom>
              <a:avLst/>
              <a:gdLst>
                <a:gd name="T0" fmla="*/ 0 w 118"/>
                <a:gd name="T1" fmla="*/ 0 h 66"/>
                <a:gd name="T2" fmla="*/ 0 w 118"/>
                <a:gd name="T3" fmla="*/ 0 h 66"/>
                <a:gd name="T4" fmla="*/ 0 w 118"/>
                <a:gd name="T5" fmla="*/ 0 h 66"/>
                <a:gd name="T6" fmla="*/ 0 w 118"/>
                <a:gd name="T7" fmla="*/ 0 h 66"/>
                <a:gd name="T8" fmla="*/ 0 w 118"/>
                <a:gd name="T9" fmla="*/ 0 h 66"/>
                <a:gd name="T10" fmla="*/ 0 w 118"/>
                <a:gd name="T11" fmla="*/ 0 h 66"/>
                <a:gd name="T12" fmla="*/ 0 w 118"/>
                <a:gd name="T13" fmla="*/ 0 h 66"/>
                <a:gd name="T14" fmla="*/ 0 w 118"/>
                <a:gd name="T15" fmla="*/ 0 h 66"/>
                <a:gd name="T16" fmla="*/ 0 w 118"/>
                <a:gd name="T17" fmla="*/ 0 h 66"/>
                <a:gd name="T18" fmla="*/ 0 w 118"/>
                <a:gd name="T19" fmla="*/ 0 h 66"/>
                <a:gd name="T20" fmla="*/ 0 w 118"/>
                <a:gd name="T21" fmla="*/ 0 h 66"/>
                <a:gd name="T22" fmla="*/ 0 w 118"/>
                <a:gd name="T23" fmla="*/ 0 h 66"/>
                <a:gd name="T24" fmla="*/ 0 w 118"/>
                <a:gd name="T25" fmla="*/ 0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8"/>
                <a:gd name="T40" fmla="*/ 0 h 66"/>
                <a:gd name="T41" fmla="*/ 118 w 118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8" h="66">
                  <a:moveTo>
                    <a:pt x="10" y="0"/>
                  </a:moveTo>
                  <a:lnTo>
                    <a:pt x="105" y="14"/>
                  </a:lnTo>
                  <a:lnTo>
                    <a:pt x="114" y="16"/>
                  </a:lnTo>
                  <a:lnTo>
                    <a:pt x="118" y="26"/>
                  </a:lnTo>
                  <a:lnTo>
                    <a:pt x="118" y="57"/>
                  </a:lnTo>
                  <a:lnTo>
                    <a:pt x="114" y="63"/>
                  </a:lnTo>
                  <a:lnTo>
                    <a:pt x="105" y="66"/>
                  </a:lnTo>
                  <a:lnTo>
                    <a:pt x="10" y="53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9"/>
                  </a:lnTo>
                  <a:lnTo>
                    <a:pt x="2" y="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0F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09" name="Freeform 260">
              <a:extLst>
                <a:ext uri="{FF2B5EF4-FFF2-40B4-BE49-F238E27FC236}">
                  <a16:creationId xmlns:a16="http://schemas.microsoft.com/office/drawing/2014/main" id="{9E9CF062-67E6-6CB7-9C22-F480D7DCD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" y="1330"/>
              <a:ext cx="24" cy="13"/>
            </a:xfrm>
            <a:custGeom>
              <a:avLst/>
              <a:gdLst>
                <a:gd name="T0" fmla="*/ 0 w 118"/>
                <a:gd name="T1" fmla="*/ 0 h 69"/>
                <a:gd name="T2" fmla="*/ 0 w 118"/>
                <a:gd name="T3" fmla="*/ 0 h 69"/>
                <a:gd name="T4" fmla="*/ 0 w 118"/>
                <a:gd name="T5" fmla="*/ 0 h 69"/>
                <a:gd name="T6" fmla="*/ 0 w 118"/>
                <a:gd name="T7" fmla="*/ 0 h 69"/>
                <a:gd name="T8" fmla="*/ 0 w 118"/>
                <a:gd name="T9" fmla="*/ 0 h 69"/>
                <a:gd name="T10" fmla="*/ 0 w 118"/>
                <a:gd name="T11" fmla="*/ 0 h 69"/>
                <a:gd name="T12" fmla="*/ 0 w 118"/>
                <a:gd name="T13" fmla="*/ 0 h 69"/>
                <a:gd name="T14" fmla="*/ 0 w 118"/>
                <a:gd name="T15" fmla="*/ 0 h 69"/>
                <a:gd name="T16" fmla="*/ 0 w 118"/>
                <a:gd name="T17" fmla="*/ 0 h 69"/>
                <a:gd name="T18" fmla="*/ 0 w 118"/>
                <a:gd name="T19" fmla="*/ 0 h 69"/>
                <a:gd name="T20" fmla="*/ 0 w 118"/>
                <a:gd name="T21" fmla="*/ 0 h 69"/>
                <a:gd name="T22" fmla="*/ 0 w 118"/>
                <a:gd name="T23" fmla="*/ 0 h 69"/>
                <a:gd name="T24" fmla="*/ 0 w 118"/>
                <a:gd name="T25" fmla="*/ 0 h 6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8"/>
                <a:gd name="T40" fmla="*/ 0 h 69"/>
                <a:gd name="T41" fmla="*/ 118 w 118"/>
                <a:gd name="T42" fmla="*/ 69 h 6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8" h="69">
                  <a:moveTo>
                    <a:pt x="11" y="0"/>
                  </a:moveTo>
                  <a:lnTo>
                    <a:pt x="108" y="16"/>
                  </a:lnTo>
                  <a:lnTo>
                    <a:pt x="114" y="20"/>
                  </a:lnTo>
                  <a:lnTo>
                    <a:pt x="118" y="30"/>
                  </a:lnTo>
                  <a:lnTo>
                    <a:pt x="118" y="59"/>
                  </a:lnTo>
                  <a:lnTo>
                    <a:pt x="114" y="66"/>
                  </a:lnTo>
                  <a:lnTo>
                    <a:pt x="108" y="69"/>
                  </a:lnTo>
                  <a:lnTo>
                    <a:pt x="11" y="51"/>
                  </a:lnTo>
                  <a:lnTo>
                    <a:pt x="3" y="46"/>
                  </a:lnTo>
                  <a:lnTo>
                    <a:pt x="0" y="38"/>
                  </a:lnTo>
                  <a:lnTo>
                    <a:pt x="0" y="9"/>
                  </a:lnTo>
                  <a:lnTo>
                    <a:pt x="3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0" name="Freeform 261">
              <a:extLst>
                <a:ext uri="{FF2B5EF4-FFF2-40B4-BE49-F238E27FC236}">
                  <a16:creationId xmlns:a16="http://schemas.microsoft.com/office/drawing/2014/main" id="{B0B1C925-8282-E5E5-ED9C-5248CABF9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" y="1380"/>
              <a:ext cx="22" cy="13"/>
            </a:xfrm>
            <a:custGeom>
              <a:avLst/>
              <a:gdLst>
                <a:gd name="T0" fmla="*/ 0 w 112"/>
                <a:gd name="T1" fmla="*/ 0 h 65"/>
                <a:gd name="T2" fmla="*/ 0 w 112"/>
                <a:gd name="T3" fmla="*/ 0 h 65"/>
                <a:gd name="T4" fmla="*/ 0 w 112"/>
                <a:gd name="T5" fmla="*/ 0 h 65"/>
                <a:gd name="T6" fmla="*/ 0 w 112"/>
                <a:gd name="T7" fmla="*/ 0 h 65"/>
                <a:gd name="T8" fmla="*/ 0 w 112"/>
                <a:gd name="T9" fmla="*/ 0 h 65"/>
                <a:gd name="T10" fmla="*/ 0 w 112"/>
                <a:gd name="T11" fmla="*/ 0 h 65"/>
                <a:gd name="T12" fmla="*/ 0 w 112"/>
                <a:gd name="T13" fmla="*/ 0 h 65"/>
                <a:gd name="T14" fmla="*/ 0 w 112"/>
                <a:gd name="T15" fmla="*/ 0 h 65"/>
                <a:gd name="T16" fmla="*/ 0 w 112"/>
                <a:gd name="T17" fmla="*/ 0 h 65"/>
                <a:gd name="T18" fmla="*/ 0 w 112"/>
                <a:gd name="T19" fmla="*/ 0 h 65"/>
                <a:gd name="T20" fmla="*/ 0 w 112"/>
                <a:gd name="T21" fmla="*/ 0 h 65"/>
                <a:gd name="T22" fmla="*/ 0 w 112"/>
                <a:gd name="T23" fmla="*/ 0 h 65"/>
                <a:gd name="T24" fmla="*/ 0 w 112"/>
                <a:gd name="T25" fmla="*/ 0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2"/>
                <a:gd name="T40" fmla="*/ 0 h 65"/>
                <a:gd name="T41" fmla="*/ 112 w 112"/>
                <a:gd name="T42" fmla="*/ 65 h 6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2" h="65">
                  <a:moveTo>
                    <a:pt x="10" y="0"/>
                  </a:moveTo>
                  <a:lnTo>
                    <a:pt x="102" y="15"/>
                  </a:lnTo>
                  <a:lnTo>
                    <a:pt x="108" y="18"/>
                  </a:lnTo>
                  <a:lnTo>
                    <a:pt x="112" y="27"/>
                  </a:lnTo>
                  <a:lnTo>
                    <a:pt x="112" y="57"/>
                  </a:lnTo>
                  <a:lnTo>
                    <a:pt x="108" y="64"/>
                  </a:lnTo>
                  <a:lnTo>
                    <a:pt x="102" y="65"/>
                  </a:lnTo>
                  <a:lnTo>
                    <a:pt x="10" y="52"/>
                  </a:lnTo>
                  <a:lnTo>
                    <a:pt x="2" y="46"/>
                  </a:lnTo>
                  <a:lnTo>
                    <a:pt x="0" y="39"/>
                  </a:lnTo>
                  <a:lnTo>
                    <a:pt x="0" y="8"/>
                  </a:lnTo>
                  <a:lnTo>
                    <a:pt x="2" y="1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1" name="Freeform 262">
              <a:extLst>
                <a:ext uri="{FF2B5EF4-FFF2-40B4-BE49-F238E27FC236}">
                  <a16:creationId xmlns:a16="http://schemas.microsoft.com/office/drawing/2014/main" id="{5DB7A297-83FE-8FAA-0E33-010222B16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" y="1462"/>
              <a:ext cx="17" cy="12"/>
            </a:xfrm>
            <a:custGeom>
              <a:avLst/>
              <a:gdLst>
                <a:gd name="T0" fmla="*/ 0 w 86"/>
                <a:gd name="T1" fmla="*/ 0 h 64"/>
                <a:gd name="T2" fmla="*/ 0 w 86"/>
                <a:gd name="T3" fmla="*/ 0 h 64"/>
                <a:gd name="T4" fmla="*/ 0 w 86"/>
                <a:gd name="T5" fmla="*/ 0 h 64"/>
                <a:gd name="T6" fmla="*/ 0 w 86"/>
                <a:gd name="T7" fmla="*/ 0 h 64"/>
                <a:gd name="T8" fmla="*/ 0 w 86"/>
                <a:gd name="T9" fmla="*/ 0 h 64"/>
                <a:gd name="T10" fmla="*/ 0 w 86"/>
                <a:gd name="T11" fmla="*/ 0 h 64"/>
                <a:gd name="T12" fmla="*/ 0 w 86"/>
                <a:gd name="T13" fmla="*/ 0 h 64"/>
                <a:gd name="T14" fmla="*/ 0 w 86"/>
                <a:gd name="T15" fmla="*/ 0 h 64"/>
                <a:gd name="T16" fmla="*/ 0 w 86"/>
                <a:gd name="T17" fmla="*/ 0 h 64"/>
                <a:gd name="T18" fmla="*/ 0 w 86"/>
                <a:gd name="T19" fmla="*/ 0 h 64"/>
                <a:gd name="T20" fmla="*/ 0 w 86"/>
                <a:gd name="T21" fmla="*/ 0 h 64"/>
                <a:gd name="T22" fmla="*/ 0 w 86"/>
                <a:gd name="T23" fmla="*/ 0 h 64"/>
                <a:gd name="T24" fmla="*/ 0 w 86"/>
                <a:gd name="T25" fmla="*/ 0 h 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"/>
                <a:gd name="T40" fmla="*/ 0 h 64"/>
                <a:gd name="T41" fmla="*/ 86 w 86"/>
                <a:gd name="T42" fmla="*/ 64 h 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" h="64">
                  <a:moveTo>
                    <a:pt x="9" y="12"/>
                  </a:moveTo>
                  <a:lnTo>
                    <a:pt x="78" y="0"/>
                  </a:lnTo>
                  <a:lnTo>
                    <a:pt x="83" y="2"/>
                  </a:lnTo>
                  <a:lnTo>
                    <a:pt x="86" y="11"/>
                  </a:lnTo>
                  <a:lnTo>
                    <a:pt x="86" y="41"/>
                  </a:lnTo>
                  <a:lnTo>
                    <a:pt x="83" y="48"/>
                  </a:lnTo>
                  <a:lnTo>
                    <a:pt x="78" y="53"/>
                  </a:lnTo>
                  <a:lnTo>
                    <a:pt x="9" y="64"/>
                  </a:lnTo>
                  <a:lnTo>
                    <a:pt x="1" y="62"/>
                  </a:lnTo>
                  <a:lnTo>
                    <a:pt x="0" y="54"/>
                  </a:lnTo>
                  <a:lnTo>
                    <a:pt x="0" y="25"/>
                  </a:lnTo>
                  <a:lnTo>
                    <a:pt x="1" y="16"/>
                  </a:lnTo>
                  <a:lnTo>
                    <a:pt x="9" y="12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2" name="Freeform 263">
              <a:extLst>
                <a:ext uri="{FF2B5EF4-FFF2-40B4-BE49-F238E27FC236}">
                  <a16:creationId xmlns:a16="http://schemas.microsoft.com/office/drawing/2014/main" id="{37BD667E-5FB1-B3C1-63A3-FB5BC77BB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" y="1427"/>
              <a:ext cx="17" cy="13"/>
            </a:xfrm>
            <a:custGeom>
              <a:avLst/>
              <a:gdLst>
                <a:gd name="T0" fmla="*/ 0 w 86"/>
                <a:gd name="T1" fmla="*/ 0 h 65"/>
                <a:gd name="T2" fmla="*/ 0 w 86"/>
                <a:gd name="T3" fmla="*/ 0 h 65"/>
                <a:gd name="T4" fmla="*/ 0 w 86"/>
                <a:gd name="T5" fmla="*/ 0 h 65"/>
                <a:gd name="T6" fmla="*/ 0 w 86"/>
                <a:gd name="T7" fmla="*/ 0 h 65"/>
                <a:gd name="T8" fmla="*/ 0 w 86"/>
                <a:gd name="T9" fmla="*/ 0 h 65"/>
                <a:gd name="T10" fmla="*/ 0 w 86"/>
                <a:gd name="T11" fmla="*/ 0 h 65"/>
                <a:gd name="T12" fmla="*/ 0 w 86"/>
                <a:gd name="T13" fmla="*/ 0 h 65"/>
                <a:gd name="T14" fmla="*/ 0 w 86"/>
                <a:gd name="T15" fmla="*/ 0 h 65"/>
                <a:gd name="T16" fmla="*/ 0 w 86"/>
                <a:gd name="T17" fmla="*/ 0 h 65"/>
                <a:gd name="T18" fmla="*/ 0 w 86"/>
                <a:gd name="T19" fmla="*/ 0 h 65"/>
                <a:gd name="T20" fmla="*/ 0 w 86"/>
                <a:gd name="T21" fmla="*/ 0 h 65"/>
                <a:gd name="T22" fmla="*/ 0 w 86"/>
                <a:gd name="T23" fmla="*/ 0 h 65"/>
                <a:gd name="T24" fmla="*/ 0 w 86"/>
                <a:gd name="T25" fmla="*/ 0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86"/>
                <a:gd name="T40" fmla="*/ 0 h 65"/>
                <a:gd name="T41" fmla="*/ 86 w 86"/>
                <a:gd name="T42" fmla="*/ 65 h 6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86" h="65">
                  <a:moveTo>
                    <a:pt x="8" y="13"/>
                  </a:moveTo>
                  <a:lnTo>
                    <a:pt x="79" y="0"/>
                  </a:lnTo>
                  <a:lnTo>
                    <a:pt x="84" y="3"/>
                  </a:lnTo>
                  <a:lnTo>
                    <a:pt x="86" y="9"/>
                  </a:lnTo>
                  <a:lnTo>
                    <a:pt x="86" y="41"/>
                  </a:lnTo>
                  <a:lnTo>
                    <a:pt x="84" y="49"/>
                  </a:lnTo>
                  <a:lnTo>
                    <a:pt x="79" y="54"/>
                  </a:lnTo>
                  <a:lnTo>
                    <a:pt x="8" y="65"/>
                  </a:lnTo>
                  <a:lnTo>
                    <a:pt x="1" y="62"/>
                  </a:lnTo>
                  <a:lnTo>
                    <a:pt x="0" y="56"/>
                  </a:lnTo>
                  <a:lnTo>
                    <a:pt x="0" y="25"/>
                  </a:lnTo>
                  <a:lnTo>
                    <a:pt x="1" y="16"/>
                  </a:lnTo>
                  <a:lnTo>
                    <a:pt x="8" y="13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3" name="Freeform 264">
              <a:extLst>
                <a:ext uri="{FF2B5EF4-FFF2-40B4-BE49-F238E27FC236}">
                  <a16:creationId xmlns:a16="http://schemas.microsoft.com/office/drawing/2014/main" id="{E57CCEEC-3A88-7099-A31B-A4AB5DDFD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8" y="1422"/>
              <a:ext cx="23" cy="13"/>
            </a:xfrm>
            <a:custGeom>
              <a:avLst/>
              <a:gdLst>
                <a:gd name="T0" fmla="*/ 0 w 117"/>
                <a:gd name="T1" fmla="*/ 0 h 63"/>
                <a:gd name="T2" fmla="*/ 0 w 117"/>
                <a:gd name="T3" fmla="*/ 0 h 63"/>
                <a:gd name="T4" fmla="*/ 0 w 117"/>
                <a:gd name="T5" fmla="*/ 0 h 63"/>
                <a:gd name="T6" fmla="*/ 0 w 117"/>
                <a:gd name="T7" fmla="*/ 0 h 63"/>
                <a:gd name="T8" fmla="*/ 0 w 117"/>
                <a:gd name="T9" fmla="*/ 0 h 63"/>
                <a:gd name="T10" fmla="*/ 0 w 117"/>
                <a:gd name="T11" fmla="*/ 0 h 63"/>
                <a:gd name="T12" fmla="*/ 0 w 117"/>
                <a:gd name="T13" fmla="*/ 0 h 63"/>
                <a:gd name="T14" fmla="*/ 0 w 117"/>
                <a:gd name="T15" fmla="*/ 0 h 63"/>
                <a:gd name="T16" fmla="*/ 0 w 117"/>
                <a:gd name="T17" fmla="*/ 0 h 63"/>
                <a:gd name="T18" fmla="*/ 0 w 117"/>
                <a:gd name="T19" fmla="*/ 0 h 63"/>
                <a:gd name="T20" fmla="*/ 0 w 117"/>
                <a:gd name="T21" fmla="*/ 0 h 63"/>
                <a:gd name="T22" fmla="*/ 0 w 117"/>
                <a:gd name="T23" fmla="*/ 0 h 63"/>
                <a:gd name="T24" fmla="*/ 0 w 117"/>
                <a:gd name="T25" fmla="*/ 0 h 6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7"/>
                <a:gd name="T40" fmla="*/ 0 h 63"/>
                <a:gd name="T41" fmla="*/ 117 w 117"/>
                <a:gd name="T42" fmla="*/ 63 h 6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7" h="63">
                  <a:moveTo>
                    <a:pt x="12" y="0"/>
                  </a:moveTo>
                  <a:lnTo>
                    <a:pt x="106" y="11"/>
                  </a:lnTo>
                  <a:lnTo>
                    <a:pt x="113" y="15"/>
                  </a:lnTo>
                  <a:lnTo>
                    <a:pt x="117" y="23"/>
                  </a:lnTo>
                  <a:lnTo>
                    <a:pt x="117" y="53"/>
                  </a:lnTo>
                  <a:lnTo>
                    <a:pt x="113" y="60"/>
                  </a:lnTo>
                  <a:lnTo>
                    <a:pt x="106" y="63"/>
                  </a:lnTo>
                  <a:lnTo>
                    <a:pt x="12" y="52"/>
                  </a:lnTo>
                  <a:lnTo>
                    <a:pt x="3" y="47"/>
                  </a:lnTo>
                  <a:lnTo>
                    <a:pt x="0" y="39"/>
                  </a:lnTo>
                  <a:lnTo>
                    <a:pt x="0" y="10"/>
                  </a:lnTo>
                  <a:lnTo>
                    <a:pt x="3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4" name="Freeform 265">
              <a:extLst>
                <a:ext uri="{FF2B5EF4-FFF2-40B4-BE49-F238E27FC236}">
                  <a16:creationId xmlns:a16="http://schemas.microsoft.com/office/drawing/2014/main" id="{83C34634-71A3-AF4E-E4C4-77C0EC999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" y="1450"/>
              <a:ext cx="24" cy="14"/>
            </a:xfrm>
            <a:custGeom>
              <a:avLst/>
              <a:gdLst>
                <a:gd name="T0" fmla="*/ 0 w 121"/>
                <a:gd name="T1" fmla="*/ 0 h 67"/>
                <a:gd name="T2" fmla="*/ 0 w 121"/>
                <a:gd name="T3" fmla="*/ 0 h 67"/>
                <a:gd name="T4" fmla="*/ 0 w 121"/>
                <a:gd name="T5" fmla="*/ 0 h 67"/>
                <a:gd name="T6" fmla="*/ 0 w 121"/>
                <a:gd name="T7" fmla="*/ 0 h 67"/>
                <a:gd name="T8" fmla="*/ 0 w 121"/>
                <a:gd name="T9" fmla="*/ 0 h 67"/>
                <a:gd name="T10" fmla="*/ 0 w 121"/>
                <a:gd name="T11" fmla="*/ 0 h 67"/>
                <a:gd name="T12" fmla="*/ 0 w 121"/>
                <a:gd name="T13" fmla="*/ 0 h 67"/>
                <a:gd name="T14" fmla="*/ 0 w 121"/>
                <a:gd name="T15" fmla="*/ 0 h 67"/>
                <a:gd name="T16" fmla="*/ 0 w 121"/>
                <a:gd name="T17" fmla="*/ 0 h 67"/>
                <a:gd name="T18" fmla="*/ 0 w 121"/>
                <a:gd name="T19" fmla="*/ 0 h 67"/>
                <a:gd name="T20" fmla="*/ 0 w 121"/>
                <a:gd name="T21" fmla="*/ 0 h 67"/>
                <a:gd name="T22" fmla="*/ 0 w 121"/>
                <a:gd name="T23" fmla="*/ 0 h 67"/>
                <a:gd name="T24" fmla="*/ 0 w 121"/>
                <a:gd name="T25" fmla="*/ 0 h 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1"/>
                <a:gd name="T40" fmla="*/ 0 h 67"/>
                <a:gd name="T41" fmla="*/ 121 w 121"/>
                <a:gd name="T42" fmla="*/ 67 h 67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1" h="67">
                  <a:moveTo>
                    <a:pt x="12" y="15"/>
                  </a:moveTo>
                  <a:lnTo>
                    <a:pt x="111" y="0"/>
                  </a:lnTo>
                  <a:lnTo>
                    <a:pt x="118" y="1"/>
                  </a:lnTo>
                  <a:lnTo>
                    <a:pt x="121" y="10"/>
                  </a:lnTo>
                  <a:lnTo>
                    <a:pt x="121" y="40"/>
                  </a:lnTo>
                  <a:lnTo>
                    <a:pt x="118" y="47"/>
                  </a:lnTo>
                  <a:lnTo>
                    <a:pt x="111" y="52"/>
                  </a:lnTo>
                  <a:lnTo>
                    <a:pt x="12" y="67"/>
                  </a:lnTo>
                  <a:lnTo>
                    <a:pt x="4" y="63"/>
                  </a:lnTo>
                  <a:lnTo>
                    <a:pt x="0" y="56"/>
                  </a:lnTo>
                  <a:lnTo>
                    <a:pt x="0" y="27"/>
                  </a:lnTo>
                  <a:lnTo>
                    <a:pt x="4" y="18"/>
                  </a:lnTo>
                  <a:lnTo>
                    <a:pt x="12" y="15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5" name="Freeform 266">
              <a:extLst>
                <a:ext uri="{FF2B5EF4-FFF2-40B4-BE49-F238E27FC236}">
                  <a16:creationId xmlns:a16="http://schemas.microsoft.com/office/drawing/2014/main" id="{E73398F0-653E-8933-E9DC-C3DAC354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" y="1416"/>
              <a:ext cx="24" cy="12"/>
            </a:xfrm>
            <a:custGeom>
              <a:avLst/>
              <a:gdLst>
                <a:gd name="T0" fmla="*/ 0 w 121"/>
                <a:gd name="T1" fmla="*/ 0 h 64"/>
                <a:gd name="T2" fmla="*/ 0 w 121"/>
                <a:gd name="T3" fmla="*/ 0 h 64"/>
                <a:gd name="T4" fmla="*/ 0 w 121"/>
                <a:gd name="T5" fmla="*/ 0 h 64"/>
                <a:gd name="T6" fmla="*/ 0 w 121"/>
                <a:gd name="T7" fmla="*/ 0 h 64"/>
                <a:gd name="T8" fmla="*/ 0 w 121"/>
                <a:gd name="T9" fmla="*/ 0 h 64"/>
                <a:gd name="T10" fmla="*/ 0 w 121"/>
                <a:gd name="T11" fmla="*/ 0 h 64"/>
                <a:gd name="T12" fmla="*/ 0 w 121"/>
                <a:gd name="T13" fmla="*/ 0 h 64"/>
                <a:gd name="T14" fmla="*/ 0 w 121"/>
                <a:gd name="T15" fmla="*/ 0 h 64"/>
                <a:gd name="T16" fmla="*/ 0 w 121"/>
                <a:gd name="T17" fmla="*/ 0 h 64"/>
                <a:gd name="T18" fmla="*/ 0 w 121"/>
                <a:gd name="T19" fmla="*/ 0 h 64"/>
                <a:gd name="T20" fmla="*/ 0 w 121"/>
                <a:gd name="T21" fmla="*/ 0 h 64"/>
                <a:gd name="T22" fmla="*/ 0 w 121"/>
                <a:gd name="T23" fmla="*/ 0 h 64"/>
                <a:gd name="T24" fmla="*/ 0 w 121"/>
                <a:gd name="T25" fmla="*/ 0 h 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1"/>
                <a:gd name="T40" fmla="*/ 0 h 64"/>
                <a:gd name="T41" fmla="*/ 121 w 121"/>
                <a:gd name="T42" fmla="*/ 64 h 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1" h="64">
                  <a:moveTo>
                    <a:pt x="10" y="13"/>
                  </a:moveTo>
                  <a:lnTo>
                    <a:pt x="109" y="0"/>
                  </a:lnTo>
                  <a:lnTo>
                    <a:pt x="116" y="1"/>
                  </a:lnTo>
                  <a:lnTo>
                    <a:pt x="121" y="9"/>
                  </a:lnTo>
                  <a:lnTo>
                    <a:pt x="121" y="39"/>
                  </a:lnTo>
                  <a:lnTo>
                    <a:pt x="116" y="47"/>
                  </a:lnTo>
                  <a:lnTo>
                    <a:pt x="109" y="52"/>
                  </a:lnTo>
                  <a:lnTo>
                    <a:pt x="10" y="64"/>
                  </a:lnTo>
                  <a:lnTo>
                    <a:pt x="2" y="63"/>
                  </a:lnTo>
                  <a:lnTo>
                    <a:pt x="0" y="57"/>
                  </a:lnTo>
                  <a:lnTo>
                    <a:pt x="0" y="26"/>
                  </a:lnTo>
                  <a:lnTo>
                    <a:pt x="2" y="17"/>
                  </a:lnTo>
                  <a:lnTo>
                    <a:pt x="10" y="13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6" name="Freeform 267">
              <a:extLst>
                <a:ext uri="{FF2B5EF4-FFF2-40B4-BE49-F238E27FC236}">
                  <a16:creationId xmlns:a16="http://schemas.microsoft.com/office/drawing/2014/main" id="{63D9936A-DF4B-5B7E-08B3-E82D78E1EC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" y="1434"/>
              <a:ext cx="24" cy="13"/>
            </a:xfrm>
            <a:custGeom>
              <a:avLst/>
              <a:gdLst>
                <a:gd name="T0" fmla="*/ 0 w 119"/>
                <a:gd name="T1" fmla="*/ 0 h 66"/>
                <a:gd name="T2" fmla="*/ 0 w 119"/>
                <a:gd name="T3" fmla="*/ 0 h 66"/>
                <a:gd name="T4" fmla="*/ 0 w 119"/>
                <a:gd name="T5" fmla="*/ 0 h 66"/>
                <a:gd name="T6" fmla="*/ 0 w 119"/>
                <a:gd name="T7" fmla="*/ 0 h 66"/>
                <a:gd name="T8" fmla="*/ 0 w 119"/>
                <a:gd name="T9" fmla="*/ 0 h 66"/>
                <a:gd name="T10" fmla="*/ 0 w 119"/>
                <a:gd name="T11" fmla="*/ 0 h 66"/>
                <a:gd name="T12" fmla="*/ 0 w 119"/>
                <a:gd name="T13" fmla="*/ 0 h 66"/>
                <a:gd name="T14" fmla="*/ 0 w 119"/>
                <a:gd name="T15" fmla="*/ 0 h 66"/>
                <a:gd name="T16" fmla="*/ 0 w 119"/>
                <a:gd name="T17" fmla="*/ 0 h 66"/>
                <a:gd name="T18" fmla="*/ 0 w 119"/>
                <a:gd name="T19" fmla="*/ 0 h 66"/>
                <a:gd name="T20" fmla="*/ 0 w 119"/>
                <a:gd name="T21" fmla="*/ 0 h 66"/>
                <a:gd name="T22" fmla="*/ 0 w 119"/>
                <a:gd name="T23" fmla="*/ 0 h 66"/>
                <a:gd name="T24" fmla="*/ 0 w 119"/>
                <a:gd name="T25" fmla="*/ 0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66"/>
                <a:gd name="T41" fmla="*/ 119 w 119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66">
                  <a:moveTo>
                    <a:pt x="10" y="15"/>
                  </a:moveTo>
                  <a:lnTo>
                    <a:pt x="108" y="0"/>
                  </a:lnTo>
                  <a:lnTo>
                    <a:pt x="115" y="2"/>
                  </a:lnTo>
                  <a:lnTo>
                    <a:pt x="119" y="9"/>
                  </a:lnTo>
                  <a:lnTo>
                    <a:pt x="119" y="40"/>
                  </a:lnTo>
                  <a:lnTo>
                    <a:pt x="115" y="46"/>
                  </a:lnTo>
                  <a:lnTo>
                    <a:pt x="108" y="52"/>
                  </a:lnTo>
                  <a:lnTo>
                    <a:pt x="10" y="66"/>
                  </a:lnTo>
                  <a:lnTo>
                    <a:pt x="1" y="64"/>
                  </a:lnTo>
                  <a:lnTo>
                    <a:pt x="0" y="56"/>
                  </a:lnTo>
                  <a:lnTo>
                    <a:pt x="0" y="25"/>
                  </a:lnTo>
                  <a:lnTo>
                    <a:pt x="1" y="18"/>
                  </a:lnTo>
                  <a:lnTo>
                    <a:pt x="10" y="15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7" name="Freeform 268">
              <a:extLst>
                <a:ext uri="{FF2B5EF4-FFF2-40B4-BE49-F238E27FC236}">
                  <a16:creationId xmlns:a16="http://schemas.microsoft.com/office/drawing/2014/main" id="{06F2B217-235A-CF8D-ACA2-CE7C5D0FE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" y="1391"/>
              <a:ext cx="24" cy="13"/>
            </a:xfrm>
            <a:custGeom>
              <a:avLst/>
              <a:gdLst>
                <a:gd name="T0" fmla="*/ 0 w 119"/>
                <a:gd name="T1" fmla="*/ 0 h 66"/>
                <a:gd name="T2" fmla="*/ 0 w 119"/>
                <a:gd name="T3" fmla="*/ 0 h 66"/>
                <a:gd name="T4" fmla="*/ 0 w 119"/>
                <a:gd name="T5" fmla="*/ 0 h 66"/>
                <a:gd name="T6" fmla="*/ 0 w 119"/>
                <a:gd name="T7" fmla="*/ 0 h 66"/>
                <a:gd name="T8" fmla="*/ 0 w 119"/>
                <a:gd name="T9" fmla="*/ 0 h 66"/>
                <a:gd name="T10" fmla="*/ 0 w 119"/>
                <a:gd name="T11" fmla="*/ 0 h 66"/>
                <a:gd name="T12" fmla="*/ 0 w 119"/>
                <a:gd name="T13" fmla="*/ 0 h 66"/>
                <a:gd name="T14" fmla="*/ 0 w 119"/>
                <a:gd name="T15" fmla="*/ 0 h 66"/>
                <a:gd name="T16" fmla="*/ 0 w 119"/>
                <a:gd name="T17" fmla="*/ 0 h 66"/>
                <a:gd name="T18" fmla="*/ 0 w 119"/>
                <a:gd name="T19" fmla="*/ 0 h 66"/>
                <a:gd name="T20" fmla="*/ 0 w 119"/>
                <a:gd name="T21" fmla="*/ 0 h 66"/>
                <a:gd name="T22" fmla="*/ 0 w 119"/>
                <a:gd name="T23" fmla="*/ 0 h 66"/>
                <a:gd name="T24" fmla="*/ 0 w 119"/>
                <a:gd name="T25" fmla="*/ 0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19"/>
                <a:gd name="T40" fmla="*/ 0 h 66"/>
                <a:gd name="T41" fmla="*/ 119 w 119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19" h="66">
                  <a:moveTo>
                    <a:pt x="10" y="15"/>
                  </a:moveTo>
                  <a:lnTo>
                    <a:pt x="109" y="0"/>
                  </a:lnTo>
                  <a:lnTo>
                    <a:pt x="115" y="2"/>
                  </a:lnTo>
                  <a:lnTo>
                    <a:pt x="119" y="9"/>
                  </a:lnTo>
                  <a:lnTo>
                    <a:pt x="119" y="41"/>
                  </a:lnTo>
                  <a:lnTo>
                    <a:pt x="115" y="48"/>
                  </a:lnTo>
                  <a:lnTo>
                    <a:pt x="109" y="52"/>
                  </a:lnTo>
                  <a:lnTo>
                    <a:pt x="10" y="66"/>
                  </a:lnTo>
                  <a:lnTo>
                    <a:pt x="2" y="64"/>
                  </a:lnTo>
                  <a:lnTo>
                    <a:pt x="0" y="57"/>
                  </a:lnTo>
                  <a:lnTo>
                    <a:pt x="0" y="27"/>
                  </a:lnTo>
                  <a:lnTo>
                    <a:pt x="2" y="19"/>
                  </a:lnTo>
                  <a:lnTo>
                    <a:pt x="10" y="15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8" name="Freeform 269">
              <a:extLst>
                <a:ext uri="{FF2B5EF4-FFF2-40B4-BE49-F238E27FC236}">
                  <a16:creationId xmlns:a16="http://schemas.microsoft.com/office/drawing/2014/main" id="{AF4B5F2E-4C4E-19DB-ABBB-60A7995F1F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" y="1406"/>
              <a:ext cx="24" cy="13"/>
            </a:xfrm>
            <a:custGeom>
              <a:avLst/>
              <a:gdLst>
                <a:gd name="T0" fmla="*/ 0 w 122"/>
                <a:gd name="T1" fmla="*/ 0 h 66"/>
                <a:gd name="T2" fmla="*/ 0 w 122"/>
                <a:gd name="T3" fmla="*/ 0 h 66"/>
                <a:gd name="T4" fmla="*/ 0 w 122"/>
                <a:gd name="T5" fmla="*/ 0 h 66"/>
                <a:gd name="T6" fmla="*/ 0 w 122"/>
                <a:gd name="T7" fmla="*/ 0 h 66"/>
                <a:gd name="T8" fmla="*/ 0 w 122"/>
                <a:gd name="T9" fmla="*/ 0 h 66"/>
                <a:gd name="T10" fmla="*/ 0 w 122"/>
                <a:gd name="T11" fmla="*/ 0 h 66"/>
                <a:gd name="T12" fmla="*/ 0 w 122"/>
                <a:gd name="T13" fmla="*/ 0 h 66"/>
                <a:gd name="T14" fmla="*/ 0 w 122"/>
                <a:gd name="T15" fmla="*/ 0 h 66"/>
                <a:gd name="T16" fmla="*/ 0 w 122"/>
                <a:gd name="T17" fmla="*/ 0 h 66"/>
                <a:gd name="T18" fmla="*/ 0 w 122"/>
                <a:gd name="T19" fmla="*/ 0 h 66"/>
                <a:gd name="T20" fmla="*/ 0 w 122"/>
                <a:gd name="T21" fmla="*/ 0 h 66"/>
                <a:gd name="T22" fmla="*/ 0 w 122"/>
                <a:gd name="T23" fmla="*/ 0 h 66"/>
                <a:gd name="T24" fmla="*/ 0 w 122"/>
                <a:gd name="T25" fmla="*/ 0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2"/>
                <a:gd name="T40" fmla="*/ 0 h 66"/>
                <a:gd name="T41" fmla="*/ 122 w 122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2" h="66">
                  <a:moveTo>
                    <a:pt x="10" y="15"/>
                  </a:moveTo>
                  <a:lnTo>
                    <a:pt x="109" y="0"/>
                  </a:lnTo>
                  <a:lnTo>
                    <a:pt x="117" y="3"/>
                  </a:lnTo>
                  <a:lnTo>
                    <a:pt x="122" y="9"/>
                  </a:lnTo>
                  <a:lnTo>
                    <a:pt x="122" y="40"/>
                  </a:lnTo>
                  <a:lnTo>
                    <a:pt x="117" y="48"/>
                  </a:lnTo>
                  <a:lnTo>
                    <a:pt x="109" y="52"/>
                  </a:lnTo>
                  <a:lnTo>
                    <a:pt x="10" y="66"/>
                  </a:lnTo>
                  <a:lnTo>
                    <a:pt x="3" y="64"/>
                  </a:lnTo>
                  <a:lnTo>
                    <a:pt x="0" y="57"/>
                  </a:lnTo>
                  <a:lnTo>
                    <a:pt x="0" y="27"/>
                  </a:lnTo>
                  <a:lnTo>
                    <a:pt x="3" y="19"/>
                  </a:lnTo>
                  <a:lnTo>
                    <a:pt x="10" y="15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19" name="Freeform 270">
              <a:extLst>
                <a:ext uri="{FF2B5EF4-FFF2-40B4-BE49-F238E27FC236}">
                  <a16:creationId xmlns:a16="http://schemas.microsoft.com/office/drawing/2014/main" id="{C98851CC-97FB-8F69-0528-A4AC70FC1B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1370"/>
              <a:ext cx="24" cy="13"/>
            </a:xfrm>
            <a:custGeom>
              <a:avLst/>
              <a:gdLst>
                <a:gd name="T0" fmla="*/ 0 w 121"/>
                <a:gd name="T1" fmla="*/ 0 h 66"/>
                <a:gd name="T2" fmla="*/ 0 w 121"/>
                <a:gd name="T3" fmla="*/ 0 h 66"/>
                <a:gd name="T4" fmla="*/ 0 w 121"/>
                <a:gd name="T5" fmla="*/ 0 h 66"/>
                <a:gd name="T6" fmla="*/ 0 w 121"/>
                <a:gd name="T7" fmla="*/ 0 h 66"/>
                <a:gd name="T8" fmla="*/ 0 w 121"/>
                <a:gd name="T9" fmla="*/ 0 h 66"/>
                <a:gd name="T10" fmla="*/ 0 w 121"/>
                <a:gd name="T11" fmla="*/ 0 h 66"/>
                <a:gd name="T12" fmla="*/ 0 w 121"/>
                <a:gd name="T13" fmla="*/ 0 h 66"/>
                <a:gd name="T14" fmla="*/ 0 w 121"/>
                <a:gd name="T15" fmla="*/ 0 h 66"/>
                <a:gd name="T16" fmla="*/ 0 w 121"/>
                <a:gd name="T17" fmla="*/ 0 h 66"/>
                <a:gd name="T18" fmla="*/ 0 w 121"/>
                <a:gd name="T19" fmla="*/ 0 h 66"/>
                <a:gd name="T20" fmla="*/ 0 w 121"/>
                <a:gd name="T21" fmla="*/ 0 h 66"/>
                <a:gd name="T22" fmla="*/ 0 w 121"/>
                <a:gd name="T23" fmla="*/ 0 h 66"/>
                <a:gd name="T24" fmla="*/ 0 w 121"/>
                <a:gd name="T25" fmla="*/ 0 h 6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1"/>
                <a:gd name="T40" fmla="*/ 0 h 66"/>
                <a:gd name="T41" fmla="*/ 121 w 121"/>
                <a:gd name="T42" fmla="*/ 66 h 6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1" h="66">
                  <a:moveTo>
                    <a:pt x="10" y="15"/>
                  </a:moveTo>
                  <a:lnTo>
                    <a:pt x="108" y="0"/>
                  </a:lnTo>
                  <a:lnTo>
                    <a:pt x="116" y="3"/>
                  </a:lnTo>
                  <a:lnTo>
                    <a:pt x="121" y="12"/>
                  </a:lnTo>
                  <a:lnTo>
                    <a:pt x="121" y="41"/>
                  </a:lnTo>
                  <a:lnTo>
                    <a:pt x="116" y="49"/>
                  </a:lnTo>
                  <a:lnTo>
                    <a:pt x="108" y="54"/>
                  </a:lnTo>
                  <a:lnTo>
                    <a:pt x="10" y="66"/>
                  </a:lnTo>
                  <a:lnTo>
                    <a:pt x="1" y="64"/>
                  </a:lnTo>
                  <a:lnTo>
                    <a:pt x="0" y="57"/>
                  </a:lnTo>
                  <a:lnTo>
                    <a:pt x="0" y="28"/>
                  </a:lnTo>
                  <a:lnTo>
                    <a:pt x="1" y="19"/>
                  </a:lnTo>
                  <a:lnTo>
                    <a:pt x="10" y="15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0" name="Freeform 271">
              <a:extLst>
                <a:ext uri="{FF2B5EF4-FFF2-40B4-BE49-F238E27FC236}">
                  <a16:creationId xmlns:a16="http://schemas.microsoft.com/office/drawing/2014/main" id="{A38DF6A7-8619-C431-CF18-2208ABE3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" y="1389"/>
              <a:ext cx="24" cy="12"/>
            </a:xfrm>
            <a:custGeom>
              <a:avLst/>
              <a:gdLst>
                <a:gd name="T0" fmla="*/ 0 w 121"/>
                <a:gd name="T1" fmla="*/ 0 h 64"/>
                <a:gd name="T2" fmla="*/ 0 w 121"/>
                <a:gd name="T3" fmla="*/ 0 h 64"/>
                <a:gd name="T4" fmla="*/ 0 w 121"/>
                <a:gd name="T5" fmla="*/ 0 h 64"/>
                <a:gd name="T6" fmla="*/ 0 w 121"/>
                <a:gd name="T7" fmla="*/ 0 h 64"/>
                <a:gd name="T8" fmla="*/ 0 w 121"/>
                <a:gd name="T9" fmla="*/ 0 h 64"/>
                <a:gd name="T10" fmla="*/ 0 w 121"/>
                <a:gd name="T11" fmla="*/ 0 h 64"/>
                <a:gd name="T12" fmla="*/ 0 w 121"/>
                <a:gd name="T13" fmla="*/ 0 h 64"/>
                <a:gd name="T14" fmla="*/ 0 w 121"/>
                <a:gd name="T15" fmla="*/ 0 h 64"/>
                <a:gd name="T16" fmla="*/ 0 w 121"/>
                <a:gd name="T17" fmla="*/ 0 h 64"/>
                <a:gd name="T18" fmla="*/ 0 w 121"/>
                <a:gd name="T19" fmla="*/ 0 h 64"/>
                <a:gd name="T20" fmla="*/ 0 w 121"/>
                <a:gd name="T21" fmla="*/ 0 h 64"/>
                <a:gd name="T22" fmla="*/ 0 w 121"/>
                <a:gd name="T23" fmla="*/ 0 h 64"/>
                <a:gd name="T24" fmla="*/ 0 w 121"/>
                <a:gd name="T25" fmla="*/ 0 h 6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1"/>
                <a:gd name="T40" fmla="*/ 0 h 64"/>
                <a:gd name="T41" fmla="*/ 121 w 121"/>
                <a:gd name="T42" fmla="*/ 64 h 6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1" h="64">
                  <a:moveTo>
                    <a:pt x="11" y="12"/>
                  </a:moveTo>
                  <a:lnTo>
                    <a:pt x="109" y="0"/>
                  </a:lnTo>
                  <a:lnTo>
                    <a:pt x="118" y="1"/>
                  </a:lnTo>
                  <a:lnTo>
                    <a:pt x="121" y="8"/>
                  </a:lnTo>
                  <a:lnTo>
                    <a:pt x="121" y="39"/>
                  </a:lnTo>
                  <a:lnTo>
                    <a:pt x="118" y="45"/>
                  </a:lnTo>
                  <a:lnTo>
                    <a:pt x="109" y="52"/>
                  </a:lnTo>
                  <a:lnTo>
                    <a:pt x="11" y="64"/>
                  </a:lnTo>
                  <a:lnTo>
                    <a:pt x="4" y="62"/>
                  </a:lnTo>
                  <a:lnTo>
                    <a:pt x="0" y="55"/>
                  </a:lnTo>
                  <a:lnTo>
                    <a:pt x="0" y="24"/>
                  </a:lnTo>
                  <a:lnTo>
                    <a:pt x="4" y="17"/>
                  </a:lnTo>
                  <a:lnTo>
                    <a:pt x="11" y="12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1" name="Freeform 272">
              <a:extLst>
                <a:ext uri="{FF2B5EF4-FFF2-40B4-BE49-F238E27FC236}">
                  <a16:creationId xmlns:a16="http://schemas.microsoft.com/office/drawing/2014/main" id="{A50F42DD-AAD4-6897-C18D-F87E7410D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" y="1353"/>
              <a:ext cx="24" cy="13"/>
            </a:xfrm>
            <a:custGeom>
              <a:avLst/>
              <a:gdLst>
                <a:gd name="T0" fmla="*/ 0 w 121"/>
                <a:gd name="T1" fmla="*/ 0 h 65"/>
                <a:gd name="T2" fmla="*/ 0 w 121"/>
                <a:gd name="T3" fmla="*/ 0 h 65"/>
                <a:gd name="T4" fmla="*/ 0 w 121"/>
                <a:gd name="T5" fmla="*/ 0 h 65"/>
                <a:gd name="T6" fmla="*/ 0 w 121"/>
                <a:gd name="T7" fmla="*/ 0 h 65"/>
                <a:gd name="T8" fmla="*/ 0 w 121"/>
                <a:gd name="T9" fmla="*/ 0 h 65"/>
                <a:gd name="T10" fmla="*/ 0 w 121"/>
                <a:gd name="T11" fmla="*/ 0 h 65"/>
                <a:gd name="T12" fmla="*/ 0 w 121"/>
                <a:gd name="T13" fmla="*/ 0 h 65"/>
                <a:gd name="T14" fmla="*/ 0 w 121"/>
                <a:gd name="T15" fmla="*/ 0 h 65"/>
                <a:gd name="T16" fmla="*/ 0 w 121"/>
                <a:gd name="T17" fmla="*/ 0 h 65"/>
                <a:gd name="T18" fmla="*/ 0 w 121"/>
                <a:gd name="T19" fmla="*/ 0 h 65"/>
                <a:gd name="T20" fmla="*/ 0 w 121"/>
                <a:gd name="T21" fmla="*/ 0 h 65"/>
                <a:gd name="T22" fmla="*/ 0 w 121"/>
                <a:gd name="T23" fmla="*/ 0 h 65"/>
                <a:gd name="T24" fmla="*/ 0 w 121"/>
                <a:gd name="T25" fmla="*/ 0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21"/>
                <a:gd name="T40" fmla="*/ 0 h 65"/>
                <a:gd name="T41" fmla="*/ 121 w 121"/>
                <a:gd name="T42" fmla="*/ 65 h 6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21" h="65">
                  <a:moveTo>
                    <a:pt x="12" y="13"/>
                  </a:moveTo>
                  <a:lnTo>
                    <a:pt x="111" y="0"/>
                  </a:lnTo>
                  <a:lnTo>
                    <a:pt x="117" y="2"/>
                  </a:lnTo>
                  <a:lnTo>
                    <a:pt x="121" y="8"/>
                  </a:lnTo>
                  <a:lnTo>
                    <a:pt x="121" y="39"/>
                  </a:lnTo>
                  <a:lnTo>
                    <a:pt x="117" y="47"/>
                  </a:lnTo>
                  <a:lnTo>
                    <a:pt x="111" y="52"/>
                  </a:lnTo>
                  <a:lnTo>
                    <a:pt x="12" y="65"/>
                  </a:lnTo>
                  <a:lnTo>
                    <a:pt x="2" y="63"/>
                  </a:lnTo>
                  <a:lnTo>
                    <a:pt x="0" y="57"/>
                  </a:lnTo>
                  <a:lnTo>
                    <a:pt x="0" y="26"/>
                  </a:lnTo>
                  <a:lnTo>
                    <a:pt x="2" y="17"/>
                  </a:lnTo>
                  <a:lnTo>
                    <a:pt x="12" y="13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2" name="Freeform 273">
              <a:extLst>
                <a:ext uri="{FF2B5EF4-FFF2-40B4-BE49-F238E27FC236}">
                  <a16:creationId xmlns:a16="http://schemas.microsoft.com/office/drawing/2014/main" id="{A6779B2E-90E7-09B4-073C-C74A8854F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" y="1326"/>
              <a:ext cx="20" cy="14"/>
            </a:xfrm>
            <a:custGeom>
              <a:avLst/>
              <a:gdLst>
                <a:gd name="T0" fmla="*/ 0 w 101"/>
                <a:gd name="T1" fmla="*/ 0 h 69"/>
                <a:gd name="T2" fmla="*/ 0 w 101"/>
                <a:gd name="T3" fmla="*/ 0 h 69"/>
                <a:gd name="T4" fmla="*/ 0 w 101"/>
                <a:gd name="T5" fmla="*/ 0 h 69"/>
                <a:gd name="T6" fmla="*/ 0 w 101"/>
                <a:gd name="T7" fmla="*/ 0 h 69"/>
                <a:gd name="T8" fmla="*/ 0 w 101"/>
                <a:gd name="T9" fmla="*/ 0 h 69"/>
                <a:gd name="T10" fmla="*/ 0 w 101"/>
                <a:gd name="T11" fmla="*/ 0 h 69"/>
                <a:gd name="T12" fmla="*/ 0 w 101"/>
                <a:gd name="T13" fmla="*/ 0 h 69"/>
                <a:gd name="T14" fmla="*/ 0 w 101"/>
                <a:gd name="T15" fmla="*/ 0 h 69"/>
                <a:gd name="T16" fmla="*/ 0 w 101"/>
                <a:gd name="T17" fmla="*/ 0 h 69"/>
                <a:gd name="T18" fmla="*/ 0 w 101"/>
                <a:gd name="T19" fmla="*/ 0 h 69"/>
                <a:gd name="T20" fmla="*/ 0 w 101"/>
                <a:gd name="T21" fmla="*/ 0 h 69"/>
                <a:gd name="T22" fmla="*/ 0 w 101"/>
                <a:gd name="T23" fmla="*/ 0 h 69"/>
                <a:gd name="T24" fmla="*/ 0 w 101"/>
                <a:gd name="T25" fmla="*/ 0 h 6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1"/>
                <a:gd name="T40" fmla="*/ 0 h 69"/>
                <a:gd name="T41" fmla="*/ 101 w 101"/>
                <a:gd name="T42" fmla="*/ 69 h 6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1" h="69">
                  <a:moveTo>
                    <a:pt x="10" y="17"/>
                  </a:moveTo>
                  <a:lnTo>
                    <a:pt x="93" y="0"/>
                  </a:lnTo>
                  <a:lnTo>
                    <a:pt x="99" y="2"/>
                  </a:lnTo>
                  <a:lnTo>
                    <a:pt x="101" y="8"/>
                  </a:lnTo>
                  <a:lnTo>
                    <a:pt x="101" y="41"/>
                  </a:lnTo>
                  <a:lnTo>
                    <a:pt x="99" y="47"/>
                  </a:lnTo>
                  <a:lnTo>
                    <a:pt x="93" y="53"/>
                  </a:lnTo>
                  <a:lnTo>
                    <a:pt x="10" y="69"/>
                  </a:lnTo>
                  <a:lnTo>
                    <a:pt x="2" y="67"/>
                  </a:lnTo>
                  <a:lnTo>
                    <a:pt x="0" y="60"/>
                  </a:lnTo>
                  <a:lnTo>
                    <a:pt x="0" y="30"/>
                  </a:lnTo>
                  <a:lnTo>
                    <a:pt x="2" y="21"/>
                  </a:lnTo>
                  <a:lnTo>
                    <a:pt x="10" y="17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3" name="Freeform 274">
              <a:extLst>
                <a:ext uri="{FF2B5EF4-FFF2-40B4-BE49-F238E27FC236}">
                  <a16:creationId xmlns:a16="http://schemas.microsoft.com/office/drawing/2014/main" id="{94AC82A4-600B-FC15-316F-79FD6DD6C0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" y="1306"/>
              <a:ext cx="21" cy="13"/>
            </a:xfrm>
            <a:custGeom>
              <a:avLst/>
              <a:gdLst>
                <a:gd name="T0" fmla="*/ 0 w 105"/>
                <a:gd name="T1" fmla="*/ 0 h 65"/>
                <a:gd name="T2" fmla="*/ 0 w 105"/>
                <a:gd name="T3" fmla="*/ 0 h 65"/>
                <a:gd name="T4" fmla="*/ 0 w 105"/>
                <a:gd name="T5" fmla="*/ 0 h 65"/>
                <a:gd name="T6" fmla="*/ 0 w 105"/>
                <a:gd name="T7" fmla="*/ 0 h 65"/>
                <a:gd name="T8" fmla="*/ 0 w 105"/>
                <a:gd name="T9" fmla="*/ 0 h 65"/>
                <a:gd name="T10" fmla="*/ 0 w 105"/>
                <a:gd name="T11" fmla="*/ 0 h 65"/>
                <a:gd name="T12" fmla="*/ 0 w 105"/>
                <a:gd name="T13" fmla="*/ 0 h 65"/>
                <a:gd name="T14" fmla="*/ 0 w 105"/>
                <a:gd name="T15" fmla="*/ 0 h 65"/>
                <a:gd name="T16" fmla="*/ 0 w 105"/>
                <a:gd name="T17" fmla="*/ 0 h 65"/>
                <a:gd name="T18" fmla="*/ 0 w 105"/>
                <a:gd name="T19" fmla="*/ 0 h 65"/>
                <a:gd name="T20" fmla="*/ 0 w 105"/>
                <a:gd name="T21" fmla="*/ 0 h 65"/>
                <a:gd name="T22" fmla="*/ 0 w 105"/>
                <a:gd name="T23" fmla="*/ 0 h 65"/>
                <a:gd name="T24" fmla="*/ 0 w 105"/>
                <a:gd name="T25" fmla="*/ 0 h 6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05"/>
                <a:gd name="T40" fmla="*/ 0 h 65"/>
                <a:gd name="T41" fmla="*/ 105 w 105"/>
                <a:gd name="T42" fmla="*/ 65 h 6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05" h="65">
                  <a:moveTo>
                    <a:pt x="9" y="15"/>
                  </a:moveTo>
                  <a:lnTo>
                    <a:pt x="94" y="0"/>
                  </a:lnTo>
                  <a:lnTo>
                    <a:pt x="101" y="1"/>
                  </a:lnTo>
                  <a:lnTo>
                    <a:pt x="105" y="8"/>
                  </a:lnTo>
                  <a:lnTo>
                    <a:pt x="105" y="39"/>
                  </a:lnTo>
                  <a:lnTo>
                    <a:pt x="101" y="48"/>
                  </a:lnTo>
                  <a:lnTo>
                    <a:pt x="94" y="52"/>
                  </a:lnTo>
                  <a:lnTo>
                    <a:pt x="9" y="65"/>
                  </a:lnTo>
                  <a:lnTo>
                    <a:pt x="2" y="63"/>
                  </a:lnTo>
                  <a:lnTo>
                    <a:pt x="0" y="57"/>
                  </a:lnTo>
                  <a:lnTo>
                    <a:pt x="0" y="27"/>
                  </a:lnTo>
                  <a:lnTo>
                    <a:pt x="2" y="17"/>
                  </a:lnTo>
                  <a:lnTo>
                    <a:pt x="9" y="15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4" name="Freeform 275">
              <a:extLst>
                <a:ext uri="{FF2B5EF4-FFF2-40B4-BE49-F238E27FC236}">
                  <a16:creationId xmlns:a16="http://schemas.microsoft.com/office/drawing/2014/main" id="{1126B259-C128-1C9D-98B9-B0DA5C0FD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348"/>
              <a:ext cx="28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3" y="0"/>
                  </a:lnTo>
                  <a:lnTo>
                    <a:pt x="132" y="3"/>
                  </a:lnTo>
                  <a:lnTo>
                    <a:pt x="137" y="11"/>
                  </a:lnTo>
                  <a:lnTo>
                    <a:pt x="137" y="40"/>
                  </a:lnTo>
                  <a:lnTo>
                    <a:pt x="132" y="48"/>
                  </a:lnTo>
                  <a:lnTo>
                    <a:pt x="123" y="52"/>
                  </a:lnTo>
                  <a:lnTo>
                    <a:pt x="12" y="52"/>
                  </a:lnTo>
                  <a:lnTo>
                    <a:pt x="2" y="48"/>
                  </a:lnTo>
                  <a:lnTo>
                    <a:pt x="0" y="40"/>
                  </a:lnTo>
                  <a:lnTo>
                    <a:pt x="0" y="11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5" name="Freeform 276">
              <a:extLst>
                <a:ext uri="{FF2B5EF4-FFF2-40B4-BE49-F238E27FC236}">
                  <a16:creationId xmlns:a16="http://schemas.microsoft.com/office/drawing/2014/main" id="{992B1438-0D9E-9712-E26F-C5141E0409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" y="1757"/>
              <a:ext cx="28" cy="11"/>
            </a:xfrm>
            <a:custGeom>
              <a:avLst/>
              <a:gdLst>
                <a:gd name="T0" fmla="*/ 0 w 137"/>
                <a:gd name="T1" fmla="*/ 0 h 55"/>
                <a:gd name="T2" fmla="*/ 0 w 137"/>
                <a:gd name="T3" fmla="*/ 0 h 55"/>
                <a:gd name="T4" fmla="*/ 0 w 137"/>
                <a:gd name="T5" fmla="*/ 0 h 55"/>
                <a:gd name="T6" fmla="*/ 0 w 137"/>
                <a:gd name="T7" fmla="*/ 0 h 55"/>
                <a:gd name="T8" fmla="*/ 0 w 137"/>
                <a:gd name="T9" fmla="*/ 0 h 55"/>
                <a:gd name="T10" fmla="*/ 0 w 137"/>
                <a:gd name="T11" fmla="*/ 0 h 55"/>
                <a:gd name="T12" fmla="*/ 0 w 137"/>
                <a:gd name="T13" fmla="*/ 0 h 55"/>
                <a:gd name="T14" fmla="*/ 0 w 137"/>
                <a:gd name="T15" fmla="*/ 0 h 55"/>
                <a:gd name="T16" fmla="*/ 0 w 137"/>
                <a:gd name="T17" fmla="*/ 0 h 55"/>
                <a:gd name="T18" fmla="*/ 0 w 137"/>
                <a:gd name="T19" fmla="*/ 0 h 55"/>
                <a:gd name="T20" fmla="*/ 0 w 137"/>
                <a:gd name="T21" fmla="*/ 0 h 55"/>
                <a:gd name="T22" fmla="*/ 0 w 137"/>
                <a:gd name="T23" fmla="*/ 0 h 55"/>
                <a:gd name="T24" fmla="*/ 0 w 137"/>
                <a:gd name="T25" fmla="*/ 0 h 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5"/>
                <a:gd name="T41" fmla="*/ 137 w 137"/>
                <a:gd name="T42" fmla="*/ 55 h 5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5">
                  <a:moveTo>
                    <a:pt x="12" y="0"/>
                  </a:moveTo>
                  <a:lnTo>
                    <a:pt x="124" y="0"/>
                  </a:lnTo>
                  <a:lnTo>
                    <a:pt x="132" y="4"/>
                  </a:lnTo>
                  <a:lnTo>
                    <a:pt x="137" y="12"/>
                  </a:lnTo>
                  <a:lnTo>
                    <a:pt x="137" y="43"/>
                  </a:lnTo>
                  <a:lnTo>
                    <a:pt x="132" y="50"/>
                  </a:lnTo>
                  <a:lnTo>
                    <a:pt x="124" y="55"/>
                  </a:lnTo>
                  <a:lnTo>
                    <a:pt x="12" y="55"/>
                  </a:lnTo>
                  <a:lnTo>
                    <a:pt x="3" y="50"/>
                  </a:lnTo>
                  <a:lnTo>
                    <a:pt x="0" y="43"/>
                  </a:lnTo>
                  <a:lnTo>
                    <a:pt x="0" y="12"/>
                  </a:lnTo>
                  <a:lnTo>
                    <a:pt x="3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6" name="Freeform 277">
              <a:extLst>
                <a:ext uri="{FF2B5EF4-FFF2-40B4-BE49-F238E27FC236}">
                  <a16:creationId xmlns:a16="http://schemas.microsoft.com/office/drawing/2014/main" id="{E1DB2E6B-83BA-D382-6982-AD1325557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1743"/>
              <a:ext cx="27" cy="11"/>
            </a:xfrm>
            <a:custGeom>
              <a:avLst/>
              <a:gdLst>
                <a:gd name="T0" fmla="*/ 0 w 135"/>
                <a:gd name="T1" fmla="*/ 0 h 55"/>
                <a:gd name="T2" fmla="*/ 0 w 135"/>
                <a:gd name="T3" fmla="*/ 0 h 55"/>
                <a:gd name="T4" fmla="*/ 0 w 135"/>
                <a:gd name="T5" fmla="*/ 0 h 55"/>
                <a:gd name="T6" fmla="*/ 0 w 135"/>
                <a:gd name="T7" fmla="*/ 0 h 55"/>
                <a:gd name="T8" fmla="*/ 0 w 135"/>
                <a:gd name="T9" fmla="*/ 0 h 55"/>
                <a:gd name="T10" fmla="*/ 0 w 135"/>
                <a:gd name="T11" fmla="*/ 0 h 55"/>
                <a:gd name="T12" fmla="*/ 0 w 135"/>
                <a:gd name="T13" fmla="*/ 0 h 55"/>
                <a:gd name="T14" fmla="*/ 0 w 135"/>
                <a:gd name="T15" fmla="*/ 0 h 55"/>
                <a:gd name="T16" fmla="*/ 0 w 135"/>
                <a:gd name="T17" fmla="*/ 0 h 55"/>
                <a:gd name="T18" fmla="*/ 0 w 135"/>
                <a:gd name="T19" fmla="*/ 0 h 55"/>
                <a:gd name="T20" fmla="*/ 0 w 135"/>
                <a:gd name="T21" fmla="*/ 0 h 55"/>
                <a:gd name="T22" fmla="*/ 0 w 135"/>
                <a:gd name="T23" fmla="*/ 0 h 55"/>
                <a:gd name="T24" fmla="*/ 0 w 135"/>
                <a:gd name="T25" fmla="*/ 0 h 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5"/>
                <a:gd name="T41" fmla="*/ 135 w 135"/>
                <a:gd name="T42" fmla="*/ 55 h 5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5">
                  <a:moveTo>
                    <a:pt x="12" y="0"/>
                  </a:moveTo>
                  <a:lnTo>
                    <a:pt x="122" y="0"/>
                  </a:lnTo>
                  <a:lnTo>
                    <a:pt x="131" y="4"/>
                  </a:lnTo>
                  <a:lnTo>
                    <a:pt x="135" y="13"/>
                  </a:lnTo>
                  <a:lnTo>
                    <a:pt x="135" y="43"/>
                  </a:lnTo>
                  <a:lnTo>
                    <a:pt x="131" y="51"/>
                  </a:lnTo>
                  <a:lnTo>
                    <a:pt x="122" y="55"/>
                  </a:lnTo>
                  <a:lnTo>
                    <a:pt x="12" y="55"/>
                  </a:lnTo>
                  <a:lnTo>
                    <a:pt x="2" y="51"/>
                  </a:lnTo>
                  <a:lnTo>
                    <a:pt x="0" y="43"/>
                  </a:lnTo>
                  <a:lnTo>
                    <a:pt x="0" y="13"/>
                  </a:lnTo>
                  <a:lnTo>
                    <a:pt x="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7" name="Freeform 278">
              <a:extLst>
                <a:ext uri="{FF2B5EF4-FFF2-40B4-BE49-F238E27FC236}">
                  <a16:creationId xmlns:a16="http://schemas.microsoft.com/office/drawing/2014/main" id="{23B1491A-67D0-0A32-1510-F3A473D32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" y="1726"/>
              <a:ext cx="27" cy="10"/>
            </a:xfrm>
            <a:custGeom>
              <a:avLst/>
              <a:gdLst>
                <a:gd name="T0" fmla="*/ 0 w 135"/>
                <a:gd name="T1" fmla="*/ 0 h 51"/>
                <a:gd name="T2" fmla="*/ 0 w 135"/>
                <a:gd name="T3" fmla="*/ 0 h 51"/>
                <a:gd name="T4" fmla="*/ 0 w 135"/>
                <a:gd name="T5" fmla="*/ 0 h 51"/>
                <a:gd name="T6" fmla="*/ 0 w 135"/>
                <a:gd name="T7" fmla="*/ 0 h 51"/>
                <a:gd name="T8" fmla="*/ 0 w 135"/>
                <a:gd name="T9" fmla="*/ 0 h 51"/>
                <a:gd name="T10" fmla="*/ 0 w 135"/>
                <a:gd name="T11" fmla="*/ 0 h 51"/>
                <a:gd name="T12" fmla="*/ 0 w 135"/>
                <a:gd name="T13" fmla="*/ 0 h 51"/>
                <a:gd name="T14" fmla="*/ 0 w 135"/>
                <a:gd name="T15" fmla="*/ 0 h 51"/>
                <a:gd name="T16" fmla="*/ 0 w 135"/>
                <a:gd name="T17" fmla="*/ 0 h 51"/>
                <a:gd name="T18" fmla="*/ 0 w 135"/>
                <a:gd name="T19" fmla="*/ 0 h 51"/>
                <a:gd name="T20" fmla="*/ 0 w 135"/>
                <a:gd name="T21" fmla="*/ 0 h 51"/>
                <a:gd name="T22" fmla="*/ 0 w 135"/>
                <a:gd name="T23" fmla="*/ 0 h 51"/>
                <a:gd name="T24" fmla="*/ 0 w 135"/>
                <a:gd name="T25" fmla="*/ 0 h 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1"/>
                <a:gd name="T41" fmla="*/ 135 w 135"/>
                <a:gd name="T42" fmla="*/ 51 h 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1">
                  <a:moveTo>
                    <a:pt x="12" y="0"/>
                  </a:moveTo>
                  <a:lnTo>
                    <a:pt x="123" y="0"/>
                  </a:lnTo>
                  <a:lnTo>
                    <a:pt x="131" y="1"/>
                  </a:lnTo>
                  <a:lnTo>
                    <a:pt x="135" y="10"/>
                  </a:lnTo>
                  <a:lnTo>
                    <a:pt x="135" y="41"/>
                  </a:lnTo>
                  <a:lnTo>
                    <a:pt x="131" y="47"/>
                  </a:lnTo>
                  <a:lnTo>
                    <a:pt x="123" y="51"/>
                  </a:lnTo>
                  <a:lnTo>
                    <a:pt x="12" y="51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2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8" name="Freeform 279">
              <a:extLst>
                <a:ext uri="{FF2B5EF4-FFF2-40B4-BE49-F238E27FC236}">
                  <a16:creationId xmlns:a16="http://schemas.microsoft.com/office/drawing/2014/main" id="{3F31F914-5D6B-8B7D-1500-E94C7EB466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" y="1740"/>
              <a:ext cx="28" cy="11"/>
            </a:xfrm>
            <a:custGeom>
              <a:avLst/>
              <a:gdLst>
                <a:gd name="T0" fmla="*/ 0 w 137"/>
                <a:gd name="T1" fmla="*/ 0 h 55"/>
                <a:gd name="T2" fmla="*/ 0 w 137"/>
                <a:gd name="T3" fmla="*/ 0 h 55"/>
                <a:gd name="T4" fmla="*/ 0 w 137"/>
                <a:gd name="T5" fmla="*/ 0 h 55"/>
                <a:gd name="T6" fmla="*/ 0 w 137"/>
                <a:gd name="T7" fmla="*/ 0 h 55"/>
                <a:gd name="T8" fmla="*/ 0 w 137"/>
                <a:gd name="T9" fmla="*/ 0 h 55"/>
                <a:gd name="T10" fmla="*/ 0 w 137"/>
                <a:gd name="T11" fmla="*/ 0 h 55"/>
                <a:gd name="T12" fmla="*/ 0 w 137"/>
                <a:gd name="T13" fmla="*/ 0 h 55"/>
                <a:gd name="T14" fmla="*/ 0 w 137"/>
                <a:gd name="T15" fmla="*/ 0 h 55"/>
                <a:gd name="T16" fmla="*/ 0 w 137"/>
                <a:gd name="T17" fmla="*/ 0 h 55"/>
                <a:gd name="T18" fmla="*/ 0 w 137"/>
                <a:gd name="T19" fmla="*/ 0 h 55"/>
                <a:gd name="T20" fmla="*/ 0 w 137"/>
                <a:gd name="T21" fmla="*/ 0 h 55"/>
                <a:gd name="T22" fmla="*/ 0 w 137"/>
                <a:gd name="T23" fmla="*/ 0 h 55"/>
                <a:gd name="T24" fmla="*/ 0 w 137"/>
                <a:gd name="T25" fmla="*/ 0 h 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5"/>
                <a:gd name="T41" fmla="*/ 137 w 137"/>
                <a:gd name="T42" fmla="*/ 55 h 55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5">
                  <a:moveTo>
                    <a:pt x="12" y="0"/>
                  </a:moveTo>
                  <a:lnTo>
                    <a:pt x="124" y="0"/>
                  </a:lnTo>
                  <a:lnTo>
                    <a:pt x="132" y="4"/>
                  </a:lnTo>
                  <a:lnTo>
                    <a:pt x="137" y="11"/>
                  </a:lnTo>
                  <a:lnTo>
                    <a:pt x="137" y="43"/>
                  </a:lnTo>
                  <a:lnTo>
                    <a:pt x="132" y="51"/>
                  </a:lnTo>
                  <a:lnTo>
                    <a:pt x="124" y="55"/>
                  </a:lnTo>
                  <a:lnTo>
                    <a:pt x="12" y="55"/>
                  </a:lnTo>
                  <a:lnTo>
                    <a:pt x="2" y="51"/>
                  </a:lnTo>
                  <a:lnTo>
                    <a:pt x="0" y="43"/>
                  </a:lnTo>
                  <a:lnTo>
                    <a:pt x="0" y="11"/>
                  </a:lnTo>
                  <a:lnTo>
                    <a:pt x="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29" name="Freeform 280">
              <a:extLst>
                <a:ext uri="{FF2B5EF4-FFF2-40B4-BE49-F238E27FC236}">
                  <a16:creationId xmlns:a16="http://schemas.microsoft.com/office/drawing/2014/main" id="{2031F658-4B49-5F48-0BBC-96CB0744F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" y="1716"/>
              <a:ext cx="28" cy="10"/>
            </a:xfrm>
            <a:custGeom>
              <a:avLst/>
              <a:gdLst>
                <a:gd name="T0" fmla="*/ 0 w 137"/>
                <a:gd name="T1" fmla="*/ 0 h 54"/>
                <a:gd name="T2" fmla="*/ 0 w 137"/>
                <a:gd name="T3" fmla="*/ 0 h 54"/>
                <a:gd name="T4" fmla="*/ 0 w 137"/>
                <a:gd name="T5" fmla="*/ 0 h 54"/>
                <a:gd name="T6" fmla="*/ 0 w 137"/>
                <a:gd name="T7" fmla="*/ 0 h 54"/>
                <a:gd name="T8" fmla="*/ 0 w 137"/>
                <a:gd name="T9" fmla="*/ 0 h 54"/>
                <a:gd name="T10" fmla="*/ 0 w 137"/>
                <a:gd name="T11" fmla="*/ 0 h 54"/>
                <a:gd name="T12" fmla="*/ 0 w 137"/>
                <a:gd name="T13" fmla="*/ 0 h 54"/>
                <a:gd name="T14" fmla="*/ 0 w 137"/>
                <a:gd name="T15" fmla="*/ 0 h 54"/>
                <a:gd name="T16" fmla="*/ 0 w 137"/>
                <a:gd name="T17" fmla="*/ 0 h 54"/>
                <a:gd name="T18" fmla="*/ 0 w 137"/>
                <a:gd name="T19" fmla="*/ 0 h 54"/>
                <a:gd name="T20" fmla="*/ 0 w 137"/>
                <a:gd name="T21" fmla="*/ 0 h 54"/>
                <a:gd name="T22" fmla="*/ 0 w 137"/>
                <a:gd name="T23" fmla="*/ 0 h 54"/>
                <a:gd name="T24" fmla="*/ 0 w 137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4"/>
                <a:gd name="T41" fmla="*/ 137 w 137"/>
                <a:gd name="T42" fmla="*/ 54 h 54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4">
                  <a:moveTo>
                    <a:pt x="12" y="0"/>
                  </a:moveTo>
                  <a:lnTo>
                    <a:pt x="125" y="0"/>
                  </a:lnTo>
                  <a:lnTo>
                    <a:pt x="134" y="4"/>
                  </a:lnTo>
                  <a:lnTo>
                    <a:pt x="137" y="12"/>
                  </a:lnTo>
                  <a:lnTo>
                    <a:pt x="137" y="44"/>
                  </a:lnTo>
                  <a:lnTo>
                    <a:pt x="134" y="50"/>
                  </a:lnTo>
                  <a:lnTo>
                    <a:pt x="125" y="54"/>
                  </a:lnTo>
                  <a:lnTo>
                    <a:pt x="12" y="54"/>
                  </a:lnTo>
                  <a:lnTo>
                    <a:pt x="2" y="50"/>
                  </a:lnTo>
                  <a:lnTo>
                    <a:pt x="0" y="44"/>
                  </a:lnTo>
                  <a:lnTo>
                    <a:pt x="0" y="12"/>
                  </a:lnTo>
                  <a:lnTo>
                    <a:pt x="2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0" name="Freeform 281">
              <a:extLst>
                <a:ext uri="{FF2B5EF4-FFF2-40B4-BE49-F238E27FC236}">
                  <a16:creationId xmlns:a16="http://schemas.microsoft.com/office/drawing/2014/main" id="{66D0F71D-11E9-CBC4-9739-623F9CC64E0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" y="1765"/>
              <a:ext cx="27" cy="10"/>
            </a:xfrm>
            <a:custGeom>
              <a:avLst/>
              <a:gdLst>
                <a:gd name="T0" fmla="*/ 0 w 135"/>
                <a:gd name="T1" fmla="*/ 0 h 51"/>
                <a:gd name="T2" fmla="*/ 0 w 135"/>
                <a:gd name="T3" fmla="*/ 0 h 51"/>
                <a:gd name="T4" fmla="*/ 0 w 135"/>
                <a:gd name="T5" fmla="*/ 0 h 51"/>
                <a:gd name="T6" fmla="*/ 0 w 135"/>
                <a:gd name="T7" fmla="*/ 0 h 51"/>
                <a:gd name="T8" fmla="*/ 0 w 135"/>
                <a:gd name="T9" fmla="*/ 0 h 51"/>
                <a:gd name="T10" fmla="*/ 0 w 135"/>
                <a:gd name="T11" fmla="*/ 0 h 51"/>
                <a:gd name="T12" fmla="*/ 0 w 135"/>
                <a:gd name="T13" fmla="*/ 0 h 51"/>
                <a:gd name="T14" fmla="*/ 0 w 135"/>
                <a:gd name="T15" fmla="*/ 0 h 51"/>
                <a:gd name="T16" fmla="*/ 0 w 135"/>
                <a:gd name="T17" fmla="*/ 0 h 51"/>
                <a:gd name="T18" fmla="*/ 0 w 135"/>
                <a:gd name="T19" fmla="*/ 0 h 51"/>
                <a:gd name="T20" fmla="*/ 0 w 135"/>
                <a:gd name="T21" fmla="*/ 0 h 51"/>
                <a:gd name="T22" fmla="*/ 0 w 135"/>
                <a:gd name="T23" fmla="*/ 0 h 51"/>
                <a:gd name="T24" fmla="*/ 0 w 135"/>
                <a:gd name="T25" fmla="*/ 0 h 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1"/>
                <a:gd name="T41" fmla="*/ 135 w 135"/>
                <a:gd name="T42" fmla="*/ 51 h 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1">
                  <a:moveTo>
                    <a:pt x="12" y="0"/>
                  </a:moveTo>
                  <a:lnTo>
                    <a:pt x="122" y="0"/>
                  </a:lnTo>
                  <a:lnTo>
                    <a:pt x="131" y="2"/>
                  </a:lnTo>
                  <a:lnTo>
                    <a:pt x="135" y="10"/>
                  </a:lnTo>
                  <a:lnTo>
                    <a:pt x="135" y="41"/>
                  </a:lnTo>
                  <a:lnTo>
                    <a:pt x="131" y="47"/>
                  </a:lnTo>
                  <a:lnTo>
                    <a:pt x="122" y="51"/>
                  </a:lnTo>
                  <a:lnTo>
                    <a:pt x="12" y="51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2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1" name="Freeform 282">
              <a:extLst>
                <a:ext uri="{FF2B5EF4-FFF2-40B4-BE49-F238E27FC236}">
                  <a16:creationId xmlns:a16="http://schemas.microsoft.com/office/drawing/2014/main" id="{11BA9330-5D0F-BC4B-576A-95C430707D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" y="1596"/>
              <a:ext cx="27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5" y="0"/>
                  </a:lnTo>
                  <a:lnTo>
                    <a:pt x="132" y="3"/>
                  </a:lnTo>
                  <a:lnTo>
                    <a:pt x="137" y="10"/>
                  </a:lnTo>
                  <a:lnTo>
                    <a:pt x="137" y="41"/>
                  </a:lnTo>
                  <a:lnTo>
                    <a:pt x="132" y="48"/>
                  </a:lnTo>
                  <a:lnTo>
                    <a:pt x="125" y="52"/>
                  </a:lnTo>
                  <a:lnTo>
                    <a:pt x="12" y="52"/>
                  </a:lnTo>
                  <a:lnTo>
                    <a:pt x="2" y="48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2" name="Freeform 283">
              <a:extLst>
                <a:ext uri="{FF2B5EF4-FFF2-40B4-BE49-F238E27FC236}">
                  <a16:creationId xmlns:a16="http://schemas.microsoft.com/office/drawing/2014/main" id="{037E184B-6874-7553-DED2-5FBF3F483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655"/>
              <a:ext cx="28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2" y="0"/>
                  </a:lnTo>
                  <a:lnTo>
                    <a:pt x="132" y="2"/>
                  </a:lnTo>
                  <a:lnTo>
                    <a:pt x="137" y="11"/>
                  </a:lnTo>
                  <a:lnTo>
                    <a:pt x="137" y="42"/>
                  </a:lnTo>
                  <a:lnTo>
                    <a:pt x="132" y="48"/>
                  </a:lnTo>
                  <a:lnTo>
                    <a:pt x="122" y="52"/>
                  </a:lnTo>
                  <a:lnTo>
                    <a:pt x="12" y="52"/>
                  </a:lnTo>
                  <a:lnTo>
                    <a:pt x="2" y="48"/>
                  </a:lnTo>
                  <a:lnTo>
                    <a:pt x="0" y="42"/>
                  </a:lnTo>
                  <a:lnTo>
                    <a:pt x="0" y="11"/>
                  </a:lnTo>
                  <a:lnTo>
                    <a:pt x="2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3" name="Freeform 284">
              <a:extLst>
                <a:ext uri="{FF2B5EF4-FFF2-40B4-BE49-F238E27FC236}">
                  <a16:creationId xmlns:a16="http://schemas.microsoft.com/office/drawing/2014/main" id="{838F1F57-CDC0-6AFE-624B-F0E9E450450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1637"/>
              <a:ext cx="27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5" y="0"/>
                  </a:moveTo>
                  <a:lnTo>
                    <a:pt x="126" y="0"/>
                  </a:lnTo>
                  <a:lnTo>
                    <a:pt x="134" y="3"/>
                  </a:lnTo>
                  <a:lnTo>
                    <a:pt x="138" y="12"/>
                  </a:lnTo>
                  <a:lnTo>
                    <a:pt x="138" y="41"/>
                  </a:lnTo>
                  <a:lnTo>
                    <a:pt x="134" y="49"/>
                  </a:lnTo>
                  <a:lnTo>
                    <a:pt x="126" y="52"/>
                  </a:lnTo>
                  <a:lnTo>
                    <a:pt x="15" y="52"/>
                  </a:lnTo>
                  <a:lnTo>
                    <a:pt x="4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4" y="3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4" name="Freeform 285">
              <a:extLst>
                <a:ext uri="{FF2B5EF4-FFF2-40B4-BE49-F238E27FC236}">
                  <a16:creationId xmlns:a16="http://schemas.microsoft.com/office/drawing/2014/main" id="{A1C5FEBE-94A3-1A19-77FB-866A46F3F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" y="1652"/>
              <a:ext cx="28" cy="10"/>
            </a:xfrm>
            <a:custGeom>
              <a:avLst/>
              <a:gdLst>
                <a:gd name="T0" fmla="*/ 0 w 137"/>
                <a:gd name="T1" fmla="*/ 0 h 49"/>
                <a:gd name="T2" fmla="*/ 0 w 137"/>
                <a:gd name="T3" fmla="*/ 0 h 49"/>
                <a:gd name="T4" fmla="*/ 0 w 137"/>
                <a:gd name="T5" fmla="*/ 0 h 49"/>
                <a:gd name="T6" fmla="*/ 0 w 137"/>
                <a:gd name="T7" fmla="*/ 0 h 49"/>
                <a:gd name="T8" fmla="*/ 0 w 137"/>
                <a:gd name="T9" fmla="*/ 0 h 49"/>
                <a:gd name="T10" fmla="*/ 0 w 137"/>
                <a:gd name="T11" fmla="*/ 0 h 49"/>
                <a:gd name="T12" fmla="*/ 0 w 137"/>
                <a:gd name="T13" fmla="*/ 0 h 49"/>
                <a:gd name="T14" fmla="*/ 0 w 137"/>
                <a:gd name="T15" fmla="*/ 0 h 49"/>
                <a:gd name="T16" fmla="*/ 0 w 137"/>
                <a:gd name="T17" fmla="*/ 0 h 49"/>
                <a:gd name="T18" fmla="*/ 0 w 137"/>
                <a:gd name="T19" fmla="*/ 0 h 49"/>
                <a:gd name="T20" fmla="*/ 0 w 137"/>
                <a:gd name="T21" fmla="*/ 0 h 49"/>
                <a:gd name="T22" fmla="*/ 0 w 137"/>
                <a:gd name="T23" fmla="*/ 0 h 49"/>
                <a:gd name="T24" fmla="*/ 0 w 137"/>
                <a:gd name="T25" fmla="*/ 0 h 4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49"/>
                <a:gd name="T41" fmla="*/ 137 w 137"/>
                <a:gd name="T42" fmla="*/ 49 h 49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49">
                  <a:moveTo>
                    <a:pt x="12" y="0"/>
                  </a:moveTo>
                  <a:lnTo>
                    <a:pt x="125" y="0"/>
                  </a:lnTo>
                  <a:lnTo>
                    <a:pt x="134" y="1"/>
                  </a:lnTo>
                  <a:lnTo>
                    <a:pt x="137" y="9"/>
                  </a:lnTo>
                  <a:lnTo>
                    <a:pt x="137" y="41"/>
                  </a:lnTo>
                  <a:lnTo>
                    <a:pt x="134" y="47"/>
                  </a:lnTo>
                  <a:lnTo>
                    <a:pt x="125" y="49"/>
                  </a:lnTo>
                  <a:lnTo>
                    <a:pt x="12" y="49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9"/>
                  </a:lnTo>
                  <a:lnTo>
                    <a:pt x="2" y="1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5" name="Freeform 286">
              <a:extLst>
                <a:ext uri="{FF2B5EF4-FFF2-40B4-BE49-F238E27FC236}">
                  <a16:creationId xmlns:a16="http://schemas.microsoft.com/office/drawing/2014/main" id="{44102CCA-2E7A-CE7A-9D22-D00165ADC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" y="1625"/>
              <a:ext cx="27" cy="11"/>
            </a:xfrm>
            <a:custGeom>
              <a:avLst/>
              <a:gdLst>
                <a:gd name="T0" fmla="*/ 0 w 135"/>
                <a:gd name="T1" fmla="*/ 0 h 52"/>
                <a:gd name="T2" fmla="*/ 0 w 135"/>
                <a:gd name="T3" fmla="*/ 0 h 52"/>
                <a:gd name="T4" fmla="*/ 0 w 135"/>
                <a:gd name="T5" fmla="*/ 0 h 52"/>
                <a:gd name="T6" fmla="*/ 0 w 135"/>
                <a:gd name="T7" fmla="*/ 0 h 52"/>
                <a:gd name="T8" fmla="*/ 0 w 135"/>
                <a:gd name="T9" fmla="*/ 0 h 52"/>
                <a:gd name="T10" fmla="*/ 0 w 135"/>
                <a:gd name="T11" fmla="*/ 0 h 52"/>
                <a:gd name="T12" fmla="*/ 0 w 135"/>
                <a:gd name="T13" fmla="*/ 0 h 52"/>
                <a:gd name="T14" fmla="*/ 0 w 135"/>
                <a:gd name="T15" fmla="*/ 0 h 52"/>
                <a:gd name="T16" fmla="*/ 0 w 135"/>
                <a:gd name="T17" fmla="*/ 0 h 52"/>
                <a:gd name="T18" fmla="*/ 0 w 135"/>
                <a:gd name="T19" fmla="*/ 0 h 52"/>
                <a:gd name="T20" fmla="*/ 0 w 135"/>
                <a:gd name="T21" fmla="*/ 0 h 52"/>
                <a:gd name="T22" fmla="*/ 0 w 135"/>
                <a:gd name="T23" fmla="*/ 0 h 52"/>
                <a:gd name="T24" fmla="*/ 0 w 135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2"/>
                <a:gd name="T41" fmla="*/ 135 w 135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2">
                  <a:moveTo>
                    <a:pt x="12" y="0"/>
                  </a:moveTo>
                  <a:lnTo>
                    <a:pt x="122" y="0"/>
                  </a:lnTo>
                  <a:lnTo>
                    <a:pt x="131" y="3"/>
                  </a:lnTo>
                  <a:lnTo>
                    <a:pt x="135" y="12"/>
                  </a:lnTo>
                  <a:lnTo>
                    <a:pt x="135" y="41"/>
                  </a:lnTo>
                  <a:lnTo>
                    <a:pt x="131" y="49"/>
                  </a:lnTo>
                  <a:lnTo>
                    <a:pt x="122" y="52"/>
                  </a:lnTo>
                  <a:lnTo>
                    <a:pt x="12" y="52"/>
                  </a:lnTo>
                  <a:lnTo>
                    <a:pt x="2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6" name="Freeform 287">
              <a:extLst>
                <a:ext uri="{FF2B5EF4-FFF2-40B4-BE49-F238E27FC236}">
                  <a16:creationId xmlns:a16="http://schemas.microsoft.com/office/drawing/2014/main" id="{D913FBCB-0683-D450-FCDD-6B9BB2335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" y="1606"/>
              <a:ext cx="28" cy="11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4" y="0"/>
                  </a:lnTo>
                  <a:lnTo>
                    <a:pt x="132" y="3"/>
                  </a:lnTo>
                  <a:lnTo>
                    <a:pt x="137" y="9"/>
                  </a:lnTo>
                  <a:lnTo>
                    <a:pt x="137" y="41"/>
                  </a:lnTo>
                  <a:lnTo>
                    <a:pt x="132" y="49"/>
                  </a:lnTo>
                  <a:lnTo>
                    <a:pt x="124" y="52"/>
                  </a:lnTo>
                  <a:lnTo>
                    <a:pt x="12" y="52"/>
                  </a:lnTo>
                  <a:lnTo>
                    <a:pt x="2" y="49"/>
                  </a:lnTo>
                  <a:lnTo>
                    <a:pt x="0" y="41"/>
                  </a:lnTo>
                  <a:lnTo>
                    <a:pt x="0" y="9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7" name="Freeform 288">
              <a:extLst>
                <a:ext uri="{FF2B5EF4-FFF2-40B4-BE49-F238E27FC236}">
                  <a16:creationId xmlns:a16="http://schemas.microsoft.com/office/drawing/2014/main" id="{BB59CB1E-E481-6F73-635D-883482E2C3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" y="1689"/>
              <a:ext cx="27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5" y="0"/>
                  </a:lnTo>
                  <a:lnTo>
                    <a:pt x="133" y="3"/>
                  </a:lnTo>
                  <a:lnTo>
                    <a:pt x="137" y="11"/>
                  </a:lnTo>
                  <a:lnTo>
                    <a:pt x="137" y="42"/>
                  </a:lnTo>
                  <a:lnTo>
                    <a:pt x="133" y="48"/>
                  </a:lnTo>
                  <a:lnTo>
                    <a:pt x="125" y="52"/>
                  </a:lnTo>
                  <a:lnTo>
                    <a:pt x="12" y="52"/>
                  </a:lnTo>
                  <a:lnTo>
                    <a:pt x="3" y="48"/>
                  </a:lnTo>
                  <a:lnTo>
                    <a:pt x="0" y="42"/>
                  </a:lnTo>
                  <a:lnTo>
                    <a:pt x="0" y="11"/>
                  </a:lnTo>
                  <a:lnTo>
                    <a:pt x="3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8" name="Freeform 289">
              <a:extLst>
                <a:ext uri="{FF2B5EF4-FFF2-40B4-BE49-F238E27FC236}">
                  <a16:creationId xmlns:a16="http://schemas.microsoft.com/office/drawing/2014/main" id="{81C47AB3-9DCE-3993-BB7D-D0A4F9EBD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" y="1616"/>
              <a:ext cx="27" cy="10"/>
            </a:xfrm>
            <a:custGeom>
              <a:avLst/>
              <a:gdLst>
                <a:gd name="T0" fmla="*/ 0 w 135"/>
                <a:gd name="T1" fmla="*/ 0 h 52"/>
                <a:gd name="T2" fmla="*/ 0 w 135"/>
                <a:gd name="T3" fmla="*/ 0 h 52"/>
                <a:gd name="T4" fmla="*/ 0 w 135"/>
                <a:gd name="T5" fmla="*/ 0 h 52"/>
                <a:gd name="T6" fmla="*/ 0 w 135"/>
                <a:gd name="T7" fmla="*/ 0 h 52"/>
                <a:gd name="T8" fmla="*/ 0 w 135"/>
                <a:gd name="T9" fmla="*/ 0 h 52"/>
                <a:gd name="T10" fmla="*/ 0 w 135"/>
                <a:gd name="T11" fmla="*/ 0 h 52"/>
                <a:gd name="T12" fmla="*/ 0 w 135"/>
                <a:gd name="T13" fmla="*/ 0 h 52"/>
                <a:gd name="T14" fmla="*/ 0 w 135"/>
                <a:gd name="T15" fmla="*/ 0 h 52"/>
                <a:gd name="T16" fmla="*/ 0 w 135"/>
                <a:gd name="T17" fmla="*/ 0 h 52"/>
                <a:gd name="T18" fmla="*/ 0 w 135"/>
                <a:gd name="T19" fmla="*/ 0 h 52"/>
                <a:gd name="T20" fmla="*/ 0 w 135"/>
                <a:gd name="T21" fmla="*/ 0 h 52"/>
                <a:gd name="T22" fmla="*/ 0 w 135"/>
                <a:gd name="T23" fmla="*/ 0 h 52"/>
                <a:gd name="T24" fmla="*/ 0 w 135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2"/>
                <a:gd name="T41" fmla="*/ 135 w 135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2">
                  <a:moveTo>
                    <a:pt x="13" y="0"/>
                  </a:moveTo>
                  <a:lnTo>
                    <a:pt x="123" y="0"/>
                  </a:lnTo>
                  <a:lnTo>
                    <a:pt x="132" y="3"/>
                  </a:lnTo>
                  <a:lnTo>
                    <a:pt x="135" y="11"/>
                  </a:lnTo>
                  <a:lnTo>
                    <a:pt x="135" y="41"/>
                  </a:lnTo>
                  <a:lnTo>
                    <a:pt x="132" y="48"/>
                  </a:lnTo>
                  <a:lnTo>
                    <a:pt x="123" y="52"/>
                  </a:lnTo>
                  <a:lnTo>
                    <a:pt x="13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39" name="Freeform 290">
              <a:extLst>
                <a:ext uri="{FF2B5EF4-FFF2-40B4-BE49-F238E27FC236}">
                  <a16:creationId xmlns:a16="http://schemas.microsoft.com/office/drawing/2014/main" id="{7C692B73-38A1-1189-A24B-B3DB26EDE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" y="1598"/>
              <a:ext cx="27" cy="10"/>
            </a:xfrm>
            <a:custGeom>
              <a:avLst/>
              <a:gdLst>
                <a:gd name="T0" fmla="*/ 0 w 136"/>
                <a:gd name="T1" fmla="*/ 0 h 52"/>
                <a:gd name="T2" fmla="*/ 0 w 136"/>
                <a:gd name="T3" fmla="*/ 0 h 52"/>
                <a:gd name="T4" fmla="*/ 0 w 136"/>
                <a:gd name="T5" fmla="*/ 0 h 52"/>
                <a:gd name="T6" fmla="*/ 0 w 136"/>
                <a:gd name="T7" fmla="*/ 0 h 52"/>
                <a:gd name="T8" fmla="*/ 0 w 136"/>
                <a:gd name="T9" fmla="*/ 0 h 52"/>
                <a:gd name="T10" fmla="*/ 0 w 136"/>
                <a:gd name="T11" fmla="*/ 0 h 52"/>
                <a:gd name="T12" fmla="*/ 0 w 136"/>
                <a:gd name="T13" fmla="*/ 0 h 52"/>
                <a:gd name="T14" fmla="*/ 0 w 136"/>
                <a:gd name="T15" fmla="*/ 0 h 52"/>
                <a:gd name="T16" fmla="*/ 0 w 136"/>
                <a:gd name="T17" fmla="*/ 0 h 52"/>
                <a:gd name="T18" fmla="*/ 0 w 136"/>
                <a:gd name="T19" fmla="*/ 0 h 52"/>
                <a:gd name="T20" fmla="*/ 0 w 136"/>
                <a:gd name="T21" fmla="*/ 0 h 52"/>
                <a:gd name="T22" fmla="*/ 0 w 136"/>
                <a:gd name="T23" fmla="*/ 0 h 52"/>
                <a:gd name="T24" fmla="*/ 0 w 136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2"/>
                <a:gd name="T41" fmla="*/ 136 w 136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2">
                  <a:moveTo>
                    <a:pt x="12" y="0"/>
                  </a:moveTo>
                  <a:lnTo>
                    <a:pt x="124" y="0"/>
                  </a:lnTo>
                  <a:lnTo>
                    <a:pt x="132" y="2"/>
                  </a:lnTo>
                  <a:lnTo>
                    <a:pt x="136" y="11"/>
                  </a:lnTo>
                  <a:lnTo>
                    <a:pt x="136" y="41"/>
                  </a:lnTo>
                  <a:lnTo>
                    <a:pt x="132" y="48"/>
                  </a:lnTo>
                  <a:lnTo>
                    <a:pt x="124" y="52"/>
                  </a:lnTo>
                  <a:lnTo>
                    <a:pt x="12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0" name="Freeform 291">
              <a:extLst>
                <a:ext uri="{FF2B5EF4-FFF2-40B4-BE49-F238E27FC236}">
                  <a16:creationId xmlns:a16="http://schemas.microsoft.com/office/drawing/2014/main" id="{B0804E5D-8E94-E47F-27E0-6E6C0E5C9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1612"/>
              <a:ext cx="27" cy="11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4" y="0"/>
                  </a:moveTo>
                  <a:lnTo>
                    <a:pt x="124" y="0"/>
                  </a:lnTo>
                  <a:lnTo>
                    <a:pt x="133" y="3"/>
                  </a:lnTo>
                  <a:lnTo>
                    <a:pt x="138" y="11"/>
                  </a:lnTo>
                  <a:lnTo>
                    <a:pt x="138" y="41"/>
                  </a:lnTo>
                  <a:lnTo>
                    <a:pt x="133" y="48"/>
                  </a:lnTo>
                  <a:lnTo>
                    <a:pt x="124" y="52"/>
                  </a:lnTo>
                  <a:lnTo>
                    <a:pt x="14" y="52"/>
                  </a:lnTo>
                  <a:lnTo>
                    <a:pt x="4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4" y="3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1" name="Freeform 292">
              <a:extLst>
                <a:ext uri="{FF2B5EF4-FFF2-40B4-BE49-F238E27FC236}">
                  <a16:creationId xmlns:a16="http://schemas.microsoft.com/office/drawing/2014/main" id="{D85EE3AF-5E2D-6D43-1E3C-82884860EE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" y="1586"/>
              <a:ext cx="27" cy="11"/>
            </a:xfrm>
            <a:custGeom>
              <a:avLst/>
              <a:gdLst>
                <a:gd name="T0" fmla="*/ 0 w 137"/>
                <a:gd name="T1" fmla="*/ 0 h 53"/>
                <a:gd name="T2" fmla="*/ 0 w 137"/>
                <a:gd name="T3" fmla="*/ 0 h 53"/>
                <a:gd name="T4" fmla="*/ 0 w 137"/>
                <a:gd name="T5" fmla="*/ 0 h 53"/>
                <a:gd name="T6" fmla="*/ 0 w 137"/>
                <a:gd name="T7" fmla="*/ 0 h 53"/>
                <a:gd name="T8" fmla="*/ 0 w 137"/>
                <a:gd name="T9" fmla="*/ 0 h 53"/>
                <a:gd name="T10" fmla="*/ 0 w 137"/>
                <a:gd name="T11" fmla="*/ 0 h 53"/>
                <a:gd name="T12" fmla="*/ 0 w 137"/>
                <a:gd name="T13" fmla="*/ 0 h 53"/>
                <a:gd name="T14" fmla="*/ 0 w 137"/>
                <a:gd name="T15" fmla="*/ 0 h 53"/>
                <a:gd name="T16" fmla="*/ 0 w 137"/>
                <a:gd name="T17" fmla="*/ 0 h 53"/>
                <a:gd name="T18" fmla="*/ 0 w 137"/>
                <a:gd name="T19" fmla="*/ 0 h 53"/>
                <a:gd name="T20" fmla="*/ 0 w 137"/>
                <a:gd name="T21" fmla="*/ 0 h 53"/>
                <a:gd name="T22" fmla="*/ 0 w 137"/>
                <a:gd name="T23" fmla="*/ 0 h 53"/>
                <a:gd name="T24" fmla="*/ 0 w 137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3"/>
                <a:gd name="T41" fmla="*/ 137 w 137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3">
                  <a:moveTo>
                    <a:pt x="13" y="0"/>
                  </a:moveTo>
                  <a:lnTo>
                    <a:pt x="124" y="0"/>
                  </a:lnTo>
                  <a:lnTo>
                    <a:pt x="132" y="2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2" y="49"/>
                  </a:lnTo>
                  <a:lnTo>
                    <a:pt x="124" y="53"/>
                  </a:lnTo>
                  <a:lnTo>
                    <a:pt x="13" y="53"/>
                  </a:lnTo>
                  <a:lnTo>
                    <a:pt x="3" y="49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2" name="Freeform 293">
              <a:extLst>
                <a:ext uri="{FF2B5EF4-FFF2-40B4-BE49-F238E27FC236}">
                  <a16:creationId xmlns:a16="http://schemas.microsoft.com/office/drawing/2014/main" id="{CA14836B-623C-B672-0563-4FD4201985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" y="1634"/>
              <a:ext cx="28" cy="11"/>
            </a:xfrm>
            <a:custGeom>
              <a:avLst/>
              <a:gdLst>
                <a:gd name="T0" fmla="*/ 0 w 137"/>
                <a:gd name="T1" fmla="*/ 0 h 53"/>
                <a:gd name="T2" fmla="*/ 0 w 137"/>
                <a:gd name="T3" fmla="*/ 0 h 53"/>
                <a:gd name="T4" fmla="*/ 0 w 137"/>
                <a:gd name="T5" fmla="*/ 0 h 53"/>
                <a:gd name="T6" fmla="*/ 0 w 137"/>
                <a:gd name="T7" fmla="*/ 0 h 53"/>
                <a:gd name="T8" fmla="*/ 0 w 137"/>
                <a:gd name="T9" fmla="*/ 0 h 53"/>
                <a:gd name="T10" fmla="*/ 0 w 137"/>
                <a:gd name="T11" fmla="*/ 0 h 53"/>
                <a:gd name="T12" fmla="*/ 0 w 137"/>
                <a:gd name="T13" fmla="*/ 0 h 53"/>
                <a:gd name="T14" fmla="*/ 0 w 137"/>
                <a:gd name="T15" fmla="*/ 0 h 53"/>
                <a:gd name="T16" fmla="*/ 0 w 137"/>
                <a:gd name="T17" fmla="*/ 0 h 53"/>
                <a:gd name="T18" fmla="*/ 0 w 137"/>
                <a:gd name="T19" fmla="*/ 0 h 53"/>
                <a:gd name="T20" fmla="*/ 0 w 137"/>
                <a:gd name="T21" fmla="*/ 0 h 53"/>
                <a:gd name="T22" fmla="*/ 0 w 137"/>
                <a:gd name="T23" fmla="*/ 0 h 53"/>
                <a:gd name="T24" fmla="*/ 0 w 137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3"/>
                <a:gd name="T41" fmla="*/ 137 w 137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3">
                  <a:moveTo>
                    <a:pt x="12" y="0"/>
                  </a:moveTo>
                  <a:lnTo>
                    <a:pt x="122" y="0"/>
                  </a:lnTo>
                  <a:lnTo>
                    <a:pt x="132" y="2"/>
                  </a:lnTo>
                  <a:lnTo>
                    <a:pt x="137" y="11"/>
                  </a:lnTo>
                  <a:lnTo>
                    <a:pt x="137" y="43"/>
                  </a:lnTo>
                  <a:lnTo>
                    <a:pt x="132" y="50"/>
                  </a:lnTo>
                  <a:lnTo>
                    <a:pt x="122" y="53"/>
                  </a:lnTo>
                  <a:lnTo>
                    <a:pt x="12" y="53"/>
                  </a:lnTo>
                  <a:lnTo>
                    <a:pt x="2" y="50"/>
                  </a:lnTo>
                  <a:lnTo>
                    <a:pt x="0" y="43"/>
                  </a:lnTo>
                  <a:lnTo>
                    <a:pt x="0" y="11"/>
                  </a:lnTo>
                  <a:lnTo>
                    <a:pt x="2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3" name="Freeform 294">
              <a:extLst>
                <a:ext uri="{FF2B5EF4-FFF2-40B4-BE49-F238E27FC236}">
                  <a16:creationId xmlns:a16="http://schemas.microsoft.com/office/drawing/2014/main" id="{A7D96948-ABE2-B405-11A5-CF3154289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" y="1702"/>
              <a:ext cx="27" cy="10"/>
            </a:xfrm>
            <a:custGeom>
              <a:avLst/>
              <a:gdLst>
                <a:gd name="T0" fmla="*/ 0 w 138"/>
                <a:gd name="T1" fmla="*/ 0 h 50"/>
                <a:gd name="T2" fmla="*/ 0 w 138"/>
                <a:gd name="T3" fmla="*/ 0 h 50"/>
                <a:gd name="T4" fmla="*/ 0 w 138"/>
                <a:gd name="T5" fmla="*/ 0 h 50"/>
                <a:gd name="T6" fmla="*/ 0 w 138"/>
                <a:gd name="T7" fmla="*/ 0 h 50"/>
                <a:gd name="T8" fmla="*/ 0 w 138"/>
                <a:gd name="T9" fmla="*/ 0 h 50"/>
                <a:gd name="T10" fmla="*/ 0 w 138"/>
                <a:gd name="T11" fmla="*/ 0 h 50"/>
                <a:gd name="T12" fmla="*/ 0 w 138"/>
                <a:gd name="T13" fmla="*/ 0 h 50"/>
                <a:gd name="T14" fmla="*/ 0 w 138"/>
                <a:gd name="T15" fmla="*/ 0 h 50"/>
                <a:gd name="T16" fmla="*/ 0 w 138"/>
                <a:gd name="T17" fmla="*/ 0 h 50"/>
                <a:gd name="T18" fmla="*/ 0 w 138"/>
                <a:gd name="T19" fmla="*/ 0 h 50"/>
                <a:gd name="T20" fmla="*/ 0 w 138"/>
                <a:gd name="T21" fmla="*/ 0 h 50"/>
                <a:gd name="T22" fmla="*/ 0 w 138"/>
                <a:gd name="T23" fmla="*/ 0 h 50"/>
                <a:gd name="T24" fmla="*/ 0 w 138"/>
                <a:gd name="T25" fmla="*/ 0 h 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0"/>
                <a:gd name="T41" fmla="*/ 138 w 138"/>
                <a:gd name="T42" fmla="*/ 50 h 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0">
                  <a:moveTo>
                    <a:pt x="13" y="0"/>
                  </a:moveTo>
                  <a:lnTo>
                    <a:pt x="124" y="0"/>
                  </a:lnTo>
                  <a:lnTo>
                    <a:pt x="133" y="2"/>
                  </a:lnTo>
                  <a:lnTo>
                    <a:pt x="138" y="8"/>
                  </a:lnTo>
                  <a:lnTo>
                    <a:pt x="138" y="40"/>
                  </a:lnTo>
                  <a:lnTo>
                    <a:pt x="133" y="47"/>
                  </a:lnTo>
                  <a:lnTo>
                    <a:pt x="124" y="50"/>
                  </a:lnTo>
                  <a:lnTo>
                    <a:pt x="13" y="50"/>
                  </a:lnTo>
                  <a:lnTo>
                    <a:pt x="3" y="47"/>
                  </a:lnTo>
                  <a:lnTo>
                    <a:pt x="0" y="40"/>
                  </a:lnTo>
                  <a:lnTo>
                    <a:pt x="0" y="8"/>
                  </a:lnTo>
                  <a:lnTo>
                    <a:pt x="3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4" name="Freeform 295">
              <a:extLst>
                <a:ext uri="{FF2B5EF4-FFF2-40B4-BE49-F238E27FC236}">
                  <a16:creationId xmlns:a16="http://schemas.microsoft.com/office/drawing/2014/main" id="{F6FB35DD-B44C-9A0F-D7D1-1D545BDF4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1684"/>
              <a:ext cx="27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4" y="0"/>
                  </a:moveTo>
                  <a:lnTo>
                    <a:pt x="124" y="0"/>
                  </a:lnTo>
                  <a:lnTo>
                    <a:pt x="133" y="2"/>
                  </a:lnTo>
                  <a:lnTo>
                    <a:pt x="138" y="11"/>
                  </a:lnTo>
                  <a:lnTo>
                    <a:pt x="138" y="42"/>
                  </a:lnTo>
                  <a:lnTo>
                    <a:pt x="133" y="48"/>
                  </a:lnTo>
                  <a:lnTo>
                    <a:pt x="124" y="52"/>
                  </a:lnTo>
                  <a:lnTo>
                    <a:pt x="14" y="52"/>
                  </a:lnTo>
                  <a:lnTo>
                    <a:pt x="4" y="48"/>
                  </a:lnTo>
                  <a:lnTo>
                    <a:pt x="0" y="42"/>
                  </a:lnTo>
                  <a:lnTo>
                    <a:pt x="0" y="11"/>
                  </a:lnTo>
                  <a:lnTo>
                    <a:pt x="4" y="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5" name="Freeform 296">
              <a:extLst>
                <a:ext uri="{FF2B5EF4-FFF2-40B4-BE49-F238E27FC236}">
                  <a16:creationId xmlns:a16="http://schemas.microsoft.com/office/drawing/2014/main" id="{FDBDAC09-544B-D183-C5F8-4C0CF8C7AD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" y="1699"/>
              <a:ext cx="28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3" y="0"/>
                  </a:moveTo>
                  <a:lnTo>
                    <a:pt x="125" y="0"/>
                  </a:lnTo>
                  <a:lnTo>
                    <a:pt x="132" y="4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2" y="48"/>
                  </a:lnTo>
                  <a:lnTo>
                    <a:pt x="125" y="52"/>
                  </a:lnTo>
                  <a:lnTo>
                    <a:pt x="13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FFCC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6" name="Freeform 297">
              <a:extLst>
                <a:ext uri="{FF2B5EF4-FFF2-40B4-BE49-F238E27FC236}">
                  <a16:creationId xmlns:a16="http://schemas.microsoft.com/office/drawing/2014/main" id="{1D481783-162B-0A6E-4A92-EC3BBBB04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" y="1673"/>
              <a:ext cx="28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3" y="0"/>
                  </a:moveTo>
                  <a:lnTo>
                    <a:pt x="124" y="0"/>
                  </a:lnTo>
                  <a:lnTo>
                    <a:pt x="133" y="4"/>
                  </a:lnTo>
                  <a:lnTo>
                    <a:pt x="138" y="11"/>
                  </a:lnTo>
                  <a:lnTo>
                    <a:pt x="138" y="41"/>
                  </a:lnTo>
                  <a:lnTo>
                    <a:pt x="133" y="48"/>
                  </a:lnTo>
                  <a:lnTo>
                    <a:pt x="124" y="52"/>
                  </a:lnTo>
                  <a:lnTo>
                    <a:pt x="13" y="52"/>
                  </a:lnTo>
                  <a:lnTo>
                    <a:pt x="4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4" y="4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7" name="Freeform 298">
              <a:extLst>
                <a:ext uri="{FF2B5EF4-FFF2-40B4-BE49-F238E27FC236}">
                  <a16:creationId xmlns:a16="http://schemas.microsoft.com/office/drawing/2014/main" id="{B85335F1-6D2C-BB19-F6F6-4CFC284A0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" y="1654"/>
              <a:ext cx="28" cy="10"/>
            </a:xfrm>
            <a:custGeom>
              <a:avLst/>
              <a:gdLst>
                <a:gd name="T0" fmla="*/ 0 w 138"/>
                <a:gd name="T1" fmla="*/ 0 h 50"/>
                <a:gd name="T2" fmla="*/ 0 w 138"/>
                <a:gd name="T3" fmla="*/ 0 h 50"/>
                <a:gd name="T4" fmla="*/ 0 w 138"/>
                <a:gd name="T5" fmla="*/ 0 h 50"/>
                <a:gd name="T6" fmla="*/ 0 w 138"/>
                <a:gd name="T7" fmla="*/ 0 h 50"/>
                <a:gd name="T8" fmla="*/ 0 w 138"/>
                <a:gd name="T9" fmla="*/ 0 h 50"/>
                <a:gd name="T10" fmla="*/ 0 w 138"/>
                <a:gd name="T11" fmla="*/ 0 h 50"/>
                <a:gd name="T12" fmla="*/ 0 w 138"/>
                <a:gd name="T13" fmla="*/ 0 h 50"/>
                <a:gd name="T14" fmla="*/ 0 w 138"/>
                <a:gd name="T15" fmla="*/ 0 h 50"/>
                <a:gd name="T16" fmla="*/ 0 w 138"/>
                <a:gd name="T17" fmla="*/ 0 h 50"/>
                <a:gd name="T18" fmla="*/ 0 w 138"/>
                <a:gd name="T19" fmla="*/ 0 h 50"/>
                <a:gd name="T20" fmla="*/ 0 w 138"/>
                <a:gd name="T21" fmla="*/ 0 h 50"/>
                <a:gd name="T22" fmla="*/ 0 w 138"/>
                <a:gd name="T23" fmla="*/ 0 h 50"/>
                <a:gd name="T24" fmla="*/ 0 w 138"/>
                <a:gd name="T25" fmla="*/ 0 h 5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0"/>
                <a:gd name="T41" fmla="*/ 138 w 138"/>
                <a:gd name="T42" fmla="*/ 50 h 5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0">
                  <a:moveTo>
                    <a:pt x="13" y="0"/>
                  </a:moveTo>
                  <a:lnTo>
                    <a:pt x="123" y="0"/>
                  </a:lnTo>
                  <a:lnTo>
                    <a:pt x="133" y="2"/>
                  </a:lnTo>
                  <a:lnTo>
                    <a:pt x="138" y="10"/>
                  </a:lnTo>
                  <a:lnTo>
                    <a:pt x="138" y="40"/>
                  </a:lnTo>
                  <a:lnTo>
                    <a:pt x="133" y="48"/>
                  </a:lnTo>
                  <a:lnTo>
                    <a:pt x="123" y="50"/>
                  </a:lnTo>
                  <a:lnTo>
                    <a:pt x="13" y="50"/>
                  </a:lnTo>
                  <a:lnTo>
                    <a:pt x="3" y="48"/>
                  </a:lnTo>
                  <a:lnTo>
                    <a:pt x="0" y="40"/>
                  </a:lnTo>
                  <a:lnTo>
                    <a:pt x="0" y="10"/>
                  </a:lnTo>
                  <a:lnTo>
                    <a:pt x="3" y="2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8" name="Freeform 299">
              <a:extLst>
                <a:ext uri="{FF2B5EF4-FFF2-40B4-BE49-F238E27FC236}">
                  <a16:creationId xmlns:a16="http://schemas.microsoft.com/office/drawing/2014/main" id="{D276826F-9B7C-D4B1-A829-127C15DEAD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" y="1721"/>
              <a:ext cx="27" cy="10"/>
            </a:xfrm>
            <a:custGeom>
              <a:avLst/>
              <a:gdLst>
                <a:gd name="T0" fmla="*/ 0 w 136"/>
                <a:gd name="T1" fmla="*/ 0 h 52"/>
                <a:gd name="T2" fmla="*/ 0 w 136"/>
                <a:gd name="T3" fmla="*/ 0 h 52"/>
                <a:gd name="T4" fmla="*/ 0 w 136"/>
                <a:gd name="T5" fmla="*/ 0 h 52"/>
                <a:gd name="T6" fmla="*/ 0 w 136"/>
                <a:gd name="T7" fmla="*/ 0 h 52"/>
                <a:gd name="T8" fmla="*/ 0 w 136"/>
                <a:gd name="T9" fmla="*/ 0 h 52"/>
                <a:gd name="T10" fmla="*/ 0 w 136"/>
                <a:gd name="T11" fmla="*/ 0 h 52"/>
                <a:gd name="T12" fmla="*/ 0 w 136"/>
                <a:gd name="T13" fmla="*/ 0 h 52"/>
                <a:gd name="T14" fmla="*/ 0 w 136"/>
                <a:gd name="T15" fmla="*/ 0 h 52"/>
                <a:gd name="T16" fmla="*/ 0 w 136"/>
                <a:gd name="T17" fmla="*/ 0 h 52"/>
                <a:gd name="T18" fmla="*/ 0 w 136"/>
                <a:gd name="T19" fmla="*/ 0 h 52"/>
                <a:gd name="T20" fmla="*/ 0 w 136"/>
                <a:gd name="T21" fmla="*/ 0 h 52"/>
                <a:gd name="T22" fmla="*/ 0 w 136"/>
                <a:gd name="T23" fmla="*/ 0 h 52"/>
                <a:gd name="T24" fmla="*/ 0 w 136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2"/>
                <a:gd name="T41" fmla="*/ 136 w 136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2">
                  <a:moveTo>
                    <a:pt x="12" y="0"/>
                  </a:moveTo>
                  <a:lnTo>
                    <a:pt x="123" y="0"/>
                  </a:lnTo>
                  <a:lnTo>
                    <a:pt x="131" y="4"/>
                  </a:lnTo>
                  <a:lnTo>
                    <a:pt x="136" y="11"/>
                  </a:lnTo>
                  <a:lnTo>
                    <a:pt x="136" y="41"/>
                  </a:lnTo>
                  <a:lnTo>
                    <a:pt x="131" y="48"/>
                  </a:lnTo>
                  <a:lnTo>
                    <a:pt x="123" y="52"/>
                  </a:lnTo>
                  <a:lnTo>
                    <a:pt x="12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4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49" name="Freeform 300">
              <a:extLst>
                <a:ext uri="{FF2B5EF4-FFF2-40B4-BE49-F238E27FC236}">
                  <a16:creationId xmlns:a16="http://schemas.microsoft.com/office/drawing/2014/main" id="{6F5FB609-3617-0A46-413B-3C892A103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" y="1569"/>
              <a:ext cx="27" cy="10"/>
            </a:xfrm>
            <a:custGeom>
              <a:avLst/>
              <a:gdLst>
                <a:gd name="T0" fmla="*/ 0 w 136"/>
                <a:gd name="T1" fmla="*/ 0 h 51"/>
                <a:gd name="T2" fmla="*/ 0 w 136"/>
                <a:gd name="T3" fmla="*/ 0 h 51"/>
                <a:gd name="T4" fmla="*/ 0 w 136"/>
                <a:gd name="T5" fmla="*/ 0 h 51"/>
                <a:gd name="T6" fmla="*/ 0 w 136"/>
                <a:gd name="T7" fmla="*/ 0 h 51"/>
                <a:gd name="T8" fmla="*/ 0 w 136"/>
                <a:gd name="T9" fmla="*/ 0 h 51"/>
                <a:gd name="T10" fmla="*/ 0 w 136"/>
                <a:gd name="T11" fmla="*/ 0 h 51"/>
                <a:gd name="T12" fmla="*/ 0 w 136"/>
                <a:gd name="T13" fmla="*/ 0 h 51"/>
                <a:gd name="T14" fmla="*/ 0 w 136"/>
                <a:gd name="T15" fmla="*/ 0 h 51"/>
                <a:gd name="T16" fmla="*/ 0 w 136"/>
                <a:gd name="T17" fmla="*/ 0 h 51"/>
                <a:gd name="T18" fmla="*/ 0 w 136"/>
                <a:gd name="T19" fmla="*/ 0 h 51"/>
                <a:gd name="T20" fmla="*/ 0 w 136"/>
                <a:gd name="T21" fmla="*/ 0 h 51"/>
                <a:gd name="T22" fmla="*/ 0 w 136"/>
                <a:gd name="T23" fmla="*/ 0 h 51"/>
                <a:gd name="T24" fmla="*/ 0 w 136"/>
                <a:gd name="T25" fmla="*/ 0 h 5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6"/>
                <a:gd name="T40" fmla="*/ 0 h 51"/>
                <a:gd name="T41" fmla="*/ 136 w 136"/>
                <a:gd name="T42" fmla="*/ 51 h 5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6" h="51">
                  <a:moveTo>
                    <a:pt x="12" y="0"/>
                  </a:moveTo>
                  <a:lnTo>
                    <a:pt x="124" y="0"/>
                  </a:lnTo>
                  <a:lnTo>
                    <a:pt x="131" y="3"/>
                  </a:lnTo>
                  <a:lnTo>
                    <a:pt x="136" y="10"/>
                  </a:lnTo>
                  <a:lnTo>
                    <a:pt x="136" y="41"/>
                  </a:lnTo>
                  <a:lnTo>
                    <a:pt x="131" y="47"/>
                  </a:lnTo>
                  <a:lnTo>
                    <a:pt x="124" y="51"/>
                  </a:lnTo>
                  <a:lnTo>
                    <a:pt x="12" y="51"/>
                  </a:lnTo>
                  <a:lnTo>
                    <a:pt x="2" y="47"/>
                  </a:lnTo>
                  <a:lnTo>
                    <a:pt x="0" y="41"/>
                  </a:lnTo>
                  <a:lnTo>
                    <a:pt x="0" y="10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0" name="Freeform 301">
              <a:extLst>
                <a:ext uri="{FF2B5EF4-FFF2-40B4-BE49-F238E27FC236}">
                  <a16:creationId xmlns:a16="http://schemas.microsoft.com/office/drawing/2014/main" id="{B5DB7B76-1880-475D-A6C4-4AE704A20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" y="1557"/>
              <a:ext cx="27" cy="11"/>
            </a:xfrm>
            <a:custGeom>
              <a:avLst/>
              <a:gdLst>
                <a:gd name="T0" fmla="*/ 0 w 135"/>
                <a:gd name="T1" fmla="*/ 0 h 53"/>
                <a:gd name="T2" fmla="*/ 0 w 135"/>
                <a:gd name="T3" fmla="*/ 0 h 53"/>
                <a:gd name="T4" fmla="*/ 0 w 135"/>
                <a:gd name="T5" fmla="*/ 0 h 53"/>
                <a:gd name="T6" fmla="*/ 0 w 135"/>
                <a:gd name="T7" fmla="*/ 0 h 53"/>
                <a:gd name="T8" fmla="*/ 0 w 135"/>
                <a:gd name="T9" fmla="*/ 0 h 53"/>
                <a:gd name="T10" fmla="*/ 0 w 135"/>
                <a:gd name="T11" fmla="*/ 0 h 53"/>
                <a:gd name="T12" fmla="*/ 0 w 135"/>
                <a:gd name="T13" fmla="*/ 0 h 53"/>
                <a:gd name="T14" fmla="*/ 0 w 135"/>
                <a:gd name="T15" fmla="*/ 0 h 53"/>
                <a:gd name="T16" fmla="*/ 0 w 135"/>
                <a:gd name="T17" fmla="*/ 0 h 53"/>
                <a:gd name="T18" fmla="*/ 0 w 135"/>
                <a:gd name="T19" fmla="*/ 0 h 53"/>
                <a:gd name="T20" fmla="*/ 0 w 135"/>
                <a:gd name="T21" fmla="*/ 0 h 53"/>
                <a:gd name="T22" fmla="*/ 0 w 135"/>
                <a:gd name="T23" fmla="*/ 0 h 53"/>
                <a:gd name="T24" fmla="*/ 0 w 135"/>
                <a:gd name="T25" fmla="*/ 0 h 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5"/>
                <a:gd name="T40" fmla="*/ 0 h 53"/>
                <a:gd name="T41" fmla="*/ 135 w 135"/>
                <a:gd name="T42" fmla="*/ 53 h 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5" h="53">
                  <a:moveTo>
                    <a:pt x="13" y="0"/>
                  </a:moveTo>
                  <a:lnTo>
                    <a:pt x="123" y="0"/>
                  </a:lnTo>
                  <a:lnTo>
                    <a:pt x="131" y="3"/>
                  </a:lnTo>
                  <a:lnTo>
                    <a:pt x="135" y="13"/>
                  </a:lnTo>
                  <a:lnTo>
                    <a:pt x="135" y="42"/>
                  </a:lnTo>
                  <a:lnTo>
                    <a:pt x="131" y="50"/>
                  </a:lnTo>
                  <a:lnTo>
                    <a:pt x="123" y="53"/>
                  </a:lnTo>
                  <a:lnTo>
                    <a:pt x="13" y="53"/>
                  </a:lnTo>
                  <a:lnTo>
                    <a:pt x="3" y="50"/>
                  </a:lnTo>
                  <a:lnTo>
                    <a:pt x="0" y="42"/>
                  </a:lnTo>
                  <a:lnTo>
                    <a:pt x="0" y="13"/>
                  </a:lnTo>
                  <a:lnTo>
                    <a:pt x="3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1" name="Freeform 302">
              <a:extLst>
                <a:ext uri="{FF2B5EF4-FFF2-40B4-BE49-F238E27FC236}">
                  <a16:creationId xmlns:a16="http://schemas.microsoft.com/office/drawing/2014/main" id="{DDB1F412-BA12-8248-7461-14D4AB54A5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" y="1520"/>
              <a:ext cx="28" cy="11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5" y="0"/>
                  </a:lnTo>
                  <a:lnTo>
                    <a:pt x="132" y="3"/>
                  </a:lnTo>
                  <a:lnTo>
                    <a:pt x="137" y="12"/>
                  </a:lnTo>
                  <a:lnTo>
                    <a:pt x="137" y="41"/>
                  </a:lnTo>
                  <a:lnTo>
                    <a:pt x="132" y="49"/>
                  </a:lnTo>
                  <a:lnTo>
                    <a:pt x="125" y="52"/>
                  </a:lnTo>
                  <a:lnTo>
                    <a:pt x="12" y="52"/>
                  </a:lnTo>
                  <a:lnTo>
                    <a:pt x="2" y="49"/>
                  </a:lnTo>
                  <a:lnTo>
                    <a:pt x="0" y="41"/>
                  </a:lnTo>
                  <a:lnTo>
                    <a:pt x="0" y="12"/>
                  </a:lnTo>
                  <a:lnTo>
                    <a:pt x="2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2" name="Freeform 303">
              <a:extLst>
                <a:ext uri="{FF2B5EF4-FFF2-40B4-BE49-F238E27FC236}">
                  <a16:creationId xmlns:a16="http://schemas.microsoft.com/office/drawing/2014/main" id="{94E927B8-F03D-30F7-C240-E859766D3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" y="1507"/>
              <a:ext cx="28" cy="11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2" y="0"/>
                  </a:moveTo>
                  <a:lnTo>
                    <a:pt x="124" y="0"/>
                  </a:lnTo>
                  <a:lnTo>
                    <a:pt x="133" y="2"/>
                  </a:lnTo>
                  <a:lnTo>
                    <a:pt x="138" y="11"/>
                  </a:lnTo>
                  <a:lnTo>
                    <a:pt x="138" y="41"/>
                  </a:lnTo>
                  <a:lnTo>
                    <a:pt x="133" y="48"/>
                  </a:lnTo>
                  <a:lnTo>
                    <a:pt x="124" y="52"/>
                  </a:lnTo>
                  <a:lnTo>
                    <a:pt x="12" y="52"/>
                  </a:lnTo>
                  <a:lnTo>
                    <a:pt x="4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4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3" name="Freeform 304">
              <a:extLst>
                <a:ext uri="{FF2B5EF4-FFF2-40B4-BE49-F238E27FC236}">
                  <a16:creationId xmlns:a16="http://schemas.microsoft.com/office/drawing/2014/main" id="{A87A424C-219B-F59A-4880-497BC3C3E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" y="1567"/>
              <a:ext cx="27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4" y="0"/>
                  </a:moveTo>
                  <a:lnTo>
                    <a:pt x="125" y="0"/>
                  </a:lnTo>
                  <a:lnTo>
                    <a:pt x="134" y="2"/>
                  </a:lnTo>
                  <a:lnTo>
                    <a:pt x="138" y="11"/>
                  </a:lnTo>
                  <a:lnTo>
                    <a:pt x="138" y="41"/>
                  </a:lnTo>
                  <a:lnTo>
                    <a:pt x="134" y="48"/>
                  </a:lnTo>
                  <a:lnTo>
                    <a:pt x="125" y="52"/>
                  </a:lnTo>
                  <a:lnTo>
                    <a:pt x="14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4" name="Freeform 305">
              <a:extLst>
                <a:ext uri="{FF2B5EF4-FFF2-40B4-BE49-F238E27FC236}">
                  <a16:creationId xmlns:a16="http://schemas.microsoft.com/office/drawing/2014/main" id="{02690DBC-F87A-7A30-D9BC-1226526BCB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" y="1529"/>
              <a:ext cx="28" cy="11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w 138"/>
                <a:gd name="T27" fmla="*/ 0 h 52"/>
                <a:gd name="T28" fmla="*/ 0 w 138"/>
                <a:gd name="T29" fmla="*/ 0 h 52"/>
                <a:gd name="T30" fmla="*/ 0 w 138"/>
                <a:gd name="T31" fmla="*/ 0 h 52"/>
                <a:gd name="T32" fmla="*/ 0 w 138"/>
                <a:gd name="T33" fmla="*/ 0 h 5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38"/>
                <a:gd name="T52" fmla="*/ 0 h 52"/>
                <a:gd name="T53" fmla="*/ 138 w 138"/>
                <a:gd name="T54" fmla="*/ 52 h 52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38" h="52">
                  <a:moveTo>
                    <a:pt x="13" y="0"/>
                  </a:moveTo>
                  <a:lnTo>
                    <a:pt x="123" y="0"/>
                  </a:lnTo>
                  <a:lnTo>
                    <a:pt x="129" y="0"/>
                  </a:lnTo>
                  <a:lnTo>
                    <a:pt x="134" y="3"/>
                  </a:lnTo>
                  <a:lnTo>
                    <a:pt x="136" y="5"/>
                  </a:lnTo>
                  <a:lnTo>
                    <a:pt x="138" y="10"/>
                  </a:lnTo>
                  <a:lnTo>
                    <a:pt x="138" y="42"/>
                  </a:lnTo>
                  <a:lnTo>
                    <a:pt x="136" y="45"/>
                  </a:lnTo>
                  <a:lnTo>
                    <a:pt x="134" y="49"/>
                  </a:lnTo>
                  <a:lnTo>
                    <a:pt x="129" y="51"/>
                  </a:lnTo>
                  <a:lnTo>
                    <a:pt x="123" y="52"/>
                  </a:lnTo>
                  <a:lnTo>
                    <a:pt x="13" y="52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10"/>
                  </a:lnTo>
                  <a:lnTo>
                    <a:pt x="3" y="3"/>
                  </a:lnTo>
                  <a:lnTo>
                    <a:pt x="13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5" name="Freeform 306">
              <a:extLst>
                <a:ext uri="{FF2B5EF4-FFF2-40B4-BE49-F238E27FC236}">
                  <a16:creationId xmlns:a16="http://schemas.microsoft.com/office/drawing/2014/main" id="{ABF6EBCD-D798-B7F0-02EF-1F5BBE22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536"/>
              <a:ext cx="27" cy="10"/>
            </a:xfrm>
            <a:custGeom>
              <a:avLst/>
              <a:gdLst>
                <a:gd name="T0" fmla="*/ 0 w 137"/>
                <a:gd name="T1" fmla="*/ 0 h 52"/>
                <a:gd name="T2" fmla="*/ 0 w 137"/>
                <a:gd name="T3" fmla="*/ 0 h 52"/>
                <a:gd name="T4" fmla="*/ 0 w 137"/>
                <a:gd name="T5" fmla="*/ 0 h 52"/>
                <a:gd name="T6" fmla="*/ 0 w 137"/>
                <a:gd name="T7" fmla="*/ 0 h 52"/>
                <a:gd name="T8" fmla="*/ 0 w 137"/>
                <a:gd name="T9" fmla="*/ 0 h 52"/>
                <a:gd name="T10" fmla="*/ 0 w 137"/>
                <a:gd name="T11" fmla="*/ 0 h 52"/>
                <a:gd name="T12" fmla="*/ 0 w 137"/>
                <a:gd name="T13" fmla="*/ 0 h 52"/>
                <a:gd name="T14" fmla="*/ 0 w 137"/>
                <a:gd name="T15" fmla="*/ 0 h 52"/>
                <a:gd name="T16" fmla="*/ 0 w 137"/>
                <a:gd name="T17" fmla="*/ 0 h 52"/>
                <a:gd name="T18" fmla="*/ 0 w 137"/>
                <a:gd name="T19" fmla="*/ 0 h 52"/>
                <a:gd name="T20" fmla="*/ 0 w 137"/>
                <a:gd name="T21" fmla="*/ 0 h 52"/>
                <a:gd name="T22" fmla="*/ 0 w 137"/>
                <a:gd name="T23" fmla="*/ 0 h 52"/>
                <a:gd name="T24" fmla="*/ 0 w 137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52"/>
                <a:gd name="T41" fmla="*/ 137 w 137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52">
                  <a:moveTo>
                    <a:pt x="12" y="0"/>
                  </a:moveTo>
                  <a:lnTo>
                    <a:pt x="124" y="0"/>
                  </a:lnTo>
                  <a:lnTo>
                    <a:pt x="133" y="3"/>
                  </a:lnTo>
                  <a:lnTo>
                    <a:pt x="137" y="11"/>
                  </a:lnTo>
                  <a:lnTo>
                    <a:pt x="137" y="41"/>
                  </a:lnTo>
                  <a:lnTo>
                    <a:pt x="133" y="48"/>
                  </a:lnTo>
                  <a:lnTo>
                    <a:pt x="124" y="52"/>
                  </a:lnTo>
                  <a:lnTo>
                    <a:pt x="12" y="52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11"/>
                  </a:lnTo>
                  <a:lnTo>
                    <a:pt x="3" y="3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6" name="Freeform 307">
              <a:extLst>
                <a:ext uri="{FF2B5EF4-FFF2-40B4-BE49-F238E27FC236}">
                  <a16:creationId xmlns:a16="http://schemas.microsoft.com/office/drawing/2014/main" id="{43D6E15D-B217-5E1A-081F-5EADEE4E4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" y="1313"/>
              <a:ext cx="27" cy="10"/>
            </a:xfrm>
            <a:custGeom>
              <a:avLst/>
              <a:gdLst>
                <a:gd name="T0" fmla="*/ 0 w 138"/>
                <a:gd name="T1" fmla="*/ 0 h 52"/>
                <a:gd name="T2" fmla="*/ 0 w 138"/>
                <a:gd name="T3" fmla="*/ 0 h 52"/>
                <a:gd name="T4" fmla="*/ 0 w 138"/>
                <a:gd name="T5" fmla="*/ 0 h 52"/>
                <a:gd name="T6" fmla="*/ 0 w 138"/>
                <a:gd name="T7" fmla="*/ 0 h 52"/>
                <a:gd name="T8" fmla="*/ 0 w 138"/>
                <a:gd name="T9" fmla="*/ 0 h 52"/>
                <a:gd name="T10" fmla="*/ 0 w 138"/>
                <a:gd name="T11" fmla="*/ 0 h 52"/>
                <a:gd name="T12" fmla="*/ 0 w 138"/>
                <a:gd name="T13" fmla="*/ 0 h 52"/>
                <a:gd name="T14" fmla="*/ 0 w 138"/>
                <a:gd name="T15" fmla="*/ 0 h 52"/>
                <a:gd name="T16" fmla="*/ 0 w 138"/>
                <a:gd name="T17" fmla="*/ 0 h 52"/>
                <a:gd name="T18" fmla="*/ 0 w 138"/>
                <a:gd name="T19" fmla="*/ 0 h 52"/>
                <a:gd name="T20" fmla="*/ 0 w 138"/>
                <a:gd name="T21" fmla="*/ 0 h 52"/>
                <a:gd name="T22" fmla="*/ 0 w 138"/>
                <a:gd name="T23" fmla="*/ 0 h 52"/>
                <a:gd name="T24" fmla="*/ 0 w 138"/>
                <a:gd name="T25" fmla="*/ 0 h 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8"/>
                <a:gd name="T40" fmla="*/ 0 h 52"/>
                <a:gd name="T41" fmla="*/ 138 w 138"/>
                <a:gd name="T42" fmla="*/ 52 h 52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8" h="52">
                  <a:moveTo>
                    <a:pt x="14" y="0"/>
                  </a:moveTo>
                  <a:lnTo>
                    <a:pt x="126" y="0"/>
                  </a:lnTo>
                  <a:lnTo>
                    <a:pt x="133" y="2"/>
                  </a:lnTo>
                  <a:lnTo>
                    <a:pt x="138" y="11"/>
                  </a:lnTo>
                  <a:lnTo>
                    <a:pt x="138" y="42"/>
                  </a:lnTo>
                  <a:lnTo>
                    <a:pt x="133" y="48"/>
                  </a:lnTo>
                  <a:lnTo>
                    <a:pt x="126" y="52"/>
                  </a:lnTo>
                  <a:lnTo>
                    <a:pt x="14" y="52"/>
                  </a:lnTo>
                  <a:lnTo>
                    <a:pt x="4" y="48"/>
                  </a:lnTo>
                  <a:lnTo>
                    <a:pt x="0" y="42"/>
                  </a:lnTo>
                  <a:lnTo>
                    <a:pt x="0" y="11"/>
                  </a:lnTo>
                  <a:lnTo>
                    <a:pt x="4" y="2"/>
                  </a:lnTo>
                  <a:lnTo>
                    <a:pt x="14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7" name="Freeform 308">
              <a:extLst>
                <a:ext uri="{FF2B5EF4-FFF2-40B4-BE49-F238E27FC236}">
                  <a16:creationId xmlns:a16="http://schemas.microsoft.com/office/drawing/2014/main" id="{89D72BA1-EA89-157B-8296-99FA00016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" y="1410"/>
              <a:ext cx="27" cy="13"/>
            </a:xfrm>
            <a:custGeom>
              <a:avLst/>
              <a:gdLst>
                <a:gd name="T0" fmla="*/ 0 w 137"/>
                <a:gd name="T1" fmla="*/ 0 h 61"/>
                <a:gd name="T2" fmla="*/ 0 w 137"/>
                <a:gd name="T3" fmla="*/ 0 h 61"/>
                <a:gd name="T4" fmla="*/ 0 w 137"/>
                <a:gd name="T5" fmla="*/ 0 h 61"/>
                <a:gd name="T6" fmla="*/ 0 w 137"/>
                <a:gd name="T7" fmla="*/ 0 h 61"/>
                <a:gd name="T8" fmla="*/ 0 w 137"/>
                <a:gd name="T9" fmla="*/ 0 h 61"/>
                <a:gd name="T10" fmla="*/ 0 w 137"/>
                <a:gd name="T11" fmla="*/ 0 h 61"/>
                <a:gd name="T12" fmla="*/ 0 w 137"/>
                <a:gd name="T13" fmla="*/ 0 h 61"/>
                <a:gd name="T14" fmla="*/ 0 w 137"/>
                <a:gd name="T15" fmla="*/ 0 h 61"/>
                <a:gd name="T16" fmla="*/ 0 w 137"/>
                <a:gd name="T17" fmla="*/ 0 h 61"/>
                <a:gd name="T18" fmla="*/ 0 w 137"/>
                <a:gd name="T19" fmla="*/ 0 h 61"/>
                <a:gd name="T20" fmla="*/ 0 w 137"/>
                <a:gd name="T21" fmla="*/ 0 h 61"/>
                <a:gd name="T22" fmla="*/ 0 w 137"/>
                <a:gd name="T23" fmla="*/ 0 h 61"/>
                <a:gd name="T24" fmla="*/ 0 w 137"/>
                <a:gd name="T25" fmla="*/ 0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37"/>
                <a:gd name="T40" fmla="*/ 0 h 61"/>
                <a:gd name="T41" fmla="*/ 137 w 137"/>
                <a:gd name="T42" fmla="*/ 61 h 61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37" h="61">
                  <a:moveTo>
                    <a:pt x="12" y="0"/>
                  </a:moveTo>
                  <a:lnTo>
                    <a:pt x="125" y="11"/>
                  </a:lnTo>
                  <a:lnTo>
                    <a:pt x="134" y="14"/>
                  </a:lnTo>
                  <a:lnTo>
                    <a:pt x="137" y="23"/>
                  </a:lnTo>
                  <a:lnTo>
                    <a:pt x="137" y="53"/>
                  </a:lnTo>
                  <a:lnTo>
                    <a:pt x="134" y="59"/>
                  </a:lnTo>
                  <a:lnTo>
                    <a:pt x="125" y="61"/>
                  </a:lnTo>
                  <a:lnTo>
                    <a:pt x="12" y="52"/>
                  </a:lnTo>
                  <a:lnTo>
                    <a:pt x="2" y="48"/>
                  </a:lnTo>
                  <a:lnTo>
                    <a:pt x="0" y="40"/>
                  </a:lnTo>
                  <a:lnTo>
                    <a:pt x="0" y="8"/>
                  </a:lnTo>
                  <a:lnTo>
                    <a:pt x="2" y="2"/>
                  </a:lnTo>
                  <a:lnTo>
                    <a:pt x="12" y="0"/>
                  </a:lnTo>
                  <a:close/>
                </a:path>
              </a:pathLst>
            </a:custGeom>
            <a:solidFill>
              <a:srgbClr val="F2C2A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8" name="Freeform 309">
              <a:extLst>
                <a:ext uri="{FF2B5EF4-FFF2-40B4-BE49-F238E27FC236}">
                  <a16:creationId xmlns:a16="http://schemas.microsoft.com/office/drawing/2014/main" id="{E10DCE83-3905-60A1-FA9D-CB4D7F97C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" y="1475"/>
              <a:ext cx="102" cy="14"/>
            </a:xfrm>
            <a:custGeom>
              <a:avLst/>
              <a:gdLst>
                <a:gd name="T0" fmla="*/ 0 w 509"/>
                <a:gd name="T1" fmla="*/ 0 h 69"/>
                <a:gd name="T2" fmla="*/ 0 w 509"/>
                <a:gd name="T3" fmla="*/ 0 h 69"/>
                <a:gd name="T4" fmla="*/ 0 w 509"/>
                <a:gd name="T5" fmla="*/ 0 h 69"/>
                <a:gd name="T6" fmla="*/ 0 w 509"/>
                <a:gd name="T7" fmla="*/ 0 h 69"/>
                <a:gd name="T8" fmla="*/ 0 w 509"/>
                <a:gd name="T9" fmla="*/ 0 h 69"/>
                <a:gd name="T10" fmla="*/ 0 w 509"/>
                <a:gd name="T11" fmla="*/ 0 h 69"/>
                <a:gd name="T12" fmla="*/ 0 w 509"/>
                <a:gd name="T13" fmla="*/ 0 h 69"/>
                <a:gd name="T14" fmla="*/ 0 w 509"/>
                <a:gd name="T15" fmla="*/ 0 h 69"/>
                <a:gd name="T16" fmla="*/ 0 w 509"/>
                <a:gd name="T17" fmla="*/ 0 h 69"/>
                <a:gd name="T18" fmla="*/ 0 w 509"/>
                <a:gd name="T19" fmla="*/ 0 h 69"/>
                <a:gd name="T20" fmla="*/ 0 w 509"/>
                <a:gd name="T21" fmla="*/ 0 h 69"/>
                <a:gd name="T22" fmla="*/ 0 w 509"/>
                <a:gd name="T23" fmla="*/ 0 h 69"/>
                <a:gd name="T24" fmla="*/ 0 w 509"/>
                <a:gd name="T25" fmla="*/ 0 h 69"/>
                <a:gd name="T26" fmla="*/ 0 w 509"/>
                <a:gd name="T27" fmla="*/ 0 h 69"/>
                <a:gd name="T28" fmla="*/ 0 w 509"/>
                <a:gd name="T29" fmla="*/ 0 h 69"/>
                <a:gd name="T30" fmla="*/ 0 w 509"/>
                <a:gd name="T31" fmla="*/ 0 h 69"/>
                <a:gd name="T32" fmla="*/ 0 w 509"/>
                <a:gd name="T33" fmla="*/ 0 h 69"/>
                <a:gd name="T34" fmla="*/ 0 w 509"/>
                <a:gd name="T35" fmla="*/ 0 h 69"/>
                <a:gd name="T36" fmla="*/ 0 w 509"/>
                <a:gd name="T37" fmla="*/ 0 h 69"/>
                <a:gd name="T38" fmla="*/ 0 w 509"/>
                <a:gd name="T39" fmla="*/ 0 h 69"/>
                <a:gd name="T40" fmla="*/ 0 w 509"/>
                <a:gd name="T41" fmla="*/ 0 h 69"/>
                <a:gd name="T42" fmla="*/ 0 w 509"/>
                <a:gd name="T43" fmla="*/ 0 h 69"/>
                <a:gd name="T44" fmla="*/ 0 w 509"/>
                <a:gd name="T45" fmla="*/ 0 h 69"/>
                <a:gd name="T46" fmla="*/ 0 w 509"/>
                <a:gd name="T47" fmla="*/ 0 h 69"/>
                <a:gd name="T48" fmla="*/ 0 w 509"/>
                <a:gd name="T49" fmla="*/ 0 h 69"/>
                <a:gd name="T50" fmla="*/ 0 w 509"/>
                <a:gd name="T51" fmla="*/ 0 h 69"/>
                <a:gd name="T52" fmla="*/ 0 w 509"/>
                <a:gd name="T53" fmla="*/ 0 h 69"/>
                <a:gd name="T54" fmla="*/ 0 w 509"/>
                <a:gd name="T55" fmla="*/ 0 h 69"/>
                <a:gd name="T56" fmla="*/ 0 w 509"/>
                <a:gd name="T57" fmla="*/ 0 h 69"/>
                <a:gd name="T58" fmla="*/ 0 w 509"/>
                <a:gd name="T59" fmla="*/ 0 h 69"/>
                <a:gd name="T60" fmla="*/ 0 w 509"/>
                <a:gd name="T61" fmla="*/ 0 h 69"/>
                <a:gd name="T62" fmla="*/ 0 w 509"/>
                <a:gd name="T63" fmla="*/ 0 h 69"/>
                <a:gd name="T64" fmla="*/ 0 w 509"/>
                <a:gd name="T65" fmla="*/ 0 h 69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509"/>
                <a:gd name="T100" fmla="*/ 0 h 69"/>
                <a:gd name="T101" fmla="*/ 509 w 509"/>
                <a:gd name="T102" fmla="*/ 69 h 69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509" h="69">
                  <a:moveTo>
                    <a:pt x="254" y="0"/>
                  </a:moveTo>
                  <a:lnTo>
                    <a:pt x="304" y="0"/>
                  </a:lnTo>
                  <a:lnTo>
                    <a:pt x="353" y="2"/>
                  </a:lnTo>
                  <a:lnTo>
                    <a:pt x="395" y="5"/>
                  </a:lnTo>
                  <a:lnTo>
                    <a:pt x="433" y="10"/>
                  </a:lnTo>
                  <a:lnTo>
                    <a:pt x="464" y="14"/>
                  </a:lnTo>
                  <a:lnTo>
                    <a:pt x="488" y="20"/>
                  </a:lnTo>
                  <a:lnTo>
                    <a:pt x="503" y="27"/>
                  </a:lnTo>
                  <a:lnTo>
                    <a:pt x="509" y="35"/>
                  </a:lnTo>
                  <a:lnTo>
                    <a:pt x="503" y="41"/>
                  </a:lnTo>
                  <a:lnTo>
                    <a:pt x="488" y="47"/>
                  </a:lnTo>
                  <a:lnTo>
                    <a:pt x="464" y="52"/>
                  </a:lnTo>
                  <a:lnTo>
                    <a:pt x="433" y="58"/>
                  </a:lnTo>
                  <a:lnTo>
                    <a:pt x="395" y="62"/>
                  </a:lnTo>
                  <a:lnTo>
                    <a:pt x="353" y="66"/>
                  </a:lnTo>
                  <a:lnTo>
                    <a:pt x="304" y="68"/>
                  </a:lnTo>
                  <a:lnTo>
                    <a:pt x="254" y="69"/>
                  </a:lnTo>
                  <a:lnTo>
                    <a:pt x="202" y="68"/>
                  </a:lnTo>
                  <a:lnTo>
                    <a:pt x="155" y="66"/>
                  </a:lnTo>
                  <a:lnTo>
                    <a:pt x="110" y="62"/>
                  </a:lnTo>
                  <a:lnTo>
                    <a:pt x="74" y="58"/>
                  </a:lnTo>
                  <a:lnTo>
                    <a:pt x="42" y="52"/>
                  </a:lnTo>
                  <a:lnTo>
                    <a:pt x="20" y="47"/>
                  </a:lnTo>
                  <a:lnTo>
                    <a:pt x="3" y="41"/>
                  </a:lnTo>
                  <a:lnTo>
                    <a:pt x="0" y="35"/>
                  </a:lnTo>
                  <a:lnTo>
                    <a:pt x="3" y="27"/>
                  </a:lnTo>
                  <a:lnTo>
                    <a:pt x="20" y="20"/>
                  </a:lnTo>
                  <a:lnTo>
                    <a:pt x="42" y="14"/>
                  </a:lnTo>
                  <a:lnTo>
                    <a:pt x="74" y="10"/>
                  </a:lnTo>
                  <a:lnTo>
                    <a:pt x="110" y="5"/>
                  </a:lnTo>
                  <a:lnTo>
                    <a:pt x="155" y="2"/>
                  </a:lnTo>
                  <a:lnTo>
                    <a:pt x="202" y="0"/>
                  </a:lnTo>
                  <a:lnTo>
                    <a:pt x="254" y="0"/>
                  </a:lnTo>
                  <a:close/>
                </a:path>
              </a:pathLst>
            </a:custGeom>
            <a:solidFill>
              <a:srgbClr val="E3A68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59" name="Freeform 310">
              <a:extLst>
                <a:ext uri="{FF2B5EF4-FFF2-40B4-BE49-F238E27FC236}">
                  <a16:creationId xmlns:a16="http://schemas.microsoft.com/office/drawing/2014/main" id="{EF268ACE-9D5D-F285-FB69-8C306E45F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" y="1478"/>
              <a:ext cx="92" cy="13"/>
            </a:xfrm>
            <a:custGeom>
              <a:avLst/>
              <a:gdLst>
                <a:gd name="T0" fmla="*/ 0 w 461"/>
                <a:gd name="T1" fmla="*/ 0 h 63"/>
                <a:gd name="T2" fmla="*/ 0 w 461"/>
                <a:gd name="T3" fmla="*/ 0 h 63"/>
                <a:gd name="T4" fmla="*/ 0 w 461"/>
                <a:gd name="T5" fmla="*/ 0 h 63"/>
                <a:gd name="T6" fmla="*/ 0 w 461"/>
                <a:gd name="T7" fmla="*/ 0 h 63"/>
                <a:gd name="T8" fmla="*/ 0 w 461"/>
                <a:gd name="T9" fmla="*/ 0 h 63"/>
                <a:gd name="T10" fmla="*/ 0 w 461"/>
                <a:gd name="T11" fmla="*/ 0 h 63"/>
                <a:gd name="T12" fmla="*/ 0 w 461"/>
                <a:gd name="T13" fmla="*/ 0 h 63"/>
                <a:gd name="T14" fmla="*/ 0 w 461"/>
                <a:gd name="T15" fmla="*/ 0 h 63"/>
                <a:gd name="T16" fmla="*/ 0 w 461"/>
                <a:gd name="T17" fmla="*/ 0 h 63"/>
                <a:gd name="T18" fmla="*/ 0 w 461"/>
                <a:gd name="T19" fmla="*/ 0 h 63"/>
                <a:gd name="T20" fmla="*/ 0 w 461"/>
                <a:gd name="T21" fmla="*/ 0 h 63"/>
                <a:gd name="T22" fmla="*/ 0 w 461"/>
                <a:gd name="T23" fmla="*/ 0 h 63"/>
                <a:gd name="T24" fmla="*/ 0 w 461"/>
                <a:gd name="T25" fmla="*/ 0 h 63"/>
                <a:gd name="T26" fmla="*/ 0 w 461"/>
                <a:gd name="T27" fmla="*/ 0 h 63"/>
                <a:gd name="T28" fmla="*/ 0 w 461"/>
                <a:gd name="T29" fmla="*/ 0 h 63"/>
                <a:gd name="T30" fmla="*/ 0 w 461"/>
                <a:gd name="T31" fmla="*/ 0 h 63"/>
                <a:gd name="T32" fmla="*/ 0 w 461"/>
                <a:gd name="T33" fmla="*/ 0 h 63"/>
                <a:gd name="T34" fmla="*/ 0 w 461"/>
                <a:gd name="T35" fmla="*/ 0 h 63"/>
                <a:gd name="T36" fmla="*/ 0 w 461"/>
                <a:gd name="T37" fmla="*/ 0 h 63"/>
                <a:gd name="T38" fmla="*/ 0 w 461"/>
                <a:gd name="T39" fmla="*/ 0 h 63"/>
                <a:gd name="T40" fmla="*/ 0 w 461"/>
                <a:gd name="T41" fmla="*/ 0 h 63"/>
                <a:gd name="T42" fmla="*/ 0 w 461"/>
                <a:gd name="T43" fmla="*/ 0 h 63"/>
                <a:gd name="T44" fmla="*/ 0 w 461"/>
                <a:gd name="T45" fmla="*/ 0 h 63"/>
                <a:gd name="T46" fmla="*/ 0 w 461"/>
                <a:gd name="T47" fmla="*/ 0 h 63"/>
                <a:gd name="T48" fmla="*/ 0 w 461"/>
                <a:gd name="T49" fmla="*/ 0 h 63"/>
                <a:gd name="T50" fmla="*/ 0 w 461"/>
                <a:gd name="T51" fmla="*/ 0 h 63"/>
                <a:gd name="T52" fmla="*/ 0 w 461"/>
                <a:gd name="T53" fmla="*/ 0 h 63"/>
                <a:gd name="T54" fmla="*/ 0 w 461"/>
                <a:gd name="T55" fmla="*/ 0 h 63"/>
                <a:gd name="T56" fmla="*/ 0 w 461"/>
                <a:gd name="T57" fmla="*/ 0 h 63"/>
                <a:gd name="T58" fmla="*/ 0 w 461"/>
                <a:gd name="T59" fmla="*/ 0 h 63"/>
                <a:gd name="T60" fmla="*/ 0 w 461"/>
                <a:gd name="T61" fmla="*/ 0 h 63"/>
                <a:gd name="T62" fmla="*/ 0 w 461"/>
                <a:gd name="T63" fmla="*/ 0 h 63"/>
                <a:gd name="T64" fmla="*/ 0 w 461"/>
                <a:gd name="T65" fmla="*/ 0 h 6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61"/>
                <a:gd name="T100" fmla="*/ 0 h 63"/>
                <a:gd name="T101" fmla="*/ 461 w 461"/>
                <a:gd name="T102" fmla="*/ 63 h 63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61" h="63">
                  <a:moveTo>
                    <a:pt x="230" y="0"/>
                  </a:moveTo>
                  <a:lnTo>
                    <a:pt x="275" y="0"/>
                  </a:lnTo>
                  <a:lnTo>
                    <a:pt x="318" y="2"/>
                  </a:lnTo>
                  <a:lnTo>
                    <a:pt x="358" y="5"/>
                  </a:lnTo>
                  <a:lnTo>
                    <a:pt x="393" y="9"/>
                  </a:lnTo>
                  <a:lnTo>
                    <a:pt x="420" y="12"/>
                  </a:lnTo>
                  <a:lnTo>
                    <a:pt x="442" y="18"/>
                  </a:lnTo>
                  <a:lnTo>
                    <a:pt x="455" y="23"/>
                  </a:lnTo>
                  <a:lnTo>
                    <a:pt x="461" y="31"/>
                  </a:lnTo>
                  <a:lnTo>
                    <a:pt x="455" y="36"/>
                  </a:lnTo>
                  <a:lnTo>
                    <a:pt x="442" y="42"/>
                  </a:lnTo>
                  <a:lnTo>
                    <a:pt x="420" y="47"/>
                  </a:lnTo>
                  <a:lnTo>
                    <a:pt x="393" y="53"/>
                  </a:lnTo>
                  <a:lnTo>
                    <a:pt x="358" y="56"/>
                  </a:lnTo>
                  <a:lnTo>
                    <a:pt x="318" y="59"/>
                  </a:lnTo>
                  <a:lnTo>
                    <a:pt x="275" y="62"/>
                  </a:lnTo>
                  <a:lnTo>
                    <a:pt x="230" y="63"/>
                  </a:lnTo>
                  <a:lnTo>
                    <a:pt x="183" y="62"/>
                  </a:lnTo>
                  <a:lnTo>
                    <a:pt x="140" y="59"/>
                  </a:lnTo>
                  <a:lnTo>
                    <a:pt x="100" y="56"/>
                  </a:lnTo>
                  <a:lnTo>
                    <a:pt x="67" y="53"/>
                  </a:lnTo>
                  <a:lnTo>
                    <a:pt x="38" y="47"/>
                  </a:lnTo>
                  <a:lnTo>
                    <a:pt x="17" y="42"/>
                  </a:lnTo>
                  <a:lnTo>
                    <a:pt x="4" y="36"/>
                  </a:lnTo>
                  <a:lnTo>
                    <a:pt x="0" y="31"/>
                  </a:lnTo>
                  <a:lnTo>
                    <a:pt x="4" y="23"/>
                  </a:lnTo>
                  <a:lnTo>
                    <a:pt x="17" y="18"/>
                  </a:lnTo>
                  <a:lnTo>
                    <a:pt x="38" y="12"/>
                  </a:lnTo>
                  <a:lnTo>
                    <a:pt x="67" y="9"/>
                  </a:lnTo>
                  <a:lnTo>
                    <a:pt x="100" y="5"/>
                  </a:lnTo>
                  <a:lnTo>
                    <a:pt x="140" y="2"/>
                  </a:lnTo>
                  <a:lnTo>
                    <a:pt x="183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rgbClr val="9433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960" name="Freeform 311">
              <a:extLst>
                <a:ext uri="{FF2B5EF4-FFF2-40B4-BE49-F238E27FC236}">
                  <a16:creationId xmlns:a16="http://schemas.microsoft.com/office/drawing/2014/main" id="{4E3E8122-C3D2-D6E3-B4CB-A72B8E53D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" y="1483"/>
              <a:ext cx="90" cy="13"/>
            </a:xfrm>
            <a:custGeom>
              <a:avLst/>
              <a:gdLst>
                <a:gd name="T0" fmla="*/ 0 w 450"/>
                <a:gd name="T1" fmla="*/ 0 h 66"/>
                <a:gd name="T2" fmla="*/ 0 w 450"/>
                <a:gd name="T3" fmla="*/ 0 h 66"/>
                <a:gd name="T4" fmla="*/ 0 w 450"/>
                <a:gd name="T5" fmla="*/ 0 h 66"/>
                <a:gd name="T6" fmla="*/ 0 w 450"/>
                <a:gd name="T7" fmla="*/ 0 h 66"/>
                <a:gd name="T8" fmla="*/ 0 w 450"/>
                <a:gd name="T9" fmla="*/ 0 h 66"/>
                <a:gd name="T10" fmla="*/ 0 w 450"/>
                <a:gd name="T11" fmla="*/ 0 h 66"/>
                <a:gd name="T12" fmla="*/ 0 w 450"/>
                <a:gd name="T13" fmla="*/ 0 h 66"/>
                <a:gd name="T14" fmla="*/ 0 w 450"/>
                <a:gd name="T15" fmla="*/ 0 h 66"/>
                <a:gd name="T16" fmla="*/ 0 w 450"/>
                <a:gd name="T17" fmla="*/ 0 h 66"/>
                <a:gd name="T18" fmla="*/ 0 w 450"/>
                <a:gd name="T19" fmla="*/ 0 h 66"/>
                <a:gd name="T20" fmla="*/ 0 w 450"/>
                <a:gd name="T21" fmla="*/ 0 h 66"/>
                <a:gd name="T22" fmla="*/ 0 w 450"/>
                <a:gd name="T23" fmla="*/ 0 h 66"/>
                <a:gd name="T24" fmla="*/ 0 w 450"/>
                <a:gd name="T25" fmla="*/ 0 h 66"/>
                <a:gd name="T26" fmla="*/ 0 w 450"/>
                <a:gd name="T27" fmla="*/ 0 h 66"/>
                <a:gd name="T28" fmla="*/ 0 w 450"/>
                <a:gd name="T29" fmla="*/ 0 h 66"/>
                <a:gd name="T30" fmla="*/ 0 w 450"/>
                <a:gd name="T31" fmla="*/ 0 h 66"/>
                <a:gd name="T32" fmla="*/ 0 w 450"/>
                <a:gd name="T33" fmla="*/ 0 h 66"/>
                <a:gd name="T34" fmla="*/ 0 w 450"/>
                <a:gd name="T35" fmla="*/ 0 h 66"/>
                <a:gd name="T36" fmla="*/ 0 w 450"/>
                <a:gd name="T37" fmla="*/ 0 h 66"/>
                <a:gd name="T38" fmla="*/ 0 w 450"/>
                <a:gd name="T39" fmla="*/ 0 h 66"/>
                <a:gd name="T40" fmla="*/ 0 w 450"/>
                <a:gd name="T41" fmla="*/ 0 h 66"/>
                <a:gd name="T42" fmla="*/ 0 w 450"/>
                <a:gd name="T43" fmla="*/ 0 h 66"/>
                <a:gd name="T44" fmla="*/ 0 w 450"/>
                <a:gd name="T45" fmla="*/ 0 h 66"/>
                <a:gd name="T46" fmla="*/ 0 w 450"/>
                <a:gd name="T47" fmla="*/ 0 h 66"/>
                <a:gd name="T48" fmla="*/ 0 w 450"/>
                <a:gd name="T49" fmla="*/ 0 h 66"/>
                <a:gd name="T50" fmla="*/ 0 w 450"/>
                <a:gd name="T51" fmla="*/ 0 h 66"/>
                <a:gd name="T52" fmla="*/ 0 w 450"/>
                <a:gd name="T53" fmla="*/ 0 h 66"/>
                <a:gd name="T54" fmla="*/ 0 w 450"/>
                <a:gd name="T55" fmla="*/ 0 h 66"/>
                <a:gd name="T56" fmla="*/ 0 w 450"/>
                <a:gd name="T57" fmla="*/ 0 h 66"/>
                <a:gd name="T58" fmla="*/ 0 w 450"/>
                <a:gd name="T59" fmla="*/ 0 h 66"/>
                <a:gd name="T60" fmla="*/ 0 w 450"/>
                <a:gd name="T61" fmla="*/ 0 h 66"/>
                <a:gd name="T62" fmla="*/ 0 w 450"/>
                <a:gd name="T63" fmla="*/ 0 h 66"/>
                <a:gd name="T64" fmla="*/ 0 w 450"/>
                <a:gd name="T65" fmla="*/ 0 h 66"/>
                <a:gd name="T66" fmla="*/ 0 w 450"/>
                <a:gd name="T67" fmla="*/ 0 h 66"/>
                <a:gd name="T68" fmla="*/ 0 w 450"/>
                <a:gd name="T69" fmla="*/ 0 h 66"/>
                <a:gd name="T70" fmla="*/ 0 w 450"/>
                <a:gd name="T71" fmla="*/ 0 h 66"/>
                <a:gd name="T72" fmla="*/ 0 w 450"/>
                <a:gd name="T73" fmla="*/ 0 h 66"/>
                <a:gd name="T74" fmla="*/ 0 w 450"/>
                <a:gd name="T75" fmla="*/ 0 h 66"/>
                <a:gd name="T76" fmla="*/ 0 w 450"/>
                <a:gd name="T77" fmla="*/ 0 h 66"/>
                <a:gd name="T78" fmla="*/ 0 w 450"/>
                <a:gd name="T79" fmla="*/ 0 h 66"/>
                <a:gd name="T80" fmla="*/ 0 w 450"/>
                <a:gd name="T81" fmla="*/ 0 h 66"/>
                <a:gd name="T82" fmla="*/ 0 w 450"/>
                <a:gd name="T83" fmla="*/ 0 h 66"/>
                <a:gd name="T84" fmla="*/ 0 w 450"/>
                <a:gd name="T85" fmla="*/ 0 h 66"/>
                <a:gd name="T86" fmla="*/ 0 w 450"/>
                <a:gd name="T87" fmla="*/ 0 h 66"/>
                <a:gd name="T88" fmla="*/ 0 w 450"/>
                <a:gd name="T89" fmla="*/ 0 h 66"/>
                <a:gd name="T90" fmla="*/ 0 w 450"/>
                <a:gd name="T91" fmla="*/ 0 h 66"/>
                <a:gd name="T92" fmla="*/ 0 w 450"/>
                <a:gd name="T93" fmla="*/ 0 h 66"/>
                <a:gd name="T94" fmla="*/ 0 w 450"/>
                <a:gd name="T95" fmla="*/ 0 h 66"/>
                <a:gd name="T96" fmla="*/ 0 w 450"/>
                <a:gd name="T97" fmla="*/ 0 h 6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450"/>
                <a:gd name="T148" fmla="*/ 0 h 66"/>
                <a:gd name="T149" fmla="*/ 450 w 450"/>
                <a:gd name="T150" fmla="*/ 66 h 6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450" h="66">
                  <a:moveTo>
                    <a:pt x="227" y="0"/>
                  </a:moveTo>
                  <a:lnTo>
                    <a:pt x="269" y="0"/>
                  </a:lnTo>
                  <a:lnTo>
                    <a:pt x="307" y="3"/>
                  </a:lnTo>
                  <a:lnTo>
                    <a:pt x="341" y="7"/>
                  </a:lnTo>
                  <a:lnTo>
                    <a:pt x="372" y="13"/>
                  </a:lnTo>
                  <a:lnTo>
                    <a:pt x="395" y="17"/>
                  </a:lnTo>
                  <a:lnTo>
                    <a:pt x="416" y="23"/>
                  </a:lnTo>
                  <a:lnTo>
                    <a:pt x="432" y="26"/>
                  </a:lnTo>
                  <a:lnTo>
                    <a:pt x="445" y="31"/>
                  </a:lnTo>
                  <a:lnTo>
                    <a:pt x="448" y="34"/>
                  </a:lnTo>
                  <a:lnTo>
                    <a:pt x="450" y="38"/>
                  </a:lnTo>
                  <a:lnTo>
                    <a:pt x="445" y="43"/>
                  </a:lnTo>
                  <a:lnTo>
                    <a:pt x="436" y="49"/>
                  </a:lnTo>
                  <a:lnTo>
                    <a:pt x="424" y="54"/>
                  </a:lnTo>
                  <a:lnTo>
                    <a:pt x="408" y="59"/>
                  </a:lnTo>
                  <a:lnTo>
                    <a:pt x="389" y="62"/>
                  </a:lnTo>
                  <a:lnTo>
                    <a:pt x="369" y="66"/>
                  </a:lnTo>
                  <a:lnTo>
                    <a:pt x="354" y="66"/>
                  </a:lnTo>
                  <a:lnTo>
                    <a:pt x="341" y="66"/>
                  </a:lnTo>
                  <a:lnTo>
                    <a:pt x="326" y="65"/>
                  </a:lnTo>
                  <a:lnTo>
                    <a:pt x="311" y="64"/>
                  </a:lnTo>
                  <a:lnTo>
                    <a:pt x="294" y="61"/>
                  </a:lnTo>
                  <a:lnTo>
                    <a:pt x="274" y="61"/>
                  </a:lnTo>
                  <a:lnTo>
                    <a:pt x="251" y="60"/>
                  </a:lnTo>
                  <a:lnTo>
                    <a:pt x="227" y="60"/>
                  </a:lnTo>
                  <a:lnTo>
                    <a:pt x="201" y="59"/>
                  </a:lnTo>
                  <a:lnTo>
                    <a:pt x="178" y="57"/>
                  </a:lnTo>
                  <a:lnTo>
                    <a:pt x="156" y="56"/>
                  </a:lnTo>
                  <a:lnTo>
                    <a:pt x="136" y="56"/>
                  </a:lnTo>
                  <a:lnTo>
                    <a:pt x="115" y="56"/>
                  </a:lnTo>
                  <a:lnTo>
                    <a:pt x="98" y="56"/>
                  </a:lnTo>
                  <a:lnTo>
                    <a:pt x="80" y="56"/>
                  </a:lnTo>
                  <a:lnTo>
                    <a:pt x="66" y="60"/>
                  </a:lnTo>
                  <a:lnTo>
                    <a:pt x="47" y="60"/>
                  </a:lnTo>
                  <a:lnTo>
                    <a:pt x="31" y="60"/>
                  </a:lnTo>
                  <a:lnTo>
                    <a:pt x="17" y="57"/>
                  </a:lnTo>
                  <a:lnTo>
                    <a:pt x="9" y="54"/>
                  </a:lnTo>
                  <a:lnTo>
                    <a:pt x="1" y="47"/>
                  </a:lnTo>
                  <a:lnTo>
                    <a:pt x="0" y="41"/>
                  </a:lnTo>
                  <a:lnTo>
                    <a:pt x="2" y="34"/>
                  </a:lnTo>
                  <a:lnTo>
                    <a:pt x="11" y="28"/>
                  </a:lnTo>
                  <a:lnTo>
                    <a:pt x="22" y="19"/>
                  </a:lnTo>
                  <a:lnTo>
                    <a:pt x="37" y="13"/>
                  </a:lnTo>
                  <a:lnTo>
                    <a:pt x="57" y="8"/>
                  </a:lnTo>
                  <a:lnTo>
                    <a:pt x="83" y="5"/>
                  </a:lnTo>
                  <a:lnTo>
                    <a:pt x="111" y="2"/>
                  </a:lnTo>
                  <a:lnTo>
                    <a:pt x="145" y="0"/>
                  </a:lnTo>
                  <a:lnTo>
                    <a:pt x="182" y="0"/>
                  </a:lnTo>
                  <a:lnTo>
                    <a:pt x="227" y="0"/>
                  </a:lnTo>
                  <a:close/>
                </a:path>
              </a:pathLst>
            </a:custGeom>
            <a:solidFill>
              <a:srgbClr val="B869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7961" name="Group 312">
              <a:extLst>
                <a:ext uri="{FF2B5EF4-FFF2-40B4-BE49-F238E27FC236}">
                  <a16:creationId xmlns:a16="http://schemas.microsoft.com/office/drawing/2014/main" id="{627E3EAD-59B2-8FD4-CFB9-AE0A64F6E5D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6" y="1208"/>
              <a:ext cx="725" cy="577"/>
              <a:chOff x="246" y="1208"/>
              <a:chExt cx="725" cy="577"/>
            </a:xfrm>
          </p:grpSpPr>
          <p:sp>
            <p:nvSpPr>
              <p:cNvPr id="27963" name="Freeform 313">
                <a:extLst>
                  <a:ext uri="{FF2B5EF4-FFF2-40B4-BE49-F238E27FC236}">
                    <a16:creationId xmlns:a16="http://schemas.microsoft.com/office/drawing/2014/main" id="{3A4D2CD6-194C-6F7E-9DB2-3C733B0F0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" y="1491"/>
                <a:ext cx="70" cy="10"/>
              </a:xfrm>
              <a:custGeom>
                <a:avLst/>
                <a:gdLst>
                  <a:gd name="T0" fmla="*/ 0 w 348"/>
                  <a:gd name="T1" fmla="*/ 0 h 51"/>
                  <a:gd name="T2" fmla="*/ 0 w 348"/>
                  <a:gd name="T3" fmla="*/ 0 h 51"/>
                  <a:gd name="T4" fmla="*/ 0 w 348"/>
                  <a:gd name="T5" fmla="*/ 0 h 51"/>
                  <a:gd name="T6" fmla="*/ 0 w 348"/>
                  <a:gd name="T7" fmla="*/ 0 h 51"/>
                  <a:gd name="T8" fmla="*/ 0 w 348"/>
                  <a:gd name="T9" fmla="*/ 0 h 51"/>
                  <a:gd name="T10" fmla="*/ 0 w 348"/>
                  <a:gd name="T11" fmla="*/ 0 h 51"/>
                  <a:gd name="T12" fmla="*/ 0 w 348"/>
                  <a:gd name="T13" fmla="*/ 0 h 51"/>
                  <a:gd name="T14" fmla="*/ 0 w 348"/>
                  <a:gd name="T15" fmla="*/ 0 h 51"/>
                  <a:gd name="T16" fmla="*/ 0 w 348"/>
                  <a:gd name="T17" fmla="*/ 0 h 51"/>
                  <a:gd name="T18" fmla="*/ 0 w 348"/>
                  <a:gd name="T19" fmla="*/ 0 h 51"/>
                  <a:gd name="T20" fmla="*/ 0 w 348"/>
                  <a:gd name="T21" fmla="*/ 0 h 51"/>
                  <a:gd name="T22" fmla="*/ 0 w 348"/>
                  <a:gd name="T23" fmla="*/ 0 h 51"/>
                  <a:gd name="T24" fmla="*/ 0 w 348"/>
                  <a:gd name="T25" fmla="*/ 0 h 51"/>
                  <a:gd name="T26" fmla="*/ 0 w 348"/>
                  <a:gd name="T27" fmla="*/ 0 h 51"/>
                  <a:gd name="T28" fmla="*/ 0 w 348"/>
                  <a:gd name="T29" fmla="*/ 0 h 51"/>
                  <a:gd name="T30" fmla="*/ 0 w 348"/>
                  <a:gd name="T31" fmla="*/ 0 h 51"/>
                  <a:gd name="T32" fmla="*/ 0 w 348"/>
                  <a:gd name="T33" fmla="*/ 0 h 51"/>
                  <a:gd name="T34" fmla="*/ 0 w 348"/>
                  <a:gd name="T35" fmla="*/ 0 h 51"/>
                  <a:gd name="T36" fmla="*/ 0 w 348"/>
                  <a:gd name="T37" fmla="*/ 0 h 51"/>
                  <a:gd name="T38" fmla="*/ 0 w 348"/>
                  <a:gd name="T39" fmla="*/ 0 h 51"/>
                  <a:gd name="T40" fmla="*/ 0 w 348"/>
                  <a:gd name="T41" fmla="*/ 0 h 51"/>
                  <a:gd name="T42" fmla="*/ 0 w 348"/>
                  <a:gd name="T43" fmla="*/ 0 h 51"/>
                  <a:gd name="T44" fmla="*/ 0 w 348"/>
                  <a:gd name="T45" fmla="*/ 0 h 51"/>
                  <a:gd name="T46" fmla="*/ 0 w 348"/>
                  <a:gd name="T47" fmla="*/ 0 h 51"/>
                  <a:gd name="T48" fmla="*/ 0 w 348"/>
                  <a:gd name="T49" fmla="*/ 0 h 51"/>
                  <a:gd name="T50" fmla="*/ 0 w 348"/>
                  <a:gd name="T51" fmla="*/ 0 h 51"/>
                  <a:gd name="T52" fmla="*/ 0 w 348"/>
                  <a:gd name="T53" fmla="*/ 0 h 51"/>
                  <a:gd name="T54" fmla="*/ 0 w 348"/>
                  <a:gd name="T55" fmla="*/ 0 h 51"/>
                  <a:gd name="T56" fmla="*/ 0 w 348"/>
                  <a:gd name="T57" fmla="*/ 0 h 51"/>
                  <a:gd name="T58" fmla="*/ 0 w 348"/>
                  <a:gd name="T59" fmla="*/ 0 h 51"/>
                  <a:gd name="T60" fmla="*/ 0 w 348"/>
                  <a:gd name="T61" fmla="*/ 0 h 51"/>
                  <a:gd name="T62" fmla="*/ 0 w 348"/>
                  <a:gd name="T63" fmla="*/ 0 h 51"/>
                  <a:gd name="T64" fmla="*/ 0 w 348"/>
                  <a:gd name="T65" fmla="*/ 0 h 5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48"/>
                  <a:gd name="T100" fmla="*/ 0 h 51"/>
                  <a:gd name="T101" fmla="*/ 348 w 348"/>
                  <a:gd name="T102" fmla="*/ 51 h 5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48" h="51">
                    <a:moveTo>
                      <a:pt x="175" y="0"/>
                    </a:moveTo>
                    <a:lnTo>
                      <a:pt x="208" y="0"/>
                    </a:lnTo>
                    <a:lnTo>
                      <a:pt x="241" y="1"/>
                    </a:lnTo>
                    <a:lnTo>
                      <a:pt x="270" y="3"/>
                    </a:lnTo>
                    <a:lnTo>
                      <a:pt x="296" y="6"/>
                    </a:lnTo>
                    <a:lnTo>
                      <a:pt x="317" y="10"/>
                    </a:lnTo>
                    <a:lnTo>
                      <a:pt x="334" y="14"/>
                    </a:lnTo>
                    <a:lnTo>
                      <a:pt x="345" y="19"/>
                    </a:lnTo>
                    <a:lnTo>
                      <a:pt x="348" y="26"/>
                    </a:lnTo>
                    <a:lnTo>
                      <a:pt x="345" y="30"/>
                    </a:lnTo>
                    <a:lnTo>
                      <a:pt x="334" y="35"/>
                    </a:lnTo>
                    <a:lnTo>
                      <a:pt x="317" y="38"/>
                    </a:lnTo>
                    <a:lnTo>
                      <a:pt x="296" y="42"/>
                    </a:lnTo>
                    <a:lnTo>
                      <a:pt x="270" y="45"/>
                    </a:lnTo>
                    <a:lnTo>
                      <a:pt x="241" y="48"/>
                    </a:lnTo>
                    <a:lnTo>
                      <a:pt x="208" y="50"/>
                    </a:lnTo>
                    <a:lnTo>
                      <a:pt x="175" y="51"/>
                    </a:lnTo>
                    <a:lnTo>
                      <a:pt x="138" y="50"/>
                    </a:lnTo>
                    <a:lnTo>
                      <a:pt x="106" y="48"/>
                    </a:lnTo>
                    <a:lnTo>
                      <a:pt x="76" y="45"/>
                    </a:lnTo>
                    <a:lnTo>
                      <a:pt x="51" y="42"/>
                    </a:lnTo>
                    <a:lnTo>
                      <a:pt x="29" y="38"/>
                    </a:lnTo>
                    <a:lnTo>
                      <a:pt x="13" y="35"/>
                    </a:lnTo>
                    <a:lnTo>
                      <a:pt x="3" y="30"/>
                    </a:lnTo>
                    <a:lnTo>
                      <a:pt x="0" y="26"/>
                    </a:lnTo>
                    <a:lnTo>
                      <a:pt x="3" y="19"/>
                    </a:lnTo>
                    <a:lnTo>
                      <a:pt x="13" y="14"/>
                    </a:lnTo>
                    <a:lnTo>
                      <a:pt x="29" y="10"/>
                    </a:lnTo>
                    <a:lnTo>
                      <a:pt x="51" y="6"/>
                    </a:lnTo>
                    <a:lnTo>
                      <a:pt x="76" y="3"/>
                    </a:lnTo>
                    <a:lnTo>
                      <a:pt x="106" y="1"/>
                    </a:lnTo>
                    <a:lnTo>
                      <a:pt x="138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64" name="Freeform 314">
                <a:extLst>
                  <a:ext uri="{FF2B5EF4-FFF2-40B4-BE49-F238E27FC236}">
                    <a16:creationId xmlns:a16="http://schemas.microsoft.com/office/drawing/2014/main" id="{C082C547-DB41-CFB1-824A-EE3259782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" y="1496"/>
                <a:ext cx="50" cy="8"/>
              </a:xfrm>
              <a:custGeom>
                <a:avLst/>
                <a:gdLst>
                  <a:gd name="T0" fmla="*/ 0 w 252"/>
                  <a:gd name="T1" fmla="*/ 0 h 38"/>
                  <a:gd name="T2" fmla="*/ 0 w 252"/>
                  <a:gd name="T3" fmla="*/ 0 h 38"/>
                  <a:gd name="T4" fmla="*/ 0 w 252"/>
                  <a:gd name="T5" fmla="*/ 0 h 38"/>
                  <a:gd name="T6" fmla="*/ 0 w 252"/>
                  <a:gd name="T7" fmla="*/ 0 h 38"/>
                  <a:gd name="T8" fmla="*/ 0 w 252"/>
                  <a:gd name="T9" fmla="*/ 0 h 38"/>
                  <a:gd name="T10" fmla="*/ 0 w 252"/>
                  <a:gd name="T11" fmla="*/ 0 h 38"/>
                  <a:gd name="T12" fmla="*/ 0 w 252"/>
                  <a:gd name="T13" fmla="*/ 0 h 38"/>
                  <a:gd name="T14" fmla="*/ 0 w 252"/>
                  <a:gd name="T15" fmla="*/ 0 h 38"/>
                  <a:gd name="T16" fmla="*/ 0 w 252"/>
                  <a:gd name="T17" fmla="*/ 0 h 38"/>
                  <a:gd name="T18" fmla="*/ 0 w 252"/>
                  <a:gd name="T19" fmla="*/ 0 h 38"/>
                  <a:gd name="T20" fmla="*/ 0 w 252"/>
                  <a:gd name="T21" fmla="*/ 0 h 38"/>
                  <a:gd name="T22" fmla="*/ 0 w 252"/>
                  <a:gd name="T23" fmla="*/ 0 h 38"/>
                  <a:gd name="T24" fmla="*/ 0 w 252"/>
                  <a:gd name="T25" fmla="*/ 0 h 38"/>
                  <a:gd name="T26" fmla="*/ 0 w 252"/>
                  <a:gd name="T27" fmla="*/ 0 h 38"/>
                  <a:gd name="T28" fmla="*/ 0 w 252"/>
                  <a:gd name="T29" fmla="*/ 0 h 38"/>
                  <a:gd name="T30" fmla="*/ 0 w 252"/>
                  <a:gd name="T31" fmla="*/ 0 h 38"/>
                  <a:gd name="T32" fmla="*/ 0 w 252"/>
                  <a:gd name="T33" fmla="*/ 0 h 38"/>
                  <a:gd name="T34" fmla="*/ 0 w 252"/>
                  <a:gd name="T35" fmla="*/ 0 h 38"/>
                  <a:gd name="T36" fmla="*/ 0 w 252"/>
                  <a:gd name="T37" fmla="*/ 0 h 38"/>
                  <a:gd name="T38" fmla="*/ 0 w 252"/>
                  <a:gd name="T39" fmla="*/ 0 h 38"/>
                  <a:gd name="T40" fmla="*/ 0 w 252"/>
                  <a:gd name="T41" fmla="*/ 0 h 38"/>
                  <a:gd name="T42" fmla="*/ 0 w 252"/>
                  <a:gd name="T43" fmla="*/ 0 h 38"/>
                  <a:gd name="T44" fmla="*/ 0 w 252"/>
                  <a:gd name="T45" fmla="*/ 0 h 38"/>
                  <a:gd name="T46" fmla="*/ 0 w 252"/>
                  <a:gd name="T47" fmla="*/ 0 h 38"/>
                  <a:gd name="T48" fmla="*/ 0 w 252"/>
                  <a:gd name="T49" fmla="*/ 0 h 38"/>
                  <a:gd name="T50" fmla="*/ 0 w 252"/>
                  <a:gd name="T51" fmla="*/ 0 h 38"/>
                  <a:gd name="T52" fmla="*/ 0 w 252"/>
                  <a:gd name="T53" fmla="*/ 0 h 38"/>
                  <a:gd name="T54" fmla="*/ 0 w 252"/>
                  <a:gd name="T55" fmla="*/ 0 h 38"/>
                  <a:gd name="T56" fmla="*/ 0 w 252"/>
                  <a:gd name="T57" fmla="*/ 0 h 38"/>
                  <a:gd name="T58" fmla="*/ 0 w 252"/>
                  <a:gd name="T59" fmla="*/ 0 h 38"/>
                  <a:gd name="T60" fmla="*/ 0 w 252"/>
                  <a:gd name="T61" fmla="*/ 0 h 38"/>
                  <a:gd name="T62" fmla="*/ 0 w 252"/>
                  <a:gd name="T63" fmla="*/ 0 h 38"/>
                  <a:gd name="T64" fmla="*/ 0 w 252"/>
                  <a:gd name="T65" fmla="*/ 0 h 38"/>
                  <a:gd name="T66" fmla="*/ 0 w 252"/>
                  <a:gd name="T67" fmla="*/ 0 h 38"/>
                  <a:gd name="T68" fmla="*/ 0 w 252"/>
                  <a:gd name="T69" fmla="*/ 0 h 38"/>
                  <a:gd name="T70" fmla="*/ 0 w 252"/>
                  <a:gd name="T71" fmla="*/ 0 h 38"/>
                  <a:gd name="T72" fmla="*/ 0 w 252"/>
                  <a:gd name="T73" fmla="*/ 0 h 38"/>
                  <a:gd name="T74" fmla="*/ 0 w 252"/>
                  <a:gd name="T75" fmla="*/ 0 h 38"/>
                  <a:gd name="T76" fmla="*/ 0 w 252"/>
                  <a:gd name="T77" fmla="*/ 0 h 38"/>
                  <a:gd name="T78" fmla="*/ 0 w 252"/>
                  <a:gd name="T79" fmla="*/ 0 h 38"/>
                  <a:gd name="T80" fmla="*/ 0 w 252"/>
                  <a:gd name="T81" fmla="*/ 0 h 38"/>
                  <a:gd name="T82" fmla="*/ 0 w 252"/>
                  <a:gd name="T83" fmla="*/ 0 h 38"/>
                  <a:gd name="T84" fmla="*/ 0 w 252"/>
                  <a:gd name="T85" fmla="*/ 0 h 38"/>
                  <a:gd name="T86" fmla="*/ 0 w 252"/>
                  <a:gd name="T87" fmla="*/ 0 h 38"/>
                  <a:gd name="T88" fmla="*/ 0 w 252"/>
                  <a:gd name="T89" fmla="*/ 0 h 38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52"/>
                  <a:gd name="T136" fmla="*/ 0 h 38"/>
                  <a:gd name="T137" fmla="*/ 252 w 252"/>
                  <a:gd name="T138" fmla="*/ 38 h 38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52" h="38">
                    <a:moveTo>
                      <a:pt x="128" y="0"/>
                    </a:moveTo>
                    <a:lnTo>
                      <a:pt x="151" y="0"/>
                    </a:lnTo>
                    <a:lnTo>
                      <a:pt x="173" y="1"/>
                    </a:lnTo>
                    <a:lnTo>
                      <a:pt x="192" y="3"/>
                    </a:lnTo>
                    <a:lnTo>
                      <a:pt x="209" y="6"/>
                    </a:lnTo>
                    <a:lnTo>
                      <a:pt x="221" y="9"/>
                    </a:lnTo>
                    <a:lnTo>
                      <a:pt x="234" y="11"/>
                    </a:lnTo>
                    <a:lnTo>
                      <a:pt x="242" y="14"/>
                    </a:lnTo>
                    <a:lnTo>
                      <a:pt x="250" y="16"/>
                    </a:lnTo>
                    <a:lnTo>
                      <a:pt x="252" y="20"/>
                    </a:lnTo>
                    <a:lnTo>
                      <a:pt x="246" y="27"/>
                    </a:lnTo>
                    <a:lnTo>
                      <a:pt x="239" y="30"/>
                    </a:lnTo>
                    <a:lnTo>
                      <a:pt x="230" y="33"/>
                    </a:lnTo>
                    <a:lnTo>
                      <a:pt x="219" y="36"/>
                    </a:lnTo>
                    <a:lnTo>
                      <a:pt x="208" y="38"/>
                    </a:lnTo>
                    <a:lnTo>
                      <a:pt x="199" y="37"/>
                    </a:lnTo>
                    <a:lnTo>
                      <a:pt x="192" y="37"/>
                    </a:lnTo>
                    <a:lnTo>
                      <a:pt x="183" y="36"/>
                    </a:lnTo>
                    <a:lnTo>
                      <a:pt x="175" y="36"/>
                    </a:lnTo>
                    <a:lnTo>
                      <a:pt x="164" y="35"/>
                    </a:lnTo>
                    <a:lnTo>
                      <a:pt x="154" y="35"/>
                    </a:lnTo>
                    <a:lnTo>
                      <a:pt x="142" y="35"/>
                    </a:lnTo>
                    <a:lnTo>
                      <a:pt x="128" y="35"/>
                    </a:lnTo>
                    <a:lnTo>
                      <a:pt x="114" y="33"/>
                    </a:lnTo>
                    <a:lnTo>
                      <a:pt x="100" y="33"/>
                    </a:lnTo>
                    <a:lnTo>
                      <a:pt x="86" y="32"/>
                    </a:lnTo>
                    <a:lnTo>
                      <a:pt x="75" y="32"/>
                    </a:lnTo>
                    <a:lnTo>
                      <a:pt x="64" y="31"/>
                    </a:lnTo>
                    <a:lnTo>
                      <a:pt x="54" y="31"/>
                    </a:lnTo>
                    <a:lnTo>
                      <a:pt x="44" y="31"/>
                    </a:lnTo>
                    <a:lnTo>
                      <a:pt x="37" y="35"/>
                    </a:lnTo>
                    <a:lnTo>
                      <a:pt x="26" y="33"/>
                    </a:lnTo>
                    <a:lnTo>
                      <a:pt x="17" y="33"/>
                    </a:lnTo>
                    <a:lnTo>
                      <a:pt x="9" y="32"/>
                    </a:lnTo>
                    <a:lnTo>
                      <a:pt x="5" y="30"/>
                    </a:lnTo>
                    <a:lnTo>
                      <a:pt x="0" y="22"/>
                    </a:lnTo>
                    <a:lnTo>
                      <a:pt x="7" y="15"/>
                    </a:lnTo>
                    <a:lnTo>
                      <a:pt x="13" y="10"/>
                    </a:lnTo>
                    <a:lnTo>
                      <a:pt x="22" y="6"/>
                    </a:lnTo>
                    <a:lnTo>
                      <a:pt x="33" y="4"/>
                    </a:lnTo>
                    <a:lnTo>
                      <a:pt x="48" y="3"/>
                    </a:lnTo>
                    <a:lnTo>
                      <a:pt x="63" y="0"/>
                    </a:lnTo>
                    <a:lnTo>
                      <a:pt x="83" y="0"/>
                    </a:lnTo>
                    <a:lnTo>
                      <a:pt x="104" y="0"/>
                    </a:lnTo>
                    <a:lnTo>
                      <a:pt x="128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65" name="Freeform 315">
                <a:extLst>
                  <a:ext uri="{FF2B5EF4-FFF2-40B4-BE49-F238E27FC236}">
                    <a16:creationId xmlns:a16="http://schemas.microsoft.com/office/drawing/2014/main" id="{8BD95000-7F56-08BE-C920-F3E9342FD6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" y="1500"/>
                <a:ext cx="39" cy="6"/>
              </a:xfrm>
              <a:custGeom>
                <a:avLst/>
                <a:gdLst>
                  <a:gd name="T0" fmla="*/ 0 w 197"/>
                  <a:gd name="T1" fmla="*/ 0 h 30"/>
                  <a:gd name="T2" fmla="*/ 0 w 197"/>
                  <a:gd name="T3" fmla="*/ 0 h 30"/>
                  <a:gd name="T4" fmla="*/ 0 w 197"/>
                  <a:gd name="T5" fmla="*/ 0 h 30"/>
                  <a:gd name="T6" fmla="*/ 0 w 197"/>
                  <a:gd name="T7" fmla="*/ 0 h 30"/>
                  <a:gd name="T8" fmla="*/ 0 w 197"/>
                  <a:gd name="T9" fmla="*/ 0 h 30"/>
                  <a:gd name="T10" fmla="*/ 0 w 197"/>
                  <a:gd name="T11" fmla="*/ 0 h 30"/>
                  <a:gd name="T12" fmla="*/ 0 w 197"/>
                  <a:gd name="T13" fmla="*/ 0 h 30"/>
                  <a:gd name="T14" fmla="*/ 0 w 197"/>
                  <a:gd name="T15" fmla="*/ 0 h 30"/>
                  <a:gd name="T16" fmla="*/ 0 w 197"/>
                  <a:gd name="T17" fmla="*/ 0 h 30"/>
                  <a:gd name="T18" fmla="*/ 0 w 197"/>
                  <a:gd name="T19" fmla="*/ 0 h 30"/>
                  <a:gd name="T20" fmla="*/ 0 w 197"/>
                  <a:gd name="T21" fmla="*/ 0 h 30"/>
                  <a:gd name="T22" fmla="*/ 0 w 197"/>
                  <a:gd name="T23" fmla="*/ 0 h 30"/>
                  <a:gd name="T24" fmla="*/ 0 w 197"/>
                  <a:gd name="T25" fmla="*/ 0 h 30"/>
                  <a:gd name="T26" fmla="*/ 0 w 197"/>
                  <a:gd name="T27" fmla="*/ 0 h 30"/>
                  <a:gd name="T28" fmla="*/ 0 w 197"/>
                  <a:gd name="T29" fmla="*/ 0 h 30"/>
                  <a:gd name="T30" fmla="*/ 0 w 197"/>
                  <a:gd name="T31" fmla="*/ 0 h 30"/>
                  <a:gd name="T32" fmla="*/ 0 w 197"/>
                  <a:gd name="T33" fmla="*/ 0 h 30"/>
                  <a:gd name="T34" fmla="*/ 0 w 197"/>
                  <a:gd name="T35" fmla="*/ 0 h 30"/>
                  <a:gd name="T36" fmla="*/ 0 w 197"/>
                  <a:gd name="T37" fmla="*/ 0 h 30"/>
                  <a:gd name="T38" fmla="*/ 0 w 197"/>
                  <a:gd name="T39" fmla="*/ 0 h 30"/>
                  <a:gd name="T40" fmla="*/ 0 w 197"/>
                  <a:gd name="T41" fmla="*/ 0 h 30"/>
                  <a:gd name="T42" fmla="*/ 0 w 197"/>
                  <a:gd name="T43" fmla="*/ 0 h 30"/>
                  <a:gd name="T44" fmla="*/ 0 w 197"/>
                  <a:gd name="T45" fmla="*/ 0 h 30"/>
                  <a:gd name="T46" fmla="*/ 0 w 197"/>
                  <a:gd name="T47" fmla="*/ 0 h 30"/>
                  <a:gd name="T48" fmla="*/ 0 w 197"/>
                  <a:gd name="T49" fmla="*/ 0 h 30"/>
                  <a:gd name="T50" fmla="*/ 0 w 197"/>
                  <a:gd name="T51" fmla="*/ 0 h 30"/>
                  <a:gd name="T52" fmla="*/ 0 w 197"/>
                  <a:gd name="T53" fmla="*/ 0 h 30"/>
                  <a:gd name="T54" fmla="*/ 0 w 197"/>
                  <a:gd name="T55" fmla="*/ 0 h 30"/>
                  <a:gd name="T56" fmla="*/ 0 w 197"/>
                  <a:gd name="T57" fmla="*/ 0 h 30"/>
                  <a:gd name="T58" fmla="*/ 0 w 197"/>
                  <a:gd name="T59" fmla="*/ 0 h 30"/>
                  <a:gd name="T60" fmla="*/ 0 w 197"/>
                  <a:gd name="T61" fmla="*/ 0 h 30"/>
                  <a:gd name="T62" fmla="*/ 0 w 197"/>
                  <a:gd name="T63" fmla="*/ 0 h 30"/>
                  <a:gd name="T64" fmla="*/ 0 w 197"/>
                  <a:gd name="T65" fmla="*/ 0 h 30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97"/>
                  <a:gd name="T100" fmla="*/ 0 h 30"/>
                  <a:gd name="T101" fmla="*/ 197 w 197"/>
                  <a:gd name="T102" fmla="*/ 30 h 30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97" h="30">
                    <a:moveTo>
                      <a:pt x="98" y="0"/>
                    </a:moveTo>
                    <a:lnTo>
                      <a:pt x="117" y="0"/>
                    </a:lnTo>
                    <a:lnTo>
                      <a:pt x="135" y="0"/>
                    </a:lnTo>
                    <a:lnTo>
                      <a:pt x="151" y="2"/>
                    </a:lnTo>
                    <a:lnTo>
                      <a:pt x="168" y="4"/>
                    </a:lnTo>
                    <a:lnTo>
                      <a:pt x="179" y="5"/>
                    </a:lnTo>
                    <a:lnTo>
                      <a:pt x="189" y="9"/>
                    </a:lnTo>
                    <a:lnTo>
                      <a:pt x="195" y="13"/>
                    </a:lnTo>
                    <a:lnTo>
                      <a:pt x="197" y="16"/>
                    </a:lnTo>
                    <a:lnTo>
                      <a:pt x="195" y="18"/>
                    </a:lnTo>
                    <a:lnTo>
                      <a:pt x="189" y="20"/>
                    </a:lnTo>
                    <a:lnTo>
                      <a:pt x="179" y="23"/>
                    </a:lnTo>
                    <a:lnTo>
                      <a:pt x="168" y="25"/>
                    </a:lnTo>
                    <a:lnTo>
                      <a:pt x="151" y="26"/>
                    </a:lnTo>
                    <a:lnTo>
                      <a:pt x="135" y="28"/>
                    </a:lnTo>
                    <a:lnTo>
                      <a:pt x="117" y="29"/>
                    </a:lnTo>
                    <a:lnTo>
                      <a:pt x="98" y="30"/>
                    </a:lnTo>
                    <a:lnTo>
                      <a:pt x="77" y="29"/>
                    </a:lnTo>
                    <a:lnTo>
                      <a:pt x="60" y="28"/>
                    </a:lnTo>
                    <a:lnTo>
                      <a:pt x="42" y="26"/>
                    </a:lnTo>
                    <a:lnTo>
                      <a:pt x="29" y="25"/>
                    </a:lnTo>
                    <a:lnTo>
                      <a:pt x="16" y="23"/>
                    </a:lnTo>
                    <a:lnTo>
                      <a:pt x="8" y="20"/>
                    </a:lnTo>
                    <a:lnTo>
                      <a:pt x="2" y="18"/>
                    </a:lnTo>
                    <a:lnTo>
                      <a:pt x="0" y="16"/>
                    </a:lnTo>
                    <a:lnTo>
                      <a:pt x="2" y="13"/>
                    </a:lnTo>
                    <a:lnTo>
                      <a:pt x="8" y="9"/>
                    </a:lnTo>
                    <a:lnTo>
                      <a:pt x="16" y="5"/>
                    </a:lnTo>
                    <a:lnTo>
                      <a:pt x="29" y="4"/>
                    </a:lnTo>
                    <a:lnTo>
                      <a:pt x="42" y="2"/>
                    </a:lnTo>
                    <a:lnTo>
                      <a:pt x="60" y="0"/>
                    </a:lnTo>
                    <a:lnTo>
                      <a:pt x="77" y="0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66" name="Freeform 316">
                <a:extLst>
                  <a:ext uri="{FF2B5EF4-FFF2-40B4-BE49-F238E27FC236}">
                    <a16:creationId xmlns:a16="http://schemas.microsoft.com/office/drawing/2014/main" id="{D1D541EF-17D0-615F-D9C5-4F15CB874E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" y="1531"/>
                <a:ext cx="34" cy="107"/>
              </a:xfrm>
              <a:custGeom>
                <a:avLst/>
                <a:gdLst>
                  <a:gd name="T0" fmla="*/ 0 w 170"/>
                  <a:gd name="T1" fmla="*/ 0 h 535"/>
                  <a:gd name="T2" fmla="*/ 0 w 170"/>
                  <a:gd name="T3" fmla="*/ 0 h 535"/>
                  <a:gd name="T4" fmla="*/ 0 w 170"/>
                  <a:gd name="T5" fmla="*/ 0 h 535"/>
                  <a:gd name="T6" fmla="*/ 0 w 170"/>
                  <a:gd name="T7" fmla="*/ 0 h 535"/>
                  <a:gd name="T8" fmla="*/ 0 w 170"/>
                  <a:gd name="T9" fmla="*/ 0 h 535"/>
                  <a:gd name="T10" fmla="*/ 0 w 170"/>
                  <a:gd name="T11" fmla="*/ 0 h 535"/>
                  <a:gd name="T12" fmla="*/ 0 w 170"/>
                  <a:gd name="T13" fmla="*/ 0 h 535"/>
                  <a:gd name="T14" fmla="*/ 0 w 170"/>
                  <a:gd name="T15" fmla="*/ 0 h 535"/>
                  <a:gd name="T16" fmla="*/ 0 w 170"/>
                  <a:gd name="T17" fmla="*/ 0 h 535"/>
                  <a:gd name="T18" fmla="*/ 0 w 170"/>
                  <a:gd name="T19" fmla="*/ 0 h 535"/>
                  <a:gd name="T20" fmla="*/ 0 w 170"/>
                  <a:gd name="T21" fmla="*/ 0 h 535"/>
                  <a:gd name="T22" fmla="*/ 0 w 170"/>
                  <a:gd name="T23" fmla="*/ 0 h 53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70"/>
                  <a:gd name="T37" fmla="*/ 0 h 535"/>
                  <a:gd name="T38" fmla="*/ 170 w 170"/>
                  <a:gd name="T39" fmla="*/ 535 h 535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70" h="535">
                    <a:moveTo>
                      <a:pt x="0" y="99"/>
                    </a:moveTo>
                    <a:lnTo>
                      <a:pt x="14" y="56"/>
                    </a:lnTo>
                    <a:lnTo>
                      <a:pt x="34" y="25"/>
                    </a:lnTo>
                    <a:lnTo>
                      <a:pt x="57" y="7"/>
                    </a:lnTo>
                    <a:lnTo>
                      <a:pt x="83" y="0"/>
                    </a:lnTo>
                    <a:lnTo>
                      <a:pt x="107" y="5"/>
                    </a:lnTo>
                    <a:lnTo>
                      <a:pt x="132" y="24"/>
                    </a:lnTo>
                    <a:lnTo>
                      <a:pt x="153" y="55"/>
                    </a:lnTo>
                    <a:lnTo>
                      <a:pt x="170" y="99"/>
                    </a:lnTo>
                    <a:lnTo>
                      <a:pt x="170" y="535"/>
                    </a:lnTo>
                    <a:lnTo>
                      <a:pt x="0" y="535"/>
                    </a:lnTo>
                    <a:lnTo>
                      <a:pt x="0" y="99"/>
                    </a:lnTo>
                    <a:close/>
                  </a:path>
                </a:pathLst>
              </a:custGeom>
              <a:solidFill>
                <a:srgbClr val="7A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67" name="Freeform 317">
                <a:extLst>
                  <a:ext uri="{FF2B5EF4-FFF2-40B4-BE49-F238E27FC236}">
                    <a16:creationId xmlns:a16="http://schemas.microsoft.com/office/drawing/2014/main" id="{4CF017A5-0C07-7926-EB18-92F088A6CA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" y="1534"/>
                <a:ext cx="15" cy="105"/>
              </a:xfrm>
              <a:custGeom>
                <a:avLst/>
                <a:gdLst>
                  <a:gd name="T0" fmla="*/ 0 w 72"/>
                  <a:gd name="T1" fmla="*/ 0 h 528"/>
                  <a:gd name="T2" fmla="*/ 0 w 72"/>
                  <a:gd name="T3" fmla="*/ 0 h 528"/>
                  <a:gd name="T4" fmla="*/ 0 w 72"/>
                  <a:gd name="T5" fmla="*/ 0 h 528"/>
                  <a:gd name="T6" fmla="*/ 0 w 72"/>
                  <a:gd name="T7" fmla="*/ 0 h 528"/>
                  <a:gd name="T8" fmla="*/ 0 w 72"/>
                  <a:gd name="T9" fmla="*/ 0 h 528"/>
                  <a:gd name="T10" fmla="*/ 0 w 72"/>
                  <a:gd name="T11" fmla="*/ 0 h 528"/>
                  <a:gd name="T12" fmla="*/ 0 w 72"/>
                  <a:gd name="T13" fmla="*/ 0 h 528"/>
                  <a:gd name="T14" fmla="*/ 0 w 72"/>
                  <a:gd name="T15" fmla="*/ 0 h 528"/>
                  <a:gd name="T16" fmla="*/ 0 w 72"/>
                  <a:gd name="T17" fmla="*/ 0 h 528"/>
                  <a:gd name="T18" fmla="*/ 0 w 72"/>
                  <a:gd name="T19" fmla="*/ 0 h 528"/>
                  <a:gd name="T20" fmla="*/ 0 w 72"/>
                  <a:gd name="T21" fmla="*/ 0 h 5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2"/>
                  <a:gd name="T34" fmla="*/ 0 h 528"/>
                  <a:gd name="T35" fmla="*/ 72 w 72"/>
                  <a:gd name="T36" fmla="*/ 528 h 52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2" h="528">
                    <a:moveTo>
                      <a:pt x="72" y="96"/>
                    </a:moveTo>
                    <a:lnTo>
                      <a:pt x="72" y="528"/>
                    </a:lnTo>
                    <a:lnTo>
                      <a:pt x="29" y="81"/>
                    </a:lnTo>
                    <a:lnTo>
                      <a:pt x="7" y="30"/>
                    </a:lnTo>
                    <a:lnTo>
                      <a:pt x="0" y="5"/>
                    </a:lnTo>
                    <a:lnTo>
                      <a:pt x="5" y="0"/>
                    </a:lnTo>
                    <a:lnTo>
                      <a:pt x="18" y="11"/>
                    </a:lnTo>
                    <a:lnTo>
                      <a:pt x="33" y="30"/>
                    </a:lnTo>
                    <a:lnTo>
                      <a:pt x="50" y="55"/>
                    </a:lnTo>
                    <a:lnTo>
                      <a:pt x="64" y="77"/>
                    </a:lnTo>
                    <a:lnTo>
                      <a:pt x="72" y="96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68" name="Freeform 318">
                <a:extLst>
                  <a:ext uri="{FF2B5EF4-FFF2-40B4-BE49-F238E27FC236}">
                    <a16:creationId xmlns:a16="http://schemas.microsoft.com/office/drawing/2014/main" id="{CC94B27D-A081-DEA6-D8FB-DF9700463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" y="1546"/>
                <a:ext cx="35" cy="92"/>
              </a:xfrm>
              <a:custGeom>
                <a:avLst/>
                <a:gdLst>
                  <a:gd name="T0" fmla="*/ 0 w 172"/>
                  <a:gd name="T1" fmla="*/ 0 h 462"/>
                  <a:gd name="T2" fmla="*/ 0 w 172"/>
                  <a:gd name="T3" fmla="*/ 0 h 462"/>
                  <a:gd name="T4" fmla="*/ 0 w 172"/>
                  <a:gd name="T5" fmla="*/ 0 h 462"/>
                  <a:gd name="T6" fmla="*/ 0 w 172"/>
                  <a:gd name="T7" fmla="*/ 0 h 462"/>
                  <a:gd name="T8" fmla="*/ 0 w 172"/>
                  <a:gd name="T9" fmla="*/ 0 h 462"/>
                  <a:gd name="T10" fmla="*/ 0 w 172"/>
                  <a:gd name="T11" fmla="*/ 0 h 462"/>
                  <a:gd name="T12" fmla="*/ 0 w 172"/>
                  <a:gd name="T13" fmla="*/ 0 h 462"/>
                  <a:gd name="T14" fmla="*/ 0 w 172"/>
                  <a:gd name="T15" fmla="*/ 0 h 462"/>
                  <a:gd name="T16" fmla="*/ 0 w 172"/>
                  <a:gd name="T17" fmla="*/ 0 h 462"/>
                  <a:gd name="T18" fmla="*/ 0 w 172"/>
                  <a:gd name="T19" fmla="*/ 0 h 462"/>
                  <a:gd name="T20" fmla="*/ 0 w 172"/>
                  <a:gd name="T21" fmla="*/ 0 h 462"/>
                  <a:gd name="T22" fmla="*/ 0 w 172"/>
                  <a:gd name="T23" fmla="*/ 0 h 462"/>
                  <a:gd name="T24" fmla="*/ 0 w 172"/>
                  <a:gd name="T25" fmla="*/ 0 h 462"/>
                  <a:gd name="T26" fmla="*/ 0 w 172"/>
                  <a:gd name="T27" fmla="*/ 0 h 462"/>
                  <a:gd name="T28" fmla="*/ 0 w 172"/>
                  <a:gd name="T29" fmla="*/ 0 h 462"/>
                  <a:gd name="T30" fmla="*/ 0 w 172"/>
                  <a:gd name="T31" fmla="*/ 0 h 462"/>
                  <a:gd name="T32" fmla="*/ 0 w 172"/>
                  <a:gd name="T33" fmla="*/ 0 h 462"/>
                  <a:gd name="T34" fmla="*/ 0 w 172"/>
                  <a:gd name="T35" fmla="*/ 0 h 462"/>
                  <a:gd name="T36" fmla="*/ 0 w 172"/>
                  <a:gd name="T37" fmla="*/ 0 h 462"/>
                  <a:gd name="T38" fmla="*/ 0 w 172"/>
                  <a:gd name="T39" fmla="*/ 0 h 462"/>
                  <a:gd name="T40" fmla="*/ 0 w 172"/>
                  <a:gd name="T41" fmla="*/ 0 h 462"/>
                  <a:gd name="T42" fmla="*/ 0 w 172"/>
                  <a:gd name="T43" fmla="*/ 0 h 462"/>
                  <a:gd name="T44" fmla="*/ 0 w 172"/>
                  <a:gd name="T45" fmla="*/ 0 h 462"/>
                  <a:gd name="T46" fmla="*/ 0 w 172"/>
                  <a:gd name="T47" fmla="*/ 0 h 462"/>
                  <a:gd name="T48" fmla="*/ 0 w 172"/>
                  <a:gd name="T49" fmla="*/ 0 h 462"/>
                  <a:gd name="T50" fmla="*/ 0 w 172"/>
                  <a:gd name="T51" fmla="*/ 0 h 462"/>
                  <a:gd name="T52" fmla="*/ 0 w 172"/>
                  <a:gd name="T53" fmla="*/ 0 h 462"/>
                  <a:gd name="T54" fmla="*/ 0 w 172"/>
                  <a:gd name="T55" fmla="*/ 0 h 462"/>
                  <a:gd name="T56" fmla="*/ 0 w 172"/>
                  <a:gd name="T57" fmla="*/ 0 h 462"/>
                  <a:gd name="T58" fmla="*/ 0 w 172"/>
                  <a:gd name="T59" fmla="*/ 0 h 462"/>
                  <a:gd name="T60" fmla="*/ 0 w 172"/>
                  <a:gd name="T61" fmla="*/ 0 h 462"/>
                  <a:gd name="T62" fmla="*/ 0 w 172"/>
                  <a:gd name="T63" fmla="*/ 0 h 462"/>
                  <a:gd name="T64" fmla="*/ 0 w 172"/>
                  <a:gd name="T65" fmla="*/ 0 h 462"/>
                  <a:gd name="T66" fmla="*/ 0 w 172"/>
                  <a:gd name="T67" fmla="*/ 0 h 462"/>
                  <a:gd name="T68" fmla="*/ 0 w 172"/>
                  <a:gd name="T69" fmla="*/ 0 h 462"/>
                  <a:gd name="T70" fmla="*/ 0 w 172"/>
                  <a:gd name="T71" fmla="*/ 0 h 462"/>
                  <a:gd name="T72" fmla="*/ 0 w 172"/>
                  <a:gd name="T73" fmla="*/ 0 h 462"/>
                  <a:gd name="T74" fmla="*/ 0 w 172"/>
                  <a:gd name="T75" fmla="*/ 0 h 462"/>
                  <a:gd name="T76" fmla="*/ 0 w 172"/>
                  <a:gd name="T77" fmla="*/ 0 h 46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72"/>
                  <a:gd name="T118" fmla="*/ 0 h 462"/>
                  <a:gd name="T119" fmla="*/ 172 w 172"/>
                  <a:gd name="T120" fmla="*/ 462 h 46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72" h="462">
                    <a:moveTo>
                      <a:pt x="0" y="26"/>
                    </a:moveTo>
                    <a:lnTo>
                      <a:pt x="9" y="0"/>
                    </a:lnTo>
                    <a:lnTo>
                      <a:pt x="14" y="15"/>
                    </a:lnTo>
                    <a:lnTo>
                      <a:pt x="15" y="60"/>
                    </a:lnTo>
                    <a:lnTo>
                      <a:pt x="17" y="126"/>
                    </a:lnTo>
                    <a:lnTo>
                      <a:pt x="17" y="205"/>
                    </a:lnTo>
                    <a:lnTo>
                      <a:pt x="21" y="287"/>
                    </a:lnTo>
                    <a:lnTo>
                      <a:pt x="26" y="363"/>
                    </a:lnTo>
                    <a:lnTo>
                      <a:pt x="37" y="425"/>
                    </a:lnTo>
                    <a:lnTo>
                      <a:pt x="47" y="430"/>
                    </a:lnTo>
                    <a:lnTo>
                      <a:pt x="61" y="435"/>
                    </a:lnTo>
                    <a:lnTo>
                      <a:pt x="76" y="436"/>
                    </a:lnTo>
                    <a:lnTo>
                      <a:pt x="93" y="439"/>
                    </a:lnTo>
                    <a:lnTo>
                      <a:pt x="109" y="439"/>
                    </a:lnTo>
                    <a:lnTo>
                      <a:pt x="126" y="440"/>
                    </a:lnTo>
                    <a:lnTo>
                      <a:pt x="141" y="441"/>
                    </a:lnTo>
                    <a:lnTo>
                      <a:pt x="156" y="446"/>
                    </a:lnTo>
                    <a:lnTo>
                      <a:pt x="162" y="447"/>
                    </a:lnTo>
                    <a:lnTo>
                      <a:pt x="167" y="448"/>
                    </a:lnTo>
                    <a:lnTo>
                      <a:pt x="169" y="448"/>
                    </a:lnTo>
                    <a:lnTo>
                      <a:pt x="170" y="451"/>
                    </a:lnTo>
                    <a:lnTo>
                      <a:pt x="171" y="455"/>
                    </a:lnTo>
                    <a:lnTo>
                      <a:pt x="172" y="462"/>
                    </a:lnTo>
                    <a:lnTo>
                      <a:pt x="150" y="462"/>
                    </a:lnTo>
                    <a:lnTo>
                      <a:pt x="128" y="462"/>
                    </a:lnTo>
                    <a:lnTo>
                      <a:pt x="107" y="462"/>
                    </a:lnTo>
                    <a:lnTo>
                      <a:pt x="86" y="462"/>
                    </a:lnTo>
                    <a:lnTo>
                      <a:pt x="63" y="462"/>
                    </a:lnTo>
                    <a:lnTo>
                      <a:pt x="42" y="462"/>
                    </a:lnTo>
                    <a:lnTo>
                      <a:pt x="21" y="462"/>
                    </a:lnTo>
                    <a:lnTo>
                      <a:pt x="0" y="462"/>
                    </a:lnTo>
                    <a:lnTo>
                      <a:pt x="0" y="406"/>
                    </a:lnTo>
                    <a:lnTo>
                      <a:pt x="0" y="352"/>
                    </a:lnTo>
                    <a:lnTo>
                      <a:pt x="0" y="297"/>
                    </a:lnTo>
                    <a:lnTo>
                      <a:pt x="0" y="244"/>
                    </a:lnTo>
                    <a:lnTo>
                      <a:pt x="0" y="188"/>
                    </a:lnTo>
                    <a:lnTo>
                      <a:pt x="0" y="135"/>
                    </a:lnTo>
                    <a:lnTo>
                      <a:pt x="0" y="79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69" name="Freeform 319">
                <a:extLst>
                  <a:ext uri="{FF2B5EF4-FFF2-40B4-BE49-F238E27FC236}">
                    <a16:creationId xmlns:a16="http://schemas.microsoft.com/office/drawing/2014/main" id="{20EF77EF-67C2-6E44-AF03-DC761D02BE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" y="1214"/>
                <a:ext cx="20" cy="36"/>
              </a:xfrm>
              <a:custGeom>
                <a:avLst/>
                <a:gdLst>
                  <a:gd name="T0" fmla="*/ 0 w 98"/>
                  <a:gd name="T1" fmla="*/ 0 h 178"/>
                  <a:gd name="T2" fmla="*/ 0 w 98"/>
                  <a:gd name="T3" fmla="*/ 0 h 178"/>
                  <a:gd name="T4" fmla="*/ 0 w 98"/>
                  <a:gd name="T5" fmla="*/ 0 h 178"/>
                  <a:gd name="T6" fmla="*/ 0 w 98"/>
                  <a:gd name="T7" fmla="*/ 0 h 178"/>
                  <a:gd name="T8" fmla="*/ 0 w 98"/>
                  <a:gd name="T9" fmla="*/ 0 h 17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8"/>
                  <a:gd name="T16" fmla="*/ 0 h 178"/>
                  <a:gd name="T17" fmla="*/ 98 w 98"/>
                  <a:gd name="T18" fmla="*/ 178 h 17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8" h="178">
                    <a:moveTo>
                      <a:pt x="98" y="12"/>
                    </a:moveTo>
                    <a:lnTo>
                      <a:pt x="98" y="178"/>
                    </a:lnTo>
                    <a:lnTo>
                      <a:pt x="0" y="163"/>
                    </a:lnTo>
                    <a:lnTo>
                      <a:pt x="0" y="0"/>
                    </a:lnTo>
                    <a:lnTo>
                      <a:pt x="98" y="12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0" name="Freeform 320">
                <a:extLst>
                  <a:ext uri="{FF2B5EF4-FFF2-40B4-BE49-F238E27FC236}">
                    <a16:creationId xmlns:a16="http://schemas.microsoft.com/office/drawing/2014/main" id="{9B5C626C-2B75-B616-F856-F5B1729DA8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" y="1212"/>
                <a:ext cx="27" cy="33"/>
              </a:xfrm>
              <a:custGeom>
                <a:avLst/>
                <a:gdLst>
                  <a:gd name="T0" fmla="*/ 0 w 133"/>
                  <a:gd name="T1" fmla="*/ 0 h 169"/>
                  <a:gd name="T2" fmla="*/ 0 w 133"/>
                  <a:gd name="T3" fmla="*/ 0 h 169"/>
                  <a:gd name="T4" fmla="*/ 0 w 133"/>
                  <a:gd name="T5" fmla="*/ 0 h 169"/>
                  <a:gd name="T6" fmla="*/ 0 w 133"/>
                  <a:gd name="T7" fmla="*/ 0 h 169"/>
                  <a:gd name="T8" fmla="*/ 0 w 133"/>
                  <a:gd name="T9" fmla="*/ 0 h 16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3"/>
                  <a:gd name="T16" fmla="*/ 0 h 169"/>
                  <a:gd name="T17" fmla="*/ 133 w 133"/>
                  <a:gd name="T18" fmla="*/ 169 h 16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3" h="169">
                    <a:moveTo>
                      <a:pt x="133" y="2"/>
                    </a:moveTo>
                    <a:lnTo>
                      <a:pt x="133" y="169"/>
                    </a:lnTo>
                    <a:lnTo>
                      <a:pt x="0" y="165"/>
                    </a:lnTo>
                    <a:lnTo>
                      <a:pt x="0" y="0"/>
                    </a:lnTo>
                    <a:lnTo>
                      <a:pt x="133" y="2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1" name="Freeform 321">
                <a:extLst>
                  <a:ext uri="{FF2B5EF4-FFF2-40B4-BE49-F238E27FC236}">
                    <a16:creationId xmlns:a16="http://schemas.microsoft.com/office/drawing/2014/main" id="{6CDF5462-8B53-2FF0-2A3B-112CADDAC1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" y="1216"/>
                <a:ext cx="6" cy="37"/>
              </a:xfrm>
              <a:custGeom>
                <a:avLst/>
                <a:gdLst>
                  <a:gd name="T0" fmla="*/ 0 w 33"/>
                  <a:gd name="T1" fmla="*/ 0 h 184"/>
                  <a:gd name="T2" fmla="*/ 0 w 33"/>
                  <a:gd name="T3" fmla="*/ 0 h 184"/>
                  <a:gd name="T4" fmla="*/ 0 w 33"/>
                  <a:gd name="T5" fmla="*/ 0 h 184"/>
                  <a:gd name="T6" fmla="*/ 0 w 33"/>
                  <a:gd name="T7" fmla="*/ 0 h 184"/>
                  <a:gd name="T8" fmla="*/ 0 w 33"/>
                  <a:gd name="T9" fmla="*/ 0 h 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3"/>
                  <a:gd name="T16" fmla="*/ 0 h 184"/>
                  <a:gd name="T17" fmla="*/ 33 w 33"/>
                  <a:gd name="T18" fmla="*/ 184 h 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3" h="184">
                    <a:moveTo>
                      <a:pt x="33" y="0"/>
                    </a:moveTo>
                    <a:lnTo>
                      <a:pt x="33" y="166"/>
                    </a:lnTo>
                    <a:lnTo>
                      <a:pt x="0" y="184"/>
                    </a:lnTo>
                    <a:lnTo>
                      <a:pt x="0" y="20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2" name="Freeform 322">
                <a:extLst>
                  <a:ext uri="{FF2B5EF4-FFF2-40B4-BE49-F238E27FC236}">
                    <a16:creationId xmlns:a16="http://schemas.microsoft.com/office/drawing/2014/main" id="{DD6DE2A2-1735-DA2E-BDD0-CC58CD7193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1219"/>
                <a:ext cx="26" cy="35"/>
              </a:xfrm>
              <a:custGeom>
                <a:avLst/>
                <a:gdLst>
                  <a:gd name="T0" fmla="*/ 0 w 133"/>
                  <a:gd name="T1" fmla="*/ 0 h 175"/>
                  <a:gd name="T2" fmla="*/ 0 w 133"/>
                  <a:gd name="T3" fmla="*/ 0 h 175"/>
                  <a:gd name="T4" fmla="*/ 0 w 133"/>
                  <a:gd name="T5" fmla="*/ 0 h 175"/>
                  <a:gd name="T6" fmla="*/ 0 w 133"/>
                  <a:gd name="T7" fmla="*/ 0 h 175"/>
                  <a:gd name="T8" fmla="*/ 0 w 133"/>
                  <a:gd name="T9" fmla="*/ 0 h 17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3"/>
                  <a:gd name="T16" fmla="*/ 0 h 175"/>
                  <a:gd name="T17" fmla="*/ 133 w 133"/>
                  <a:gd name="T18" fmla="*/ 175 h 17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3" h="175">
                    <a:moveTo>
                      <a:pt x="133" y="0"/>
                    </a:moveTo>
                    <a:lnTo>
                      <a:pt x="133" y="167"/>
                    </a:lnTo>
                    <a:lnTo>
                      <a:pt x="0" y="175"/>
                    </a:lnTo>
                    <a:lnTo>
                      <a:pt x="0" y="12"/>
                    </a:lnTo>
                    <a:lnTo>
                      <a:pt x="133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3" name="Freeform 323">
                <a:extLst>
                  <a:ext uri="{FF2B5EF4-FFF2-40B4-BE49-F238E27FC236}">
                    <a16:creationId xmlns:a16="http://schemas.microsoft.com/office/drawing/2014/main" id="{E228D708-7F59-C500-9845-051BBDFFEC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210"/>
                <a:ext cx="27" cy="34"/>
              </a:xfrm>
              <a:custGeom>
                <a:avLst/>
                <a:gdLst>
                  <a:gd name="T0" fmla="*/ 0 w 134"/>
                  <a:gd name="T1" fmla="*/ 0 h 170"/>
                  <a:gd name="T2" fmla="*/ 0 w 134"/>
                  <a:gd name="T3" fmla="*/ 0 h 170"/>
                  <a:gd name="T4" fmla="*/ 0 w 134"/>
                  <a:gd name="T5" fmla="*/ 0 h 170"/>
                  <a:gd name="T6" fmla="*/ 0 w 134"/>
                  <a:gd name="T7" fmla="*/ 0 h 170"/>
                  <a:gd name="T8" fmla="*/ 0 w 134"/>
                  <a:gd name="T9" fmla="*/ 0 h 1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"/>
                  <a:gd name="T16" fmla="*/ 0 h 170"/>
                  <a:gd name="T17" fmla="*/ 134 w 134"/>
                  <a:gd name="T18" fmla="*/ 170 h 17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" h="170">
                    <a:moveTo>
                      <a:pt x="134" y="1"/>
                    </a:moveTo>
                    <a:lnTo>
                      <a:pt x="134" y="170"/>
                    </a:lnTo>
                    <a:lnTo>
                      <a:pt x="0" y="166"/>
                    </a:lnTo>
                    <a:lnTo>
                      <a:pt x="0" y="0"/>
                    </a:lnTo>
                    <a:lnTo>
                      <a:pt x="134" y="1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4" name="Freeform 324">
                <a:extLst>
                  <a:ext uri="{FF2B5EF4-FFF2-40B4-BE49-F238E27FC236}">
                    <a16:creationId xmlns:a16="http://schemas.microsoft.com/office/drawing/2014/main" id="{6B550FAC-2624-AB94-0934-1AC627E301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" y="1209"/>
                <a:ext cx="10" cy="37"/>
              </a:xfrm>
              <a:custGeom>
                <a:avLst/>
                <a:gdLst>
                  <a:gd name="T0" fmla="*/ 0 w 50"/>
                  <a:gd name="T1" fmla="*/ 0 h 184"/>
                  <a:gd name="T2" fmla="*/ 0 w 50"/>
                  <a:gd name="T3" fmla="*/ 0 h 184"/>
                  <a:gd name="T4" fmla="*/ 0 w 50"/>
                  <a:gd name="T5" fmla="*/ 0 h 184"/>
                  <a:gd name="T6" fmla="*/ 0 w 50"/>
                  <a:gd name="T7" fmla="*/ 0 h 184"/>
                  <a:gd name="T8" fmla="*/ 0 w 50"/>
                  <a:gd name="T9" fmla="*/ 0 h 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0"/>
                  <a:gd name="T16" fmla="*/ 0 h 184"/>
                  <a:gd name="T17" fmla="*/ 50 w 50"/>
                  <a:gd name="T18" fmla="*/ 184 h 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0" h="184">
                    <a:moveTo>
                      <a:pt x="50" y="0"/>
                    </a:moveTo>
                    <a:lnTo>
                      <a:pt x="50" y="167"/>
                    </a:lnTo>
                    <a:lnTo>
                      <a:pt x="0" y="184"/>
                    </a:lnTo>
                    <a:lnTo>
                      <a:pt x="0" y="20"/>
                    </a:lnTo>
                    <a:lnTo>
                      <a:pt x="50" y="0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5" name="Freeform 325">
                <a:extLst>
                  <a:ext uri="{FF2B5EF4-FFF2-40B4-BE49-F238E27FC236}">
                    <a16:creationId xmlns:a16="http://schemas.microsoft.com/office/drawing/2014/main" id="{C6BA7B97-C1AA-8944-D005-018B2BB816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" y="1209"/>
                <a:ext cx="19" cy="36"/>
              </a:xfrm>
              <a:custGeom>
                <a:avLst/>
                <a:gdLst>
                  <a:gd name="T0" fmla="*/ 0 w 95"/>
                  <a:gd name="T1" fmla="*/ 0 h 180"/>
                  <a:gd name="T2" fmla="*/ 0 w 95"/>
                  <a:gd name="T3" fmla="*/ 0 h 180"/>
                  <a:gd name="T4" fmla="*/ 0 w 95"/>
                  <a:gd name="T5" fmla="*/ 0 h 180"/>
                  <a:gd name="T6" fmla="*/ 0 w 95"/>
                  <a:gd name="T7" fmla="*/ 0 h 180"/>
                  <a:gd name="T8" fmla="*/ 0 w 95"/>
                  <a:gd name="T9" fmla="*/ 0 h 1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5"/>
                  <a:gd name="T16" fmla="*/ 0 h 180"/>
                  <a:gd name="T17" fmla="*/ 95 w 95"/>
                  <a:gd name="T18" fmla="*/ 180 h 18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5" h="180">
                    <a:moveTo>
                      <a:pt x="95" y="13"/>
                    </a:moveTo>
                    <a:lnTo>
                      <a:pt x="95" y="180"/>
                    </a:lnTo>
                    <a:lnTo>
                      <a:pt x="0" y="164"/>
                    </a:lnTo>
                    <a:lnTo>
                      <a:pt x="0" y="0"/>
                    </a:lnTo>
                    <a:lnTo>
                      <a:pt x="95" y="13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6" name="Rectangle 326">
                <a:extLst>
                  <a:ext uri="{FF2B5EF4-FFF2-40B4-BE49-F238E27FC236}">
                    <a16:creationId xmlns:a16="http://schemas.microsoft.com/office/drawing/2014/main" id="{284681A3-F149-4DA1-FE7B-0219D56403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" y="1480"/>
                <a:ext cx="17" cy="291"/>
              </a:xfrm>
              <a:prstGeom prst="rect">
                <a:avLst/>
              </a:pr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7977" name="Rectangle 327">
                <a:extLst>
                  <a:ext uri="{FF2B5EF4-FFF2-40B4-BE49-F238E27FC236}">
                    <a16:creationId xmlns:a16="http://schemas.microsoft.com/office/drawing/2014/main" id="{0EF49D62-9704-9800-BB36-FBEFA4D48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6" y="1483"/>
                <a:ext cx="84" cy="293"/>
              </a:xfrm>
              <a:prstGeom prst="rect">
                <a:avLst/>
              </a:pr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Char char="•"/>
                  <a:defRPr sz="2400">
                    <a:solidFill>
                      <a:schemeClr val="bg2"/>
                    </a:solidFill>
                    <a:latin typeface="Tahoma" panose="020B060403050404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27978" name="Freeform 328">
                <a:extLst>
                  <a:ext uri="{FF2B5EF4-FFF2-40B4-BE49-F238E27FC236}">
                    <a16:creationId xmlns:a16="http://schemas.microsoft.com/office/drawing/2014/main" id="{89DC91DC-0046-4601-DE77-4552DCCF0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6" y="1483"/>
                <a:ext cx="84" cy="113"/>
              </a:xfrm>
              <a:custGeom>
                <a:avLst/>
                <a:gdLst>
                  <a:gd name="T0" fmla="*/ 0 w 424"/>
                  <a:gd name="T1" fmla="*/ 0 h 562"/>
                  <a:gd name="T2" fmla="*/ 0 w 424"/>
                  <a:gd name="T3" fmla="*/ 0 h 562"/>
                  <a:gd name="T4" fmla="*/ 0 w 424"/>
                  <a:gd name="T5" fmla="*/ 0 h 562"/>
                  <a:gd name="T6" fmla="*/ 0 w 424"/>
                  <a:gd name="T7" fmla="*/ 0 h 562"/>
                  <a:gd name="T8" fmla="*/ 0 w 424"/>
                  <a:gd name="T9" fmla="*/ 0 h 562"/>
                  <a:gd name="T10" fmla="*/ 0 w 424"/>
                  <a:gd name="T11" fmla="*/ 0 h 56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24"/>
                  <a:gd name="T19" fmla="*/ 0 h 562"/>
                  <a:gd name="T20" fmla="*/ 424 w 424"/>
                  <a:gd name="T21" fmla="*/ 562 h 56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24" h="562">
                    <a:moveTo>
                      <a:pt x="0" y="0"/>
                    </a:moveTo>
                    <a:lnTo>
                      <a:pt x="424" y="0"/>
                    </a:lnTo>
                    <a:lnTo>
                      <a:pt x="295" y="99"/>
                    </a:lnTo>
                    <a:lnTo>
                      <a:pt x="140" y="229"/>
                    </a:lnTo>
                    <a:lnTo>
                      <a:pt x="0" y="5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79" name="Freeform 329">
                <a:extLst>
                  <a:ext uri="{FF2B5EF4-FFF2-40B4-BE49-F238E27FC236}">
                    <a16:creationId xmlns:a16="http://schemas.microsoft.com/office/drawing/2014/main" id="{9826AB36-0ABB-2061-BF84-247C148B0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" y="1239"/>
                <a:ext cx="96" cy="238"/>
              </a:xfrm>
              <a:custGeom>
                <a:avLst/>
                <a:gdLst>
                  <a:gd name="T0" fmla="*/ 0 w 482"/>
                  <a:gd name="T1" fmla="*/ 0 h 1192"/>
                  <a:gd name="T2" fmla="*/ 0 w 482"/>
                  <a:gd name="T3" fmla="*/ 0 h 1192"/>
                  <a:gd name="T4" fmla="*/ 0 w 482"/>
                  <a:gd name="T5" fmla="*/ 0 h 1192"/>
                  <a:gd name="T6" fmla="*/ 0 w 482"/>
                  <a:gd name="T7" fmla="*/ 0 h 1192"/>
                  <a:gd name="T8" fmla="*/ 0 w 482"/>
                  <a:gd name="T9" fmla="*/ 0 h 1192"/>
                  <a:gd name="T10" fmla="*/ 0 w 482"/>
                  <a:gd name="T11" fmla="*/ 0 h 1192"/>
                  <a:gd name="T12" fmla="*/ 0 w 482"/>
                  <a:gd name="T13" fmla="*/ 0 h 1192"/>
                  <a:gd name="T14" fmla="*/ 0 w 482"/>
                  <a:gd name="T15" fmla="*/ 0 h 1192"/>
                  <a:gd name="T16" fmla="*/ 0 w 482"/>
                  <a:gd name="T17" fmla="*/ 0 h 1192"/>
                  <a:gd name="T18" fmla="*/ 0 w 482"/>
                  <a:gd name="T19" fmla="*/ 0 h 1192"/>
                  <a:gd name="T20" fmla="*/ 0 w 482"/>
                  <a:gd name="T21" fmla="*/ 0 h 1192"/>
                  <a:gd name="T22" fmla="*/ 0 w 482"/>
                  <a:gd name="T23" fmla="*/ 0 h 1192"/>
                  <a:gd name="T24" fmla="*/ 0 w 482"/>
                  <a:gd name="T25" fmla="*/ 0 h 1192"/>
                  <a:gd name="T26" fmla="*/ 0 w 482"/>
                  <a:gd name="T27" fmla="*/ 0 h 1192"/>
                  <a:gd name="T28" fmla="*/ 0 w 482"/>
                  <a:gd name="T29" fmla="*/ 0 h 1192"/>
                  <a:gd name="T30" fmla="*/ 0 w 482"/>
                  <a:gd name="T31" fmla="*/ 0 h 1192"/>
                  <a:gd name="T32" fmla="*/ 0 w 482"/>
                  <a:gd name="T33" fmla="*/ 0 h 1192"/>
                  <a:gd name="T34" fmla="*/ 0 w 482"/>
                  <a:gd name="T35" fmla="*/ 0 h 1192"/>
                  <a:gd name="T36" fmla="*/ 0 w 482"/>
                  <a:gd name="T37" fmla="*/ 0 h 119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82"/>
                  <a:gd name="T58" fmla="*/ 0 h 1192"/>
                  <a:gd name="T59" fmla="*/ 482 w 482"/>
                  <a:gd name="T60" fmla="*/ 1192 h 119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82" h="1192">
                    <a:moveTo>
                      <a:pt x="0" y="25"/>
                    </a:moveTo>
                    <a:lnTo>
                      <a:pt x="50" y="18"/>
                    </a:lnTo>
                    <a:lnTo>
                      <a:pt x="102" y="12"/>
                    </a:lnTo>
                    <a:lnTo>
                      <a:pt x="154" y="5"/>
                    </a:lnTo>
                    <a:lnTo>
                      <a:pt x="210" y="3"/>
                    </a:lnTo>
                    <a:lnTo>
                      <a:pt x="268" y="0"/>
                    </a:lnTo>
                    <a:lnTo>
                      <a:pt x="332" y="4"/>
                    </a:lnTo>
                    <a:lnTo>
                      <a:pt x="403" y="12"/>
                    </a:lnTo>
                    <a:lnTo>
                      <a:pt x="482" y="25"/>
                    </a:lnTo>
                    <a:lnTo>
                      <a:pt x="482" y="1192"/>
                    </a:lnTo>
                    <a:lnTo>
                      <a:pt x="422" y="1183"/>
                    </a:lnTo>
                    <a:lnTo>
                      <a:pt x="361" y="1178"/>
                    </a:lnTo>
                    <a:lnTo>
                      <a:pt x="300" y="1174"/>
                    </a:lnTo>
                    <a:lnTo>
                      <a:pt x="241" y="1174"/>
                    </a:lnTo>
                    <a:lnTo>
                      <a:pt x="180" y="1174"/>
                    </a:lnTo>
                    <a:lnTo>
                      <a:pt x="119" y="1178"/>
                    </a:lnTo>
                    <a:lnTo>
                      <a:pt x="60" y="1183"/>
                    </a:lnTo>
                    <a:lnTo>
                      <a:pt x="0" y="1192"/>
                    </a:lnTo>
                    <a:lnTo>
                      <a:pt x="0" y="25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0" name="Freeform 330">
                <a:extLst>
                  <a:ext uri="{FF2B5EF4-FFF2-40B4-BE49-F238E27FC236}">
                    <a16:creationId xmlns:a16="http://schemas.microsoft.com/office/drawing/2014/main" id="{32751691-57EA-EC87-A49F-F480A3FADD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" y="1238"/>
                <a:ext cx="97" cy="240"/>
              </a:xfrm>
              <a:custGeom>
                <a:avLst/>
                <a:gdLst>
                  <a:gd name="T0" fmla="*/ 0 w 483"/>
                  <a:gd name="T1" fmla="*/ 0 h 1197"/>
                  <a:gd name="T2" fmla="*/ 0 w 483"/>
                  <a:gd name="T3" fmla="*/ 0 h 1197"/>
                  <a:gd name="T4" fmla="*/ 0 w 483"/>
                  <a:gd name="T5" fmla="*/ 0 h 1197"/>
                  <a:gd name="T6" fmla="*/ 0 w 483"/>
                  <a:gd name="T7" fmla="*/ 0 h 1197"/>
                  <a:gd name="T8" fmla="*/ 0 w 483"/>
                  <a:gd name="T9" fmla="*/ 0 h 1197"/>
                  <a:gd name="T10" fmla="*/ 0 w 483"/>
                  <a:gd name="T11" fmla="*/ 0 h 1197"/>
                  <a:gd name="T12" fmla="*/ 0 w 483"/>
                  <a:gd name="T13" fmla="*/ 0 h 1197"/>
                  <a:gd name="T14" fmla="*/ 0 w 483"/>
                  <a:gd name="T15" fmla="*/ 0 h 1197"/>
                  <a:gd name="T16" fmla="*/ 0 w 483"/>
                  <a:gd name="T17" fmla="*/ 0 h 1197"/>
                  <a:gd name="T18" fmla="*/ 0 w 483"/>
                  <a:gd name="T19" fmla="*/ 0 h 1197"/>
                  <a:gd name="T20" fmla="*/ 0 w 483"/>
                  <a:gd name="T21" fmla="*/ 0 h 1197"/>
                  <a:gd name="T22" fmla="*/ 0 w 483"/>
                  <a:gd name="T23" fmla="*/ 0 h 1197"/>
                  <a:gd name="T24" fmla="*/ 0 w 483"/>
                  <a:gd name="T25" fmla="*/ 0 h 1197"/>
                  <a:gd name="T26" fmla="*/ 0 w 483"/>
                  <a:gd name="T27" fmla="*/ 0 h 1197"/>
                  <a:gd name="T28" fmla="*/ 0 w 483"/>
                  <a:gd name="T29" fmla="*/ 0 h 1197"/>
                  <a:gd name="T30" fmla="*/ 0 w 483"/>
                  <a:gd name="T31" fmla="*/ 0 h 1197"/>
                  <a:gd name="T32" fmla="*/ 0 w 483"/>
                  <a:gd name="T33" fmla="*/ 0 h 1197"/>
                  <a:gd name="T34" fmla="*/ 0 w 483"/>
                  <a:gd name="T35" fmla="*/ 0 h 1197"/>
                  <a:gd name="T36" fmla="*/ 0 w 483"/>
                  <a:gd name="T37" fmla="*/ 0 h 1197"/>
                  <a:gd name="T38" fmla="*/ 0 w 483"/>
                  <a:gd name="T39" fmla="*/ 0 h 1197"/>
                  <a:gd name="T40" fmla="*/ 0 w 483"/>
                  <a:gd name="T41" fmla="*/ 0 h 1197"/>
                  <a:gd name="T42" fmla="*/ 0 w 483"/>
                  <a:gd name="T43" fmla="*/ 0 h 1197"/>
                  <a:gd name="T44" fmla="*/ 0 w 483"/>
                  <a:gd name="T45" fmla="*/ 0 h 1197"/>
                  <a:gd name="T46" fmla="*/ 0 w 483"/>
                  <a:gd name="T47" fmla="*/ 0 h 1197"/>
                  <a:gd name="T48" fmla="*/ 0 w 483"/>
                  <a:gd name="T49" fmla="*/ 0 h 1197"/>
                  <a:gd name="T50" fmla="*/ 0 w 483"/>
                  <a:gd name="T51" fmla="*/ 0 h 1197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483"/>
                  <a:gd name="T79" fmla="*/ 0 h 1197"/>
                  <a:gd name="T80" fmla="*/ 483 w 483"/>
                  <a:gd name="T81" fmla="*/ 1197 h 1197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483" h="1197">
                    <a:moveTo>
                      <a:pt x="0" y="27"/>
                    </a:moveTo>
                    <a:lnTo>
                      <a:pt x="42" y="22"/>
                    </a:lnTo>
                    <a:lnTo>
                      <a:pt x="85" y="17"/>
                    </a:lnTo>
                    <a:lnTo>
                      <a:pt x="129" y="10"/>
                    </a:lnTo>
                    <a:lnTo>
                      <a:pt x="173" y="5"/>
                    </a:lnTo>
                    <a:lnTo>
                      <a:pt x="216" y="0"/>
                    </a:lnTo>
                    <a:lnTo>
                      <a:pt x="260" y="0"/>
                    </a:lnTo>
                    <a:lnTo>
                      <a:pt x="303" y="1"/>
                    </a:lnTo>
                    <a:lnTo>
                      <a:pt x="348" y="10"/>
                    </a:lnTo>
                    <a:lnTo>
                      <a:pt x="364" y="151"/>
                    </a:lnTo>
                    <a:lnTo>
                      <a:pt x="378" y="296"/>
                    </a:lnTo>
                    <a:lnTo>
                      <a:pt x="389" y="442"/>
                    </a:lnTo>
                    <a:lnTo>
                      <a:pt x="401" y="591"/>
                    </a:lnTo>
                    <a:lnTo>
                      <a:pt x="415" y="739"/>
                    </a:lnTo>
                    <a:lnTo>
                      <a:pt x="432" y="889"/>
                    </a:lnTo>
                    <a:lnTo>
                      <a:pt x="453" y="1038"/>
                    </a:lnTo>
                    <a:lnTo>
                      <a:pt x="483" y="1187"/>
                    </a:lnTo>
                    <a:lnTo>
                      <a:pt x="416" y="1175"/>
                    </a:lnTo>
                    <a:lnTo>
                      <a:pt x="353" y="1168"/>
                    </a:lnTo>
                    <a:lnTo>
                      <a:pt x="291" y="1163"/>
                    </a:lnTo>
                    <a:lnTo>
                      <a:pt x="231" y="1161"/>
                    </a:lnTo>
                    <a:lnTo>
                      <a:pt x="171" y="1163"/>
                    </a:lnTo>
                    <a:lnTo>
                      <a:pt x="112" y="1169"/>
                    </a:lnTo>
                    <a:lnTo>
                      <a:pt x="55" y="1180"/>
                    </a:lnTo>
                    <a:lnTo>
                      <a:pt x="0" y="1197"/>
                    </a:lnTo>
                    <a:lnTo>
                      <a:pt x="0" y="27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1" name="Freeform 331">
                <a:extLst>
                  <a:ext uri="{FF2B5EF4-FFF2-40B4-BE49-F238E27FC236}">
                    <a16:creationId xmlns:a16="http://schemas.microsoft.com/office/drawing/2014/main" id="{52C0A0DA-6C27-DB04-BA13-0ADC6A8D0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" y="1239"/>
                <a:ext cx="80" cy="237"/>
              </a:xfrm>
              <a:custGeom>
                <a:avLst/>
                <a:gdLst>
                  <a:gd name="T0" fmla="*/ 0 w 401"/>
                  <a:gd name="T1" fmla="*/ 0 h 1186"/>
                  <a:gd name="T2" fmla="*/ 0 w 401"/>
                  <a:gd name="T3" fmla="*/ 0 h 1186"/>
                  <a:gd name="T4" fmla="*/ 0 w 401"/>
                  <a:gd name="T5" fmla="*/ 0 h 1186"/>
                  <a:gd name="T6" fmla="*/ 0 w 401"/>
                  <a:gd name="T7" fmla="*/ 0 h 1186"/>
                  <a:gd name="T8" fmla="*/ 0 w 401"/>
                  <a:gd name="T9" fmla="*/ 0 h 1186"/>
                  <a:gd name="T10" fmla="*/ 0 w 401"/>
                  <a:gd name="T11" fmla="*/ 0 h 1186"/>
                  <a:gd name="T12" fmla="*/ 0 w 401"/>
                  <a:gd name="T13" fmla="*/ 0 h 1186"/>
                  <a:gd name="T14" fmla="*/ 0 w 401"/>
                  <a:gd name="T15" fmla="*/ 0 h 1186"/>
                  <a:gd name="T16" fmla="*/ 0 w 401"/>
                  <a:gd name="T17" fmla="*/ 0 h 1186"/>
                  <a:gd name="T18" fmla="*/ 0 w 401"/>
                  <a:gd name="T19" fmla="*/ 0 h 1186"/>
                  <a:gd name="T20" fmla="*/ 0 w 401"/>
                  <a:gd name="T21" fmla="*/ 0 h 1186"/>
                  <a:gd name="T22" fmla="*/ 0 w 401"/>
                  <a:gd name="T23" fmla="*/ 0 h 1186"/>
                  <a:gd name="T24" fmla="*/ 0 w 401"/>
                  <a:gd name="T25" fmla="*/ 0 h 1186"/>
                  <a:gd name="T26" fmla="*/ 0 w 401"/>
                  <a:gd name="T27" fmla="*/ 0 h 1186"/>
                  <a:gd name="T28" fmla="*/ 0 w 401"/>
                  <a:gd name="T29" fmla="*/ 0 h 1186"/>
                  <a:gd name="T30" fmla="*/ 0 w 401"/>
                  <a:gd name="T31" fmla="*/ 0 h 1186"/>
                  <a:gd name="T32" fmla="*/ 0 w 401"/>
                  <a:gd name="T33" fmla="*/ 0 h 1186"/>
                  <a:gd name="T34" fmla="*/ 0 w 401"/>
                  <a:gd name="T35" fmla="*/ 0 h 1186"/>
                  <a:gd name="T36" fmla="*/ 0 w 401"/>
                  <a:gd name="T37" fmla="*/ 0 h 118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401"/>
                  <a:gd name="T58" fmla="*/ 0 h 1186"/>
                  <a:gd name="T59" fmla="*/ 401 w 401"/>
                  <a:gd name="T60" fmla="*/ 1186 h 118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401" h="1186">
                    <a:moveTo>
                      <a:pt x="0" y="18"/>
                    </a:moveTo>
                    <a:lnTo>
                      <a:pt x="29" y="11"/>
                    </a:lnTo>
                    <a:lnTo>
                      <a:pt x="60" y="6"/>
                    </a:lnTo>
                    <a:lnTo>
                      <a:pt x="90" y="2"/>
                    </a:lnTo>
                    <a:lnTo>
                      <a:pt x="123" y="1"/>
                    </a:lnTo>
                    <a:lnTo>
                      <a:pt x="154" y="0"/>
                    </a:lnTo>
                    <a:lnTo>
                      <a:pt x="187" y="1"/>
                    </a:lnTo>
                    <a:lnTo>
                      <a:pt x="221" y="2"/>
                    </a:lnTo>
                    <a:lnTo>
                      <a:pt x="256" y="6"/>
                    </a:lnTo>
                    <a:lnTo>
                      <a:pt x="258" y="146"/>
                    </a:lnTo>
                    <a:lnTo>
                      <a:pt x="261" y="289"/>
                    </a:lnTo>
                    <a:lnTo>
                      <a:pt x="264" y="433"/>
                    </a:lnTo>
                    <a:lnTo>
                      <a:pt x="274" y="579"/>
                    </a:lnTo>
                    <a:lnTo>
                      <a:pt x="289" y="724"/>
                    </a:lnTo>
                    <a:lnTo>
                      <a:pt x="314" y="871"/>
                    </a:lnTo>
                    <a:lnTo>
                      <a:pt x="350" y="1019"/>
                    </a:lnTo>
                    <a:lnTo>
                      <a:pt x="401" y="1167"/>
                    </a:lnTo>
                    <a:lnTo>
                      <a:pt x="0" y="1186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2" name="Freeform 332">
                <a:extLst>
                  <a:ext uri="{FF2B5EF4-FFF2-40B4-BE49-F238E27FC236}">
                    <a16:creationId xmlns:a16="http://schemas.microsoft.com/office/drawing/2014/main" id="{00C2B16E-434D-AEEB-275F-426103E2F0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" y="1242"/>
                <a:ext cx="61" cy="236"/>
              </a:xfrm>
              <a:custGeom>
                <a:avLst/>
                <a:gdLst>
                  <a:gd name="T0" fmla="*/ 0 w 306"/>
                  <a:gd name="T1" fmla="*/ 0 h 1183"/>
                  <a:gd name="T2" fmla="*/ 0 w 306"/>
                  <a:gd name="T3" fmla="*/ 0 h 1183"/>
                  <a:gd name="T4" fmla="*/ 0 w 306"/>
                  <a:gd name="T5" fmla="*/ 0 h 1183"/>
                  <a:gd name="T6" fmla="*/ 0 w 306"/>
                  <a:gd name="T7" fmla="*/ 0 h 1183"/>
                  <a:gd name="T8" fmla="*/ 0 w 306"/>
                  <a:gd name="T9" fmla="*/ 0 h 1183"/>
                  <a:gd name="T10" fmla="*/ 0 w 306"/>
                  <a:gd name="T11" fmla="*/ 0 h 1183"/>
                  <a:gd name="T12" fmla="*/ 0 w 306"/>
                  <a:gd name="T13" fmla="*/ 0 h 1183"/>
                  <a:gd name="T14" fmla="*/ 0 w 306"/>
                  <a:gd name="T15" fmla="*/ 0 h 1183"/>
                  <a:gd name="T16" fmla="*/ 0 w 306"/>
                  <a:gd name="T17" fmla="*/ 0 h 1183"/>
                  <a:gd name="T18" fmla="*/ 0 w 306"/>
                  <a:gd name="T19" fmla="*/ 0 h 1183"/>
                  <a:gd name="T20" fmla="*/ 0 w 306"/>
                  <a:gd name="T21" fmla="*/ 0 h 1183"/>
                  <a:gd name="T22" fmla="*/ 0 w 306"/>
                  <a:gd name="T23" fmla="*/ 0 h 1183"/>
                  <a:gd name="T24" fmla="*/ 0 w 306"/>
                  <a:gd name="T25" fmla="*/ 0 h 118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306"/>
                  <a:gd name="T40" fmla="*/ 0 h 1183"/>
                  <a:gd name="T41" fmla="*/ 306 w 306"/>
                  <a:gd name="T42" fmla="*/ 1183 h 118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306" h="1183">
                    <a:moveTo>
                      <a:pt x="0" y="6"/>
                    </a:moveTo>
                    <a:lnTo>
                      <a:pt x="71" y="0"/>
                    </a:lnTo>
                    <a:lnTo>
                      <a:pt x="76" y="139"/>
                    </a:lnTo>
                    <a:lnTo>
                      <a:pt x="89" y="280"/>
                    </a:lnTo>
                    <a:lnTo>
                      <a:pt x="108" y="421"/>
                    </a:lnTo>
                    <a:lnTo>
                      <a:pt x="134" y="566"/>
                    </a:lnTo>
                    <a:lnTo>
                      <a:pt x="165" y="709"/>
                    </a:lnTo>
                    <a:lnTo>
                      <a:pt x="205" y="855"/>
                    </a:lnTo>
                    <a:lnTo>
                      <a:pt x="252" y="1001"/>
                    </a:lnTo>
                    <a:lnTo>
                      <a:pt x="306" y="1149"/>
                    </a:lnTo>
                    <a:lnTo>
                      <a:pt x="271" y="1153"/>
                    </a:lnTo>
                    <a:lnTo>
                      <a:pt x="0" y="1183"/>
                    </a:lnTo>
                    <a:lnTo>
                      <a:pt x="0" y="6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3" name="Freeform 333">
                <a:extLst>
                  <a:ext uri="{FF2B5EF4-FFF2-40B4-BE49-F238E27FC236}">
                    <a16:creationId xmlns:a16="http://schemas.microsoft.com/office/drawing/2014/main" id="{C0F5C7DB-C426-7BF3-917B-E374C6528C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" y="1254"/>
                <a:ext cx="43" cy="225"/>
              </a:xfrm>
              <a:custGeom>
                <a:avLst/>
                <a:gdLst>
                  <a:gd name="T0" fmla="*/ 0 w 216"/>
                  <a:gd name="T1" fmla="*/ 0 h 1125"/>
                  <a:gd name="T2" fmla="*/ 0 w 216"/>
                  <a:gd name="T3" fmla="*/ 0 h 1125"/>
                  <a:gd name="T4" fmla="*/ 0 w 216"/>
                  <a:gd name="T5" fmla="*/ 0 h 1125"/>
                  <a:gd name="T6" fmla="*/ 0 w 216"/>
                  <a:gd name="T7" fmla="*/ 0 h 1125"/>
                  <a:gd name="T8" fmla="*/ 0 w 216"/>
                  <a:gd name="T9" fmla="*/ 0 h 1125"/>
                  <a:gd name="T10" fmla="*/ 0 w 216"/>
                  <a:gd name="T11" fmla="*/ 0 h 1125"/>
                  <a:gd name="T12" fmla="*/ 0 w 216"/>
                  <a:gd name="T13" fmla="*/ 0 h 1125"/>
                  <a:gd name="T14" fmla="*/ 0 w 216"/>
                  <a:gd name="T15" fmla="*/ 0 h 1125"/>
                  <a:gd name="T16" fmla="*/ 0 w 216"/>
                  <a:gd name="T17" fmla="*/ 0 h 1125"/>
                  <a:gd name="T18" fmla="*/ 0 w 216"/>
                  <a:gd name="T19" fmla="*/ 0 h 1125"/>
                  <a:gd name="T20" fmla="*/ 0 w 216"/>
                  <a:gd name="T21" fmla="*/ 0 h 11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16"/>
                  <a:gd name="T34" fmla="*/ 0 h 1125"/>
                  <a:gd name="T35" fmla="*/ 216 w 216"/>
                  <a:gd name="T36" fmla="*/ 1125 h 11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16" h="1125">
                    <a:moveTo>
                      <a:pt x="0" y="0"/>
                    </a:moveTo>
                    <a:lnTo>
                      <a:pt x="20" y="159"/>
                    </a:lnTo>
                    <a:lnTo>
                      <a:pt x="41" y="313"/>
                    </a:lnTo>
                    <a:lnTo>
                      <a:pt x="62" y="459"/>
                    </a:lnTo>
                    <a:lnTo>
                      <a:pt x="86" y="600"/>
                    </a:lnTo>
                    <a:lnTo>
                      <a:pt x="109" y="734"/>
                    </a:lnTo>
                    <a:lnTo>
                      <a:pt x="139" y="862"/>
                    </a:lnTo>
                    <a:lnTo>
                      <a:pt x="174" y="984"/>
                    </a:lnTo>
                    <a:lnTo>
                      <a:pt x="216" y="1101"/>
                    </a:lnTo>
                    <a:lnTo>
                      <a:pt x="0" y="11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4" name="Freeform 334">
                <a:extLst>
                  <a:ext uri="{FF2B5EF4-FFF2-40B4-BE49-F238E27FC236}">
                    <a16:creationId xmlns:a16="http://schemas.microsoft.com/office/drawing/2014/main" id="{3CAA2FF4-5272-E065-AD47-643207B227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" y="1264"/>
                <a:ext cx="25" cy="14"/>
              </a:xfrm>
              <a:custGeom>
                <a:avLst/>
                <a:gdLst>
                  <a:gd name="T0" fmla="*/ 0 w 129"/>
                  <a:gd name="T1" fmla="*/ 0 h 69"/>
                  <a:gd name="T2" fmla="*/ 0 w 129"/>
                  <a:gd name="T3" fmla="*/ 0 h 69"/>
                  <a:gd name="T4" fmla="*/ 0 w 129"/>
                  <a:gd name="T5" fmla="*/ 0 h 69"/>
                  <a:gd name="T6" fmla="*/ 0 w 129"/>
                  <a:gd name="T7" fmla="*/ 0 h 69"/>
                  <a:gd name="T8" fmla="*/ 0 w 129"/>
                  <a:gd name="T9" fmla="*/ 0 h 69"/>
                  <a:gd name="T10" fmla="*/ 0 w 129"/>
                  <a:gd name="T11" fmla="*/ 0 h 69"/>
                  <a:gd name="T12" fmla="*/ 0 w 129"/>
                  <a:gd name="T13" fmla="*/ 0 h 69"/>
                  <a:gd name="T14" fmla="*/ 0 w 129"/>
                  <a:gd name="T15" fmla="*/ 0 h 69"/>
                  <a:gd name="T16" fmla="*/ 0 w 129"/>
                  <a:gd name="T17" fmla="*/ 0 h 69"/>
                  <a:gd name="T18" fmla="*/ 0 w 129"/>
                  <a:gd name="T19" fmla="*/ 0 h 69"/>
                  <a:gd name="T20" fmla="*/ 0 w 129"/>
                  <a:gd name="T21" fmla="*/ 0 h 69"/>
                  <a:gd name="T22" fmla="*/ 0 w 129"/>
                  <a:gd name="T23" fmla="*/ 0 h 69"/>
                  <a:gd name="T24" fmla="*/ 0 w 129"/>
                  <a:gd name="T25" fmla="*/ 0 h 6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9"/>
                  <a:gd name="T40" fmla="*/ 0 h 69"/>
                  <a:gd name="T41" fmla="*/ 129 w 129"/>
                  <a:gd name="T42" fmla="*/ 69 h 6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9" h="69">
                    <a:moveTo>
                      <a:pt x="12" y="0"/>
                    </a:moveTo>
                    <a:lnTo>
                      <a:pt x="117" y="17"/>
                    </a:lnTo>
                    <a:lnTo>
                      <a:pt x="125" y="21"/>
                    </a:lnTo>
                    <a:lnTo>
                      <a:pt x="129" y="31"/>
                    </a:lnTo>
                    <a:lnTo>
                      <a:pt x="129" y="60"/>
                    </a:lnTo>
                    <a:lnTo>
                      <a:pt x="125" y="67"/>
                    </a:lnTo>
                    <a:lnTo>
                      <a:pt x="117" y="69"/>
                    </a:lnTo>
                    <a:lnTo>
                      <a:pt x="12" y="52"/>
                    </a:lnTo>
                    <a:lnTo>
                      <a:pt x="4" y="46"/>
                    </a:lnTo>
                    <a:lnTo>
                      <a:pt x="0" y="39"/>
                    </a:lnTo>
                    <a:lnTo>
                      <a:pt x="0" y="8"/>
                    </a:lnTo>
                    <a:lnTo>
                      <a:pt x="4" y="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5" name="Freeform 335">
                <a:extLst>
                  <a:ext uri="{FF2B5EF4-FFF2-40B4-BE49-F238E27FC236}">
                    <a16:creationId xmlns:a16="http://schemas.microsoft.com/office/drawing/2014/main" id="{94556422-23BE-AB42-708E-78D4218629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6" y="1278"/>
                <a:ext cx="28" cy="10"/>
              </a:xfrm>
              <a:custGeom>
                <a:avLst/>
                <a:gdLst>
                  <a:gd name="T0" fmla="*/ 0 w 138"/>
                  <a:gd name="T1" fmla="*/ 0 h 51"/>
                  <a:gd name="T2" fmla="*/ 0 w 138"/>
                  <a:gd name="T3" fmla="*/ 0 h 51"/>
                  <a:gd name="T4" fmla="*/ 0 w 138"/>
                  <a:gd name="T5" fmla="*/ 0 h 51"/>
                  <a:gd name="T6" fmla="*/ 0 w 138"/>
                  <a:gd name="T7" fmla="*/ 0 h 51"/>
                  <a:gd name="T8" fmla="*/ 0 w 138"/>
                  <a:gd name="T9" fmla="*/ 0 h 51"/>
                  <a:gd name="T10" fmla="*/ 0 w 138"/>
                  <a:gd name="T11" fmla="*/ 0 h 51"/>
                  <a:gd name="T12" fmla="*/ 0 w 138"/>
                  <a:gd name="T13" fmla="*/ 0 h 51"/>
                  <a:gd name="T14" fmla="*/ 0 w 138"/>
                  <a:gd name="T15" fmla="*/ 0 h 51"/>
                  <a:gd name="T16" fmla="*/ 0 w 138"/>
                  <a:gd name="T17" fmla="*/ 0 h 51"/>
                  <a:gd name="T18" fmla="*/ 0 w 138"/>
                  <a:gd name="T19" fmla="*/ 0 h 51"/>
                  <a:gd name="T20" fmla="*/ 0 w 138"/>
                  <a:gd name="T21" fmla="*/ 0 h 51"/>
                  <a:gd name="T22" fmla="*/ 0 w 138"/>
                  <a:gd name="T23" fmla="*/ 0 h 51"/>
                  <a:gd name="T24" fmla="*/ 0 w 138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1"/>
                  <a:gd name="T41" fmla="*/ 138 w 138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1">
                    <a:moveTo>
                      <a:pt x="13" y="0"/>
                    </a:moveTo>
                    <a:lnTo>
                      <a:pt x="124" y="0"/>
                    </a:lnTo>
                    <a:lnTo>
                      <a:pt x="133" y="2"/>
                    </a:lnTo>
                    <a:lnTo>
                      <a:pt x="138" y="10"/>
                    </a:lnTo>
                    <a:lnTo>
                      <a:pt x="138" y="41"/>
                    </a:lnTo>
                    <a:lnTo>
                      <a:pt x="133" y="47"/>
                    </a:lnTo>
                    <a:lnTo>
                      <a:pt x="124" y="51"/>
                    </a:lnTo>
                    <a:lnTo>
                      <a:pt x="13" y="51"/>
                    </a:lnTo>
                    <a:lnTo>
                      <a:pt x="3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6" name="Freeform 336">
                <a:extLst>
                  <a:ext uri="{FF2B5EF4-FFF2-40B4-BE49-F238E27FC236}">
                    <a16:creationId xmlns:a16="http://schemas.microsoft.com/office/drawing/2014/main" id="{BF2871CD-78A0-4BE1-AE2E-152EE524DA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8" y="1289"/>
                <a:ext cx="27" cy="11"/>
              </a:xfrm>
              <a:custGeom>
                <a:avLst/>
                <a:gdLst>
                  <a:gd name="T0" fmla="*/ 0 w 137"/>
                  <a:gd name="T1" fmla="*/ 0 h 57"/>
                  <a:gd name="T2" fmla="*/ 0 w 137"/>
                  <a:gd name="T3" fmla="*/ 0 h 57"/>
                  <a:gd name="T4" fmla="*/ 0 w 137"/>
                  <a:gd name="T5" fmla="*/ 0 h 57"/>
                  <a:gd name="T6" fmla="*/ 0 w 137"/>
                  <a:gd name="T7" fmla="*/ 0 h 57"/>
                  <a:gd name="T8" fmla="*/ 0 w 137"/>
                  <a:gd name="T9" fmla="*/ 0 h 57"/>
                  <a:gd name="T10" fmla="*/ 0 w 137"/>
                  <a:gd name="T11" fmla="*/ 0 h 57"/>
                  <a:gd name="T12" fmla="*/ 0 w 137"/>
                  <a:gd name="T13" fmla="*/ 0 h 57"/>
                  <a:gd name="T14" fmla="*/ 0 w 137"/>
                  <a:gd name="T15" fmla="*/ 0 h 57"/>
                  <a:gd name="T16" fmla="*/ 0 w 137"/>
                  <a:gd name="T17" fmla="*/ 0 h 57"/>
                  <a:gd name="T18" fmla="*/ 0 w 137"/>
                  <a:gd name="T19" fmla="*/ 0 h 57"/>
                  <a:gd name="T20" fmla="*/ 0 w 137"/>
                  <a:gd name="T21" fmla="*/ 0 h 57"/>
                  <a:gd name="T22" fmla="*/ 0 w 137"/>
                  <a:gd name="T23" fmla="*/ 0 h 57"/>
                  <a:gd name="T24" fmla="*/ 0 w 137"/>
                  <a:gd name="T25" fmla="*/ 0 h 57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7"/>
                  <a:gd name="T41" fmla="*/ 137 w 137"/>
                  <a:gd name="T42" fmla="*/ 57 h 57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7">
                    <a:moveTo>
                      <a:pt x="13" y="0"/>
                    </a:moveTo>
                    <a:lnTo>
                      <a:pt x="123" y="5"/>
                    </a:lnTo>
                    <a:lnTo>
                      <a:pt x="132" y="7"/>
                    </a:lnTo>
                    <a:lnTo>
                      <a:pt x="137" y="16"/>
                    </a:lnTo>
                    <a:lnTo>
                      <a:pt x="137" y="48"/>
                    </a:lnTo>
                    <a:lnTo>
                      <a:pt x="132" y="54"/>
                    </a:lnTo>
                    <a:lnTo>
                      <a:pt x="123" y="57"/>
                    </a:lnTo>
                    <a:lnTo>
                      <a:pt x="13" y="51"/>
                    </a:lnTo>
                    <a:lnTo>
                      <a:pt x="3" y="46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7" name="Freeform 337">
                <a:extLst>
                  <a:ext uri="{FF2B5EF4-FFF2-40B4-BE49-F238E27FC236}">
                    <a16:creationId xmlns:a16="http://schemas.microsoft.com/office/drawing/2014/main" id="{4C647A27-4164-B912-6DE7-53B8A2F81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6" y="1288"/>
                <a:ext cx="28" cy="12"/>
              </a:xfrm>
              <a:custGeom>
                <a:avLst/>
                <a:gdLst>
                  <a:gd name="T0" fmla="*/ 0 w 138"/>
                  <a:gd name="T1" fmla="*/ 0 h 61"/>
                  <a:gd name="T2" fmla="*/ 0 w 138"/>
                  <a:gd name="T3" fmla="*/ 0 h 61"/>
                  <a:gd name="T4" fmla="*/ 0 w 138"/>
                  <a:gd name="T5" fmla="*/ 0 h 61"/>
                  <a:gd name="T6" fmla="*/ 0 w 138"/>
                  <a:gd name="T7" fmla="*/ 0 h 61"/>
                  <a:gd name="T8" fmla="*/ 0 w 138"/>
                  <a:gd name="T9" fmla="*/ 0 h 61"/>
                  <a:gd name="T10" fmla="*/ 0 w 138"/>
                  <a:gd name="T11" fmla="*/ 0 h 61"/>
                  <a:gd name="T12" fmla="*/ 0 w 138"/>
                  <a:gd name="T13" fmla="*/ 0 h 61"/>
                  <a:gd name="T14" fmla="*/ 0 w 138"/>
                  <a:gd name="T15" fmla="*/ 0 h 61"/>
                  <a:gd name="T16" fmla="*/ 0 w 138"/>
                  <a:gd name="T17" fmla="*/ 0 h 61"/>
                  <a:gd name="T18" fmla="*/ 0 w 138"/>
                  <a:gd name="T19" fmla="*/ 0 h 61"/>
                  <a:gd name="T20" fmla="*/ 0 w 138"/>
                  <a:gd name="T21" fmla="*/ 0 h 61"/>
                  <a:gd name="T22" fmla="*/ 0 w 138"/>
                  <a:gd name="T23" fmla="*/ 0 h 61"/>
                  <a:gd name="T24" fmla="*/ 0 w 138"/>
                  <a:gd name="T25" fmla="*/ 0 h 6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61"/>
                  <a:gd name="T41" fmla="*/ 138 w 138"/>
                  <a:gd name="T42" fmla="*/ 61 h 6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61">
                    <a:moveTo>
                      <a:pt x="15" y="9"/>
                    </a:moveTo>
                    <a:lnTo>
                      <a:pt x="125" y="0"/>
                    </a:lnTo>
                    <a:lnTo>
                      <a:pt x="134" y="3"/>
                    </a:lnTo>
                    <a:lnTo>
                      <a:pt x="138" y="9"/>
                    </a:lnTo>
                    <a:lnTo>
                      <a:pt x="138" y="38"/>
                    </a:lnTo>
                    <a:lnTo>
                      <a:pt x="134" y="47"/>
                    </a:lnTo>
                    <a:lnTo>
                      <a:pt x="125" y="52"/>
                    </a:lnTo>
                    <a:lnTo>
                      <a:pt x="15" y="61"/>
                    </a:lnTo>
                    <a:lnTo>
                      <a:pt x="4" y="58"/>
                    </a:lnTo>
                    <a:lnTo>
                      <a:pt x="0" y="52"/>
                    </a:lnTo>
                    <a:lnTo>
                      <a:pt x="0" y="20"/>
                    </a:lnTo>
                    <a:lnTo>
                      <a:pt x="4" y="11"/>
                    </a:lnTo>
                    <a:lnTo>
                      <a:pt x="15" y="9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8" name="Freeform 338">
                <a:extLst>
                  <a:ext uri="{FF2B5EF4-FFF2-40B4-BE49-F238E27FC236}">
                    <a16:creationId xmlns:a16="http://schemas.microsoft.com/office/drawing/2014/main" id="{567E49BF-6710-875C-1C52-868BD70C0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" y="1329"/>
                <a:ext cx="27" cy="11"/>
              </a:xfrm>
              <a:custGeom>
                <a:avLst/>
                <a:gdLst>
                  <a:gd name="T0" fmla="*/ 0 w 137"/>
                  <a:gd name="T1" fmla="*/ 0 h 55"/>
                  <a:gd name="T2" fmla="*/ 0 w 137"/>
                  <a:gd name="T3" fmla="*/ 0 h 55"/>
                  <a:gd name="T4" fmla="*/ 0 w 137"/>
                  <a:gd name="T5" fmla="*/ 0 h 55"/>
                  <a:gd name="T6" fmla="*/ 0 w 137"/>
                  <a:gd name="T7" fmla="*/ 0 h 55"/>
                  <a:gd name="T8" fmla="*/ 0 w 137"/>
                  <a:gd name="T9" fmla="*/ 0 h 55"/>
                  <a:gd name="T10" fmla="*/ 0 w 137"/>
                  <a:gd name="T11" fmla="*/ 0 h 55"/>
                  <a:gd name="T12" fmla="*/ 0 w 137"/>
                  <a:gd name="T13" fmla="*/ 0 h 55"/>
                  <a:gd name="T14" fmla="*/ 0 w 137"/>
                  <a:gd name="T15" fmla="*/ 0 h 55"/>
                  <a:gd name="T16" fmla="*/ 0 w 137"/>
                  <a:gd name="T17" fmla="*/ 0 h 55"/>
                  <a:gd name="T18" fmla="*/ 0 w 137"/>
                  <a:gd name="T19" fmla="*/ 0 h 55"/>
                  <a:gd name="T20" fmla="*/ 0 w 137"/>
                  <a:gd name="T21" fmla="*/ 0 h 55"/>
                  <a:gd name="T22" fmla="*/ 0 w 137"/>
                  <a:gd name="T23" fmla="*/ 0 h 55"/>
                  <a:gd name="T24" fmla="*/ 0 w 137"/>
                  <a:gd name="T25" fmla="*/ 0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5"/>
                  <a:gd name="T41" fmla="*/ 137 w 137"/>
                  <a:gd name="T42" fmla="*/ 55 h 5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5">
                    <a:moveTo>
                      <a:pt x="12" y="0"/>
                    </a:moveTo>
                    <a:lnTo>
                      <a:pt x="122" y="4"/>
                    </a:lnTo>
                    <a:lnTo>
                      <a:pt x="132" y="6"/>
                    </a:lnTo>
                    <a:lnTo>
                      <a:pt x="137" y="14"/>
                    </a:lnTo>
                    <a:lnTo>
                      <a:pt x="137" y="45"/>
                    </a:lnTo>
                    <a:lnTo>
                      <a:pt x="132" y="51"/>
                    </a:lnTo>
                    <a:lnTo>
                      <a:pt x="122" y="55"/>
                    </a:lnTo>
                    <a:lnTo>
                      <a:pt x="12" y="51"/>
                    </a:lnTo>
                    <a:lnTo>
                      <a:pt x="3" y="47"/>
                    </a:lnTo>
                    <a:lnTo>
                      <a:pt x="0" y="41"/>
                    </a:lnTo>
                    <a:lnTo>
                      <a:pt x="0" y="9"/>
                    </a:lnTo>
                    <a:lnTo>
                      <a:pt x="3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89" name="Freeform 339">
                <a:extLst>
                  <a:ext uri="{FF2B5EF4-FFF2-40B4-BE49-F238E27FC236}">
                    <a16:creationId xmlns:a16="http://schemas.microsoft.com/office/drawing/2014/main" id="{EFF64D68-6DFF-6AB6-304A-B79F1DB51C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" y="1314"/>
                <a:ext cx="23" cy="13"/>
              </a:xfrm>
              <a:custGeom>
                <a:avLst/>
                <a:gdLst>
                  <a:gd name="T0" fmla="*/ 0 w 118"/>
                  <a:gd name="T1" fmla="*/ 0 h 64"/>
                  <a:gd name="T2" fmla="*/ 0 w 118"/>
                  <a:gd name="T3" fmla="*/ 0 h 64"/>
                  <a:gd name="T4" fmla="*/ 0 w 118"/>
                  <a:gd name="T5" fmla="*/ 0 h 64"/>
                  <a:gd name="T6" fmla="*/ 0 w 118"/>
                  <a:gd name="T7" fmla="*/ 0 h 64"/>
                  <a:gd name="T8" fmla="*/ 0 w 118"/>
                  <a:gd name="T9" fmla="*/ 0 h 64"/>
                  <a:gd name="T10" fmla="*/ 0 w 118"/>
                  <a:gd name="T11" fmla="*/ 0 h 64"/>
                  <a:gd name="T12" fmla="*/ 0 w 118"/>
                  <a:gd name="T13" fmla="*/ 0 h 64"/>
                  <a:gd name="T14" fmla="*/ 0 w 118"/>
                  <a:gd name="T15" fmla="*/ 0 h 64"/>
                  <a:gd name="T16" fmla="*/ 0 w 118"/>
                  <a:gd name="T17" fmla="*/ 0 h 64"/>
                  <a:gd name="T18" fmla="*/ 0 w 118"/>
                  <a:gd name="T19" fmla="*/ 0 h 64"/>
                  <a:gd name="T20" fmla="*/ 0 w 118"/>
                  <a:gd name="T21" fmla="*/ 0 h 64"/>
                  <a:gd name="T22" fmla="*/ 0 w 118"/>
                  <a:gd name="T23" fmla="*/ 0 h 64"/>
                  <a:gd name="T24" fmla="*/ 0 w 118"/>
                  <a:gd name="T25" fmla="*/ 0 h 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8"/>
                  <a:gd name="T40" fmla="*/ 0 h 64"/>
                  <a:gd name="T41" fmla="*/ 118 w 118"/>
                  <a:gd name="T42" fmla="*/ 64 h 6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8" h="64">
                    <a:moveTo>
                      <a:pt x="10" y="0"/>
                    </a:moveTo>
                    <a:lnTo>
                      <a:pt x="107" y="12"/>
                    </a:lnTo>
                    <a:lnTo>
                      <a:pt x="114" y="17"/>
                    </a:lnTo>
                    <a:lnTo>
                      <a:pt x="118" y="24"/>
                    </a:lnTo>
                    <a:lnTo>
                      <a:pt x="118" y="55"/>
                    </a:lnTo>
                    <a:lnTo>
                      <a:pt x="114" y="62"/>
                    </a:lnTo>
                    <a:lnTo>
                      <a:pt x="107" y="64"/>
                    </a:lnTo>
                    <a:lnTo>
                      <a:pt x="10" y="52"/>
                    </a:lnTo>
                    <a:lnTo>
                      <a:pt x="3" y="47"/>
                    </a:lnTo>
                    <a:lnTo>
                      <a:pt x="0" y="39"/>
                    </a:lnTo>
                    <a:lnTo>
                      <a:pt x="0" y="10"/>
                    </a:lnTo>
                    <a:lnTo>
                      <a:pt x="3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0" name="Freeform 340">
                <a:extLst>
                  <a:ext uri="{FF2B5EF4-FFF2-40B4-BE49-F238E27FC236}">
                    <a16:creationId xmlns:a16="http://schemas.microsoft.com/office/drawing/2014/main" id="{B66F48A2-58DF-BB60-EE5D-1E9610FB7F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" y="1246"/>
                <a:ext cx="23" cy="13"/>
              </a:xfrm>
              <a:custGeom>
                <a:avLst/>
                <a:gdLst>
                  <a:gd name="T0" fmla="*/ 0 w 117"/>
                  <a:gd name="T1" fmla="*/ 0 h 65"/>
                  <a:gd name="T2" fmla="*/ 0 w 117"/>
                  <a:gd name="T3" fmla="*/ 0 h 65"/>
                  <a:gd name="T4" fmla="*/ 0 w 117"/>
                  <a:gd name="T5" fmla="*/ 0 h 65"/>
                  <a:gd name="T6" fmla="*/ 0 w 117"/>
                  <a:gd name="T7" fmla="*/ 0 h 65"/>
                  <a:gd name="T8" fmla="*/ 0 w 117"/>
                  <a:gd name="T9" fmla="*/ 0 h 65"/>
                  <a:gd name="T10" fmla="*/ 0 w 117"/>
                  <a:gd name="T11" fmla="*/ 0 h 65"/>
                  <a:gd name="T12" fmla="*/ 0 w 117"/>
                  <a:gd name="T13" fmla="*/ 0 h 65"/>
                  <a:gd name="T14" fmla="*/ 0 w 117"/>
                  <a:gd name="T15" fmla="*/ 0 h 65"/>
                  <a:gd name="T16" fmla="*/ 0 w 117"/>
                  <a:gd name="T17" fmla="*/ 0 h 65"/>
                  <a:gd name="T18" fmla="*/ 0 w 117"/>
                  <a:gd name="T19" fmla="*/ 0 h 65"/>
                  <a:gd name="T20" fmla="*/ 0 w 117"/>
                  <a:gd name="T21" fmla="*/ 0 h 65"/>
                  <a:gd name="T22" fmla="*/ 0 w 117"/>
                  <a:gd name="T23" fmla="*/ 0 h 65"/>
                  <a:gd name="T24" fmla="*/ 0 w 117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7"/>
                  <a:gd name="T40" fmla="*/ 0 h 65"/>
                  <a:gd name="T41" fmla="*/ 117 w 117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7" h="65">
                    <a:moveTo>
                      <a:pt x="11" y="0"/>
                    </a:moveTo>
                    <a:lnTo>
                      <a:pt x="106" y="13"/>
                    </a:lnTo>
                    <a:lnTo>
                      <a:pt x="114" y="16"/>
                    </a:lnTo>
                    <a:lnTo>
                      <a:pt x="117" y="25"/>
                    </a:lnTo>
                    <a:lnTo>
                      <a:pt x="117" y="55"/>
                    </a:lnTo>
                    <a:lnTo>
                      <a:pt x="114" y="62"/>
                    </a:lnTo>
                    <a:lnTo>
                      <a:pt x="106" y="65"/>
                    </a:lnTo>
                    <a:lnTo>
                      <a:pt x="11" y="51"/>
                    </a:lnTo>
                    <a:lnTo>
                      <a:pt x="2" y="46"/>
                    </a:lnTo>
                    <a:lnTo>
                      <a:pt x="0" y="39"/>
                    </a:lnTo>
                    <a:lnTo>
                      <a:pt x="0" y="9"/>
                    </a:lnTo>
                    <a:lnTo>
                      <a:pt x="2" y="0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1" name="Freeform 341">
                <a:extLst>
                  <a:ext uri="{FF2B5EF4-FFF2-40B4-BE49-F238E27FC236}">
                    <a16:creationId xmlns:a16="http://schemas.microsoft.com/office/drawing/2014/main" id="{F2C4E93A-576E-2371-06D4-8DFF558170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3" y="1325"/>
                <a:ext cx="24" cy="14"/>
              </a:xfrm>
              <a:custGeom>
                <a:avLst/>
                <a:gdLst>
                  <a:gd name="T0" fmla="*/ 0 w 119"/>
                  <a:gd name="T1" fmla="*/ 0 h 69"/>
                  <a:gd name="T2" fmla="*/ 0 w 119"/>
                  <a:gd name="T3" fmla="*/ 0 h 69"/>
                  <a:gd name="T4" fmla="*/ 0 w 119"/>
                  <a:gd name="T5" fmla="*/ 0 h 69"/>
                  <a:gd name="T6" fmla="*/ 0 w 119"/>
                  <a:gd name="T7" fmla="*/ 0 h 69"/>
                  <a:gd name="T8" fmla="*/ 0 w 119"/>
                  <a:gd name="T9" fmla="*/ 0 h 69"/>
                  <a:gd name="T10" fmla="*/ 0 w 119"/>
                  <a:gd name="T11" fmla="*/ 0 h 69"/>
                  <a:gd name="T12" fmla="*/ 0 w 119"/>
                  <a:gd name="T13" fmla="*/ 0 h 69"/>
                  <a:gd name="T14" fmla="*/ 0 w 119"/>
                  <a:gd name="T15" fmla="*/ 0 h 69"/>
                  <a:gd name="T16" fmla="*/ 0 w 119"/>
                  <a:gd name="T17" fmla="*/ 0 h 69"/>
                  <a:gd name="T18" fmla="*/ 0 w 119"/>
                  <a:gd name="T19" fmla="*/ 0 h 69"/>
                  <a:gd name="T20" fmla="*/ 0 w 119"/>
                  <a:gd name="T21" fmla="*/ 0 h 69"/>
                  <a:gd name="T22" fmla="*/ 0 w 119"/>
                  <a:gd name="T23" fmla="*/ 0 h 69"/>
                  <a:gd name="T24" fmla="*/ 0 w 119"/>
                  <a:gd name="T25" fmla="*/ 0 h 6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9"/>
                  <a:gd name="T40" fmla="*/ 0 h 69"/>
                  <a:gd name="T41" fmla="*/ 119 w 119"/>
                  <a:gd name="T42" fmla="*/ 69 h 6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9" h="69">
                    <a:moveTo>
                      <a:pt x="11" y="0"/>
                    </a:moveTo>
                    <a:lnTo>
                      <a:pt x="108" y="18"/>
                    </a:lnTo>
                    <a:lnTo>
                      <a:pt x="115" y="22"/>
                    </a:lnTo>
                    <a:lnTo>
                      <a:pt x="119" y="31"/>
                    </a:lnTo>
                    <a:lnTo>
                      <a:pt x="119" y="60"/>
                    </a:lnTo>
                    <a:lnTo>
                      <a:pt x="115" y="68"/>
                    </a:lnTo>
                    <a:lnTo>
                      <a:pt x="108" y="69"/>
                    </a:lnTo>
                    <a:lnTo>
                      <a:pt x="11" y="52"/>
                    </a:lnTo>
                    <a:lnTo>
                      <a:pt x="4" y="47"/>
                    </a:lnTo>
                    <a:lnTo>
                      <a:pt x="0" y="39"/>
                    </a:lnTo>
                    <a:lnTo>
                      <a:pt x="0" y="9"/>
                    </a:lnTo>
                    <a:lnTo>
                      <a:pt x="4" y="1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2" name="Freeform 342">
                <a:extLst>
                  <a:ext uri="{FF2B5EF4-FFF2-40B4-BE49-F238E27FC236}">
                    <a16:creationId xmlns:a16="http://schemas.microsoft.com/office/drawing/2014/main" id="{42DD9067-53EF-2523-4FAC-2F42FBDA85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1376"/>
                <a:ext cx="22" cy="13"/>
              </a:xfrm>
              <a:custGeom>
                <a:avLst/>
                <a:gdLst>
                  <a:gd name="T0" fmla="*/ 0 w 112"/>
                  <a:gd name="T1" fmla="*/ 0 h 65"/>
                  <a:gd name="T2" fmla="*/ 0 w 112"/>
                  <a:gd name="T3" fmla="*/ 0 h 65"/>
                  <a:gd name="T4" fmla="*/ 0 w 112"/>
                  <a:gd name="T5" fmla="*/ 0 h 65"/>
                  <a:gd name="T6" fmla="*/ 0 w 112"/>
                  <a:gd name="T7" fmla="*/ 0 h 65"/>
                  <a:gd name="T8" fmla="*/ 0 w 112"/>
                  <a:gd name="T9" fmla="*/ 0 h 65"/>
                  <a:gd name="T10" fmla="*/ 0 w 112"/>
                  <a:gd name="T11" fmla="*/ 0 h 65"/>
                  <a:gd name="T12" fmla="*/ 0 w 112"/>
                  <a:gd name="T13" fmla="*/ 0 h 65"/>
                  <a:gd name="T14" fmla="*/ 0 w 112"/>
                  <a:gd name="T15" fmla="*/ 0 h 65"/>
                  <a:gd name="T16" fmla="*/ 0 w 112"/>
                  <a:gd name="T17" fmla="*/ 0 h 65"/>
                  <a:gd name="T18" fmla="*/ 0 w 112"/>
                  <a:gd name="T19" fmla="*/ 0 h 65"/>
                  <a:gd name="T20" fmla="*/ 0 w 112"/>
                  <a:gd name="T21" fmla="*/ 0 h 65"/>
                  <a:gd name="T22" fmla="*/ 0 w 112"/>
                  <a:gd name="T23" fmla="*/ 0 h 65"/>
                  <a:gd name="T24" fmla="*/ 0 w 112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2"/>
                  <a:gd name="T40" fmla="*/ 0 h 65"/>
                  <a:gd name="T41" fmla="*/ 112 w 112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2" h="65">
                    <a:moveTo>
                      <a:pt x="10" y="0"/>
                    </a:moveTo>
                    <a:lnTo>
                      <a:pt x="102" y="16"/>
                    </a:lnTo>
                    <a:lnTo>
                      <a:pt x="109" y="18"/>
                    </a:lnTo>
                    <a:lnTo>
                      <a:pt x="112" y="28"/>
                    </a:lnTo>
                    <a:lnTo>
                      <a:pt x="112" y="58"/>
                    </a:lnTo>
                    <a:lnTo>
                      <a:pt x="109" y="64"/>
                    </a:lnTo>
                    <a:lnTo>
                      <a:pt x="102" y="65"/>
                    </a:lnTo>
                    <a:lnTo>
                      <a:pt x="10" y="52"/>
                    </a:lnTo>
                    <a:lnTo>
                      <a:pt x="3" y="47"/>
                    </a:lnTo>
                    <a:lnTo>
                      <a:pt x="0" y="39"/>
                    </a:lnTo>
                    <a:lnTo>
                      <a:pt x="0" y="8"/>
                    </a:lnTo>
                    <a:lnTo>
                      <a:pt x="3" y="1"/>
                    </a:lnTo>
                    <a:lnTo>
                      <a:pt x="10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3" name="Freeform 343">
                <a:extLst>
                  <a:ext uri="{FF2B5EF4-FFF2-40B4-BE49-F238E27FC236}">
                    <a16:creationId xmlns:a16="http://schemas.microsoft.com/office/drawing/2014/main" id="{49101D4A-788D-7E3C-3DDF-0E6C2189BF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5" y="1458"/>
                <a:ext cx="17" cy="12"/>
              </a:xfrm>
              <a:custGeom>
                <a:avLst/>
                <a:gdLst>
                  <a:gd name="T0" fmla="*/ 0 w 87"/>
                  <a:gd name="T1" fmla="*/ 0 h 64"/>
                  <a:gd name="T2" fmla="*/ 0 w 87"/>
                  <a:gd name="T3" fmla="*/ 0 h 64"/>
                  <a:gd name="T4" fmla="*/ 0 w 87"/>
                  <a:gd name="T5" fmla="*/ 0 h 64"/>
                  <a:gd name="T6" fmla="*/ 0 w 87"/>
                  <a:gd name="T7" fmla="*/ 0 h 64"/>
                  <a:gd name="T8" fmla="*/ 0 w 87"/>
                  <a:gd name="T9" fmla="*/ 0 h 64"/>
                  <a:gd name="T10" fmla="*/ 0 w 87"/>
                  <a:gd name="T11" fmla="*/ 0 h 64"/>
                  <a:gd name="T12" fmla="*/ 0 w 87"/>
                  <a:gd name="T13" fmla="*/ 0 h 64"/>
                  <a:gd name="T14" fmla="*/ 0 w 87"/>
                  <a:gd name="T15" fmla="*/ 0 h 64"/>
                  <a:gd name="T16" fmla="*/ 0 w 87"/>
                  <a:gd name="T17" fmla="*/ 0 h 64"/>
                  <a:gd name="T18" fmla="*/ 0 w 87"/>
                  <a:gd name="T19" fmla="*/ 0 h 64"/>
                  <a:gd name="T20" fmla="*/ 0 w 87"/>
                  <a:gd name="T21" fmla="*/ 0 h 64"/>
                  <a:gd name="T22" fmla="*/ 0 w 87"/>
                  <a:gd name="T23" fmla="*/ 0 h 64"/>
                  <a:gd name="T24" fmla="*/ 0 w 87"/>
                  <a:gd name="T25" fmla="*/ 0 h 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7"/>
                  <a:gd name="T40" fmla="*/ 0 h 64"/>
                  <a:gd name="T41" fmla="*/ 87 w 87"/>
                  <a:gd name="T42" fmla="*/ 64 h 6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7" h="64">
                    <a:moveTo>
                      <a:pt x="9" y="12"/>
                    </a:moveTo>
                    <a:lnTo>
                      <a:pt x="78" y="0"/>
                    </a:lnTo>
                    <a:lnTo>
                      <a:pt x="84" y="1"/>
                    </a:lnTo>
                    <a:lnTo>
                      <a:pt x="87" y="9"/>
                    </a:lnTo>
                    <a:lnTo>
                      <a:pt x="87" y="40"/>
                    </a:lnTo>
                    <a:lnTo>
                      <a:pt x="84" y="46"/>
                    </a:lnTo>
                    <a:lnTo>
                      <a:pt x="78" y="52"/>
                    </a:lnTo>
                    <a:lnTo>
                      <a:pt x="9" y="64"/>
                    </a:lnTo>
                    <a:lnTo>
                      <a:pt x="2" y="62"/>
                    </a:lnTo>
                    <a:lnTo>
                      <a:pt x="0" y="56"/>
                    </a:lnTo>
                    <a:lnTo>
                      <a:pt x="0" y="25"/>
                    </a:lnTo>
                    <a:lnTo>
                      <a:pt x="2" y="15"/>
                    </a:lnTo>
                    <a:lnTo>
                      <a:pt x="9" y="12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4" name="Freeform 344">
                <a:extLst>
                  <a:ext uri="{FF2B5EF4-FFF2-40B4-BE49-F238E27FC236}">
                    <a16:creationId xmlns:a16="http://schemas.microsoft.com/office/drawing/2014/main" id="{DC2DBA63-5893-E90C-5D0C-BD5EA1A08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" y="1422"/>
                <a:ext cx="17" cy="13"/>
              </a:xfrm>
              <a:custGeom>
                <a:avLst/>
                <a:gdLst>
                  <a:gd name="T0" fmla="*/ 0 w 87"/>
                  <a:gd name="T1" fmla="*/ 0 h 65"/>
                  <a:gd name="T2" fmla="*/ 0 w 87"/>
                  <a:gd name="T3" fmla="*/ 0 h 65"/>
                  <a:gd name="T4" fmla="*/ 0 w 87"/>
                  <a:gd name="T5" fmla="*/ 0 h 65"/>
                  <a:gd name="T6" fmla="*/ 0 w 87"/>
                  <a:gd name="T7" fmla="*/ 0 h 65"/>
                  <a:gd name="T8" fmla="*/ 0 w 87"/>
                  <a:gd name="T9" fmla="*/ 0 h 65"/>
                  <a:gd name="T10" fmla="*/ 0 w 87"/>
                  <a:gd name="T11" fmla="*/ 0 h 65"/>
                  <a:gd name="T12" fmla="*/ 0 w 87"/>
                  <a:gd name="T13" fmla="*/ 0 h 65"/>
                  <a:gd name="T14" fmla="*/ 0 w 87"/>
                  <a:gd name="T15" fmla="*/ 0 h 65"/>
                  <a:gd name="T16" fmla="*/ 0 w 87"/>
                  <a:gd name="T17" fmla="*/ 0 h 65"/>
                  <a:gd name="T18" fmla="*/ 0 w 87"/>
                  <a:gd name="T19" fmla="*/ 0 h 65"/>
                  <a:gd name="T20" fmla="*/ 0 w 87"/>
                  <a:gd name="T21" fmla="*/ 0 h 65"/>
                  <a:gd name="T22" fmla="*/ 0 w 87"/>
                  <a:gd name="T23" fmla="*/ 0 h 65"/>
                  <a:gd name="T24" fmla="*/ 0 w 87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87"/>
                  <a:gd name="T40" fmla="*/ 0 h 65"/>
                  <a:gd name="T41" fmla="*/ 87 w 87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87" h="65">
                    <a:moveTo>
                      <a:pt x="9" y="13"/>
                    </a:moveTo>
                    <a:lnTo>
                      <a:pt x="81" y="0"/>
                    </a:lnTo>
                    <a:lnTo>
                      <a:pt x="85" y="3"/>
                    </a:lnTo>
                    <a:lnTo>
                      <a:pt x="87" y="10"/>
                    </a:lnTo>
                    <a:lnTo>
                      <a:pt x="87" y="41"/>
                    </a:lnTo>
                    <a:lnTo>
                      <a:pt x="85" y="47"/>
                    </a:lnTo>
                    <a:lnTo>
                      <a:pt x="81" y="53"/>
                    </a:lnTo>
                    <a:lnTo>
                      <a:pt x="9" y="65"/>
                    </a:lnTo>
                    <a:lnTo>
                      <a:pt x="3" y="62"/>
                    </a:lnTo>
                    <a:lnTo>
                      <a:pt x="0" y="55"/>
                    </a:lnTo>
                    <a:lnTo>
                      <a:pt x="0" y="25"/>
                    </a:lnTo>
                    <a:lnTo>
                      <a:pt x="3" y="16"/>
                    </a:lnTo>
                    <a:lnTo>
                      <a:pt x="9" y="13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5" name="Freeform 345">
                <a:extLst>
                  <a:ext uri="{FF2B5EF4-FFF2-40B4-BE49-F238E27FC236}">
                    <a16:creationId xmlns:a16="http://schemas.microsoft.com/office/drawing/2014/main" id="{80341FE8-93C1-78D9-074B-6B0051DC4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3" y="1418"/>
                <a:ext cx="23" cy="13"/>
              </a:xfrm>
              <a:custGeom>
                <a:avLst/>
                <a:gdLst>
                  <a:gd name="T0" fmla="*/ 0 w 117"/>
                  <a:gd name="T1" fmla="*/ 0 h 64"/>
                  <a:gd name="T2" fmla="*/ 0 w 117"/>
                  <a:gd name="T3" fmla="*/ 0 h 64"/>
                  <a:gd name="T4" fmla="*/ 0 w 117"/>
                  <a:gd name="T5" fmla="*/ 0 h 64"/>
                  <a:gd name="T6" fmla="*/ 0 w 117"/>
                  <a:gd name="T7" fmla="*/ 0 h 64"/>
                  <a:gd name="T8" fmla="*/ 0 w 117"/>
                  <a:gd name="T9" fmla="*/ 0 h 64"/>
                  <a:gd name="T10" fmla="*/ 0 w 117"/>
                  <a:gd name="T11" fmla="*/ 0 h 64"/>
                  <a:gd name="T12" fmla="*/ 0 w 117"/>
                  <a:gd name="T13" fmla="*/ 0 h 64"/>
                  <a:gd name="T14" fmla="*/ 0 w 117"/>
                  <a:gd name="T15" fmla="*/ 0 h 64"/>
                  <a:gd name="T16" fmla="*/ 0 w 117"/>
                  <a:gd name="T17" fmla="*/ 0 h 64"/>
                  <a:gd name="T18" fmla="*/ 0 w 117"/>
                  <a:gd name="T19" fmla="*/ 0 h 64"/>
                  <a:gd name="T20" fmla="*/ 0 w 117"/>
                  <a:gd name="T21" fmla="*/ 0 h 64"/>
                  <a:gd name="T22" fmla="*/ 0 w 117"/>
                  <a:gd name="T23" fmla="*/ 0 h 64"/>
                  <a:gd name="T24" fmla="*/ 0 w 117"/>
                  <a:gd name="T25" fmla="*/ 0 h 6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7"/>
                  <a:gd name="T40" fmla="*/ 0 h 64"/>
                  <a:gd name="T41" fmla="*/ 117 w 117"/>
                  <a:gd name="T42" fmla="*/ 64 h 6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7" h="64">
                    <a:moveTo>
                      <a:pt x="11" y="0"/>
                    </a:moveTo>
                    <a:lnTo>
                      <a:pt x="106" y="12"/>
                    </a:lnTo>
                    <a:lnTo>
                      <a:pt x="113" y="15"/>
                    </a:lnTo>
                    <a:lnTo>
                      <a:pt x="117" y="23"/>
                    </a:lnTo>
                    <a:lnTo>
                      <a:pt x="117" y="53"/>
                    </a:lnTo>
                    <a:lnTo>
                      <a:pt x="113" y="60"/>
                    </a:lnTo>
                    <a:lnTo>
                      <a:pt x="106" y="64"/>
                    </a:lnTo>
                    <a:lnTo>
                      <a:pt x="11" y="52"/>
                    </a:lnTo>
                    <a:lnTo>
                      <a:pt x="3" y="47"/>
                    </a:lnTo>
                    <a:lnTo>
                      <a:pt x="0" y="39"/>
                    </a:lnTo>
                    <a:lnTo>
                      <a:pt x="0" y="8"/>
                    </a:lnTo>
                    <a:lnTo>
                      <a:pt x="3" y="2"/>
                    </a:lnTo>
                    <a:lnTo>
                      <a:pt x="11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6" name="Freeform 346">
                <a:extLst>
                  <a:ext uri="{FF2B5EF4-FFF2-40B4-BE49-F238E27FC236}">
                    <a16:creationId xmlns:a16="http://schemas.microsoft.com/office/drawing/2014/main" id="{E16E9395-7984-92F8-F654-D42636CBC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" y="1446"/>
                <a:ext cx="24" cy="13"/>
              </a:xfrm>
              <a:custGeom>
                <a:avLst/>
                <a:gdLst>
                  <a:gd name="T0" fmla="*/ 0 w 120"/>
                  <a:gd name="T1" fmla="*/ 0 h 66"/>
                  <a:gd name="T2" fmla="*/ 0 w 120"/>
                  <a:gd name="T3" fmla="*/ 0 h 66"/>
                  <a:gd name="T4" fmla="*/ 0 w 120"/>
                  <a:gd name="T5" fmla="*/ 0 h 66"/>
                  <a:gd name="T6" fmla="*/ 0 w 120"/>
                  <a:gd name="T7" fmla="*/ 0 h 66"/>
                  <a:gd name="T8" fmla="*/ 0 w 120"/>
                  <a:gd name="T9" fmla="*/ 0 h 66"/>
                  <a:gd name="T10" fmla="*/ 0 w 120"/>
                  <a:gd name="T11" fmla="*/ 0 h 66"/>
                  <a:gd name="T12" fmla="*/ 0 w 120"/>
                  <a:gd name="T13" fmla="*/ 0 h 66"/>
                  <a:gd name="T14" fmla="*/ 0 w 120"/>
                  <a:gd name="T15" fmla="*/ 0 h 66"/>
                  <a:gd name="T16" fmla="*/ 0 w 120"/>
                  <a:gd name="T17" fmla="*/ 0 h 66"/>
                  <a:gd name="T18" fmla="*/ 0 w 120"/>
                  <a:gd name="T19" fmla="*/ 0 h 66"/>
                  <a:gd name="T20" fmla="*/ 0 w 120"/>
                  <a:gd name="T21" fmla="*/ 0 h 66"/>
                  <a:gd name="T22" fmla="*/ 0 w 120"/>
                  <a:gd name="T23" fmla="*/ 0 h 66"/>
                  <a:gd name="T24" fmla="*/ 0 w 120"/>
                  <a:gd name="T25" fmla="*/ 0 h 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0"/>
                  <a:gd name="T40" fmla="*/ 0 h 66"/>
                  <a:gd name="T41" fmla="*/ 120 w 120"/>
                  <a:gd name="T42" fmla="*/ 66 h 6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0" h="66">
                    <a:moveTo>
                      <a:pt x="11" y="15"/>
                    </a:moveTo>
                    <a:lnTo>
                      <a:pt x="109" y="0"/>
                    </a:lnTo>
                    <a:lnTo>
                      <a:pt x="117" y="3"/>
                    </a:lnTo>
                    <a:lnTo>
                      <a:pt x="120" y="9"/>
                    </a:lnTo>
                    <a:lnTo>
                      <a:pt x="120" y="40"/>
                    </a:lnTo>
                    <a:lnTo>
                      <a:pt x="117" y="47"/>
                    </a:lnTo>
                    <a:lnTo>
                      <a:pt x="109" y="52"/>
                    </a:lnTo>
                    <a:lnTo>
                      <a:pt x="11" y="66"/>
                    </a:lnTo>
                    <a:lnTo>
                      <a:pt x="3" y="63"/>
                    </a:lnTo>
                    <a:lnTo>
                      <a:pt x="0" y="57"/>
                    </a:lnTo>
                    <a:lnTo>
                      <a:pt x="0" y="27"/>
                    </a:lnTo>
                    <a:lnTo>
                      <a:pt x="3" y="19"/>
                    </a:lnTo>
                    <a:lnTo>
                      <a:pt x="11" y="15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7" name="Freeform 347">
                <a:extLst>
                  <a:ext uri="{FF2B5EF4-FFF2-40B4-BE49-F238E27FC236}">
                    <a16:creationId xmlns:a16="http://schemas.microsoft.com/office/drawing/2014/main" id="{369BB55D-E560-2957-0E20-1B6112A945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1411"/>
                <a:ext cx="24" cy="13"/>
              </a:xfrm>
              <a:custGeom>
                <a:avLst/>
                <a:gdLst>
                  <a:gd name="T0" fmla="*/ 0 w 121"/>
                  <a:gd name="T1" fmla="*/ 0 h 65"/>
                  <a:gd name="T2" fmla="*/ 0 w 121"/>
                  <a:gd name="T3" fmla="*/ 0 h 65"/>
                  <a:gd name="T4" fmla="*/ 0 w 121"/>
                  <a:gd name="T5" fmla="*/ 0 h 65"/>
                  <a:gd name="T6" fmla="*/ 0 w 121"/>
                  <a:gd name="T7" fmla="*/ 0 h 65"/>
                  <a:gd name="T8" fmla="*/ 0 w 121"/>
                  <a:gd name="T9" fmla="*/ 0 h 65"/>
                  <a:gd name="T10" fmla="*/ 0 w 121"/>
                  <a:gd name="T11" fmla="*/ 0 h 65"/>
                  <a:gd name="T12" fmla="*/ 0 w 121"/>
                  <a:gd name="T13" fmla="*/ 0 h 65"/>
                  <a:gd name="T14" fmla="*/ 0 w 121"/>
                  <a:gd name="T15" fmla="*/ 0 h 65"/>
                  <a:gd name="T16" fmla="*/ 0 w 121"/>
                  <a:gd name="T17" fmla="*/ 0 h 65"/>
                  <a:gd name="T18" fmla="*/ 0 w 121"/>
                  <a:gd name="T19" fmla="*/ 0 h 65"/>
                  <a:gd name="T20" fmla="*/ 0 w 121"/>
                  <a:gd name="T21" fmla="*/ 0 h 65"/>
                  <a:gd name="T22" fmla="*/ 0 w 121"/>
                  <a:gd name="T23" fmla="*/ 0 h 65"/>
                  <a:gd name="T24" fmla="*/ 0 w 121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1"/>
                  <a:gd name="T40" fmla="*/ 0 h 65"/>
                  <a:gd name="T41" fmla="*/ 121 w 121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1" h="65">
                    <a:moveTo>
                      <a:pt x="12" y="14"/>
                    </a:moveTo>
                    <a:lnTo>
                      <a:pt x="110" y="0"/>
                    </a:lnTo>
                    <a:lnTo>
                      <a:pt x="117" y="2"/>
                    </a:lnTo>
                    <a:lnTo>
                      <a:pt x="121" y="8"/>
                    </a:lnTo>
                    <a:lnTo>
                      <a:pt x="121" y="39"/>
                    </a:lnTo>
                    <a:lnTo>
                      <a:pt x="117" y="47"/>
                    </a:lnTo>
                    <a:lnTo>
                      <a:pt x="110" y="52"/>
                    </a:lnTo>
                    <a:lnTo>
                      <a:pt x="12" y="65"/>
                    </a:lnTo>
                    <a:lnTo>
                      <a:pt x="2" y="63"/>
                    </a:lnTo>
                    <a:lnTo>
                      <a:pt x="0" y="56"/>
                    </a:lnTo>
                    <a:lnTo>
                      <a:pt x="0" y="24"/>
                    </a:lnTo>
                    <a:lnTo>
                      <a:pt x="2" y="17"/>
                    </a:lnTo>
                    <a:lnTo>
                      <a:pt x="12" y="14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8" name="Freeform 348">
                <a:extLst>
                  <a:ext uri="{FF2B5EF4-FFF2-40B4-BE49-F238E27FC236}">
                    <a16:creationId xmlns:a16="http://schemas.microsoft.com/office/drawing/2014/main" id="{06876899-7947-4EA3-B815-07408CBE14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1430"/>
                <a:ext cx="24" cy="13"/>
              </a:xfrm>
              <a:custGeom>
                <a:avLst/>
                <a:gdLst>
                  <a:gd name="T0" fmla="*/ 0 w 121"/>
                  <a:gd name="T1" fmla="*/ 0 h 66"/>
                  <a:gd name="T2" fmla="*/ 0 w 121"/>
                  <a:gd name="T3" fmla="*/ 0 h 66"/>
                  <a:gd name="T4" fmla="*/ 0 w 121"/>
                  <a:gd name="T5" fmla="*/ 0 h 66"/>
                  <a:gd name="T6" fmla="*/ 0 w 121"/>
                  <a:gd name="T7" fmla="*/ 0 h 66"/>
                  <a:gd name="T8" fmla="*/ 0 w 121"/>
                  <a:gd name="T9" fmla="*/ 0 h 66"/>
                  <a:gd name="T10" fmla="*/ 0 w 121"/>
                  <a:gd name="T11" fmla="*/ 0 h 66"/>
                  <a:gd name="T12" fmla="*/ 0 w 121"/>
                  <a:gd name="T13" fmla="*/ 0 h 66"/>
                  <a:gd name="T14" fmla="*/ 0 w 121"/>
                  <a:gd name="T15" fmla="*/ 0 h 66"/>
                  <a:gd name="T16" fmla="*/ 0 w 121"/>
                  <a:gd name="T17" fmla="*/ 0 h 66"/>
                  <a:gd name="T18" fmla="*/ 0 w 121"/>
                  <a:gd name="T19" fmla="*/ 0 h 66"/>
                  <a:gd name="T20" fmla="*/ 0 w 121"/>
                  <a:gd name="T21" fmla="*/ 0 h 66"/>
                  <a:gd name="T22" fmla="*/ 0 w 121"/>
                  <a:gd name="T23" fmla="*/ 0 h 66"/>
                  <a:gd name="T24" fmla="*/ 0 w 121"/>
                  <a:gd name="T25" fmla="*/ 0 h 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1"/>
                  <a:gd name="T40" fmla="*/ 0 h 66"/>
                  <a:gd name="T41" fmla="*/ 121 w 121"/>
                  <a:gd name="T42" fmla="*/ 66 h 6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1" h="66">
                    <a:moveTo>
                      <a:pt x="10" y="14"/>
                    </a:moveTo>
                    <a:lnTo>
                      <a:pt x="109" y="0"/>
                    </a:lnTo>
                    <a:lnTo>
                      <a:pt x="116" y="3"/>
                    </a:lnTo>
                    <a:lnTo>
                      <a:pt x="121" y="9"/>
                    </a:lnTo>
                    <a:lnTo>
                      <a:pt x="121" y="40"/>
                    </a:lnTo>
                    <a:lnTo>
                      <a:pt x="116" y="47"/>
                    </a:lnTo>
                    <a:lnTo>
                      <a:pt x="109" y="52"/>
                    </a:lnTo>
                    <a:lnTo>
                      <a:pt x="10" y="66"/>
                    </a:lnTo>
                    <a:lnTo>
                      <a:pt x="2" y="64"/>
                    </a:lnTo>
                    <a:lnTo>
                      <a:pt x="0" y="57"/>
                    </a:lnTo>
                    <a:lnTo>
                      <a:pt x="0" y="28"/>
                    </a:lnTo>
                    <a:lnTo>
                      <a:pt x="2" y="18"/>
                    </a:lnTo>
                    <a:lnTo>
                      <a:pt x="10" y="14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99" name="Freeform 349">
                <a:extLst>
                  <a:ext uri="{FF2B5EF4-FFF2-40B4-BE49-F238E27FC236}">
                    <a16:creationId xmlns:a16="http://schemas.microsoft.com/office/drawing/2014/main" id="{71E90CA9-08E2-4186-6354-650B0099D7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5" y="1387"/>
                <a:ext cx="24" cy="13"/>
              </a:xfrm>
              <a:custGeom>
                <a:avLst/>
                <a:gdLst>
                  <a:gd name="T0" fmla="*/ 0 w 122"/>
                  <a:gd name="T1" fmla="*/ 0 h 65"/>
                  <a:gd name="T2" fmla="*/ 0 w 122"/>
                  <a:gd name="T3" fmla="*/ 0 h 65"/>
                  <a:gd name="T4" fmla="*/ 0 w 122"/>
                  <a:gd name="T5" fmla="*/ 0 h 65"/>
                  <a:gd name="T6" fmla="*/ 0 w 122"/>
                  <a:gd name="T7" fmla="*/ 0 h 65"/>
                  <a:gd name="T8" fmla="*/ 0 w 122"/>
                  <a:gd name="T9" fmla="*/ 0 h 65"/>
                  <a:gd name="T10" fmla="*/ 0 w 122"/>
                  <a:gd name="T11" fmla="*/ 0 h 65"/>
                  <a:gd name="T12" fmla="*/ 0 w 122"/>
                  <a:gd name="T13" fmla="*/ 0 h 65"/>
                  <a:gd name="T14" fmla="*/ 0 w 122"/>
                  <a:gd name="T15" fmla="*/ 0 h 65"/>
                  <a:gd name="T16" fmla="*/ 0 w 122"/>
                  <a:gd name="T17" fmla="*/ 0 h 65"/>
                  <a:gd name="T18" fmla="*/ 0 w 122"/>
                  <a:gd name="T19" fmla="*/ 0 h 65"/>
                  <a:gd name="T20" fmla="*/ 0 w 122"/>
                  <a:gd name="T21" fmla="*/ 0 h 65"/>
                  <a:gd name="T22" fmla="*/ 0 w 122"/>
                  <a:gd name="T23" fmla="*/ 0 h 65"/>
                  <a:gd name="T24" fmla="*/ 0 w 122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2"/>
                  <a:gd name="T40" fmla="*/ 0 h 65"/>
                  <a:gd name="T41" fmla="*/ 122 w 122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2" h="65">
                    <a:moveTo>
                      <a:pt x="12" y="14"/>
                    </a:moveTo>
                    <a:lnTo>
                      <a:pt x="110" y="0"/>
                    </a:lnTo>
                    <a:lnTo>
                      <a:pt x="118" y="1"/>
                    </a:lnTo>
                    <a:lnTo>
                      <a:pt x="122" y="8"/>
                    </a:lnTo>
                    <a:lnTo>
                      <a:pt x="122" y="40"/>
                    </a:lnTo>
                    <a:lnTo>
                      <a:pt x="118" y="47"/>
                    </a:lnTo>
                    <a:lnTo>
                      <a:pt x="110" y="52"/>
                    </a:lnTo>
                    <a:lnTo>
                      <a:pt x="12" y="65"/>
                    </a:lnTo>
                    <a:lnTo>
                      <a:pt x="3" y="63"/>
                    </a:lnTo>
                    <a:lnTo>
                      <a:pt x="0" y="56"/>
                    </a:lnTo>
                    <a:lnTo>
                      <a:pt x="0" y="26"/>
                    </a:lnTo>
                    <a:lnTo>
                      <a:pt x="3" y="18"/>
                    </a:lnTo>
                    <a:lnTo>
                      <a:pt x="12" y="14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0" name="Freeform 350">
                <a:extLst>
                  <a:ext uri="{FF2B5EF4-FFF2-40B4-BE49-F238E27FC236}">
                    <a16:creationId xmlns:a16="http://schemas.microsoft.com/office/drawing/2014/main" id="{4C82E6FE-215C-62C7-8281-BE340173D7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1401"/>
                <a:ext cx="24" cy="14"/>
              </a:xfrm>
              <a:custGeom>
                <a:avLst/>
                <a:gdLst>
                  <a:gd name="T0" fmla="*/ 0 w 122"/>
                  <a:gd name="T1" fmla="*/ 0 h 68"/>
                  <a:gd name="T2" fmla="*/ 0 w 122"/>
                  <a:gd name="T3" fmla="*/ 0 h 68"/>
                  <a:gd name="T4" fmla="*/ 0 w 122"/>
                  <a:gd name="T5" fmla="*/ 0 h 68"/>
                  <a:gd name="T6" fmla="*/ 0 w 122"/>
                  <a:gd name="T7" fmla="*/ 0 h 68"/>
                  <a:gd name="T8" fmla="*/ 0 w 122"/>
                  <a:gd name="T9" fmla="*/ 0 h 68"/>
                  <a:gd name="T10" fmla="*/ 0 w 122"/>
                  <a:gd name="T11" fmla="*/ 0 h 68"/>
                  <a:gd name="T12" fmla="*/ 0 w 122"/>
                  <a:gd name="T13" fmla="*/ 0 h 68"/>
                  <a:gd name="T14" fmla="*/ 0 w 122"/>
                  <a:gd name="T15" fmla="*/ 0 h 68"/>
                  <a:gd name="T16" fmla="*/ 0 w 122"/>
                  <a:gd name="T17" fmla="*/ 0 h 68"/>
                  <a:gd name="T18" fmla="*/ 0 w 122"/>
                  <a:gd name="T19" fmla="*/ 0 h 68"/>
                  <a:gd name="T20" fmla="*/ 0 w 122"/>
                  <a:gd name="T21" fmla="*/ 0 h 68"/>
                  <a:gd name="T22" fmla="*/ 0 w 122"/>
                  <a:gd name="T23" fmla="*/ 0 h 68"/>
                  <a:gd name="T24" fmla="*/ 0 w 122"/>
                  <a:gd name="T25" fmla="*/ 0 h 6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2"/>
                  <a:gd name="T40" fmla="*/ 0 h 68"/>
                  <a:gd name="T41" fmla="*/ 122 w 122"/>
                  <a:gd name="T42" fmla="*/ 68 h 6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2" h="68">
                    <a:moveTo>
                      <a:pt x="11" y="14"/>
                    </a:moveTo>
                    <a:lnTo>
                      <a:pt x="110" y="0"/>
                    </a:lnTo>
                    <a:lnTo>
                      <a:pt x="118" y="2"/>
                    </a:lnTo>
                    <a:lnTo>
                      <a:pt x="122" y="11"/>
                    </a:lnTo>
                    <a:lnTo>
                      <a:pt x="122" y="41"/>
                    </a:lnTo>
                    <a:lnTo>
                      <a:pt x="118" y="48"/>
                    </a:lnTo>
                    <a:lnTo>
                      <a:pt x="110" y="53"/>
                    </a:lnTo>
                    <a:lnTo>
                      <a:pt x="11" y="68"/>
                    </a:lnTo>
                    <a:lnTo>
                      <a:pt x="3" y="64"/>
                    </a:lnTo>
                    <a:lnTo>
                      <a:pt x="0" y="57"/>
                    </a:lnTo>
                    <a:lnTo>
                      <a:pt x="0" y="27"/>
                    </a:lnTo>
                    <a:lnTo>
                      <a:pt x="3" y="19"/>
                    </a:lnTo>
                    <a:lnTo>
                      <a:pt x="11" y="14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1" name="Freeform 351">
                <a:extLst>
                  <a:ext uri="{FF2B5EF4-FFF2-40B4-BE49-F238E27FC236}">
                    <a16:creationId xmlns:a16="http://schemas.microsoft.com/office/drawing/2014/main" id="{F7346693-718B-5B4F-E609-24E6934776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3" y="1366"/>
                <a:ext cx="24" cy="13"/>
              </a:xfrm>
              <a:custGeom>
                <a:avLst/>
                <a:gdLst>
                  <a:gd name="T0" fmla="*/ 0 w 121"/>
                  <a:gd name="T1" fmla="*/ 0 h 65"/>
                  <a:gd name="T2" fmla="*/ 0 w 121"/>
                  <a:gd name="T3" fmla="*/ 0 h 65"/>
                  <a:gd name="T4" fmla="*/ 0 w 121"/>
                  <a:gd name="T5" fmla="*/ 0 h 65"/>
                  <a:gd name="T6" fmla="*/ 0 w 121"/>
                  <a:gd name="T7" fmla="*/ 0 h 65"/>
                  <a:gd name="T8" fmla="*/ 0 w 121"/>
                  <a:gd name="T9" fmla="*/ 0 h 65"/>
                  <a:gd name="T10" fmla="*/ 0 w 121"/>
                  <a:gd name="T11" fmla="*/ 0 h 65"/>
                  <a:gd name="T12" fmla="*/ 0 w 121"/>
                  <a:gd name="T13" fmla="*/ 0 h 65"/>
                  <a:gd name="T14" fmla="*/ 0 w 121"/>
                  <a:gd name="T15" fmla="*/ 0 h 65"/>
                  <a:gd name="T16" fmla="*/ 0 w 121"/>
                  <a:gd name="T17" fmla="*/ 0 h 65"/>
                  <a:gd name="T18" fmla="*/ 0 w 121"/>
                  <a:gd name="T19" fmla="*/ 0 h 65"/>
                  <a:gd name="T20" fmla="*/ 0 w 121"/>
                  <a:gd name="T21" fmla="*/ 0 h 65"/>
                  <a:gd name="T22" fmla="*/ 0 w 121"/>
                  <a:gd name="T23" fmla="*/ 0 h 65"/>
                  <a:gd name="T24" fmla="*/ 0 w 121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1"/>
                  <a:gd name="T40" fmla="*/ 0 h 65"/>
                  <a:gd name="T41" fmla="*/ 121 w 121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1" h="65">
                    <a:moveTo>
                      <a:pt x="10" y="12"/>
                    </a:moveTo>
                    <a:lnTo>
                      <a:pt x="109" y="0"/>
                    </a:lnTo>
                    <a:lnTo>
                      <a:pt x="116" y="1"/>
                    </a:lnTo>
                    <a:lnTo>
                      <a:pt x="121" y="8"/>
                    </a:lnTo>
                    <a:lnTo>
                      <a:pt x="121" y="39"/>
                    </a:lnTo>
                    <a:lnTo>
                      <a:pt x="116" y="45"/>
                    </a:lnTo>
                    <a:lnTo>
                      <a:pt x="109" y="52"/>
                    </a:lnTo>
                    <a:lnTo>
                      <a:pt x="10" y="65"/>
                    </a:lnTo>
                    <a:lnTo>
                      <a:pt x="2" y="63"/>
                    </a:lnTo>
                    <a:lnTo>
                      <a:pt x="0" y="55"/>
                    </a:lnTo>
                    <a:lnTo>
                      <a:pt x="0" y="24"/>
                    </a:lnTo>
                    <a:lnTo>
                      <a:pt x="2" y="17"/>
                    </a:lnTo>
                    <a:lnTo>
                      <a:pt x="10" y="12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2" name="Freeform 352">
                <a:extLst>
                  <a:ext uri="{FF2B5EF4-FFF2-40B4-BE49-F238E27FC236}">
                    <a16:creationId xmlns:a16="http://schemas.microsoft.com/office/drawing/2014/main" id="{7D3CF649-6A1A-3422-0783-4D18454933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1384"/>
                <a:ext cx="24" cy="13"/>
              </a:xfrm>
              <a:custGeom>
                <a:avLst/>
                <a:gdLst>
                  <a:gd name="T0" fmla="*/ 0 w 121"/>
                  <a:gd name="T1" fmla="*/ 0 h 65"/>
                  <a:gd name="T2" fmla="*/ 0 w 121"/>
                  <a:gd name="T3" fmla="*/ 0 h 65"/>
                  <a:gd name="T4" fmla="*/ 0 w 121"/>
                  <a:gd name="T5" fmla="*/ 0 h 65"/>
                  <a:gd name="T6" fmla="*/ 0 w 121"/>
                  <a:gd name="T7" fmla="*/ 0 h 65"/>
                  <a:gd name="T8" fmla="*/ 0 w 121"/>
                  <a:gd name="T9" fmla="*/ 0 h 65"/>
                  <a:gd name="T10" fmla="*/ 0 w 121"/>
                  <a:gd name="T11" fmla="*/ 0 h 65"/>
                  <a:gd name="T12" fmla="*/ 0 w 121"/>
                  <a:gd name="T13" fmla="*/ 0 h 65"/>
                  <a:gd name="T14" fmla="*/ 0 w 121"/>
                  <a:gd name="T15" fmla="*/ 0 h 65"/>
                  <a:gd name="T16" fmla="*/ 0 w 121"/>
                  <a:gd name="T17" fmla="*/ 0 h 65"/>
                  <a:gd name="T18" fmla="*/ 0 w 121"/>
                  <a:gd name="T19" fmla="*/ 0 h 65"/>
                  <a:gd name="T20" fmla="*/ 0 w 121"/>
                  <a:gd name="T21" fmla="*/ 0 h 65"/>
                  <a:gd name="T22" fmla="*/ 0 w 121"/>
                  <a:gd name="T23" fmla="*/ 0 h 65"/>
                  <a:gd name="T24" fmla="*/ 0 w 121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1"/>
                  <a:gd name="T40" fmla="*/ 0 h 65"/>
                  <a:gd name="T41" fmla="*/ 121 w 121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1" h="65">
                    <a:moveTo>
                      <a:pt x="11" y="13"/>
                    </a:moveTo>
                    <a:lnTo>
                      <a:pt x="111" y="0"/>
                    </a:lnTo>
                    <a:lnTo>
                      <a:pt x="118" y="0"/>
                    </a:lnTo>
                    <a:lnTo>
                      <a:pt x="121" y="8"/>
                    </a:lnTo>
                    <a:lnTo>
                      <a:pt x="121" y="39"/>
                    </a:lnTo>
                    <a:lnTo>
                      <a:pt x="118" y="47"/>
                    </a:lnTo>
                    <a:lnTo>
                      <a:pt x="111" y="52"/>
                    </a:lnTo>
                    <a:lnTo>
                      <a:pt x="11" y="65"/>
                    </a:lnTo>
                    <a:lnTo>
                      <a:pt x="4" y="61"/>
                    </a:lnTo>
                    <a:lnTo>
                      <a:pt x="0" y="55"/>
                    </a:lnTo>
                    <a:lnTo>
                      <a:pt x="0" y="24"/>
                    </a:lnTo>
                    <a:lnTo>
                      <a:pt x="4" y="17"/>
                    </a:lnTo>
                    <a:lnTo>
                      <a:pt x="11" y="13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3" name="Freeform 353">
                <a:extLst>
                  <a:ext uri="{FF2B5EF4-FFF2-40B4-BE49-F238E27FC236}">
                    <a16:creationId xmlns:a16="http://schemas.microsoft.com/office/drawing/2014/main" id="{17132E81-70CE-275C-D470-1ABAC6BF7A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1" y="1349"/>
                <a:ext cx="24" cy="13"/>
              </a:xfrm>
              <a:custGeom>
                <a:avLst/>
                <a:gdLst>
                  <a:gd name="T0" fmla="*/ 0 w 122"/>
                  <a:gd name="T1" fmla="*/ 0 h 65"/>
                  <a:gd name="T2" fmla="*/ 0 w 122"/>
                  <a:gd name="T3" fmla="*/ 0 h 65"/>
                  <a:gd name="T4" fmla="*/ 0 w 122"/>
                  <a:gd name="T5" fmla="*/ 0 h 65"/>
                  <a:gd name="T6" fmla="*/ 0 w 122"/>
                  <a:gd name="T7" fmla="*/ 0 h 65"/>
                  <a:gd name="T8" fmla="*/ 0 w 122"/>
                  <a:gd name="T9" fmla="*/ 0 h 65"/>
                  <a:gd name="T10" fmla="*/ 0 w 122"/>
                  <a:gd name="T11" fmla="*/ 0 h 65"/>
                  <a:gd name="T12" fmla="*/ 0 w 122"/>
                  <a:gd name="T13" fmla="*/ 0 h 65"/>
                  <a:gd name="T14" fmla="*/ 0 w 122"/>
                  <a:gd name="T15" fmla="*/ 0 h 65"/>
                  <a:gd name="T16" fmla="*/ 0 w 122"/>
                  <a:gd name="T17" fmla="*/ 0 h 65"/>
                  <a:gd name="T18" fmla="*/ 0 w 122"/>
                  <a:gd name="T19" fmla="*/ 0 h 65"/>
                  <a:gd name="T20" fmla="*/ 0 w 122"/>
                  <a:gd name="T21" fmla="*/ 0 h 65"/>
                  <a:gd name="T22" fmla="*/ 0 w 122"/>
                  <a:gd name="T23" fmla="*/ 0 h 65"/>
                  <a:gd name="T24" fmla="*/ 0 w 122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2"/>
                  <a:gd name="T40" fmla="*/ 0 h 65"/>
                  <a:gd name="T41" fmla="*/ 122 w 122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2" h="65">
                    <a:moveTo>
                      <a:pt x="13" y="13"/>
                    </a:moveTo>
                    <a:lnTo>
                      <a:pt x="112" y="0"/>
                    </a:lnTo>
                    <a:lnTo>
                      <a:pt x="118" y="2"/>
                    </a:lnTo>
                    <a:lnTo>
                      <a:pt x="122" y="8"/>
                    </a:lnTo>
                    <a:lnTo>
                      <a:pt x="122" y="41"/>
                    </a:lnTo>
                    <a:lnTo>
                      <a:pt x="118" y="47"/>
                    </a:lnTo>
                    <a:lnTo>
                      <a:pt x="112" y="50"/>
                    </a:lnTo>
                    <a:lnTo>
                      <a:pt x="13" y="65"/>
                    </a:lnTo>
                    <a:lnTo>
                      <a:pt x="4" y="63"/>
                    </a:lnTo>
                    <a:lnTo>
                      <a:pt x="0" y="57"/>
                    </a:lnTo>
                    <a:lnTo>
                      <a:pt x="0" y="26"/>
                    </a:lnTo>
                    <a:lnTo>
                      <a:pt x="4" y="18"/>
                    </a:lnTo>
                    <a:lnTo>
                      <a:pt x="13" y="13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4" name="Freeform 354">
                <a:extLst>
                  <a:ext uri="{FF2B5EF4-FFF2-40B4-BE49-F238E27FC236}">
                    <a16:creationId xmlns:a16="http://schemas.microsoft.com/office/drawing/2014/main" id="{5A14D319-2C47-CC7C-6391-D9C5A47898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1322"/>
                <a:ext cx="20" cy="14"/>
              </a:xfrm>
              <a:custGeom>
                <a:avLst/>
                <a:gdLst>
                  <a:gd name="T0" fmla="*/ 0 w 103"/>
                  <a:gd name="T1" fmla="*/ 0 h 69"/>
                  <a:gd name="T2" fmla="*/ 0 w 103"/>
                  <a:gd name="T3" fmla="*/ 0 h 69"/>
                  <a:gd name="T4" fmla="*/ 0 w 103"/>
                  <a:gd name="T5" fmla="*/ 0 h 69"/>
                  <a:gd name="T6" fmla="*/ 0 w 103"/>
                  <a:gd name="T7" fmla="*/ 0 h 69"/>
                  <a:gd name="T8" fmla="*/ 0 w 103"/>
                  <a:gd name="T9" fmla="*/ 0 h 69"/>
                  <a:gd name="T10" fmla="*/ 0 w 103"/>
                  <a:gd name="T11" fmla="*/ 0 h 69"/>
                  <a:gd name="T12" fmla="*/ 0 w 103"/>
                  <a:gd name="T13" fmla="*/ 0 h 69"/>
                  <a:gd name="T14" fmla="*/ 0 w 103"/>
                  <a:gd name="T15" fmla="*/ 0 h 69"/>
                  <a:gd name="T16" fmla="*/ 0 w 103"/>
                  <a:gd name="T17" fmla="*/ 0 h 69"/>
                  <a:gd name="T18" fmla="*/ 0 w 103"/>
                  <a:gd name="T19" fmla="*/ 0 h 69"/>
                  <a:gd name="T20" fmla="*/ 0 w 103"/>
                  <a:gd name="T21" fmla="*/ 0 h 69"/>
                  <a:gd name="T22" fmla="*/ 0 w 103"/>
                  <a:gd name="T23" fmla="*/ 0 h 69"/>
                  <a:gd name="T24" fmla="*/ 0 w 103"/>
                  <a:gd name="T25" fmla="*/ 0 h 6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3"/>
                  <a:gd name="T40" fmla="*/ 0 h 69"/>
                  <a:gd name="T41" fmla="*/ 103 w 103"/>
                  <a:gd name="T42" fmla="*/ 69 h 69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3" h="69">
                    <a:moveTo>
                      <a:pt x="10" y="16"/>
                    </a:moveTo>
                    <a:lnTo>
                      <a:pt x="92" y="0"/>
                    </a:lnTo>
                    <a:lnTo>
                      <a:pt x="99" y="0"/>
                    </a:lnTo>
                    <a:lnTo>
                      <a:pt x="103" y="9"/>
                    </a:lnTo>
                    <a:lnTo>
                      <a:pt x="103" y="38"/>
                    </a:lnTo>
                    <a:lnTo>
                      <a:pt x="99" y="46"/>
                    </a:lnTo>
                    <a:lnTo>
                      <a:pt x="92" y="52"/>
                    </a:lnTo>
                    <a:lnTo>
                      <a:pt x="10" y="69"/>
                    </a:lnTo>
                    <a:lnTo>
                      <a:pt x="2" y="67"/>
                    </a:lnTo>
                    <a:lnTo>
                      <a:pt x="0" y="61"/>
                    </a:lnTo>
                    <a:lnTo>
                      <a:pt x="0" y="30"/>
                    </a:lnTo>
                    <a:lnTo>
                      <a:pt x="2" y="21"/>
                    </a:lnTo>
                    <a:lnTo>
                      <a:pt x="10" y="16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5" name="Freeform 355">
                <a:extLst>
                  <a:ext uri="{FF2B5EF4-FFF2-40B4-BE49-F238E27FC236}">
                    <a16:creationId xmlns:a16="http://schemas.microsoft.com/office/drawing/2014/main" id="{D9982162-A0B9-A607-02FF-F27AE7D06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0" y="1301"/>
                <a:ext cx="21" cy="13"/>
              </a:xfrm>
              <a:custGeom>
                <a:avLst/>
                <a:gdLst>
                  <a:gd name="T0" fmla="*/ 0 w 104"/>
                  <a:gd name="T1" fmla="*/ 0 h 65"/>
                  <a:gd name="T2" fmla="*/ 0 w 104"/>
                  <a:gd name="T3" fmla="*/ 0 h 65"/>
                  <a:gd name="T4" fmla="*/ 0 w 104"/>
                  <a:gd name="T5" fmla="*/ 0 h 65"/>
                  <a:gd name="T6" fmla="*/ 0 w 104"/>
                  <a:gd name="T7" fmla="*/ 0 h 65"/>
                  <a:gd name="T8" fmla="*/ 0 w 104"/>
                  <a:gd name="T9" fmla="*/ 0 h 65"/>
                  <a:gd name="T10" fmla="*/ 0 w 104"/>
                  <a:gd name="T11" fmla="*/ 0 h 65"/>
                  <a:gd name="T12" fmla="*/ 0 w 104"/>
                  <a:gd name="T13" fmla="*/ 0 h 65"/>
                  <a:gd name="T14" fmla="*/ 0 w 104"/>
                  <a:gd name="T15" fmla="*/ 0 h 65"/>
                  <a:gd name="T16" fmla="*/ 0 w 104"/>
                  <a:gd name="T17" fmla="*/ 0 h 65"/>
                  <a:gd name="T18" fmla="*/ 0 w 104"/>
                  <a:gd name="T19" fmla="*/ 0 h 65"/>
                  <a:gd name="T20" fmla="*/ 0 w 104"/>
                  <a:gd name="T21" fmla="*/ 0 h 65"/>
                  <a:gd name="T22" fmla="*/ 0 w 104"/>
                  <a:gd name="T23" fmla="*/ 0 h 65"/>
                  <a:gd name="T24" fmla="*/ 0 w 104"/>
                  <a:gd name="T25" fmla="*/ 0 h 6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04"/>
                  <a:gd name="T40" fmla="*/ 0 h 65"/>
                  <a:gd name="T41" fmla="*/ 104 w 104"/>
                  <a:gd name="T42" fmla="*/ 65 h 6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04" h="65">
                    <a:moveTo>
                      <a:pt x="10" y="15"/>
                    </a:moveTo>
                    <a:lnTo>
                      <a:pt x="93" y="0"/>
                    </a:lnTo>
                    <a:lnTo>
                      <a:pt x="100" y="2"/>
                    </a:lnTo>
                    <a:lnTo>
                      <a:pt x="104" y="11"/>
                    </a:lnTo>
                    <a:lnTo>
                      <a:pt x="104" y="39"/>
                    </a:lnTo>
                    <a:lnTo>
                      <a:pt x="100" y="47"/>
                    </a:lnTo>
                    <a:lnTo>
                      <a:pt x="93" y="52"/>
                    </a:lnTo>
                    <a:lnTo>
                      <a:pt x="10" y="65"/>
                    </a:lnTo>
                    <a:lnTo>
                      <a:pt x="2" y="63"/>
                    </a:lnTo>
                    <a:lnTo>
                      <a:pt x="0" y="57"/>
                    </a:lnTo>
                    <a:lnTo>
                      <a:pt x="0" y="27"/>
                    </a:lnTo>
                    <a:lnTo>
                      <a:pt x="2" y="18"/>
                    </a:lnTo>
                    <a:lnTo>
                      <a:pt x="10" y="15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6" name="Freeform 356">
                <a:extLst>
                  <a:ext uri="{FF2B5EF4-FFF2-40B4-BE49-F238E27FC236}">
                    <a16:creationId xmlns:a16="http://schemas.microsoft.com/office/drawing/2014/main" id="{9574007D-E8C6-6065-93CD-E7F4B9406F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1" y="1344"/>
                <a:ext cx="28" cy="10"/>
              </a:xfrm>
              <a:custGeom>
                <a:avLst/>
                <a:gdLst>
                  <a:gd name="T0" fmla="*/ 0 w 137"/>
                  <a:gd name="T1" fmla="*/ 0 h 51"/>
                  <a:gd name="T2" fmla="*/ 0 w 137"/>
                  <a:gd name="T3" fmla="*/ 0 h 51"/>
                  <a:gd name="T4" fmla="*/ 0 w 137"/>
                  <a:gd name="T5" fmla="*/ 0 h 51"/>
                  <a:gd name="T6" fmla="*/ 0 w 137"/>
                  <a:gd name="T7" fmla="*/ 0 h 51"/>
                  <a:gd name="T8" fmla="*/ 0 w 137"/>
                  <a:gd name="T9" fmla="*/ 0 h 51"/>
                  <a:gd name="T10" fmla="*/ 0 w 137"/>
                  <a:gd name="T11" fmla="*/ 0 h 51"/>
                  <a:gd name="T12" fmla="*/ 0 w 137"/>
                  <a:gd name="T13" fmla="*/ 0 h 51"/>
                  <a:gd name="T14" fmla="*/ 0 w 137"/>
                  <a:gd name="T15" fmla="*/ 0 h 51"/>
                  <a:gd name="T16" fmla="*/ 0 w 137"/>
                  <a:gd name="T17" fmla="*/ 0 h 51"/>
                  <a:gd name="T18" fmla="*/ 0 w 137"/>
                  <a:gd name="T19" fmla="*/ 0 h 51"/>
                  <a:gd name="T20" fmla="*/ 0 w 137"/>
                  <a:gd name="T21" fmla="*/ 0 h 51"/>
                  <a:gd name="T22" fmla="*/ 0 w 137"/>
                  <a:gd name="T23" fmla="*/ 0 h 51"/>
                  <a:gd name="T24" fmla="*/ 0 w 137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1"/>
                  <a:gd name="T41" fmla="*/ 137 w 137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1">
                    <a:moveTo>
                      <a:pt x="12" y="0"/>
                    </a:moveTo>
                    <a:lnTo>
                      <a:pt x="122" y="0"/>
                    </a:lnTo>
                    <a:lnTo>
                      <a:pt x="132" y="1"/>
                    </a:lnTo>
                    <a:lnTo>
                      <a:pt x="137" y="9"/>
                    </a:lnTo>
                    <a:lnTo>
                      <a:pt x="137" y="41"/>
                    </a:lnTo>
                    <a:lnTo>
                      <a:pt x="132" y="47"/>
                    </a:lnTo>
                    <a:lnTo>
                      <a:pt x="122" y="51"/>
                    </a:lnTo>
                    <a:lnTo>
                      <a:pt x="12" y="51"/>
                    </a:lnTo>
                    <a:lnTo>
                      <a:pt x="2" y="47"/>
                    </a:lnTo>
                    <a:lnTo>
                      <a:pt x="0" y="41"/>
                    </a:lnTo>
                    <a:lnTo>
                      <a:pt x="0" y="9"/>
                    </a:lnTo>
                    <a:lnTo>
                      <a:pt x="2" y="1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7" name="Freeform 357">
                <a:extLst>
                  <a:ext uri="{FF2B5EF4-FFF2-40B4-BE49-F238E27FC236}">
                    <a16:creationId xmlns:a16="http://schemas.microsoft.com/office/drawing/2014/main" id="{8A79D060-C2A4-2302-9C2E-67E949E7E8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7" y="1754"/>
                <a:ext cx="28" cy="10"/>
              </a:xfrm>
              <a:custGeom>
                <a:avLst/>
                <a:gdLst>
                  <a:gd name="T0" fmla="*/ 0 w 138"/>
                  <a:gd name="T1" fmla="*/ 0 h 51"/>
                  <a:gd name="T2" fmla="*/ 0 w 138"/>
                  <a:gd name="T3" fmla="*/ 0 h 51"/>
                  <a:gd name="T4" fmla="*/ 0 w 138"/>
                  <a:gd name="T5" fmla="*/ 0 h 51"/>
                  <a:gd name="T6" fmla="*/ 0 w 138"/>
                  <a:gd name="T7" fmla="*/ 0 h 51"/>
                  <a:gd name="T8" fmla="*/ 0 w 138"/>
                  <a:gd name="T9" fmla="*/ 0 h 51"/>
                  <a:gd name="T10" fmla="*/ 0 w 138"/>
                  <a:gd name="T11" fmla="*/ 0 h 51"/>
                  <a:gd name="T12" fmla="*/ 0 w 138"/>
                  <a:gd name="T13" fmla="*/ 0 h 51"/>
                  <a:gd name="T14" fmla="*/ 0 w 138"/>
                  <a:gd name="T15" fmla="*/ 0 h 51"/>
                  <a:gd name="T16" fmla="*/ 0 w 138"/>
                  <a:gd name="T17" fmla="*/ 0 h 51"/>
                  <a:gd name="T18" fmla="*/ 0 w 138"/>
                  <a:gd name="T19" fmla="*/ 0 h 51"/>
                  <a:gd name="T20" fmla="*/ 0 w 138"/>
                  <a:gd name="T21" fmla="*/ 0 h 51"/>
                  <a:gd name="T22" fmla="*/ 0 w 138"/>
                  <a:gd name="T23" fmla="*/ 0 h 51"/>
                  <a:gd name="T24" fmla="*/ 0 w 138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1"/>
                  <a:gd name="T41" fmla="*/ 138 w 138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1">
                    <a:moveTo>
                      <a:pt x="13" y="0"/>
                    </a:moveTo>
                    <a:lnTo>
                      <a:pt x="124" y="0"/>
                    </a:lnTo>
                    <a:lnTo>
                      <a:pt x="133" y="2"/>
                    </a:lnTo>
                    <a:lnTo>
                      <a:pt x="138" y="10"/>
                    </a:lnTo>
                    <a:lnTo>
                      <a:pt x="138" y="41"/>
                    </a:lnTo>
                    <a:lnTo>
                      <a:pt x="133" y="47"/>
                    </a:lnTo>
                    <a:lnTo>
                      <a:pt x="124" y="51"/>
                    </a:lnTo>
                    <a:lnTo>
                      <a:pt x="13" y="51"/>
                    </a:lnTo>
                    <a:lnTo>
                      <a:pt x="4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4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8" name="Freeform 358">
                <a:extLst>
                  <a:ext uri="{FF2B5EF4-FFF2-40B4-BE49-F238E27FC236}">
                    <a16:creationId xmlns:a16="http://schemas.microsoft.com/office/drawing/2014/main" id="{6D3E2823-74B6-F9F6-09E5-4FD5A9CC28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1740"/>
                <a:ext cx="27" cy="10"/>
              </a:xfrm>
              <a:custGeom>
                <a:avLst/>
                <a:gdLst>
                  <a:gd name="T0" fmla="*/ 0 w 135"/>
                  <a:gd name="T1" fmla="*/ 0 h 50"/>
                  <a:gd name="T2" fmla="*/ 0 w 135"/>
                  <a:gd name="T3" fmla="*/ 0 h 50"/>
                  <a:gd name="T4" fmla="*/ 0 w 135"/>
                  <a:gd name="T5" fmla="*/ 0 h 50"/>
                  <a:gd name="T6" fmla="*/ 0 w 135"/>
                  <a:gd name="T7" fmla="*/ 0 h 50"/>
                  <a:gd name="T8" fmla="*/ 0 w 135"/>
                  <a:gd name="T9" fmla="*/ 0 h 50"/>
                  <a:gd name="T10" fmla="*/ 0 w 135"/>
                  <a:gd name="T11" fmla="*/ 0 h 50"/>
                  <a:gd name="T12" fmla="*/ 0 w 135"/>
                  <a:gd name="T13" fmla="*/ 0 h 50"/>
                  <a:gd name="T14" fmla="*/ 0 w 135"/>
                  <a:gd name="T15" fmla="*/ 0 h 50"/>
                  <a:gd name="T16" fmla="*/ 0 w 135"/>
                  <a:gd name="T17" fmla="*/ 0 h 50"/>
                  <a:gd name="T18" fmla="*/ 0 w 135"/>
                  <a:gd name="T19" fmla="*/ 0 h 50"/>
                  <a:gd name="T20" fmla="*/ 0 w 135"/>
                  <a:gd name="T21" fmla="*/ 0 h 50"/>
                  <a:gd name="T22" fmla="*/ 0 w 135"/>
                  <a:gd name="T23" fmla="*/ 0 h 50"/>
                  <a:gd name="T24" fmla="*/ 0 w 135"/>
                  <a:gd name="T25" fmla="*/ 0 h 5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5"/>
                  <a:gd name="T40" fmla="*/ 0 h 50"/>
                  <a:gd name="T41" fmla="*/ 135 w 135"/>
                  <a:gd name="T42" fmla="*/ 50 h 5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5" h="50">
                    <a:moveTo>
                      <a:pt x="13" y="0"/>
                    </a:moveTo>
                    <a:lnTo>
                      <a:pt x="123" y="0"/>
                    </a:lnTo>
                    <a:lnTo>
                      <a:pt x="132" y="2"/>
                    </a:lnTo>
                    <a:lnTo>
                      <a:pt x="135" y="9"/>
                    </a:lnTo>
                    <a:lnTo>
                      <a:pt x="135" y="40"/>
                    </a:lnTo>
                    <a:lnTo>
                      <a:pt x="132" y="47"/>
                    </a:lnTo>
                    <a:lnTo>
                      <a:pt x="123" y="50"/>
                    </a:lnTo>
                    <a:lnTo>
                      <a:pt x="13" y="50"/>
                    </a:lnTo>
                    <a:lnTo>
                      <a:pt x="3" y="47"/>
                    </a:lnTo>
                    <a:lnTo>
                      <a:pt x="0" y="40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09" name="Freeform 359">
                <a:extLst>
                  <a:ext uri="{FF2B5EF4-FFF2-40B4-BE49-F238E27FC236}">
                    <a16:creationId xmlns:a16="http://schemas.microsoft.com/office/drawing/2014/main" id="{600B2ABA-287F-17E9-A4D6-068960354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4" y="1721"/>
                <a:ext cx="27" cy="11"/>
              </a:xfrm>
              <a:custGeom>
                <a:avLst/>
                <a:gdLst>
                  <a:gd name="T0" fmla="*/ 0 w 136"/>
                  <a:gd name="T1" fmla="*/ 0 h 52"/>
                  <a:gd name="T2" fmla="*/ 0 w 136"/>
                  <a:gd name="T3" fmla="*/ 0 h 52"/>
                  <a:gd name="T4" fmla="*/ 0 w 136"/>
                  <a:gd name="T5" fmla="*/ 0 h 52"/>
                  <a:gd name="T6" fmla="*/ 0 w 136"/>
                  <a:gd name="T7" fmla="*/ 0 h 52"/>
                  <a:gd name="T8" fmla="*/ 0 w 136"/>
                  <a:gd name="T9" fmla="*/ 0 h 52"/>
                  <a:gd name="T10" fmla="*/ 0 w 136"/>
                  <a:gd name="T11" fmla="*/ 0 h 52"/>
                  <a:gd name="T12" fmla="*/ 0 w 136"/>
                  <a:gd name="T13" fmla="*/ 0 h 52"/>
                  <a:gd name="T14" fmla="*/ 0 w 136"/>
                  <a:gd name="T15" fmla="*/ 0 h 52"/>
                  <a:gd name="T16" fmla="*/ 0 w 136"/>
                  <a:gd name="T17" fmla="*/ 0 h 52"/>
                  <a:gd name="T18" fmla="*/ 0 w 136"/>
                  <a:gd name="T19" fmla="*/ 0 h 52"/>
                  <a:gd name="T20" fmla="*/ 0 w 136"/>
                  <a:gd name="T21" fmla="*/ 0 h 52"/>
                  <a:gd name="T22" fmla="*/ 0 w 136"/>
                  <a:gd name="T23" fmla="*/ 0 h 52"/>
                  <a:gd name="T24" fmla="*/ 0 w 136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6"/>
                  <a:gd name="T40" fmla="*/ 0 h 52"/>
                  <a:gd name="T41" fmla="*/ 136 w 136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6" h="52">
                    <a:moveTo>
                      <a:pt x="12" y="0"/>
                    </a:moveTo>
                    <a:lnTo>
                      <a:pt x="124" y="0"/>
                    </a:lnTo>
                    <a:lnTo>
                      <a:pt x="131" y="4"/>
                    </a:lnTo>
                    <a:lnTo>
                      <a:pt x="136" y="11"/>
                    </a:lnTo>
                    <a:lnTo>
                      <a:pt x="136" y="41"/>
                    </a:lnTo>
                    <a:lnTo>
                      <a:pt x="131" y="48"/>
                    </a:lnTo>
                    <a:lnTo>
                      <a:pt x="124" y="52"/>
                    </a:lnTo>
                    <a:lnTo>
                      <a:pt x="12" y="52"/>
                    </a:lnTo>
                    <a:lnTo>
                      <a:pt x="2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2" y="4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0" name="Freeform 360">
                <a:extLst>
                  <a:ext uri="{FF2B5EF4-FFF2-40B4-BE49-F238E27FC236}">
                    <a16:creationId xmlns:a16="http://schemas.microsoft.com/office/drawing/2014/main" id="{91749DAA-1DBF-4782-B8CA-11A7247096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" y="1736"/>
                <a:ext cx="28" cy="11"/>
              </a:xfrm>
              <a:custGeom>
                <a:avLst/>
                <a:gdLst>
                  <a:gd name="T0" fmla="*/ 0 w 138"/>
                  <a:gd name="T1" fmla="*/ 0 h 51"/>
                  <a:gd name="T2" fmla="*/ 0 w 138"/>
                  <a:gd name="T3" fmla="*/ 0 h 51"/>
                  <a:gd name="T4" fmla="*/ 0 w 138"/>
                  <a:gd name="T5" fmla="*/ 0 h 51"/>
                  <a:gd name="T6" fmla="*/ 0 w 138"/>
                  <a:gd name="T7" fmla="*/ 0 h 51"/>
                  <a:gd name="T8" fmla="*/ 0 w 138"/>
                  <a:gd name="T9" fmla="*/ 0 h 51"/>
                  <a:gd name="T10" fmla="*/ 0 w 138"/>
                  <a:gd name="T11" fmla="*/ 0 h 51"/>
                  <a:gd name="T12" fmla="*/ 0 w 138"/>
                  <a:gd name="T13" fmla="*/ 0 h 51"/>
                  <a:gd name="T14" fmla="*/ 0 w 138"/>
                  <a:gd name="T15" fmla="*/ 0 h 51"/>
                  <a:gd name="T16" fmla="*/ 0 w 138"/>
                  <a:gd name="T17" fmla="*/ 0 h 51"/>
                  <a:gd name="T18" fmla="*/ 0 w 138"/>
                  <a:gd name="T19" fmla="*/ 0 h 51"/>
                  <a:gd name="T20" fmla="*/ 0 w 138"/>
                  <a:gd name="T21" fmla="*/ 0 h 51"/>
                  <a:gd name="T22" fmla="*/ 0 w 138"/>
                  <a:gd name="T23" fmla="*/ 0 h 51"/>
                  <a:gd name="T24" fmla="*/ 0 w 138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1"/>
                  <a:gd name="T41" fmla="*/ 138 w 138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1">
                    <a:moveTo>
                      <a:pt x="13" y="0"/>
                    </a:moveTo>
                    <a:lnTo>
                      <a:pt x="124" y="0"/>
                    </a:lnTo>
                    <a:lnTo>
                      <a:pt x="133" y="3"/>
                    </a:lnTo>
                    <a:lnTo>
                      <a:pt x="138" y="10"/>
                    </a:lnTo>
                    <a:lnTo>
                      <a:pt x="138" y="41"/>
                    </a:lnTo>
                    <a:lnTo>
                      <a:pt x="133" y="48"/>
                    </a:lnTo>
                    <a:lnTo>
                      <a:pt x="124" y="51"/>
                    </a:lnTo>
                    <a:lnTo>
                      <a:pt x="13" y="51"/>
                    </a:lnTo>
                    <a:lnTo>
                      <a:pt x="4" y="48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4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1" name="Freeform 361">
                <a:extLst>
                  <a:ext uri="{FF2B5EF4-FFF2-40B4-BE49-F238E27FC236}">
                    <a16:creationId xmlns:a16="http://schemas.microsoft.com/office/drawing/2014/main" id="{5B10E63F-9931-43AA-C85B-A2373706C5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1712"/>
                <a:ext cx="28" cy="10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4" y="0"/>
                    </a:moveTo>
                    <a:lnTo>
                      <a:pt x="125" y="0"/>
                    </a:lnTo>
                    <a:lnTo>
                      <a:pt x="133" y="3"/>
                    </a:lnTo>
                    <a:lnTo>
                      <a:pt x="137" y="11"/>
                    </a:lnTo>
                    <a:lnTo>
                      <a:pt x="137" y="42"/>
                    </a:lnTo>
                    <a:lnTo>
                      <a:pt x="133" y="48"/>
                    </a:lnTo>
                    <a:lnTo>
                      <a:pt x="125" y="52"/>
                    </a:lnTo>
                    <a:lnTo>
                      <a:pt x="14" y="52"/>
                    </a:lnTo>
                    <a:lnTo>
                      <a:pt x="3" y="48"/>
                    </a:lnTo>
                    <a:lnTo>
                      <a:pt x="0" y="42"/>
                    </a:lnTo>
                    <a:lnTo>
                      <a:pt x="0" y="11"/>
                    </a:lnTo>
                    <a:lnTo>
                      <a:pt x="3" y="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2" name="Freeform 362">
                <a:extLst>
                  <a:ext uri="{FF2B5EF4-FFF2-40B4-BE49-F238E27FC236}">
                    <a16:creationId xmlns:a16="http://schemas.microsoft.com/office/drawing/2014/main" id="{44B1B845-124E-6A26-4DA5-A909DDA68D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1761"/>
                <a:ext cx="28" cy="10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2" y="0"/>
                    </a:moveTo>
                    <a:lnTo>
                      <a:pt x="122" y="0"/>
                    </a:lnTo>
                    <a:lnTo>
                      <a:pt x="132" y="3"/>
                    </a:lnTo>
                    <a:lnTo>
                      <a:pt x="137" y="11"/>
                    </a:lnTo>
                    <a:lnTo>
                      <a:pt x="137" y="40"/>
                    </a:lnTo>
                    <a:lnTo>
                      <a:pt x="132" y="48"/>
                    </a:lnTo>
                    <a:lnTo>
                      <a:pt x="122" y="52"/>
                    </a:lnTo>
                    <a:lnTo>
                      <a:pt x="12" y="52"/>
                    </a:lnTo>
                    <a:lnTo>
                      <a:pt x="2" y="48"/>
                    </a:lnTo>
                    <a:lnTo>
                      <a:pt x="0" y="40"/>
                    </a:lnTo>
                    <a:lnTo>
                      <a:pt x="0" y="11"/>
                    </a:lnTo>
                    <a:lnTo>
                      <a:pt x="2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3" name="Freeform 363">
                <a:extLst>
                  <a:ext uri="{FF2B5EF4-FFF2-40B4-BE49-F238E27FC236}">
                    <a16:creationId xmlns:a16="http://schemas.microsoft.com/office/drawing/2014/main" id="{37331ED4-DCE1-9FB9-187E-D94EA19771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1592"/>
                <a:ext cx="27" cy="10"/>
              </a:xfrm>
              <a:custGeom>
                <a:avLst/>
                <a:gdLst>
                  <a:gd name="T0" fmla="*/ 0 w 137"/>
                  <a:gd name="T1" fmla="*/ 0 h 51"/>
                  <a:gd name="T2" fmla="*/ 0 w 137"/>
                  <a:gd name="T3" fmla="*/ 0 h 51"/>
                  <a:gd name="T4" fmla="*/ 0 w 137"/>
                  <a:gd name="T5" fmla="*/ 0 h 51"/>
                  <a:gd name="T6" fmla="*/ 0 w 137"/>
                  <a:gd name="T7" fmla="*/ 0 h 51"/>
                  <a:gd name="T8" fmla="*/ 0 w 137"/>
                  <a:gd name="T9" fmla="*/ 0 h 51"/>
                  <a:gd name="T10" fmla="*/ 0 w 137"/>
                  <a:gd name="T11" fmla="*/ 0 h 51"/>
                  <a:gd name="T12" fmla="*/ 0 w 137"/>
                  <a:gd name="T13" fmla="*/ 0 h 51"/>
                  <a:gd name="T14" fmla="*/ 0 w 137"/>
                  <a:gd name="T15" fmla="*/ 0 h 51"/>
                  <a:gd name="T16" fmla="*/ 0 w 137"/>
                  <a:gd name="T17" fmla="*/ 0 h 51"/>
                  <a:gd name="T18" fmla="*/ 0 w 137"/>
                  <a:gd name="T19" fmla="*/ 0 h 51"/>
                  <a:gd name="T20" fmla="*/ 0 w 137"/>
                  <a:gd name="T21" fmla="*/ 0 h 51"/>
                  <a:gd name="T22" fmla="*/ 0 w 137"/>
                  <a:gd name="T23" fmla="*/ 0 h 51"/>
                  <a:gd name="T24" fmla="*/ 0 w 137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1"/>
                  <a:gd name="T41" fmla="*/ 137 w 137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1">
                    <a:moveTo>
                      <a:pt x="13" y="0"/>
                    </a:moveTo>
                    <a:lnTo>
                      <a:pt x="125" y="0"/>
                    </a:lnTo>
                    <a:lnTo>
                      <a:pt x="133" y="3"/>
                    </a:lnTo>
                    <a:lnTo>
                      <a:pt x="137" y="10"/>
                    </a:lnTo>
                    <a:lnTo>
                      <a:pt x="137" y="41"/>
                    </a:lnTo>
                    <a:lnTo>
                      <a:pt x="133" y="47"/>
                    </a:lnTo>
                    <a:lnTo>
                      <a:pt x="125" y="51"/>
                    </a:lnTo>
                    <a:lnTo>
                      <a:pt x="13" y="51"/>
                    </a:lnTo>
                    <a:lnTo>
                      <a:pt x="3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4" name="Freeform 364">
                <a:extLst>
                  <a:ext uri="{FF2B5EF4-FFF2-40B4-BE49-F238E27FC236}">
                    <a16:creationId xmlns:a16="http://schemas.microsoft.com/office/drawing/2014/main" id="{6887DB7F-7EC3-2D51-49BF-7FE88B1A5C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1651"/>
                <a:ext cx="28" cy="10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3" y="0"/>
                    </a:moveTo>
                    <a:lnTo>
                      <a:pt x="122" y="0"/>
                    </a:lnTo>
                    <a:lnTo>
                      <a:pt x="132" y="3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2" y="48"/>
                    </a:lnTo>
                    <a:lnTo>
                      <a:pt x="122" y="52"/>
                    </a:lnTo>
                    <a:lnTo>
                      <a:pt x="13" y="52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3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5" name="Freeform 365">
                <a:extLst>
                  <a:ext uri="{FF2B5EF4-FFF2-40B4-BE49-F238E27FC236}">
                    <a16:creationId xmlns:a16="http://schemas.microsoft.com/office/drawing/2014/main" id="{5A288CDA-D028-A25A-4E5B-E8DAAC948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" y="1632"/>
                <a:ext cx="28" cy="11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2" y="0"/>
                    </a:moveTo>
                    <a:lnTo>
                      <a:pt x="124" y="0"/>
                    </a:lnTo>
                    <a:lnTo>
                      <a:pt x="132" y="3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2" y="49"/>
                    </a:lnTo>
                    <a:lnTo>
                      <a:pt x="124" y="52"/>
                    </a:lnTo>
                    <a:lnTo>
                      <a:pt x="12" y="52"/>
                    </a:lnTo>
                    <a:lnTo>
                      <a:pt x="2" y="49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2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6" name="Freeform 366">
                <a:extLst>
                  <a:ext uri="{FF2B5EF4-FFF2-40B4-BE49-F238E27FC236}">
                    <a16:creationId xmlns:a16="http://schemas.microsoft.com/office/drawing/2014/main" id="{CA3B517E-5C21-D1AD-988C-5237634DF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1647"/>
                <a:ext cx="28" cy="11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4" y="0"/>
                    </a:moveTo>
                    <a:lnTo>
                      <a:pt x="125" y="0"/>
                    </a:lnTo>
                    <a:lnTo>
                      <a:pt x="133" y="2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3" y="48"/>
                    </a:lnTo>
                    <a:lnTo>
                      <a:pt x="125" y="52"/>
                    </a:lnTo>
                    <a:lnTo>
                      <a:pt x="14" y="52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3" y="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7" name="Freeform 367">
                <a:extLst>
                  <a:ext uri="{FF2B5EF4-FFF2-40B4-BE49-F238E27FC236}">
                    <a16:creationId xmlns:a16="http://schemas.microsoft.com/office/drawing/2014/main" id="{8B3C3E2F-27D1-EDBE-1C2B-069BF4C1B6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1621"/>
                <a:ext cx="28" cy="10"/>
              </a:xfrm>
              <a:custGeom>
                <a:avLst/>
                <a:gdLst>
                  <a:gd name="T0" fmla="*/ 0 w 138"/>
                  <a:gd name="T1" fmla="*/ 0 h 52"/>
                  <a:gd name="T2" fmla="*/ 0 w 138"/>
                  <a:gd name="T3" fmla="*/ 0 h 52"/>
                  <a:gd name="T4" fmla="*/ 0 w 138"/>
                  <a:gd name="T5" fmla="*/ 0 h 52"/>
                  <a:gd name="T6" fmla="*/ 0 w 138"/>
                  <a:gd name="T7" fmla="*/ 0 h 52"/>
                  <a:gd name="T8" fmla="*/ 0 w 138"/>
                  <a:gd name="T9" fmla="*/ 0 h 52"/>
                  <a:gd name="T10" fmla="*/ 0 w 138"/>
                  <a:gd name="T11" fmla="*/ 0 h 52"/>
                  <a:gd name="T12" fmla="*/ 0 w 138"/>
                  <a:gd name="T13" fmla="*/ 0 h 52"/>
                  <a:gd name="T14" fmla="*/ 0 w 138"/>
                  <a:gd name="T15" fmla="*/ 0 h 52"/>
                  <a:gd name="T16" fmla="*/ 0 w 138"/>
                  <a:gd name="T17" fmla="*/ 0 h 52"/>
                  <a:gd name="T18" fmla="*/ 0 w 138"/>
                  <a:gd name="T19" fmla="*/ 0 h 52"/>
                  <a:gd name="T20" fmla="*/ 0 w 138"/>
                  <a:gd name="T21" fmla="*/ 0 h 52"/>
                  <a:gd name="T22" fmla="*/ 0 w 138"/>
                  <a:gd name="T23" fmla="*/ 0 h 52"/>
                  <a:gd name="T24" fmla="*/ 0 w 138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2"/>
                  <a:gd name="T41" fmla="*/ 138 w 138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2">
                    <a:moveTo>
                      <a:pt x="13" y="0"/>
                    </a:moveTo>
                    <a:lnTo>
                      <a:pt x="126" y="0"/>
                    </a:lnTo>
                    <a:lnTo>
                      <a:pt x="133" y="3"/>
                    </a:lnTo>
                    <a:lnTo>
                      <a:pt x="138" y="12"/>
                    </a:lnTo>
                    <a:lnTo>
                      <a:pt x="138" y="41"/>
                    </a:lnTo>
                    <a:lnTo>
                      <a:pt x="133" y="49"/>
                    </a:lnTo>
                    <a:lnTo>
                      <a:pt x="126" y="52"/>
                    </a:lnTo>
                    <a:lnTo>
                      <a:pt x="13" y="52"/>
                    </a:lnTo>
                    <a:lnTo>
                      <a:pt x="3" y="49"/>
                    </a:lnTo>
                    <a:lnTo>
                      <a:pt x="0" y="41"/>
                    </a:lnTo>
                    <a:lnTo>
                      <a:pt x="0" y="12"/>
                    </a:lnTo>
                    <a:lnTo>
                      <a:pt x="3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8" name="Freeform 368">
                <a:extLst>
                  <a:ext uri="{FF2B5EF4-FFF2-40B4-BE49-F238E27FC236}">
                    <a16:creationId xmlns:a16="http://schemas.microsoft.com/office/drawing/2014/main" id="{EB7E77CC-13C0-2600-667A-E81FFB36E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1602"/>
                <a:ext cx="28" cy="10"/>
              </a:xfrm>
              <a:custGeom>
                <a:avLst/>
                <a:gdLst>
                  <a:gd name="T0" fmla="*/ 0 w 137"/>
                  <a:gd name="T1" fmla="*/ 0 h 51"/>
                  <a:gd name="T2" fmla="*/ 0 w 137"/>
                  <a:gd name="T3" fmla="*/ 0 h 51"/>
                  <a:gd name="T4" fmla="*/ 0 w 137"/>
                  <a:gd name="T5" fmla="*/ 0 h 51"/>
                  <a:gd name="T6" fmla="*/ 0 w 137"/>
                  <a:gd name="T7" fmla="*/ 0 h 51"/>
                  <a:gd name="T8" fmla="*/ 0 w 137"/>
                  <a:gd name="T9" fmla="*/ 0 h 51"/>
                  <a:gd name="T10" fmla="*/ 0 w 137"/>
                  <a:gd name="T11" fmla="*/ 0 h 51"/>
                  <a:gd name="T12" fmla="*/ 0 w 137"/>
                  <a:gd name="T13" fmla="*/ 0 h 51"/>
                  <a:gd name="T14" fmla="*/ 0 w 137"/>
                  <a:gd name="T15" fmla="*/ 0 h 51"/>
                  <a:gd name="T16" fmla="*/ 0 w 137"/>
                  <a:gd name="T17" fmla="*/ 0 h 51"/>
                  <a:gd name="T18" fmla="*/ 0 w 137"/>
                  <a:gd name="T19" fmla="*/ 0 h 51"/>
                  <a:gd name="T20" fmla="*/ 0 w 137"/>
                  <a:gd name="T21" fmla="*/ 0 h 51"/>
                  <a:gd name="T22" fmla="*/ 0 w 137"/>
                  <a:gd name="T23" fmla="*/ 0 h 51"/>
                  <a:gd name="T24" fmla="*/ 0 w 137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1"/>
                  <a:gd name="T41" fmla="*/ 137 w 137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1">
                    <a:moveTo>
                      <a:pt x="14" y="0"/>
                    </a:moveTo>
                    <a:lnTo>
                      <a:pt x="123" y="0"/>
                    </a:lnTo>
                    <a:lnTo>
                      <a:pt x="132" y="3"/>
                    </a:lnTo>
                    <a:lnTo>
                      <a:pt x="137" y="10"/>
                    </a:lnTo>
                    <a:lnTo>
                      <a:pt x="137" y="41"/>
                    </a:lnTo>
                    <a:lnTo>
                      <a:pt x="132" y="47"/>
                    </a:lnTo>
                    <a:lnTo>
                      <a:pt x="123" y="51"/>
                    </a:lnTo>
                    <a:lnTo>
                      <a:pt x="14" y="51"/>
                    </a:lnTo>
                    <a:lnTo>
                      <a:pt x="3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3" y="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19" name="Freeform 369">
                <a:extLst>
                  <a:ext uri="{FF2B5EF4-FFF2-40B4-BE49-F238E27FC236}">
                    <a16:creationId xmlns:a16="http://schemas.microsoft.com/office/drawing/2014/main" id="{8E63DAD2-EC7A-DE82-64ED-3AB3D230C7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" y="1685"/>
                <a:ext cx="28" cy="10"/>
              </a:xfrm>
              <a:custGeom>
                <a:avLst/>
                <a:gdLst>
                  <a:gd name="T0" fmla="*/ 0 w 138"/>
                  <a:gd name="T1" fmla="*/ 0 h 51"/>
                  <a:gd name="T2" fmla="*/ 0 w 138"/>
                  <a:gd name="T3" fmla="*/ 0 h 51"/>
                  <a:gd name="T4" fmla="*/ 0 w 138"/>
                  <a:gd name="T5" fmla="*/ 0 h 51"/>
                  <a:gd name="T6" fmla="*/ 0 w 138"/>
                  <a:gd name="T7" fmla="*/ 0 h 51"/>
                  <a:gd name="T8" fmla="*/ 0 w 138"/>
                  <a:gd name="T9" fmla="*/ 0 h 51"/>
                  <a:gd name="T10" fmla="*/ 0 w 138"/>
                  <a:gd name="T11" fmla="*/ 0 h 51"/>
                  <a:gd name="T12" fmla="*/ 0 w 138"/>
                  <a:gd name="T13" fmla="*/ 0 h 51"/>
                  <a:gd name="T14" fmla="*/ 0 w 138"/>
                  <a:gd name="T15" fmla="*/ 0 h 51"/>
                  <a:gd name="T16" fmla="*/ 0 w 138"/>
                  <a:gd name="T17" fmla="*/ 0 h 51"/>
                  <a:gd name="T18" fmla="*/ 0 w 138"/>
                  <a:gd name="T19" fmla="*/ 0 h 51"/>
                  <a:gd name="T20" fmla="*/ 0 w 138"/>
                  <a:gd name="T21" fmla="*/ 0 h 51"/>
                  <a:gd name="T22" fmla="*/ 0 w 138"/>
                  <a:gd name="T23" fmla="*/ 0 h 51"/>
                  <a:gd name="T24" fmla="*/ 0 w 138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1"/>
                  <a:gd name="T41" fmla="*/ 138 w 138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1">
                    <a:moveTo>
                      <a:pt x="15" y="0"/>
                    </a:moveTo>
                    <a:lnTo>
                      <a:pt x="126" y="0"/>
                    </a:lnTo>
                    <a:lnTo>
                      <a:pt x="134" y="3"/>
                    </a:lnTo>
                    <a:lnTo>
                      <a:pt x="138" y="10"/>
                    </a:lnTo>
                    <a:lnTo>
                      <a:pt x="138" y="41"/>
                    </a:lnTo>
                    <a:lnTo>
                      <a:pt x="134" y="47"/>
                    </a:lnTo>
                    <a:lnTo>
                      <a:pt x="126" y="51"/>
                    </a:lnTo>
                    <a:lnTo>
                      <a:pt x="15" y="51"/>
                    </a:lnTo>
                    <a:lnTo>
                      <a:pt x="4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4" y="3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0" name="Freeform 370">
                <a:extLst>
                  <a:ext uri="{FF2B5EF4-FFF2-40B4-BE49-F238E27FC236}">
                    <a16:creationId xmlns:a16="http://schemas.microsoft.com/office/drawing/2014/main" id="{0630348B-C989-0B66-630A-CEFEFD9B64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1611"/>
                <a:ext cx="27" cy="11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3" y="0"/>
                    </a:moveTo>
                    <a:lnTo>
                      <a:pt x="125" y="0"/>
                    </a:lnTo>
                    <a:lnTo>
                      <a:pt x="133" y="3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3" y="48"/>
                    </a:lnTo>
                    <a:lnTo>
                      <a:pt x="125" y="52"/>
                    </a:lnTo>
                    <a:lnTo>
                      <a:pt x="13" y="52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3" y="3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1" name="Freeform 371">
                <a:extLst>
                  <a:ext uri="{FF2B5EF4-FFF2-40B4-BE49-F238E27FC236}">
                    <a16:creationId xmlns:a16="http://schemas.microsoft.com/office/drawing/2014/main" id="{AF240FFD-4FC7-4A37-1D7F-5B2A5C5CE6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2" y="1593"/>
                <a:ext cx="27" cy="10"/>
              </a:xfrm>
              <a:custGeom>
                <a:avLst/>
                <a:gdLst>
                  <a:gd name="T0" fmla="*/ 0 w 136"/>
                  <a:gd name="T1" fmla="*/ 0 h 50"/>
                  <a:gd name="T2" fmla="*/ 0 w 136"/>
                  <a:gd name="T3" fmla="*/ 0 h 50"/>
                  <a:gd name="T4" fmla="*/ 0 w 136"/>
                  <a:gd name="T5" fmla="*/ 0 h 50"/>
                  <a:gd name="T6" fmla="*/ 0 w 136"/>
                  <a:gd name="T7" fmla="*/ 0 h 50"/>
                  <a:gd name="T8" fmla="*/ 0 w 136"/>
                  <a:gd name="T9" fmla="*/ 0 h 50"/>
                  <a:gd name="T10" fmla="*/ 0 w 136"/>
                  <a:gd name="T11" fmla="*/ 0 h 50"/>
                  <a:gd name="T12" fmla="*/ 0 w 136"/>
                  <a:gd name="T13" fmla="*/ 0 h 50"/>
                  <a:gd name="T14" fmla="*/ 0 w 136"/>
                  <a:gd name="T15" fmla="*/ 0 h 50"/>
                  <a:gd name="T16" fmla="*/ 0 w 136"/>
                  <a:gd name="T17" fmla="*/ 0 h 50"/>
                  <a:gd name="T18" fmla="*/ 0 w 136"/>
                  <a:gd name="T19" fmla="*/ 0 h 50"/>
                  <a:gd name="T20" fmla="*/ 0 w 136"/>
                  <a:gd name="T21" fmla="*/ 0 h 50"/>
                  <a:gd name="T22" fmla="*/ 0 w 136"/>
                  <a:gd name="T23" fmla="*/ 0 h 50"/>
                  <a:gd name="T24" fmla="*/ 0 w 136"/>
                  <a:gd name="T25" fmla="*/ 0 h 5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6"/>
                  <a:gd name="T40" fmla="*/ 0 h 50"/>
                  <a:gd name="T41" fmla="*/ 136 w 136"/>
                  <a:gd name="T42" fmla="*/ 50 h 5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6" h="50">
                    <a:moveTo>
                      <a:pt x="13" y="0"/>
                    </a:moveTo>
                    <a:lnTo>
                      <a:pt x="123" y="0"/>
                    </a:lnTo>
                    <a:lnTo>
                      <a:pt x="132" y="2"/>
                    </a:lnTo>
                    <a:lnTo>
                      <a:pt x="136" y="10"/>
                    </a:lnTo>
                    <a:lnTo>
                      <a:pt x="136" y="41"/>
                    </a:lnTo>
                    <a:lnTo>
                      <a:pt x="132" y="47"/>
                    </a:lnTo>
                    <a:lnTo>
                      <a:pt x="123" y="50"/>
                    </a:lnTo>
                    <a:lnTo>
                      <a:pt x="13" y="50"/>
                    </a:lnTo>
                    <a:lnTo>
                      <a:pt x="3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3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2" name="Freeform 372">
                <a:extLst>
                  <a:ext uri="{FF2B5EF4-FFF2-40B4-BE49-F238E27FC236}">
                    <a16:creationId xmlns:a16="http://schemas.microsoft.com/office/drawing/2014/main" id="{07784DDD-BD31-5757-99DD-F932CF889A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" y="1608"/>
                <a:ext cx="28" cy="11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2" y="0"/>
                    </a:moveTo>
                    <a:lnTo>
                      <a:pt x="125" y="0"/>
                    </a:lnTo>
                    <a:lnTo>
                      <a:pt x="132" y="2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2" y="48"/>
                    </a:lnTo>
                    <a:lnTo>
                      <a:pt x="125" y="52"/>
                    </a:lnTo>
                    <a:lnTo>
                      <a:pt x="12" y="52"/>
                    </a:lnTo>
                    <a:lnTo>
                      <a:pt x="2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2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3" name="Freeform 373">
                <a:extLst>
                  <a:ext uri="{FF2B5EF4-FFF2-40B4-BE49-F238E27FC236}">
                    <a16:creationId xmlns:a16="http://schemas.microsoft.com/office/drawing/2014/main" id="{85A3D32E-3328-028D-099E-FEFC3A0783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8" y="1582"/>
                <a:ext cx="27" cy="11"/>
              </a:xfrm>
              <a:custGeom>
                <a:avLst/>
                <a:gdLst>
                  <a:gd name="T0" fmla="*/ 0 w 136"/>
                  <a:gd name="T1" fmla="*/ 0 h 53"/>
                  <a:gd name="T2" fmla="*/ 0 w 136"/>
                  <a:gd name="T3" fmla="*/ 0 h 53"/>
                  <a:gd name="T4" fmla="*/ 0 w 136"/>
                  <a:gd name="T5" fmla="*/ 0 h 53"/>
                  <a:gd name="T6" fmla="*/ 0 w 136"/>
                  <a:gd name="T7" fmla="*/ 0 h 53"/>
                  <a:gd name="T8" fmla="*/ 0 w 136"/>
                  <a:gd name="T9" fmla="*/ 0 h 53"/>
                  <a:gd name="T10" fmla="*/ 0 w 136"/>
                  <a:gd name="T11" fmla="*/ 0 h 53"/>
                  <a:gd name="T12" fmla="*/ 0 w 136"/>
                  <a:gd name="T13" fmla="*/ 0 h 53"/>
                  <a:gd name="T14" fmla="*/ 0 w 136"/>
                  <a:gd name="T15" fmla="*/ 0 h 53"/>
                  <a:gd name="T16" fmla="*/ 0 w 136"/>
                  <a:gd name="T17" fmla="*/ 0 h 53"/>
                  <a:gd name="T18" fmla="*/ 0 w 136"/>
                  <a:gd name="T19" fmla="*/ 0 h 53"/>
                  <a:gd name="T20" fmla="*/ 0 w 136"/>
                  <a:gd name="T21" fmla="*/ 0 h 53"/>
                  <a:gd name="T22" fmla="*/ 0 w 136"/>
                  <a:gd name="T23" fmla="*/ 0 h 53"/>
                  <a:gd name="T24" fmla="*/ 0 w 136"/>
                  <a:gd name="T25" fmla="*/ 0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6"/>
                  <a:gd name="T40" fmla="*/ 0 h 53"/>
                  <a:gd name="T41" fmla="*/ 136 w 136"/>
                  <a:gd name="T42" fmla="*/ 53 h 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6" h="53">
                    <a:moveTo>
                      <a:pt x="13" y="0"/>
                    </a:moveTo>
                    <a:lnTo>
                      <a:pt x="124" y="0"/>
                    </a:lnTo>
                    <a:lnTo>
                      <a:pt x="131" y="2"/>
                    </a:lnTo>
                    <a:lnTo>
                      <a:pt x="136" y="10"/>
                    </a:lnTo>
                    <a:lnTo>
                      <a:pt x="136" y="42"/>
                    </a:lnTo>
                    <a:lnTo>
                      <a:pt x="131" y="49"/>
                    </a:lnTo>
                    <a:lnTo>
                      <a:pt x="124" y="53"/>
                    </a:lnTo>
                    <a:lnTo>
                      <a:pt x="13" y="53"/>
                    </a:lnTo>
                    <a:lnTo>
                      <a:pt x="4" y="49"/>
                    </a:lnTo>
                    <a:lnTo>
                      <a:pt x="0" y="42"/>
                    </a:lnTo>
                    <a:lnTo>
                      <a:pt x="0" y="10"/>
                    </a:lnTo>
                    <a:lnTo>
                      <a:pt x="4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4" name="Freeform 374">
                <a:extLst>
                  <a:ext uri="{FF2B5EF4-FFF2-40B4-BE49-F238E27FC236}">
                    <a16:creationId xmlns:a16="http://schemas.microsoft.com/office/drawing/2014/main" id="{07A0601E-165C-71E0-AD33-FF642DBACF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0" y="1630"/>
                <a:ext cx="28" cy="11"/>
              </a:xfrm>
              <a:custGeom>
                <a:avLst/>
                <a:gdLst>
                  <a:gd name="T0" fmla="*/ 0 w 138"/>
                  <a:gd name="T1" fmla="*/ 0 h 52"/>
                  <a:gd name="T2" fmla="*/ 0 w 138"/>
                  <a:gd name="T3" fmla="*/ 0 h 52"/>
                  <a:gd name="T4" fmla="*/ 0 w 138"/>
                  <a:gd name="T5" fmla="*/ 0 h 52"/>
                  <a:gd name="T6" fmla="*/ 0 w 138"/>
                  <a:gd name="T7" fmla="*/ 0 h 52"/>
                  <a:gd name="T8" fmla="*/ 0 w 138"/>
                  <a:gd name="T9" fmla="*/ 0 h 52"/>
                  <a:gd name="T10" fmla="*/ 0 w 138"/>
                  <a:gd name="T11" fmla="*/ 0 h 52"/>
                  <a:gd name="T12" fmla="*/ 0 w 138"/>
                  <a:gd name="T13" fmla="*/ 0 h 52"/>
                  <a:gd name="T14" fmla="*/ 0 w 138"/>
                  <a:gd name="T15" fmla="*/ 0 h 52"/>
                  <a:gd name="T16" fmla="*/ 0 w 138"/>
                  <a:gd name="T17" fmla="*/ 0 h 52"/>
                  <a:gd name="T18" fmla="*/ 0 w 138"/>
                  <a:gd name="T19" fmla="*/ 0 h 52"/>
                  <a:gd name="T20" fmla="*/ 0 w 138"/>
                  <a:gd name="T21" fmla="*/ 0 h 52"/>
                  <a:gd name="T22" fmla="*/ 0 w 138"/>
                  <a:gd name="T23" fmla="*/ 0 h 52"/>
                  <a:gd name="T24" fmla="*/ 0 w 138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2"/>
                  <a:gd name="T41" fmla="*/ 138 w 138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2">
                    <a:moveTo>
                      <a:pt x="14" y="0"/>
                    </a:moveTo>
                    <a:lnTo>
                      <a:pt x="126" y="0"/>
                    </a:lnTo>
                    <a:lnTo>
                      <a:pt x="133" y="3"/>
                    </a:lnTo>
                    <a:lnTo>
                      <a:pt x="138" y="11"/>
                    </a:lnTo>
                    <a:lnTo>
                      <a:pt x="138" y="41"/>
                    </a:lnTo>
                    <a:lnTo>
                      <a:pt x="133" y="49"/>
                    </a:lnTo>
                    <a:lnTo>
                      <a:pt x="126" y="52"/>
                    </a:lnTo>
                    <a:lnTo>
                      <a:pt x="14" y="52"/>
                    </a:lnTo>
                    <a:lnTo>
                      <a:pt x="3" y="49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3" y="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5" name="Freeform 375">
                <a:extLst>
                  <a:ext uri="{FF2B5EF4-FFF2-40B4-BE49-F238E27FC236}">
                    <a16:creationId xmlns:a16="http://schemas.microsoft.com/office/drawing/2014/main" id="{F3602180-C162-F795-D121-C0D7C5C2BA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1698"/>
                <a:ext cx="27" cy="10"/>
              </a:xfrm>
              <a:custGeom>
                <a:avLst/>
                <a:gdLst>
                  <a:gd name="T0" fmla="*/ 0 w 138"/>
                  <a:gd name="T1" fmla="*/ 0 h 52"/>
                  <a:gd name="T2" fmla="*/ 0 w 138"/>
                  <a:gd name="T3" fmla="*/ 0 h 52"/>
                  <a:gd name="T4" fmla="*/ 0 w 138"/>
                  <a:gd name="T5" fmla="*/ 0 h 52"/>
                  <a:gd name="T6" fmla="*/ 0 w 138"/>
                  <a:gd name="T7" fmla="*/ 0 h 52"/>
                  <a:gd name="T8" fmla="*/ 0 w 138"/>
                  <a:gd name="T9" fmla="*/ 0 h 52"/>
                  <a:gd name="T10" fmla="*/ 0 w 138"/>
                  <a:gd name="T11" fmla="*/ 0 h 52"/>
                  <a:gd name="T12" fmla="*/ 0 w 138"/>
                  <a:gd name="T13" fmla="*/ 0 h 52"/>
                  <a:gd name="T14" fmla="*/ 0 w 138"/>
                  <a:gd name="T15" fmla="*/ 0 h 52"/>
                  <a:gd name="T16" fmla="*/ 0 w 138"/>
                  <a:gd name="T17" fmla="*/ 0 h 52"/>
                  <a:gd name="T18" fmla="*/ 0 w 138"/>
                  <a:gd name="T19" fmla="*/ 0 h 52"/>
                  <a:gd name="T20" fmla="*/ 0 w 138"/>
                  <a:gd name="T21" fmla="*/ 0 h 52"/>
                  <a:gd name="T22" fmla="*/ 0 w 138"/>
                  <a:gd name="T23" fmla="*/ 0 h 52"/>
                  <a:gd name="T24" fmla="*/ 0 w 138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2"/>
                  <a:gd name="T41" fmla="*/ 138 w 138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2">
                    <a:moveTo>
                      <a:pt x="15" y="0"/>
                    </a:moveTo>
                    <a:lnTo>
                      <a:pt x="125" y="0"/>
                    </a:lnTo>
                    <a:lnTo>
                      <a:pt x="134" y="3"/>
                    </a:lnTo>
                    <a:lnTo>
                      <a:pt x="138" y="11"/>
                    </a:lnTo>
                    <a:lnTo>
                      <a:pt x="138" y="41"/>
                    </a:lnTo>
                    <a:lnTo>
                      <a:pt x="134" y="49"/>
                    </a:lnTo>
                    <a:lnTo>
                      <a:pt x="125" y="52"/>
                    </a:lnTo>
                    <a:lnTo>
                      <a:pt x="15" y="52"/>
                    </a:lnTo>
                    <a:lnTo>
                      <a:pt x="4" y="49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4" y="3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6" name="Freeform 376">
                <a:extLst>
                  <a:ext uri="{FF2B5EF4-FFF2-40B4-BE49-F238E27FC236}">
                    <a16:creationId xmlns:a16="http://schemas.microsoft.com/office/drawing/2014/main" id="{F26196B1-9BAE-4AB4-CC8C-FD7E60C226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7" y="1680"/>
                <a:ext cx="28" cy="10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2" y="0"/>
                    </a:moveTo>
                    <a:lnTo>
                      <a:pt x="125" y="0"/>
                    </a:lnTo>
                    <a:lnTo>
                      <a:pt x="132" y="2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2" y="48"/>
                    </a:lnTo>
                    <a:lnTo>
                      <a:pt x="125" y="52"/>
                    </a:lnTo>
                    <a:lnTo>
                      <a:pt x="12" y="52"/>
                    </a:lnTo>
                    <a:lnTo>
                      <a:pt x="2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2" y="2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7" name="Freeform 377">
                <a:extLst>
                  <a:ext uri="{FF2B5EF4-FFF2-40B4-BE49-F238E27FC236}">
                    <a16:creationId xmlns:a16="http://schemas.microsoft.com/office/drawing/2014/main" id="{68C6C714-4131-7361-F1AA-EC1C3C211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2" y="1695"/>
                <a:ext cx="28" cy="10"/>
              </a:xfrm>
              <a:custGeom>
                <a:avLst/>
                <a:gdLst>
                  <a:gd name="T0" fmla="*/ 0 w 136"/>
                  <a:gd name="T1" fmla="*/ 0 h 52"/>
                  <a:gd name="T2" fmla="*/ 0 w 136"/>
                  <a:gd name="T3" fmla="*/ 0 h 52"/>
                  <a:gd name="T4" fmla="*/ 0 w 136"/>
                  <a:gd name="T5" fmla="*/ 0 h 52"/>
                  <a:gd name="T6" fmla="*/ 0 w 136"/>
                  <a:gd name="T7" fmla="*/ 0 h 52"/>
                  <a:gd name="T8" fmla="*/ 0 w 136"/>
                  <a:gd name="T9" fmla="*/ 0 h 52"/>
                  <a:gd name="T10" fmla="*/ 0 w 136"/>
                  <a:gd name="T11" fmla="*/ 0 h 52"/>
                  <a:gd name="T12" fmla="*/ 0 w 136"/>
                  <a:gd name="T13" fmla="*/ 0 h 52"/>
                  <a:gd name="T14" fmla="*/ 0 w 136"/>
                  <a:gd name="T15" fmla="*/ 0 h 52"/>
                  <a:gd name="T16" fmla="*/ 0 w 136"/>
                  <a:gd name="T17" fmla="*/ 0 h 52"/>
                  <a:gd name="T18" fmla="*/ 0 w 136"/>
                  <a:gd name="T19" fmla="*/ 0 h 52"/>
                  <a:gd name="T20" fmla="*/ 0 w 136"/>
                  <a:gd name="T21" fmla="*/ 0 h 52"/>
                  <a:gd name="T22" fmla="*/ 0 w 136"/>
                  <a:gd name="T23" fmla="*/ 0 h 52"/>
                  <a:gd name="T24" fmla="*/ 0 w 136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6"/>
                  <a:gd name="T40" fmla="*/ 0 h 52"/>
                  <a:gd name="T41" fmla="*/ 136 w 136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6" h="52">
                    <a:moveTo>
                      <a:pt x="12" y="0"/>
                    </a:moveTo>
                    <a:lnTo>
                      <a:pt x="123" y="0"/>
                    </a:lnTo>
                    <a:lnTo>
                      <a:pt x="131" y="3"/>
                    </a:lnTo>
                    <a:lnTo>
                      <a:pt x="136" y="11"/>
                    </a:lnTo>
                    <a:lnTo>
                      <a:pt x="136" y="42"/>
                    </a:lnTo>
                    <a:lnTo>
                      <a:pt x="131" y="48"/>
                    </a:lnTo>
                    <a:lnTo>
                      <a:pt x="123" y="52"/>
                    </a:lnTo>
                    <a:lnTo>
                      <a:pt x="12" y="52"/>
                    </a:lnTo>
                    <a:lnTo>
                      <a:pt x="3" y="48"/>
                    </a:lnTo>
                    <a:lnTo>
                      <a:pt x="0" y="42"/>
                    </a:lnTo>
                    <a:lnTo>
                      <a:pt x="0" y="11"/>
                    </a:lnTo>
                    <a:lnTo>
                      <a:pt x="3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8" name="Freeform 378">
                <a:extLst>
                  <a:ext uri="{FF2B5EF4-FFF2-40B4-BE49-F238E27FC236}">
                    <a16:creationId xmlns:a16="http://schemas.microsoft.com/office/drawing/2014/main" id="{187964F8-1871-BECC-F954-7EE6D09398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" y="1668"/>
                <a:ext cx="27" cy="11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4" y="0"/>
                    </a:moveTo>
                    <a:lnTo>
                      <a:pt x="125" y="0"/>
                    </a:lnTo>
                    <a:lnTo>
                      <a:pt x="134" y="2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4" y="48"/>
                    </a:lnTo>
                    <a:lnTo>
                      <a:pt x="125" y="52"/>
                    </a:lnTo>
                    <a:lnTo>
                      <a:pt x="14" y="52"/>
                    </a:lnTo>
                    <a:lnTo>
                      <a:pt x="4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4" y="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29" name="Freeform 379">
                <a:extLst>
                  <a:ext uri="{FF2B5EF4-FFF2-40B4-BE49-F238E27FC236}">
                    <a16:creationId xmlns:a16="http://schemas.microsoft.com/office/drawing/2014/main" id="{BE890DF2-79E8-AE14-E936-9A11E91D8E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7" y="1650"/>
                <a:ext cx="28" cy="10"/>
              </a:xfrm>
              <a:custGeom>
                <a:avLst/>
                <a:gdLst>
                  <a:gd name="T0" fmla="*/ 0 w 138"/>
                  <a:gd name="T1" fmla="*/ 0 h 52"/>
                  <a:gd name="T2" fmla="*/ 0 w 138"/>
                  <a:gd name="T3" fmla="*/ 0 h 52"/>
                  <a:gd name="T4" fmla="*/ 0 w 138"/>
                  <a:gd name="T5" fmla="*/ 0 h 52"/>
                  <a:gd name="T6" fmla="*/ 0 w 138"/>
                  <a:gd name="T7" fmla="*/ 0 h 52"/>
                  <a:gd name="T8" fmla="*/ 0 w 138"/>
                  <a:gd name="T9" fmla="*/ 0 h 52"/>
                  <a:gd name="T10" fmla="*/ 0 w 138"/>
                  <a:gd name="T11" fmla="*/ 0 h 52"/>
                  <a:gd name="T12" fmla="*/ 0 w 138"/>
                  <a:gd name="T13" fmla="*/ 0 h 52"/>
                  <a:gd name="T14" fmla="*/ 0 w 138"/>
                  <a:gd name="T15" fmla="*/ 0 h 52"/>
                  <a:gd name="T16" fmla="*/ 0 w 138"/>
                  <a:gd name="T17" fmla="*/ 0 h 52"/>
                  <a:gd name="T18" fmla="*/ 0 w 138"/>
                  <a:gd name="T19" fmla="*/ 0 h 52"/>
                  <a:gd name="T20" fmla="*/ 0 w 138"/>
                  <a:gd name="T21" fmla="*/ 0 h 52"/>
                  <a:gd name="T22" fmla="*/ 0 w 138"/>
                  <a:gd name="T23" fmla="*/ 0 h 52"/>
                  <a:gd name="T24" fmla="*/ 0 w 138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2"/>
                  <a:gd name="T41" fmla="*/ 138 w 138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2">
                    <a:moveTo>
                      <a:pt x="14" y="0"/>
                    </a:moveTo>
                    <a:lnTo>
                      <a:pt x="125" y="0"/>
                    </a:lnTo>
                    <a:lnTo>
                      <a:pt x="134" y="2"/>
                    </a:lnTo>
                    <a:lnTo>
                      <a:pt x="138" y="11"/>
                    </a:lnTo>
                    <a:lnTo>
                      <a:pt x="138" y="41"/>
                    </a:lnTo>
                    <a:lnTo>
                      <a:pt x="134" y="48"/>
                    </a:lnTo>
                    <a:lnTo>
                      <a:pt x="125" y="52"/>
                    </a:lnTo>
                    <a:lnTo>
                      <a:pt x="14" y="52"/>
                    </a:lnTo>
                    <a:lnTo>
                      <a:pt x="4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4" y="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0" name="Freeform 380">
                <a:extLst>
                  <a:ext uri="{FF2B5EF4-FFF2-40B4-BE49-F238E27FC236}">
                    <a16:creationId xmlns:a16="http://schemas.microsoft.com/office/drawing/2014/main" id="{F7AE4E54-CC3A-7B5D-F291-E92FDE1CF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" y="1716"/>
                <a:ext cx="28" cy="11"/>
              </a:xfrm>
              <a:custGeom>
                <a:avLst/>
                <a:gdLst>
                  <a:gd name="T0" fmla="*/ 0 w 137"/>
                  <a:gd name="T1" fmla="*/ 0 h 53"/>
                  <a:gd name="T2" fmla="*/ 0 w 137"/>
                  <a:gd name="T3" fmla="*/ 0 h 53"/>
                  <a:gd name="T4" fmla="*/ 0 w 137"/>
                  <a:gd name="T5" fmla="*/ 0 h 53"/>
                  <a:gd name="T6" fmla="*/ 0 w 137"/>
                  <a:gd name="T7" fmla="*/ 0 h 53"/>
                  <a:gd name="T8" fmla="*/ 0 w 137"/>
                  <a:gd name="T9" fmla="*/ 0 h 53"/>
                  <a:gd name="T10" fmla="*/ 0 w 137"/>
                  <a:gd name="T11" fmla="*/ 0 h 53"/>
                  <a:gd name="T12" fmla="*/ 0 w 137"/>
                  <a:gd name="T13" fmla="*/ 0 h 53"/>
                  <a:gd name="T14" fmla="*/ 0 w 137"/>
                  <a:gd name="T15" fmla="*/ 0 h 53"/>
                  <a:gd name="T16" fmla="*/ 0 w 137"/>
                  <a:gd name="T17" fmla="*/ 0 h 53"/>
                  <a:gd name="T18" fmla="*/ 0 w 137"/>
                  <a:gd name="T19" fmla="*/ 0 h 53"/>
                  <a:gd name="T20" fmla="*/ 0 w 137"/>
                  <a:gd name="T21" fmla="*/ 0 h 53"/>
                  <a:gd name="T22" fmla="*/ 0 w 137"/>
                  <a:gd name="T23" fmla="*/ 0 h 53"/>
                  <a:gd name="T24" fmla="*/ 0 w 137"/>
                  <a:gd name="T25" fmla="*/ 0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3"/>
                  <a:gd name="T41" fmla="*/ 137 w 137"/>
                  <a:gd name="T42" fmla="*/ 53 h 5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3">
                    <a:moveTo>
                      <a:pt x="14" y="0"/>
                    </a:moveTo>
                    <a:lnTo>
                      <a:pt x="124" y="0"/>
                    </a:lnTo>
                    <a:lnTo>
                      <a:pt x="133" y="3"/>
                    </a:lnTo>
                    <a:lnTo>
                      <a:pt x="137" y="13"/>
                    </a:lnTo>
                    <a:lnTo>
                      <a:pt x="137" y="43"/>
                    </a:lnTo>
                    <a:lnTo>
                      <a:pt x="133" y="50"/>
                    </a:lnTo>
                    <a:lnTo>
                      <a:pt x="124" y="53"/>
                    </a:lnTo>
                    <a:lnTo>
                      <a:pt x="14" y="53"/>
                    </a:lnTo>
                    <a:lnTo>
                      <a:pt x="4" y="50"/>
                    </a:lnTo>
                    <a:lnTo>
                      <a:pt x="0" y="43"/>
                    </a:lnTo>
                    <a:lnTo>
                      <a:pt x="0" y="13"/>
                    </a:lnTo>
                    <a:lnTo>
                      <a:pt x="4" y="3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1" name="Freeform 381">
                <a:extLst>
                  <a:ext uri="{FF2B5EF4-FFF2-40B4-BE49-F238E27FC236}">
                    <a16:creationId xmlns:a16="http://schemas.microsoft.com/office/drawing/2014/main" id="{2D42EDB2-B14F-78CF-7932-BB36CB3C0A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" y="1565"/>
                <a:ext cx="27" cy="10"/>
              </a:xfrm>
              <a:custGeom>
                <a:avLst/>
                <a:gdLst>
                  <a:gd name="T0" fmla="*/ 0 w 137"/>
                  <a:gd name="T1" fmla="*/ 0 h 51"/>
                  <a:gd name="T2" fmla="*/ 0 w 137"/>
                  <a:gd name="T3" fmla="*/ 0 h 51"/>
                  <a:gd name="T4" fmla="*/ 0 w 137"/>
                  <a:gd name="T5" fmla="*/ 0 h 51"/>
                  <a:gd name="T6" fmla="*/ 0 w 137"/>
                  <a:gd name="T7" fmla="*/ 0 h 51"/>
                  <a:gd name="T8" fmla="*/ 0 w 137"/>
                  <a:gd name="T9" fmla="*/ 0 h 51"/>
                  <a:gd name="T10" fmla="*/ 0 w 137"/>
                  <a:gd name="T11" fmla="*/ 0 h 51"/>
                  <a:gd name="T12" fmla="*/ 0 w 137"/>
                  <a:gd name="T13" fmla="*/ 0 h 51"/>
                  <a:gd name="T14" fmla="*/ 0 w 137"/>
                  <a:gd name="T15" fmla="*/ 0 h 51"/>
                  <a:gd name="T16" fmla="*/ 0 w 137"/>
                  <a:gd name="T17" fmla="*/ 0 h 51"/>
                  <a:gd name="T18" fmla="*/ 0 w 137"/>
                  <a:gd name="T19" fmla="*/ 0 h 51"/>
                  <a:gd name="T20" fmla="*/ 0 w 137"/>
                  <a:gd name="T21" fmla="*/ 0 h 51"/>
                  <a:gd name="T22" fmla="*/ 0 w 137"/>
                  <a:gd name="T23" fmla="*/ 0 h 51"/>
                  <a:gd name="T24" fmla="*/ 0 w 137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1"/>
                  <a:gd name="T41" fmla="*/ 137 w 137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1">
                    <a:moveTo>
                      <a:pt x="12" y="0"/>
                    </a:moveTo>
                    <a:lnTo>
                      <a:pt x="124" y="0"/>
                    </a:lnTo>
                    <a:lnTo>
                      <a:pt x="132" y="3"/>
                    </a:lnTo>
                    <a:lnTo>
                      <a:pt x="137" y="9"/>
                    </a:lnTo>
                    <a:lnTo>
                      <a:pt x="137" y="41"/>
                    </a:lnTo>
                    <a:lnTo>
                      <a:pt x="132" y="47"/>
                    </a:lnTo>
                    <a:lnTo>
                      <a:pt x="124" y="51"/>
                    </a:lnTo>
                    <a:lnTo>
                      <a:pt x="12" y="51"/>
                    </a:lnTo>
                    <a:lnTo>
                      <a:pt x="3" y="47"/>
                    </a:lnTo>
                    <a:lnTo>
                      <a:pt x="0" y="41"/>
                    </a:lnTo>
                    <a:lnTo>
                      <a:pt x="0" y="9"/>
                    </a:lnTo>
                    <a:lnTo>
                      <a:pt x="3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2" name="Freeform 382">
                <a:extLst>
                  <a:ext uri="{FF2B5EF4-FFF2-40B4-BE49-F238E27FC236}">
                    <a16:creationId xmlns:a16="http://schemas.microsoft.com/office/drawing/2014/main" id="{ABE576D9-2165-EC83-BDA4-273F7E3CD9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553"/>
                <a:ext cx="28" cy="11"/>
              </a:xfrm>
              <a:custGeom>
                <a:avLst/>
                <a:gdLst>
                  <a:gd name="T0" fmla="*/ 0 w 137"/>
                  <a:gd name="T1" fmla="*/ 0 h 51"/>
                  <a:gd name="T2" fmla="*/ 0 w 137"/>
                  <a:gd name="T3" fmla="*/ 0 h 51"/>
                  <a:gd name="T4" fmla="*/ 0 w 137"/>
                  <a:gd name="T5" fmla="*/ 0 h 51"/>
                  <a:gd name="T6" fmla="*/ 0 w 137"/>
                  <a:gd name="T7" fmla="*/ 0 h 51"/>
                  <a:gd name="T8" fmla="*/ 0 w 137"/>
                  <a:gd name="T9" fmla="*/ 0 h 51"/>
                  <a:gd name="T10" fmla="*/ 0 w 137"/>
                  <a:gd name="T11" fmla="*/ 0 h 51"/>
                  <a:gd name="T12" fmla="*/ 0 w 137"/>
                  <a:gd name="T13" fmla="*/ 0 h 51"/>
                  <a:gd name="T14" fmla="*/ 0 w 137"/>
                  <a:gd name="T15" fmla="*/ 0 h 51"/>
                  <a:gd name="T16" fmla="*/ 0 w 137"/>
                  <a:gd name="T17" fmla="*/ 0 h 51"/>
                  <a:gd name="T18" fmla="*/ 0 w 137"/>
                  <a:gd name="T19" fmla="*/ 0 h 51"/>
                  <a:gd name="T20" fmla="*/ 0 w 137"/>
                  <a:gd name="T21" fmla="*/ 0 h 51"/>
                  <a:gd name="T22" fmla="*/ 0 w 137"/>
                  <a:gd name="T23" fmla="*/ 0 h 51"/>
                  <a:gd name="T24" fmla="*/ 0 w 137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1"/>
                  <a:gd name="T41" fmla="*/ 137 w 137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1">
                    <a:moveTo>
                      <a:pt x="12" y="0"/>
                    </a:moveTo>
                    <a:lnTo>
                      <a:pt x="123" y="0"/>
                    </a:lnTo>
                    <a:lnTo>
                      <a:pt x="132" y="3"/>
                    </a:lnTo>
                    <a:lnTo>
                      <a:pt x="137" y="10"/>
                    </a:lnTo>
                    <a:lnTo>
                      <a:pt x="137" y="41"/>
                    </a:lnTo>
                    <a:lnTo>
                      <a:pt x="132" y="47"/>
                    </a:lnTo>
                    <a:lnTo>
                      <a:pt x="123" y="51"/>
                    </a:lnTo>
                    <a:lnTo>
                      <a:pt x="12" y="51"/>
                    </a:lnTo>
                    <a:lnTo>
                      <a:pt x="2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2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3" name="Freeform 383">
                <a:extLst>
                  <a:ext uri="{FF2B5EF4-FFF2-40B4-BE49-F238E27FC236}">
                    <a16:creationId xmlns:a16="http://schemas.microsoft.com/office/drawing/2014/main" id="{D46A1C87-CCDC-37B5-BAC1-BB98012C99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" y="1516"/>
                <a:ext cx="28" cy="10"/>
              </a:xfrm>
              <a:custGeom>
                <a:avLst/>
                <a:gdLst>
                  <a:gd name="T0" fmla="*/ 0 w 136"/>
                  <a:gd name="T1" fmla="*/ 0 h 52"/>
                  <a:gd name="T2" fmla="*/ 0 w 136"/>
                  <a:gd name="T3" fmla="*/ 0 h 52"/>
                  <a:gd name="T4" fmla="*/ 0 w 136"/>
                  <a:gd name="T5" fmla="*/ 0 h 52"/>
                  <a:gd name="T6" fmla="*/ 0 w 136"/>
                  <a:gd name="T7" fmla="*/ 0 h 52"/>
                  <a:gd name="T8" fmla="*/ 0 w 136"/>
                  <a:gd name="T9" fmla="*/ 0 h 52"/>
                  <a:gd name="T10" fmla="*/ 0 w 136"/>
                  <a:gd name="T11" fmla="*/ 0 h 52"/>
                  <a:gd name="T12" fmla="*/ 0 w 136"/>
                  <a:gd name="T13" fmla="*/ 0 h 52"/>
                  <a:gd name="T14" fmla="*/ 0 w 136"/>
                  <a:gd name="T15" fmla="*/ 0 h 52"/>
                  <a:gd name="T16" fmla="*/ 0 w 136"/>
                  <a:gd name="T17" fmla="*/ 0 h 52"/>
                  <a:gd name="T18" fmla="*/ 0 w 136"/>
                  <a:gd name="T19" fmla="*/ 0 h 52"/>
                  <a:gd name="T20" fmla="*/ 0 w 136"/>
                  <a:gd name="T21" fmla="*/ 0 h 52"/>
                  <a:gd name="T22" fmla="*/ 0 w 136"/>
                  <a:gd name="T23" fmla="*/ 0 h 52"/>
                  <a:gd name="T24" fmla="*/ 0 w 136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6"/>
                  <a:gd name="T40" fmla="*/ 0 h 52"/>
                  <a:gd name="T41" fmla="*/ 136 w 136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6" h="52">
                    <a:moveTo>
                      <a:pt x="12" y="0"/>
                    </a:moveTo>
                    <a:lnTo>
                      <a:pt x="124" y="0"/>
                    </a:lnTo>
                    <a:lnTo>
                      <a:pt x="132" y="3"/>
                    </a:lnTo>
                    <a:lnTo>
                      <a:pt x="136" y="10"/>
                    </a:lnTo>
                    <a:lnTo>
                      <a:pt x="136" y="41"/>
                    </a:lnTo>
                    <a:lnTo>
                      <a:pt x="132" y="49"/>
                    </a:lnTo>
                    <a:lnTo>
                      <a:pt x="124" y="52"/>
                    </a:lnTo>
                    <a:lnTo>
                      <a:pt x="12" y="52"/>
                    </a:lnTo>
                    <a:lnTo>
                      <a:pt x="4" y="49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4" y="3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4" name="Freeform 384">
                <a:extLst>
                  <a:ext uri="{FF2B5EF4-FFF2-40B4-BE49-F238E27FC236}">
                    <a16:creationId xmlns:a16="http://schemas.microsoft.com/office/drawing/2014/main" id="{E85FC851-2996-8E6A-4BC2-ED6D1C47CF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" y="1503"/>
                <a:ext cx="27" cy="11"/>
              </a:xfrm>
              <a:custGeom>
                <a:avLst/>
                <a:gdLst>
                  <a:gd name="T0" fmla="*/ 0 w 138"/>
                  <a:gd name="T1" fmla="*/ 0 h 52"/>
                  <a:gd name="T2" fmla="*/ 0 w 138"/>
                  <a:gd name="T3" fmla="*/ 0 h 52"/>
                  <a:gd name="T4" fmla="*/ 0 w 138"/>
                  <a:gd name="T5" fmla="*/ 0 h 52"/>
                  <a:gd name="T6" fmla="*/ 0 w 138"/>
                  <a:gd name="T7" fmla="*/ 0 h 52"/>
                  <a:gd name="T8" fmla="*/ 0 w 138"/>
                  <a:gd name="T9" fmla="*/ 0 h 52"/>
                  <a:gd name="T10" fmla="*/ 0 w 138"/>
                  <a:gd name="T11" fmla="*/ 0 h 52"/>
                  <a:gd name="T12" fmla="*/ 0 w 138"/>
                  <a:gd name="T13" fmla="*/ 0 h 52"/>
                  <a:gd name="T14" fmla="*/ 0 w 138"/>
                  <a:gd name="T15" fmla="*/ 0 h 52"/>
                  <a:gd name="T16" fmla="*/ 0 w 138"/>
                  <a:gd name="T17" fmla="*/ 0 h 52"/>
                  <a:gd name="T18" fmla="*/ 0 w 138"/>
                  <a:gd name="T19" fmla="*/ 0 h 52"/>
                  <a:gd name="T20" fmla="*/ 0 w 138"/>
                  <a:gd name="T21" fmla="*/ 0 h 52"/>
                  <a:gd name="T22" fmla="*/ 0 w 138"/>
                  <a:gd name="T23" fmla="*/ 0 h 52"/>
                  <a:gd name="T24" fmla="*/ 0 w 138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2"/>
                  <a:gd name="T41" fmla="*/ 138 w 138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2">
                    <a:moveTo>
                      <a:pt x="13" y="0"/>
                    </a:moveTo>
                    <a:lnTo>
                      <a:pt x="124" y="0"/>
                    </a:lnTo>
                    <a:lnTo>
                      <a:pt x="133" y="2"/>
                    </a:lnTo>
                    <a:lnTo>
                      <a:pt x="138" y="11"/>
                    </a:lnTo>
                    <a:lnTo>
                      <a:pt x="138" y="41"/>
                    </a:lnTo>
                    <a:lnTo>
                      <a:pt x="133" y="48"/>
                    </a:lnTo>
                    <a:lnTo>
                      <a:pt x="124" y="52"/>
                    </a:lnTo>
                    <a:lnTo>
                      <a:pt x="13" y="52"/>
                    </a:lnTo>
                    <a:lnTo>
                      <a:pt x="3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3" y="2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5" name="Freeform 385">
                <a:extLst>
                  <a:ext uri="{FF2B5EF4-FFF2-40B4-BE49-F238E27FC236}">
                    <a16:creationId xmlns:a16="http://schemas.microsoft.com/office/drawing/2014/main" id="{D238752C-FBAC-8E5E-A9CF-D719CE63CF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1" y="1562"/>
                <a:ext cx="27" cy="11"/>
              </a:xfrm>
              <a:custGeom>
                <a:avLst/>
                <a:gdLst>
                  <a:gd name="T0" fmla="*/ 0 w 136"/>
                  <a:gd name="T1" fmla="*/ 0 h 51"/>
                  <a:gd name="T2" fmla="*/ 0 w 136"/>
                  <a:gd name="T3" fmla="*/ 0 h 51"/>
                  <a:gd name="T4" fmla="*/ 0 w 136"/>
                  <a:gd name="T5" fmla="*/ 0 h 51"/>
                  <a:gd name="T6" fmla="*/ 0 w 136"/>
                  <a:gd name="T7" fmla="*/ 0 h 51"/>
                  <a:gd name="T8" fmla="*/ 0 w 136"/>
                  <a:gd name="T9" fmla="*/ 0 h 51"/>
                  <a:gd name="T10" fmla="*/ 0 w 136"/>
                  <a:gd name="T11" fmla="*/ 0 h 51"/>
                  <a:gd name="T12" fmla="*/ 0 w 136"/>
                  <a:gd name="T13" fmla="*/ 0 h 51"/>
                  <a:gd name="T14" fmla="*/ 0 w 136"/>
                  <a:gd name="T15" fmla="*/ 0 h 51"/>
                  <a:gd name="T16" fmla="*/ 0 w 136"/>
                  <a:gd name="T17" fmla="*/ 0 h 51"/>
                  <a:gd name="T18" fmla="*/ 0 w 136"/>
                  <a:gd name="T19" fmla="*/ 0 h 51"/>
                  <a:gd name="T20" fmla="*/ 0 w 136"/>
                  <a:gd name="T21" fmla="*/ 0 h 51"/>
                  <a:gd name="T22" fmla="*/ 0 w 136"/>
                  <a:gd name="T23" fmla="*/ 0 h 51"/>
                  <a:gd name="T24" fmla="*/ 0 w 136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6"/>
                  <a:gd name="T40" fmla="*/ 0 h 51"/>
                  <a:gd name="T41" fmla="*/ 136 w 136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6" h="51">
                    <a:moveTo>
                      <a:pt x="14" y="0"/>
                    </a:moveTo>
                    <a:lnTo>
                      <a:pt x="124" y="0"/>
                    </a:lnTo>
                    <a:lnTo>
                      <a:pt x="133" y="2"/>
                    </a:lnTo>
                    <a:lnTo>
                      <a:pt x="136" y="10"/>
                    </a:lnTo>
                    <a:lnTo>
                      <a:pt x="136" y="42"/>
                    </a:lnTo>
                    <a:lnTo>
                      <a:pt x="133" y="48"/>
                    </a:lnTo>
                    <a:lnTo>
                      <a:pt x="124" y="51"/>
                    </a:lnTo>
                    <a:lnTo>
                      <a:pt x="14" y="51"/>
                    </a:lnTo>
                    <a:lnTo>
                      <a:pt x="4" y="48"/>
                    </a:lnTo>
                    <a:lnTo>
                      <a:pt x="0" y="42"/>
                    </a:lnTo>
                    <a:lnTo>
                      <a:pt x="0" y="10"/>
                    </a:lnTo>
                    <a:lnTo>
                      <a:pt x="4" y="2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6" name="Freeform 386">
                <a:extLst>
                  <a:ext uri="{FF2B5EF4-FFF2-40B4-BE49-F238E27FC236}">
                    <a16:creationId xmlns:a16="http://schemas.microsoft.com/office/drawing/2014/main" id="{3E968352-9C35-1640-1CE8-74A4347B32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0" y="1525"/>
                <a:ext cx="28" cy="11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w 137"/>
                  <a:gd name="T27" fmla="*/ 0 h 52"/>
                  <a:gd name="T28" fmla="*/ 0 w 137"/>
                  <a:gd name="T29" fmla="*/ 0 h 52"/>
                  <a:gd name="T30" fmla="*/ 0 w 137"/>
                  <a:gd name="T31" fmla="*/ 0 h 52"/>
                  <a:gd name="T32" fmla="*/ 0 w 137"/>
                  <a:gd name="T33" fmla="*/ 0 h 52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137"/>
                  <a:gd name="T52" fmla="*/ 0 h 52"/>
                  <a:gd name="T53" fmla="*/ 137 w 137"/>
                  <a:gd name="T54" fmla="*/ 52 h 52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137" h="52">
                    <a:moveTo>
                      <a:pt x="15" y="0"/>
                    </a:moveTo>
                    <a:lnTo>
                      <a:pt x="125" y="0"/>
                    </a:lnTo>
                    <a:lnTo>
                      <a:pt x="134" y="3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4" y="48"/>
                    </a:lnTo>
                    <a:lnTo>
                      <a:pt x="125" y="52"/>
                    </a:lnTo>
                    <a:lnTo>
                      <a:pt x="15" y="52"/>
                    </a:lnTo>
                    <a:lnTo>
                      <a:pt x="7" y="51"/>
                    </a:lnTo>
                    <a:lnTo>
                      <a:pt x="4" y="48"/>
                    </a:lnTo>
                    <a:lnTo>
                      <a:pt x="0" y="45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0" y="5"/>
                    </a:lnTo>
                    <a:lnTo>
                      <a:pt x="4" y="3"/>
                    </a:lnTo>
                    <a:lnTo>
                      <a:pt x="7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7" name="Freeform 387">
                <a:extLst>
                  <a:ext uri="{FF2B5EF4-FFF2-40B4-BE49-F238E27FC236}">
                    <a16:creationId xmlns:a16="http://schemas.microsoft.com/office/drawing/2014/main" id="{0C85F2CF-34FA-3DC7-13D8-0F77D2F467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1531"/>
                <a:ext cx="27" cy="11"/>
              </a:xfrm>
              <a:custGeom>
                <a:avLst/>
                <a:gdLst>
                  <a:gd name="T0" fmla="*/ 0 w 138"/>
                  <a:gd name="T1" fmla="*/ 0 h 51"/>
                  <a:gd name="T2" fmla="*/ 0 w 138"/>
                  <a:gd name="T3" fmla="*/ 0 h 51"/>
                  <a:gd name="T4" fmla="*/ 0 w 138"/>
                  <a:gd name="T5" fmla="*/ 0 h 51"/>
                  <a:gd name="T6" fmla="*/ 0 w 138"/>
                  <a:gd name="T7" fmla="*/ 0 h 51"/>
                  <a:gd name="T8" fmla="*/ 0 w 138"/>
                  <a:gd name="T9" fmla="*/ 0 h 51"/>
                  <a:gd name="T10" fmla="*/ 0 w 138"/>
                  <a:gd name="T11" fmla="*/ 0 h 51"/>
                  <a:gd name="T12" fmla="*/ 0 w 138"/>
                  <a:gd name="T13" fmla="*/ 0 h 51"/>
                  <a:gd name="T14" fmla="*/ 0 w 138"/>
                  <a:gd name="T15" fmla="*/ 0 h 51"/>
                  <a:gd name="T16" fmla="*/ 0 w 138"/>
                  <a:gd name="T17" fmla="*/ 0 h 51"/>
                  <a:gd name="T18" fmla="*/ 0 w 138"/>
                  <a:gd name="T19" fmla="*/ 0 h 51"/>
                  <a:gd name="T20" fmla="*/ 0 w 138"/>
                  <a:gd name="T21" fmla="*/ 0 h 51"/>
                  <a:gd name="T22" fmla="*/ 0 w 138"/>
                  <a:gd name="T23" fmla="*/ 0 h 51"/>
                  <a:gd name="T24" fmla="*/ 0 w 138"/>
                  <a:gd name="T25" fmla="*/ 0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8"/>
                  <a:gd name="T40" fmla="*/ 0 h 51"/>
                  <a:gd name="T41" fmla="*/ 138 w 138"/>
                  <a:gd name="T42" fmla="*/ 51 h 5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8" h="51">
                    <a:moveTo>
                      <a:pt x="15" y="0"/>
                    </a:moveTo>
                    <a:lnTo>
                      <a:pt x="126" y="0"/>
                    </a:lnTo>
                    <a:lnTo>
                      <a:pt x="134" y="3"/>
                    </a:lnTo>
                    <a:lnTo>
                      <a:pt x="138" y="10"/>
                    </a:lnTo>
                    <a:lnTo>
                      <a:pt x="138" y="41"/>
                    </a:lnTo>
                    <a:lnTo>
                      <a:pt x="134" y="47"/>
                    </a:lnTo>
                    <a:lnTo>
                      <a:pt x="126" y="51"/>
                    </a:lnTo>
                    <a:lnTo>
                      <a:pt x="15" y="51"/>
                    </a:lnTo>
                    <a:lnTo>
                      <a:pt x="4" y="47"/>
                    </a:lnTo>
                    <a:lnTo>
                      <a:pt x="0" y="41"/>
                    </a:lnTo>
                    <a:lnTo>
                      <a:pt x="0" y="10"/>
                    </a:lnTo>
                    <a:lnTo>
                      <a:pt x="4" y="3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8" name="Freeform 388">
                <a:extLst>
                  <a:ext uri="{FF2B5EF4-FFF2-40B4-BE49-F238E27FC236}">
                    <a16:creationId xmlns:a16="http://schemas.microsoft.com/office/drawing/2014/main" id="{DAFA5120-8D7F-1D13-4E45-AD82806555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309"/>
                <a:ext cx="27" cy="10"/>
              </a:xfrm>
              <a:custGeom>
                <a:avLst/>
                <a:gdLst>
                  <a:gd name="T0" fmla="*/ 0 w 137"/>
                  <a:gd name="T1" fmla="*/ 0 h 52"/>
                  <a:gd name="T2" fmla="*/ 0 w 137"/>
                  <a:gd name="T3" fmla="*/ 0 h 52"/>
                  <a:gd name="T4" fmla="*/ 0 w 137"/>
                  <a:gd name="T5" fmla="*/ 0 h 52"/>
                  <a:gd name="T6" fmla="*/ 0 w 137"/>
                  <a:gd name="T7" fmla="*/ 0 h 52"/>
                  <a:gd name="T8" fmla="*/ 0 w 137"/>
                  <a:gd name="T9" fmla="*/ 0 h 52"/>
                  <a:gd name="T10" fmla="*/ 0 w 137"/>
                  <a:gd name="T11" fmla="*/ 0 h 52"/>
                  <a:gd name="T12" fmla="*/ 0 w 137"/>
                  <a:gd name="T13" fmla="*/ 0 h 52"/>
                  <a:gd name="T14" fmla="*/ 0 w 137"/>
                  <a:gd name="T15" fmla="*/ 0 h 52"/>
                  <a:gd name="T16" fmla="*/ 0 w 137"/>
                  <a:gd name="T17" fmla="*/ 0 h 52"/>
                  <a:gd name="T18" fmla="*/ 0 w 137"/>
                  <a:gd name="T19" fmla="*/ 0 h 52"/>
                  <a:gd name="T20" fmla="*/ 0 w 137"/>
                  <a:gd name="T21" fmla="*/ 0 h 52"/>
                  <a:gd name="T22" fmla="*/ 0 w 137"/>
                  <a:gd name="T23" fmla="*/ 0 h 52"/>
                  <a:gd name="T24" fmla="*/ 0 w 137"/>
                  <a:gd name="T25" fmla="*/ 0 h 5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52"/>
                  <a:gd name="T41" fmla="*/ 137 w 137"/>
                  <a:gd name="T42" fmla="*/ 52 h 52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52">
                    <a:moveTo>
                      <a:pt x="13" y="0"/>
                    </a:moveTo>
                    <a:lnTo>
                      <a:pt x="124" y="0"/>
                    </a:lnTo>
                    <a:lnTo>
                      <a:pt x="132" y="4"/>
                    </a:lnTo>
                    <a:lnTo>
                      <a:pt x="137" y="11"/>
                    </a:lnTo>
                    <a:lnTo>
                      <a:pt x="137" y="41"/>
                    </a:lnTo>
                    <a:lnTo>
                      <a:pt x="132" y="48"/>
                    </a:lnTo>
                    <a:lnTo>
                      <a:pt x="124" y="52"/>
                    </a:lnTo>
                    <a:lnTo>
                      <a:pt x="13" y="52"/>
                    </a:lnTo>
                    <a:lnTo>
                      <a:pt x="4" y="48"/>
                    </a:lnTo>
                    <a:lnTo>
                      <a:pt x="0" y="41"/>
                    </a:lnTo>
                    <a:lnTo>
                      <a:pt x="0" y="11"/>
                    </a:lnTo>
                    <a:lnTo>
                      <a:pt x="4" y="4"/>
                    </a:lnTo>
                    <a:lnTo>
                      <a:pt x="13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39" name="Freeform 389">
                <a:extLst>
                  <a:ext uri="{FF2B5EF4-FFF2-40B4-BE49-F238E27FC236}">
                    <a16:creationId xmlns:a16="http://schemas.microsoft.com/office/drawing/2014/main" id="{F30B93F6-95A7-94BA-26F5-8B4BB8FC71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6" y="1406"/>
                <a:ext cx="27" cy="13"/>
              </a:xfrm>
              <a:custGeom>
                <a:avLst/>
                <a:gdLst>
                  <a:gd name="T0" fmla="*/ 0 w 137"/>
                  <a:gd name="T1" fmla="*/ 0 h 63"/>
                  <a:gd name="T2" fmla="*/ 0 w 137"/>
                  <a:gd name="T3" fmla="*/ 0 h 63"/>
                  <a:gd name="T4" fmla="*/ 0 w 137"/>
                  <a:gd name="T5" fmla="*/ 0 h 63"/>
                  <a:gd name="T6" fmla="*/ 0 w 137"/>
                  <a:gd name="T7" fmla="*/ 0 h 63"/>
                  <a:gd name="T8" fmla="*/ 0 w 137"/>
                  <a:gd name="T9" fmla="*/ 0 h 63"/>
                  <a:gd name="T10" fmla="*/ 0 w 137"/>
                  <a:gd name="T11" fmla="*/ 0 h 63"/>
                  <a:gd name="T12" fmla="*/ 0 w 137"/>
                  <a:gd name="T13" fmla="*/ 0 h 63"/>
                  <a:gd name="T14" fmla="*/ 0 w 137"/>
                  <a:gd name="T15" fmla="*/ 0 h 63"/>
                  <a:gd name="T16" fmla="*/ 0 w 137"/>
                  <a:gd name="T17" fmla="*/ 0 h 63"/>
                  <a:gd name="T18" fmla="*/ 0 w 137"/>
                  <a:gd name="T19" fmla="*/ 0 h 63"/>
                  <a:gd name="T20" fmla="*/ 0 w 137"/>
                  <a:gd name="T21" fmla="*/ 0 h 63"/>
                  <a:gd name="T22" fmla="*/ 0 w 137"/>
                  <a:gd name="T23" fmla="*/ 0 h 63"/>
                  <a:gd name="T24" fmla="*/ 0 w 137"/>
                  <a:gd name="T25" fmla="*/ 0 h 6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37"/>
                  <a:gd name="T40" fmla="*/ 0 h 63"/>
                  <a:gd name="T41" fmla="*/ 137 w 137"/>
                  <a:gd name="T42" fmla="*/ 63 h 6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37" h="63">
                    <a:moveTo>
                      <a:pt x="15" y="0"/>
                    </a:moveTo>
                    <a:lnTo>
                      <a:pt x="125" y="9"/>
                    </a:lnTo>
                    <a:lnTo>
                      <a:pt x="133" y="14"/>
                    </a:lnTo>
                    <a:lnTo>
                      <a:pt x="137" y="22"/>
                    </a:lnTo>
                    <a:lnTo>
                      <a:pt x="137" y="53"/>
                    </a:lnTo>
                    <a:lnTo>
                      <a:pt x="133" y="60"/>
                    </a:lnTo>
                    <a:lnTo>
                      <a:pt x="125" y="63"/>
                    </a:lnTo>
                    <a:lnTo>
                      <a:pt x="15" y="50"/>
                    </a:lnTo>
                    <a:lnTo>
                      <a:pt x="3" y="47"/>
                    </a:lnTo>
                    <a:lnTo>
                      <a:pt x="0" y="40"/>
                    </a:lnTo>
                    <a:lnTo>
                      <a:pt x="0" y="9"/>
                    </a:lnTo>
                    <a:lnTo>
                      <a:pt x="3" y="2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F2C2A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0" name="Freeform 390">
                <a:extLst>
                  <a:ext uri="{FF2B5EF4-FFF2-40B4-BE49-F238E27FC236}">
                    <a16:creationId xmlns:a16="http://schemas.microsoft.com/office/drawing/2014/main" id="{E14EBD44-570E-E881-57FD-8E20963F65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7" y="1471"/>
                <a:ext cx="102" cy="14"/>
              </a:xfrm>
              <a:custGeom>
                <a:avLst/>
                <a:gdLst>
                  <a:gd name="T0" fmla="*/ 0 w 507"/>
                  <a:gd name="T1" fmla="*/ 0 h 69"/>
                  <a:gd name="T2" fmla="*/ 0 w 507"/>
                  <a:gd name="T3" fmla="*/ 0 h 69"/>
                  <a:gd name="T4" fmla="*/ 0 w 507"/>
                  <a:gd name="T5" fmla="*/ 0 h 69"/>
                  <a:gd name="T6" fmla="*/ 0 w 507"/>
                  <a:gd name="T7" fmla="*/ 0 h 69"/>
                  <a:gd name="T8" fmla="*/ 0 w 507"/>
                  <a:gd name="T9" fmla="*/ 0 h 69"/>
                  <a:gd name="T10" fmla="*/ 0 w 507"/>
                  <a:gd name="T11" fmla="*/ 0 h 69"/>
                  <a:gd name="T12" fmla="*/ 0 w 507"/>
                  <a:gd name="T13" fmla="*/ 0 h 69"/>
                  <a:gd name="T14" fmla="*/ 0 w 507"/>
                  <a:gd name="T15" fmla="*/ 0 h 69"/>
                  <a:gd name="T16" fmla="*/ 0 w 507"/>
                  <a:gd name="T17" fmla="*/ 0 h 69"/>
                  <a:gd name="T18" fmla="*/ 0 w 507"/>
                  <a:gd name="T19" fmla="*/ 0 h 69"/>
                  <a:gd name="T20" fmla="*/ 0 w 507"/>
                  <a:gd name="T21" fmla="*/ 0 h 69"/>
                  <a:gd name="T22" fmla="*/ 0 w 507"/>
                  <a:gd name="T23" fmla="*/ 0 h 69"/>
                  <a:gd name="T24" fmla="*/ 0 w 507"/>
                  <a:gd name="T25" fmla="*/ 0 h 69"/>
                  <a:gd name="T26" fmla="*/ 0 w 507"/>
                  <a:gd name="T27" fmla="*/ 0 h 69"/>
                  <a:gd name="T28" fmla="*/ 0 w 507"/>
                  <a:gd name="T29" fmla="*/ 0 h 69"/>
                  <a:gd name="T30" fmla="*/ 0 w 507"/>
                  <a:gd name="T31" fmla="*/ 0 h 69"/>
                  <a:gd name="T32" fmla="*/ 0 w 507"/>
                  <a:gd name="T33" fmla="*/ 0 h 69"/>
                  <a:gd name="T34" fmla="*/ 0 w 507"/>
                  <a:gd name="T35" fmla="*/ 0 h 69"/>
                  <a:gd name="T36" fmla="*/ 0 w 507"/>
                  <a:gd name="T37" fmla="*/ 0 h 69"/>
                  <a:gd name="T38" fmla="*/ 0 w 507"/>
                  <a:gd name="T39" fmla="*/ 0 h 69"/>
                  <a:gd name="T40" fmla="*/ 0 w 507"/>
                  <a:gd name="T41" fmla="*/ 0 h 69"/>
                  <a:gd name="T42" fmla="*/ 0 w 507"/>
                  <a:gd name="T43" fmla="*/ 0 h 69"/>
                  <a:gd name="T44" fmla="*/ 0 w 507"/>
                  <a:gd name="T45" fmla="*/ 0 h 69"/>
                  <a:gd name="T46" fmla="*/ 0 w 507"/>
                  <a:gd name="T47" fmla="*/ 0 h 69"/>
                  <a:gd name="T48" fmla="*/ 0 w 507"/>
                  <a:gd name="T49" fmla="*/ 0 h 69"/>
                  <a:gd name="T50" fmla="*/ 0 w 507"/>
                  <a:gd name="T51" fmla="*/ 0 h 69"/>
                  <a:gd name="T52" fmla="*/ 0 w 507"/>
                  <a:gd name="T53" fmla="*/ 0 h 69"/>
                  <a:gd name="T54" fmla="*/ 0 w 507"/>
                  <a:gd name="T55" fmla="*/ 0 h 69"/>
                  <a:gd name="T56" fmla="*/ 0 w 507"/>
                  <a:gd name="T57" fmla="*/ 0 h 69"/>
                  <a:gd name="T58" fmla="*/ 0 w 507"/>
                  <a:gd name="T59" fmla="*/ 0 h 69"/>
                  <a:gd name="T60" fmla="*/ 0 w 507"/>
                  <a:gd name="T61" fmla="*/ 0 h 69"/>
                  <a:gd name="T62" fmla="*/ 0 w 507"/>
                  <a:gd name="T63" fmla="*/ 0 h 69"/>
                  <a:gd name="T64" fmla="*/ 0 w 507"/>
                  <a:gd name="T65" fmla="*/ 0 h 6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507"/>
                  <a:gd name="T100" fmla="*/ 0 h 69"/>
                  <a:gd name="T101" fmla="*/ 507 w 507"/>
                  <a:gd name="T102" fmla="*/ 69 h 69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507" h="69">
                    <a:moveTo>
                      <a:pt x="254" y="0"/>
                    </a:moveTo>
                    <a:lnTo>
                      <a:pt x="303" y="0"/>
                    </a:lnTo>
                    <a:lnTo>
                      <a:pt x="352" y="2"/>
                    </a:lnTo>
                    <a:lnTo>
                      <a:pt x="394" y="5"/>
                    </a:lnTo>
                    <a:lnTo>
                      <a:pt x="432" y="10"/>
                    </a:lnTo>
                    <a:lnTo>
                      <a:pt x="462" y="13"/>
                    </a:lnTo>
                    <a:lnTo>
                      <a:pt x="486" y="21"/>
                    </a:lnTo>
                    <a:lnTo>
                      <a:pt x="500" y="28"/>
                    </a:lnTo>
                    <a:lnTo>
                      <a:pt x="507" y="36"/>
                    </a:lnTo>
                    <a:lnTo>
                      <a:pt x="500" y="42"/>
                    </a:lnTo>
                    <a:lnTo>
                      <a:pt x="486" y="48"/>
                    </a:lnTo>
                    <a:lnTo>
                      <a:pt x="462" y="53"/>
                    </a:lnTo>
                    <a:lnTo>
                      <a:pt x="432" y="59"/>
                    </a:lnTo>
                    <a:lnTo>
                      <a:pt x="394" y="62"/>
                    </a:lnTo>
                    <a:lnTo>
                      <a:pt x="352" y="65"/>
                    </a:lnTo>
                    <a:lnTo>
                      <a:pt x="303" y="68"/>
                    </a:lnTo>
                    <a:lnTo>
                      <a:pt x="254" y="69"/>
                    </a:lnTo>
                    <a:lnTo>
                      <a:pt x="202" y="68"/>
                    </a:lnTo>
                    <a:lnTo>
                      <a:pt x="154" y="65"/>
                    </a:lnTo>
                    <a:lnTo>
                      <a:pt x="109" y="62"/>
                    </a:lnTo>
                    <a:lnTo>
                      <a:pt x="73" y="59"/>
                    </a:lnTo>
                    <a:lnTo>
                      <a:pt x="41" y="53"/>
                    </a:lnTo>
                    <a:lnTo>
                      <a:pt x="19" y="48"/>
                    </a:lnTo>
                    <a:lnTo>
                      <a:pt x="4" y="42"/>
                    </a:lnTo>
                    <a:lnTo>
                      <a:pt x="0" y="36"/>
                    </a:lnTo>
                    <a:lnTo>
                      <a:pt x="4" y="28"/>
                    </a:lnTo>
                    <a:lnTo>
                      <a:pt x="19" y="21"/>
                    </a:lnTo>
                    <a:lnTo>
                      <a:pt x="41" y="13"/>
                    </a:lnTo>
                    <a:lnTo>
                      <a:pt x="73" y="10"/>
                    </a:lnTo>
                    <a:lnTo>
                      <a:pt x="109" y="5"/>
                    </a:lnTo>
                    <a:lnTo>
                      <a:pt x="154" y="2"/>
                    </a:lnTo>
                    <a:lnTo>
                      <a:pt x="202" y="0"/>
                    </a:lnTo>
                    <a:lnTo>
                      <a:pt x="254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1" name="Freeform 391">
                <a:extLst>
                  <a:ext uri="{FF2B5EF4-FFF2-40B4-BE49-F238E27FC236}">
                    <a16:creationId xmlns:a16="http://schemas.microsoft.com/office/drawing/2014/main" id="{310E6A02-03C0-40B8-1A68-C88DEE2D85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9" y="1474"/>
                <a:ext cx="92" cy="13"/>
              </a:xfrm>
              <a:custGeom>
                <a:avLst/>
                <a:gdLst>
                  <a:gd name="T0" fmla="*/ 0 w 461"/>
                  <a:gd name="T1" fmla="*/ 0 h 63"/>
                  <a:gd name="T2" fmla="*/ 0 w 461"/>
                  <a:gd name="T3" fmla="*/ 0 h 63"/>
                  <a:gd name="T4" fmla="*/ 0 w 461"/>
                  <a:gd name="T5" fmla="*/ 0 h 63"/>
                  <a:gd name="T6" fmla="*/ 0 w 461"/>
                  <a:gd name="T7" fmla="*/ 0 h 63"/>
                  <a:gd name="T8" fmla="*/ 0 w 461"/>
                  <a:gd name="T9" fmla="*/ 0 h 63"/>
                  <a:gd name="T10" fmla="*/ 0 w 461"/>
                  <a:gd name="T11" fmla="*/ 0 h 63"/>
                  <a:gd name="T12" fmla="*/ 0 w 461"/>
                  <a:gd name="T13" fmla="*/ 0 h 63"/>
                  <a:gd name="T14" fmla="*/ 0 w 461"/>
                  <a:gd name="T15" fmla="*/ 0 h 63"/>
                  <a:gd name="T16" fmla="*/ 0 w 461"/>
                  <a:gd name="T17" fmla="*/ 0 h 63"/>
                  <a:gd name="T18" fmla="*/ 0 w 461"/>
                  <a:gd name="T19" fmla="*/ 0 h 63"/>
                  <a:gd name="T20" fmla="*/ 0 w 461"/>
                  <a:gd name="T21" fmla="*/ 0 h 63"/>
                  <a:gd name="T22" fmla="*/ 0 w 461"/>
                  <a:gd name="T23" fmla="*/ 0 h 63"/>
                  <a:gd name="T24" fmla="*/ 0 w 461"/>
                  <a:gd name="T25" fmla="*/ 0 h 63"/>
                  <a:gd name="T26" fmla="*/ 0 w 461"/>
                  <a:gd name="T27" fmla="*/ 0 h 63"/>
                  <a:gd name="T28" fmla="*/ 0 w 461"/>
                  <a:gd name="T29" fmla="*/ 0 h 63"/>
                  <a:gd name="T30" fmla="*/ 0 w 461"/>
                  <a:gd name="T31" fmla="*/ 0 h 63"/>
                  <a:gd name="T32" fmla="*/ 0 w 461"/>
                  <a:gd name="T33" fmla="*/ 0 h 63"/>
                  <a:gd name="T34" fmla="*/ 0 w 461"/>
                  <a:gd name="T35" fmla="*/ 0 h 63"/>
                  <a:gd name="T36" fmla="*/ 0 w 461"/>
                  <a:gd name="T37" fmla="*/ 0 h 63"/>
                  <a:gd name="T38" fmla="*/ 0 w 461"/>
                  <a:gd name="T39" fmla="*/ 0 h 63"/>
                  <a:gd name="T40" fmla="*/ 0 w 461"/>
                  <a:gd name="T41" fmla="*/ 0 h 63"/>
                  <a:gd name="T42" fmla="*/ 0 w 461"/>
                  <a:gd name="T43" fmla="*/ 0 h 63"/>
                  <a:gd name="T44" fmla="*/ 0 w 461"/>
                  <a:gd name="T45" fmla="*/ 0 h 63"/>
                  <a:gd name="T46" fmla="*/ 0 w 461"/>
                  <a:gd name="T47" fmla="*/ 0 h 63"/>
                  <a:gd name="T48" fmla="*/ 0 w 461"/>
                  <a:gd name="T49" fmla="*/ 0 h 63"/>
                  <a:gd name="T50" fmla="*/ 0 w 461"/>
                  <a:gd name="T51" fmla="*/ 0 h 63"/>
                  <a:gd name="T52" fmla="*/ 0 w 461"/>
                  <a:gd name="T53" fmla="*/ 0 h 63"/>
                  <a:gd name="T54" fmla="*/ 0 w 461"/>
                  <a:gd name="T55" fmla="*/ 0 h 63"/>
                  <a:gd name="T56" fmla="*/ 0 w 461"/>
                  <a:gd name="T57" fmla="*/ 0 h 63"/>
                  <a:gd name="T58" fmla="*/ 0 w 461"/>
                  <a:gd name="T59" fmla="*/ 0 h 63"/>
                  <a:gd name="T60" fmla="*/ 0 w 461"/>
                  <a:gd name="T61" fmla="*/ 0 h 63"/>
                  <a:gd name="T62" fmla="*/ 0 w 461"/>
                  <a:gd name="T63" fmla="*/ 0 h 63"/>
                  <a:gd name="T64" fmla="*/ 0 w 461"/>
                  <a:gd name="T65" fmla="*/ 0 h 6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61"/>
                  <a:gd name="T100" fmla="*/ 0 h 63"/>
                  <a:gd name="T101" fmla="*/ 461 w 461"/>
                  <a:gd name="T102" fmla="*/ 63 h 6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61" h="63">
                    <a:moveTo>
                      <a:pt x="230" y="0"/>
                    </a:moveTo>
                    <a:lnTo>
                      <a:pt x="275" y="0"/>
                    </a:lnTo>
                    <a:lnTo>
                      <a:pt x="318" y="2"/>
                    </a:lnTo>
                    <a:lnTo>
                      <a:pt x="358" y="5"/>
                    </a:lnTo>
                    <a:lnTo>
                      <a:pt x="392" y="8"/>
                    </a:lnTo>
                    <a:lnTo>
                      <a:pt x="420" y="12"/>
                    </a:lnTo>
                    <a:lnTo>
                      <a:pt x="442" y="18"/>
                    </a:lnTo>
                    <a:lnTo>
                      <a:pt x="454" y="25"/>
                    </a:lnTo>
                    <a:lnTo>
                      <a:pt x="461" y="32"/>
                    </a:lnTo>
                    <a:lnTo>
                      <a:pt x="454" y="37"/>
                    </a:lnTo>
                    <a:lnTo>
                      <a:pt x="442" y="43"/>
                    </a:lnTo>
                    <a:lnTo>
                      <a:pt x="420" y="48"/>
                    </a:lnTo>
                    <a:lnTo>
                      <a:pt x="392" y="53"/>
                    </a:lnTo>
                    <a:lnTo>
                      <a:pt x="358" y="56"/>
                    </a:lnTo>
                    <a:lnTo>
                      <a:pt x="318" y="59"/>
                    </a:lnTo>
                    <a:lnTo>
                      <a:pt x="275" y="62"/>
                    </a:lnTo>
                    <a:lnTo>
                      <a:pt x="230" y="63"/>
                    </a:lnTo>
                    <a:lnTo>
                      <a:pt x="183" y="62"/>
                    </a:lnTo>
                    <a:lnTo>
                      <a:pt x="140" y="59"/>
                    </a:lnTo>
                    <a:lnTo>
                      <a:pt x="100" y="56"/>
                    </a:lnTo>
                    <a:lnTo>
                      <a:pt x="67" y="53"/>
                    </a:lnTo>
                    <a:lnTo>
                      <a:pt x="38" y="48"/>
                    </a:lnTo>
                    <a:lnTo>
                      <a:pt x="17" y="43"/>
                    </a:lnTo>
                    <a:lnTo>
                      <a:pt x="3" y="37"/>
                    </a:lnTo>
                    <a:lnTo>
                      <a:pt x="0" y="32"/>
                    </a:lnTo>
                    <a:lnTo>
                      <a:pt x="3" y="25"/>
                    </a:lnTo>
                    <a:lnTo>
                      <a:pt x="17" y="18"/>
                    </a:lnTo>
                    <a:lnTo>
                      <a:pt x="38" y="12"/>
                    </a:lnTo>
                    <a:lnTo>
                      <a:pt x="67" y="8"/>
                    </a:lnTo>
                    <a:lnTo>
                      <a:pt x="100" y="5"/>
                    </a:lnTo>
                    <a:lnTo>
                      <a:pt x="140" y="2"/>
                    </a:lnTo>
                    <a:lnTo>
                      <a:pt x="183" y="0"/>
                    </a:lnTo>
                    <a:lnTo>
                      <a:pt x="230" y="0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2" name="Freeform 392">
                <a:extLst>
                  <a:ext uri="{FF2B5EF4-FFF2-40B4-BE49-F238E27FC236}">
                    <a16:creationId xmlns:a16="http://schemas.microsoft.com/office/drawing/2014/main" id="{58B0CCAE-F76F-2FC9-C8B3-FEB8843835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" y="1479"/>
                <a:ext cx="90" cy="13"/>
              </a:xfrm>
              <a:custGeom>
                <a:avLst/>
                <a:gdLst>
                  <a:gd name="T0" fmla="*/ 0 w 449"/>
                  <a:gd name="T1" fmla="*/ 0 h 64"/>
                  <a:gd name="T2" fmla="*/ 0 w 449"/>
                  <a:gd name="T3" fmla="*/ 0 h 64"/>
                  <a:gd name="T4" fmla="*/ 0 w 449"/>
                  <a:gd name="T5" fmla="*/ 0 h 64"/>
                  <a:gd name="T6" fmla="*/ 0 w 449"/>
                  <a:gd name="T7" fmla="*/ 0 h 64"/>
                  <a:gd name="T8" fmla="*/ 0 w 449"/>
                  <a:gd name="T9" fmla="*/ 0 h 64"/>
                  <a:gd name="T10" fmla="*/ 0 w 449"/>
                  <a:gd name="T11" fmla="*/ 0 h 64"/>
                  <a:gd name="T12" fmla="*/ 0 w 449"/>
                  <a:gd name="T13" fmla="*/ 0 h 64"/>
                  <a:gd name="T14" fmla="*/ 0 w 449"/>
                  <a:gd name="T15" fmla="*/ 0 h 64"/>
                  <a:gd name="T16" fmla="*/ 0 w 449"/>
                  <a:gd name="T17" fmla="*/ 0 h 64"/>
                  <a:gd name="T18" fmla="*/ 0 w 449"/>
                  <a:gd name="T19" fmla="*/ 0 h 64"/>
                  <a:gd name="T20" fmla="*/ 0 w 449"/>
                  <a:gd name="T21" fmla="*/ 0 h 64"/>
                  <a:gd name="T22" fmla="*/ 0 w 449"/>
                  <a:gd name="T23" fmla="*/ 0 h 64"/>
                  <a:gd name="T24" fmla="*/ 0 w 449"/>
                  <a:gd name="T25" fmla="*/ 0 h 64"/>
                  <a:gd name="T26" fmla="*/ 0 w 449"/>
                  <a:gd name="T27" fmla="*/ 0 h 64"/>
                  <a:gd name="T28" fmla="*/ 0 w 449"/>
                  <a:gd name="T29" fmla="*/ 0 h 64"/>
                  <a:gd name="T30" fmla="*/ 0 w 449"/>
                  <a:gd name="T31" fmla="*/ 0 h 64"/>
                  <a:gd name="T32" fmla="*/ 0 w 449"/>
                  <a:gd name="T33" fmla="*/ 0 h 64"/>
                  <a:gd name="T34" fmla="*/ 0 w 449"/>
                  <a:gd name="T35" fmla="*/ 0 h 64"/>
                  <a:gd name="T36" fmla="*/ 0 w 449"/>
                  <a:gd name="T37" fmla="*/ 0 h 64"/>
                  <a:gd name="T38" fmla="*/ 0 w 449"/>
                  <a:gd name="T39" fmla="*/ 0 h 64"/>
                  <a:gd name="T40" fmla="*/ 0 w 449"/>
                  <a:gd name="T41" fmla="*/ 0 h 64"/>
                  <a:gd name="T42" fmla="*/ 0 w 449"/>
                  <a:gd name="T43" fmla="*/ 0 h 64"/>
                  <a:gd name="T44" fmla="*/ 0 w 449"/>
                  <a:gd name="T45" fmla="*/ 0 h 64"/>
                  <a:gd name="T46" fmla="*/ 0 w 449"/>
                  <a:gd name="T47" fmla="*/ 0 h 64"/>
                  <a:gd name="T48" fmla="*/ 0 w 449"/>
                  <a:gd name="T49" fmla="*/ 0 h 64"/>
                  <a:gd name="T50" fmla="*/ 0 w 449"/>
                  <a:gd name="T51" fmla="*/ 0 h 64"/>
                  <a:gd name="T52" fmla="*/ 0 w 449"/>
                  <a:gd name="T53" fmla="*/ 0 h 64"/>
                  <a:gd name="T54" fmla="*/ 0 w 449"/>
                  <a:gd name="T55" fmla="*/ 0 h 64"/>
                  <a:gd name="T56" fmla="*/ 0 w 449"/>
                  <a:gd name="T57" fmla="*/ 0 h 64"/>
                  <a:gd name="T58" fmla="*/ 0 w 449"/>
                  <a:gd name="T59" fmla="*/ 0 h 64"/>
                  <a:gd name="T60" fmla="*/ 0 w 449"/>
                  <a:gd name="T61" fmla="*/ 0 h 64"/>
                  <a:gd name="T62" fmla="*/ 0 w 449"/>
                  <a:gd name="T63" fmla="*/ 0 h 64"/>
                  <a:gd name="T64" fmla="*/ 0 w 449"/>
                  <a:gd name="T65" fmla="*/ 0 h 64"/>
                  <a:gd name="T66" fmla="*/ 0 w 449"/>
                  <a:gd name="T67" fmla="*/ 0 h 64"/>
                  <a:gd name="T68" fmla="*/ 0 w 449"/>
                  <a:gd name="T69" fmla="*/ 0 h 64"/>
                  <a:gd name="T70" fmla="*/ 0 w 449"/>
                  <a:gd name="T71" fmla="*/ 0 h 64"/>
                  <a:gd name="T72" fmla="*/ 0 w 449"/>
                  <a:gd name="T73" fmla="*/ 0 h 64"/>
                  <a:gd name="T74" fmla="*/ 0 w 449"/>
                  <a:gd name="T75" fmla="*/ 0 h 64"/>
                  <a:gd name="T76" fmla="*/ 0 w 449"/>
                  <a:gd name="T77" fmla="*/ 0 h 64"/>
                  <a:gd name="T78" fmla="*/ 0 w 449"/>
                  <a:gd name="T79" fmla="*/ 0 h 64"/>
                  <a:gd name="T80" fmla="*/ 0 w 449"/>
                  <a:gd name="T81" fmla="*/ 0 h 64"/>
                  <a:gd name="T82" fmla="*/ 0 w 449"/>
                  <a:gd name="T83" fmla="*/ 0 h 64"/>
                  <a:gd name="T84" fmla="*/ 0 w 449"/>
                  <a:gd name="T85" fmla="*/ 0 h 64"/>
                  <a:gd name="T86" fmla="*/ 0 w 449"/>
                  <a:gd name="T87" fmla="*/ 0 h 64"/>
                  <a:gd name="T88" fmla="*/ 0 w 449"/>
                  <a:gd name="T89" fmla="*/ 0 h 64"/>
                  <a:gd name="T90" fmla="*/ 0 w 449"/>
                  <a:gd name="T91" fmla="*/ 0 h 64"/>
                  <a:gd name="T92" fmla="*/ 0 w 449"/>
                  <a:gd name="T93" fmla="*/ 0 h 64"/>
                  <a:gd name="T94" fmla="*/ 0 w 449"/>
                  <a:gd name="T95" fmla="*/ 0 h 64"/>
                  <a:gd name="T96" fmla="*/ 0 w 449"/>
                  <a:gd name="T97" fmla="*/ 0 h 64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49"/>
                  <a:gd name="T148" fmla="*/ 0 h 64"/>
                  <a:gd name="T149" fmla="*/ 449 w 449"/>
                  <a:gd name="T150" fmla="*/ 64 h 64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49" h="64">
                    <a:moveTo>
                      <a:pt x="229" y="0"/>
                    </a:moveTo>
                    <a:lnTo>
                      <a:pt x="270" y="0"/>
                    </a:lnTo>
                    <a:lnTo>
                      <a:pt x="308" y="2"/>
                    </a:lnTo>
                    <a:lnTo>
                      <a:pt x="342" y="6"/>
                    </a:lnTo>
                    <a:lnTo>
                      <a:pt x="373" y="12"/>
                    </a:lnTo>
                    <a:lnTo>
                      <a:pt x="396" y="16"/>
                    </a:lnTo>
                    <a:lnTo>
                      <a:pt x="417" y="21"/>
                    </a:lnTo>
                    <a:lnTo>
                      <a:pt x="432" y="24"/>
                    </a:lnTo>
                    <a:lnTo>
                      <a:pt x="445" y="28"/>
                    </a:lnTo>
                    <a:lnTo>
                      <a:pt x="448" y="31"/>
                    </a:lnTo>
                    <a:lnTo>
                      <a:pt x="449" y="36"/>
                    </a:lnTo>
                    <a:lnTo>
                      <a:pt x="445" y="40"/>
                    </a:lnTo>
                    <a:lnTo>
                      <a:pt x="436" y="47"/>
                    </a:lnTo>
                    <a:lnTo>
                      <a:pt x="423" y="52"/>
                    </a:lnTo>
                    <a:lnTo>
                      <a:pt x="407" y="57"/>
                    </a:lnTo>
                    <a:lnTo>
                      <a:pt x="389" y="60"/>
                    </a:lnTo>
                    <a:lnTo>
                      <a:pt x="369" y="64"/>
                    </a:lnTo>
                    <a:lnTo>
                      <a:pt x="354" y="64"/>
                    </a:lnTo>
                    <a:lnTo>
                      <a:pt x="340" y="64"/>
                    </a:lnTo>
                    <a:lnTo>
                      <a:pt x="326" y="63"/>
                    </a:lnTo>
                    <a:lnTo>
                      <a:pt x="312" y="62"/>
                    </a:lnTo>
                    <a:lnTo>
                      <a:pt x="295" y="59"/>
                    </a:lnTo>
                    <a:lnTo>
                      <a:pt x="276" y="58"/>
                    </a:lnTo>
                    <a:lnTo>
                      <a:pt x="254" y="57"/>
                    </a:lnTo>
                    <a:lnTo>
                      <a:pt x="229" y="57"/>
                    </a:lnTo>
                    <a:lnTo>
                      <a:pt x="203" y="55"/>
                    </a:lnTo>
                    <a:lnTo>
                      <a:pt x="179" y="55"/>
                    </a:lnTo>
                    <a:lnTo>
                      <a:pt x="156" y="54"/>
                    </a:lnTo>
                    <a:lnTo>
                      <a:pt x="136" y="54"/>
                    </a:lnTo>
                    <a:lnTo>
                      <a:pt x="115" y="53"/>
                    </a:lnTo>
                    <a:lnTo>
                      <a:pt x="98" y="53"/>
                    </a:lnTo>
                    <a:lnTo>
                      <a:pt x="80" y="53"/>
                    </a:lnTo>
                    <a:lnTo>
                      <a:pt x="65" y="57"/>
                    </a:lnTo>
                    <a:lnTo>
                      <a:pt x="47" y="58"/>
                    </a:lnTo>
                    <a:lnTo>
                      <a:pt x="31" y="58"/>
                    </a:lnTo>
                    <a:lnTo>
                      <a:pt x="17" y="55"/>
                    </a:lnTo>
                    <a:lnTo>
                      <a:pt x="8" y="52"/>
                    </a:lnTo>
                    <a:lnTo>
                      <a:pt x="1" y="45"/>
                    </a:lnTo>
                    <a:lnTo>
                      <a:pt x="0" y="39"/>
                    </a:lnTo>
                    <a:lnTo>
                      <a:pt x="2" y="32"/>
                    </a:lnTo>
                    <a:lnTo>
                      <a:pt x="11" y="24"/>
                    </a:lnTo>
                    <a:lnTo>
                      <a:pt x="22" y="16"/>
                    </a:lnTo>
                    <a:lnTo>
                      <a:pt x="39" y="11"/>
                    </a:lnTo>
                    <a:lnTo>
                      <a:pt x="59" y="6"/>
                    </a:lnTo>
                    <a:lnTo>
                      <a:pt x="84" y="3"/>
                    </a:lnTo>
                    <a:lnTo>
                      <a:pt x="112" y="0"/>
                    </a:lnTo>
                    <a:lnTo>
                      <a:pt x="147" y="0"/>
                    </a:lnTo>
                    <a:lnTo>
                      <a:pt x="184" y="0"/>
                    </a:lnTo>
                    <a:lnTo>
                      <a:pt x="229" y="0"/>
                    </a:lnTo>
                    <a:close/>
                  </a:path>
                </a:pathLst>
              </a:custGeom>
              <a:solidFill>
                <a:srgbClr val="B8696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3" name="Freeform 393">
                <a:extLst>
                  <a:ext uri="{FF2B5EF4-FFF2-40B4-BE49-F238E27FC236}">
                    <a16:creationId xmlns:a16="http://schemas.microsoft.com/office/drawing/2014/main" id="{DD96BB74-95FA-9F07-1167-3773480EED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" y="1487"/>
                <a:ext cx="70" cy="10"/>
              </a:xfrm>
              <a:custGeom>
                <a:avLst/>
                <a:gdLst>
                  <a:gd name="T0" fmla="*/ 0 w 348"/>
                  <a:gd name="T1" fmla="*/ 0 h 53"/>
                  <a:gd name="T2" fmla="*/ 0 w 348"/>
                  <a:gd name="T3" fmla="*/ 0 h 53"/>
                  <a:gd name="T4" fmla="*/ 0 w 348"/>
                  <a:gd name="T5" fmla="*/ 0 h 53"/>
                  <a:gd name="T6" fmla="*/ 0 w 348"/>
                  <a:gd name="T7" fmla="*/ 0 h 53"/>
                  <a:gd name="T8" fmla="*/ 0 w 348"/>
                  <a:gd name="T9" fmla="*/ 0 h 53"/>
                  <a:gd name="T10" fmla="*/ 0 w 348"/>
                  <a:gd name="T11" fmla="*/ 0 h 53"/>
                  <a:gd name="T12" fmla="*/ 0 w 348"/>
                  <a:gd name="T13" fmla="*/ 0 h 53"/>
                  <a:gd name="T14" fmla="*/ 0 w 348"/>
                  <a:gd name="T15" fmla="*/ 0 h 53"/>
                  <a:gd name="T16" fmla="*/ 0 w 348"/>
                  <a:gd name="T17" fmla="*/ 0 h 53"/>
                  <a:gd name="T18" fmla="*/ 0 w 348"/>
                  <a:gd name="T19" fmla="*/ 0 h 53"/>
                  <a:gd name="T20" fmla="*/ 0 w 348"/>
                  <a:gd name="T21" fmla="*/ 0 h 53"/>
                  <a:gd name="T22" fmla="*/ 0 w 348"/>
                  <a:gd name="T23" fmla="*/ 0 h 53"/>
                  <a:gd name="T24" fmla="*/ 0 w 348"/>
                  <a:gd name="T25" fmla="*/ 0 h 53"/>
                  <a:gd name="T26" fmla="*/ 0 w 348"/>
                  <a:gd name="T27" fmla="*/ 0 h 53"/>
                  <a:gd name="T28" fmla="*/ 0 w 348"/>
                  <a:gd name="T29" fmla="*/ 0 h 53"/>
                  <a:gd name="T30" fmla="*/ 0 w 348"/>
                  <a:gd name="T31" fmla="*/ 0 h 53"/>
                  <a:gd name="T32" fmla="*/ 0 w 348"/>
                  <a:gd name="T33" fmla="*/ 0 h 53"/>
                  <a:gd name="T34" fmla="*/ 0 w 348"/>
                  <a:gd name="T35" fmla="*/ 0 h 53"/>
                  <a:gd name="T36" fmla="*/ 0 w 348"/>
                  <a:gd name="T37" fmla="*/ 0 h 53"/>
                  <a:gd name="T38" fmla="*/ 0 w 348"/>
                  <a:gd name="T39" fmla="*/ 0 h 53"/>
                  <a:gd name="T40" fmla="*/ 0 w 348"/>
                  <a:gd name="T41" fmla="*/ 0 h 53"/>
                  <a:gd name="T42" fmla="*/ 0 w 348"/>
                  <a:gd name="T43" fmla="*/ 0 h 53"/>
                  <a:gd name="T44" fmla="*/ 0 w 348"/>
                  <a:gd name="T45" fmla="*/ 0 h 53"/>
                  <a:gd name="T46" fmla="*/ 0 w 348"/>
                  <a:gd name="T47" fmla="*/ 0 h 53"/>
                  <a:gd name="T48" fmla="*/ 0 w 348"/>
                  <a:gd name="T49" fmla="*/ 0 h 53"/>
                  <a:gd name="T50" fmla="*/ 0 w 348"/>
                  <a:gd name="T51" fmla="*/ 0 h 53"/>
                  <a:gd name="T52" fmla="*/ 0 w 348"/>
                  <a:gd name="T53" fmla="*/ 0 h 53"/>
                  <a:gd name="T54" fmla="*/ 0 w 348"/>
                  <a:gd name="T55" fmla="*/ 0 h 53"/>
                  <a:gd name="T56" fmla="*/ 0 w 348"/>
                  <a:gd name="T57" fmla="*/ 0 h 53"/>
                  <a:gd name="T58" fmla="*/ 0 w 348"/>
                  <a:gd name="T59" fmla="*/ 0 h 53"/>
                  <a:gd name="T60" fmla="*/ 0 w 348"/>
                  <a:gd name="T61" fmla="*/ 0 h 53"/>
                  <a:gd name="T62" fmla="*/ 0 w 348"/>
                  <a:gd name="T63" fmla="*/ 0 h 53"/>
                  <a:gd name="T64" fmla="*/ 0 w 348"/>
                  <a:gd name="T65" fmla="*/ 0 h 53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348"/>
                  <a:gd name="T100" fmla="*/ 0 h 53"/>
                  <a:gd name="T101" fmla="*/ 348 w 348"/>
                  <a:gd name="T102" fmla="*/ 53 h 53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348" h="53">
                    <a:moveTo>
                      <a:pt x="175" y="0"/>
                    </a:moveTo>
                    <a:lnTo>
                      <a:pt x="209" y="0"/>
                    </a:lnTo>
                    <a:lnTo>
                      <a:pt x="242" y="1"/>
                    </a:lnTo>
                    <a:lnTo>
                      <a:pt x="271" y="4"/>
                    </a:lnTo>
                    <a:lnTo>
                      <a:pt x="297" y="7"/>
                    </a:lnTo>
                    <a:lnTo>
                      <a:pt x="317" y="11"/>
                    </a:lnTo>
                    <a:lnTo>
                      <a:pt x="333" y="15"/>
                    </a:lnTo>
                    <a:lnTo>
                      <a:pt x="345" y="20"/>
                    </a:lnTo>
                    <a:lnTo>
                      <a:pt x="348" y="26"/>
                    </a:lnTo>
                    <a:lnTo>
                      <a:pt x="345" y="31"/>
                    </a:lnTo>
                    <a:lnTo>
                      <a:pt x="333" y="36"/>
                    </a:lnTo>
                    <a:lnTo>
                      <a:pt x="317" y="40"/>
                    </a:lnTo>
                    <a:lnTo>
                      <a:pt x="297" y="45"/>
                    </a:lnTo>
                    <a:lnTo>
                      <a:pt x="271" y="47"/>
                    </a:lnTo>
                    <a:lnTo>
                      <a:pt x="242" y="51"/>
                    </a:lnTo>
                    <a:lnTo>
                      <a:pt x="209" y="52"/>
                    </a:lnTo>
                    <a:lnTo>
                      <a:pt x="175" y="53"/>
                    </a:lnTo>
                    <a:lnTo>
                      <a:pt x="138" y="52"/>
                    </a:lnTo>
                    <a:lnTo>
                      <a:pt x="105" y="51"/>
                    </a:lnTo>
                    <a:lnTo>
                      <a:pt x="76" y="47"/>
                    </a:lnTo>
                    <a:lnTo>
                      <a:pt x="51" y="45"/>
                    </a:lnTo>
                    <a:lnTo>
                      <a:pt x="29" y="40"/>
                    </a:lnTo>
                    <a:lnTo>
                      <a:pt x="12" y="36"/>
                    </a:lnTo>
                    <a:lnTo>
                      <a:pt x="3" y="31"/>
                    </a:lnTo>
                    <a:lnTo>
                      <a:pt x="0" y="26"/>
                    </a:lnTo>
                    <a:lnTo>
                      <a:pt x="3" y="20"/>
                    </a:lnTo>
                    <a:lnTo>
                      <a:pt x="12" y="15"/>
                    </a:lnTo>
                    <a:lnTo>
                      <a:pt x="29" y="11"/>
                    </a:lnTo>
                    <a:lnTo>
                      <a:pt x="51" y="7"/>
                    </a:lnTo>
                    <a:lnTo>
                      <a:pt x="76" y="4"/>
                    </a:lnTo>
                    <a:lnTo>
                      <a:pt x="105" y="1"/>
                    </a:lnTo>
                    <a:lnTo>
                      <a:pt x="138" y="0"/>
                    </a:lnTo>
                    <a:lnTo>
                      <a:pt x="175" y="0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4" name="Freeform 394">
                <a:extLst>
                  <a:ext uri="{FF2B5EF4-FFF2-40B4-BE49-F238E27FC236}">
                    <a16:creationId xmlns:a16="http://schemas.microsoft.com/office/drawing/2014/main" id="{C4AD778C-EC18-F3C4-B468-5294EC1E8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2" y="1492"/>
                <a:ext cx="50" cy="7"/>
              </a:xfrm>
              <a:custGeom>
                <a:avLst/>
                <a:gdLst>
                  <a:gd name="T0" fmla="*/ 0 w 251"/>
                  <a:gd name="T1" fmla="*/ 0 h 37"/>
                  <a:gd name="T2" fmla="*/ 0 w 251"/>
                  <a:gd name="T3" fmla="*/ 0 h 37"/>
                  <a:gd name="T4" fmla="*/ 0 w 251"/>
                  <a:gd name="T5" fmla="*/ 0 h 37"/>
                  <a:gd name="T6" fmla="*/ 0 w 251"/>
                  <a:gd name="T7" fmla="*/ 0 h 37"/>
                  <a:gd name="T8" fmla="*/ 0 w 251"/>
                  <a:gd name="T9" fmla="*/ 0 h 37"/>
                  <a:gd name="T10" fmla="*/ 0 w 251"/>
                  <a:gd name="T11" fmla="*/ 0 h 37"/>
                  <a:gd name="T12" fmla="*/ 0 w 251"/>
                  <a:gd name="T13" fmla="*/ 0 h 37"/>
                  <a:gd name="T14" fmla="*/ 0 w 251"/>
                  <a:gd name="T15" fmla="*/ 0 h 37"/>
                  <a:gd name="T16" fmla="*/ 0 w 251"/>
                  <a:gd name="T17" fmla="*/ 0 h 37"/>
                  <a:gd name="T18" fmla="*/ 0 w 251"/>
                  <a:gd name="T19" fmla="*/ 0 h 37"/>
                  <a:gd name="T20" fmla="*/ 0 w 251"/>
                  <a:gd name="T21" fmla="*/ 0 h 37"/>
                  <a:gd name="T22" fmla="*/ 0 w 251"/>
                  <a:gd name="T23" fmla="*/ 0 h 37"/>
                  <a:gd name="T24" fmla="*/ 0 w 251"/>
                  <a:gd name="T25" fmla="*/ 0 h 37"/>
                  <a:gd name="T26" fmla="*/ 0 w 251"/>
                  <a:gd name="T27" fmla="*/ 0 h 37"/>
                  <a:gd name="T28" fmla="*/ 0 w 251"/>
                  <a:gd name="T29" fmla="*/ 0 h 37"/>
                  <a:gd name="T30" fmla="*/ 0 w 251"/>
                  <a:gd name="T31" fmla="*/ 0 h 37"/>
                  <a:gd name="T32" fmla="*/ 0 w 251"/>
                  <a:gd name="T33" fmla="*/ 0 h 37"/>
                  <a:gd name="T34" fmla="*/ 0 w 251"/>
                  <a:gd name="T35" fmla="*/ 0 h 37"/>
                  <a:gd name="T36" fmla="*/ 0 w 251"/>
                  <a:gd name="T37" fmla="*/ 0 h 37"/>
                  <a:gd name="T38" fmla="*/ 0 w 251"/>
                  <a:gd name="T39" fmla="*/ 0 h 37"/>
                  <a:gd name="T40" fmla="*/ 0 w 251"/>
                  <a:gd name="T41" fmla="*/ 0 h 37"/>
                  <a:gd name="T42" fmla="*/ 0 w 251"/>
                  <a:gd name="T43" fmla="*/ 0 h 37"/>
                  <a:gd name="T44" fmla="*/ 0 w 251"/>
                  <a:gd name="T45" fmla="*/ 0 h 37"/>
                  <a:gd name="T46" fmla="*/ 0 w 251"/>
                  <a:gd name="T47" fmla="*/ 0 h 37"/>
                  <a:gd name="T48" fmla="*/ 0 w 251"/>
                  <a:gd name="T49" fmla="*/ 0 h 37"/>
                  <a:gd name="T50" fmla="*/ 0 w 251"/>
                  <a:gd name="T51" fmla="*/ 0 h 37"/>
                  <a:gd name="T52" fmla="*/ 0 w 251"/>
                  <a:gd name="T53" fmla="*/ 0 h 37"/>
                  <a:gd name="T54" fmla="*/ 0 w 251"/>
                  <a:gd name="T55" fmla="*/ 0 h 37"/>
                  <a:gd name="T56" fmla="*/ 0 w 251"/>
                  <a:gd name="T57" fmla="*/ 0 h 37"/>
                  <a:gd name="T58" fmla="*/ 0 w 251"/>
                  <a:gd name="T59" fmla="*/ 0 h 37"/>
                  <a:gd name="T60" fmla="*/ 0 w 251"/>
                  <a:gd name="T61" fmla="*/ 0 h 37"/>
                  <a:gd name="T62" fmla="*/ 0 w 251"/>
                  <a:gd name="T63" fmla="*/ 0 h 37"/>
                  <a:gd name="T64" fmla="*/ 0 w 251"/>
                  <a:gd name="T65" fmla="*/ 0 h 37"/>
                  <a:gd name="T66" fmla="*/ 0 w 251"/>
                  <a:gd name="T67" fmla="*/ 0 h 37"/>
                  <a:gd name="T68" fmla="*/ 0 w 251"/>
                  <a:gd name="T69" fmla="*/ 0 h 37"/>
                  <a:gd name="T70" fmla="*/ 0 w 251"/>
                  <a:gd name="T71" fmla="*/ 0 h 37"/>
                  <a:gd name="T72" fmla="*/ 0 w 251"/>
                  <a:gd name="T73" fmla="*/ 0 h 37"/>
                  <a:gd name="T74" fmla="*/ 0 w 251"/>
                  <a:gd name="T75" fmla="*/ 0 h 37"/>
                  <a:gd name="T76" fmla="*/ 0 w 251"/>
                  <a:gd name="T77" fmla="*/ 0 h 37"/>
                  <a:gd name="T78" fmla="*/ 0 w 251"/>
                  <a:gd name="T79" fmla="*/ 0 h 37"/>
                  <a:gd name="T80" fmla="*/ 0 w 251"/>
                  <a:gd name="T81" fmla="*/ 0 h 37"/>
                  <a:gd name="T82" fmla="*/ 0 w 251"/>
                  <a:gd name="T83" fmla="*/ 0 h 37"/>
                  <a:gd name="T84" fmla="*/ 0 w 251"/>
                  <a:gd name="T85" fmla="*/ 0 h 37"/>
                  <a:gd name="T86" fmla="*/ 0 w 251"/>
                  <a:gd name="T87" fmla="*/ 0 h 37"/>
                  <a:gd name="T88" fmla="*/ 0 w 251"/>
                  <a:gd name="T89" fmla="*/ 0 h 37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251"/>
                  <a:gd name="T136" fmla="*/ 0 h 37"/>
                  <a:gd name="T137" fmla="*/ 251 w 251"/>
                  <a:gd name="T138" fmla="*/ 37 h 37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251" h="37">
                    <a:moveTo>
                      <a:pt x="127" y="0"/>
                    </a:moveTo>
                    <a:lnTo>
                      <a:pt x="150" y="0"/>
                    </a:lnTo>
                    <a:lnTo>
                      <a:pt x="172" y="1"/>
                    </a:lnTo>
                    <a:lnTo>
                      <a:pt x="190" y="4"/>
                    </a:lnTo>
                    <a:lnTo>
                      <a:pt x="209" y="7"/>
                    </a:lnTo>
                    <a:lnTo>
                      <a:pt x="223" y="10"/>
                    </a:lnTo>
                    <a:lnTo>
                      <a:pt x="234" y="12"/>
                    </a:lnTo>
                    <a:lnTo>
                      <a:pt x="242" y="15"/>
                    </a:lnTo>
                    <a:lnTo>
                      <a:pt x="250" y="17"/>
                    </a:lnTo>
                    <a:lnTo>
                      <a:pt x="251" y="20"/>
                    </a:lnTo>
                    <a:lnTo>
                      <a:pt x="245" y="27"/>
                    </a:lnTo>
                    <a:lnTo>
                      <a:pt x="237" y="30"/>
                    </a:lnTo>
                    <a:lnTo>
                      <a:pt x="229" y="33"/>
                    </a:lnTo>
                    <a:lnTo>
                      <a:pt x="218" y="35"/>
                    </a:lnTo>
                    <a:lnTo>
                      <a:pt x="208" y="37"/>
                    </a:lnTo>
                    <a:lnTo>
                      <a:pt x="199" y="37"/>
                    </a:lnTo>
                    <a:lnTo>
                      <a:pt x="190" y="37"/>
                    </a:lnTo>
                    <a:lnTo>
                      <a:pt x="182" y="36"/>
                    </a:lnTo>
                    <a:lnTo>
                      <a:pt x="174" y="36"/>
                    </a:lnTo>
                    <a:lnTo>
                      <a:pt x="163" y="35"/>
                    </a:lnTo>
                    <a:lnTo>
                      <a:pt x="153" y="33"/>
                    </a:lnTo>
                    <a:lnTo>
                      <a:pt x="141" y="33"/>
                    </a:lnTo>
                    <a:lnTo>
                      <a:pt x="127" y="33"/>
                    </a:lnTo>
                    <a:lnTo>
                      <a:pt x="112" y="32"/>
                    </a:lnTo>
                    <a:lnTo>
                      <a:pt x="99" y="32"/>
                    </a:lnTo>
                    <a:lnTo>
                      <a:pt x="86" y="31"/>
                    </a:lnTo>
                    <a:lnTo>
                      <a:pt x="75" y="31"/>
                    </a:lnTo>
                    <a:lnTo>
                      <a:pt x="63" y="31"/>
                    </a:lnTo>
                    <a:lnTo>
                      <a:pt x="53" y="31"/>
                    </a:lnTo>
                    <a:lnTo>
                      <a:pt x="43" y="31"/>
                    </a:lnTo>
                    <a:lnTo>
                      <a:pt x="36" y="33"/>
                    </a:lnTo>
                    <a:lnTo>
                      <a:pt x="24" y="33"/>
                    </a:lnTo>
                    <a:lnTo>
                      <a:pt x="17" y="33"/>
                    </a:lnTo>
                    <a:lnTo>
                      <a:pt x="10" y="31"/>
                    </a:lnTo>
                    <a:lnTo>
                      <a:pt x="5" y="30"/>
                    </a:lnTo>
                    <a:lnTo>
                      <a:pt x="0" y="22"/>
                    </a:lnTo>
                    <a:lnTo>
                      <a:pt x="6" y="16"/>
                    </a:lnTo>
                    <a:lnTo>
                      <a:pt x="12" y="11"/>
                    </a:lnTo>
                    <a:lnTo>
                      <a:pt x="21" y="7"/>
                    </a:lnTo>
                    <a:lnTo>
                      <a:pt x="32" y="4"/>
                    </a:lnTo>
                    <a:lnTo>
                      <a:pt x="47" y="2"/>
                    </a:lnTo>
                    <a:lnTo>
                      <a:pt x="62" y="0"/>
                    </a:lnTo>
                    <a:lnTo>
                      <a:pt x="81" y="0"/>
                    </a:lnTo>
                    <a:lnTo>
                      <a:pt x="102" y="0"/>
                    </a:lnTo>
                    <a:lnTo>
                      <a:pt x="127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5" name="Freeform 395">
                <a:extLst>
                  <a:ext uri="{FF2B5EF4-FFF2-40B4-BE49-F238E27FC236}">
                    <a16:creationId xmlns:a16="http://schemas.microsoft.com/office/drawing/2014/main" id="{40BC679C-C6D1-E51D-6B8E-8B0E36F55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7" y="1497"/>
                <a:ext cx="39" cy="5"/>
              </a:xfrm>
              <a:custGeom>
                <a:avLst/>
                <a:gdLst>
                  <a:gd name="T0" fmla="*/ 0 w 197"/>
                  <a:gd name="T1" fmla="*/ 0 h 28"/>
                  <a:gd name="T2" fmla="*/ 0 w 197"/>
                  <a:gd name="T3" fmla="*/ 0 h 28"/>
                  <a:gd name="T4" fmla="*/ 0 w 197"/>
                  <a:gd name="T5" fmla="*/ 0 h 28"/>
                  <a:gd name="T6" fmla="*/ 0 w 197"/>
                  <a:gd name="T7" fmla="*/ 0 h 28"/>
                  <a:gd name="T8" fmla="*/ 0 w 197"/>
                  <a:gd name="T9" fmla="*/ 0 h 28"/>
                  <a:gd name="T10" fmla="*/ 0 w 197"/>
                  <a:gd name="T11" fmla="*/ 0 h 28"/>
                  <a:gd name="T12" fmla="*/ 0 w 197"/>
                  <a:gd name="T13" fmla="*/ 0 h 28"/>
                  <a:gd name="T14" fmla="*/ 0 w 197"/>
                  <a:gd name="T15" fmla="*/ 0 h 28"/>
                  <a:gd name="T16" fmla="*/ 0 w 197"/>
                  <a:gd name="T17" fmla="*/ 0 h 28"/>
                  <a:gd name="T18" fmla="*/ 0 w 197"/>
                  <a:gd name="T19" fmla="*/ 0 h 28"/>
                  <a:gd name="T20" fmla="*/ 0 w 197"/>
                  <a:gd name="T21" fmla="*/ 0 h 28"/>
                  <a:gd name="T22" fmla="*/ 0 w 197"/>
                  <a:gd name="T23" fmla="*/ 0 h 28"/>
                  <a:gd name="T24" fmla="*/ 0 w 197"/>
                  <a:gd name="T25" fmla="*/ 0 h 28"/>
                  <a:gd name="T26" fmla="*/ 0 w 197"/>
                  <a:gd name="T27" fmla="*/ 0 h 28"/>
                  <a:gd name="T28" fmla="*/ 0 w 197"/>
                  <a:gd name="T29" fmla="*/ 0 h 28"/>
                  <a:gd name="T30" fmla="*/ 0 w 197"/>
                  <a:gd name="T31" fmla="*/ 0 h 28"/>
                  <a:gd name="T32" fmla="*/ 0 w 197"/>
                  <a:gd name="T33" fmla="*/ 0 h 28"/>
                  <a:gd name="T34" fmla="*/ 0 w 197"/>
                  <a:gd name="T35" fmla="*/ 0 h 28"/>
                  <a:gd name="T36" fmla="*/ 0 w 197"/>
                  <a:gd name="T37" fmla="*/ 0 h 28"/>
                  <a:gd name="T38" fmla="*/ 0 w 197"/>
                  <a:gd name="T39" fmla="*/ 0 h 28"/>
                  <a:gd name="T40" fmla="*/ 0 w 197"/>
                  <a:gd name="T41" fmla="*/ 0 h 28"/>
                  <a:gd name="T42" fmla="*/ 0 w 197"/>
                  <a:gd name="T43" fmla="*/ 0 h 28"/>
                  <a:gd name="T44" fmla="*/ 0 w 197"/>
                  <a:gd name="T45" fmla="*/ 0 h 28"/>
                  <a:gd name="T46" fmla="*/ 0 w 197"/>
                  <a:gd name="T47" fmla="*/ 0 h 28"/>
                  <a:gd name="T48" fmla="*/ 0 w 197"/>
                  <a:gd name="T49" fmla="*/ 0 h 28"/>
                  <a:gd name="T50" fmla="*/ 0 w 197"/>
                  <a:gd name="T51" fmla="*/ 0 h 28"/>
                  <a:gd name="T52" fmla="*/ 0 w 197"/>
                  <a:gd name="T53" fmla="*/ 0 h 28"/>
                  <a:gd name="T54" fmla="*/ 0 w 197"/>
                  <a:gd name="T55" fmla="*/ 0 h 28"/>
                  <a:gd name="T56" fmla="*/ 0 w 197"/>
                  <a:gd name="T57" fmla="*/ 0 h 28"/>
                  <a:gd name="T58" fmla="*/ 0 w 197"/>
                  <a:gd name="T59" fmla="*/ 0 h 28"/>
                  <a:gd name="T60" fmla="*/ 0 w 197"/>
                  <a:gd name="T61" fmla="*/ 0 h 28"/>
                  <a:gd name="T62" fmla="*/ 0 w 197"/>
                  <a:gd name="T63" fmla="*/ 0 h 28"/>
                  <a:gd name="T64" fmla="*/ 0 w 197"/>
                  <a:gd name="T65" fmla="*/ 0 h 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97"/>
                  <a:gd name="T100" fmla="*/ 0 h 28"/>
                  <a:gd name="T101" fmla="*/ 197 w 197"/>
                  <a:gd name="T102" fmla="*/ 28 h 2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97" h="28">
                    <a:moveTo>
                      <a:pt x="98" y="0"/>
                    </a:moveTo>
                    <a:lnTo>
                      <a:pt x="117" y="0"/>
                    </a:lnTo>
                    <a:lnTo>
                      <a:pt x="136" y="0"/>
                    </a:lnTo>
                    <a:lnTo>
                      <a:pt x="153" y="1"/>
                    </a:lnTo>
                    <a:lnTo>
                      <a:pt x="167" y="2"/>
                    </a:lnTo>
                    <a:lnTo>
                      <a:pt x="179" y="3"/>
                    </a:lnTo>
                    <a:lnTo>
                      <a:pt x="188" y="6"/>
                    </a:lnTo>
                    <a:lnTo>
                      <a:pt x="195" y="9"/>
                    </a:lnTo>
                    <a:lnTo>
                      <a:pt x="197" y="13"/>
                    </a:lnTo>
                    <a:lnTo>
                      <a:pt x="195" y="16"/>
                    </a:lnTo>
                    <a:lnTo>
                      <a:pt x="188" y="18"/>
                    </a:lnTo>
                    <a:lnTo>
                      <a:pt x="179" y="21"/>
                    </a:lnTo>
                    <a:lnTo>
                      <a:pt x="167" y="23"/>
                    </a:lnTo>
                    <a:lnTo>
                      <a:pt x="153" y="24"/>
                    </a:lnTo>
                    <a:lnTo>
                      <a:pt x="136" y="26"/>
                    </a:lnTo>
                    <a:lnTo>
                      <a:pt x="117" y="27"/>
                    </a:lnTo>
                    <a:lnTo>
                      <a:pt x="98" y="28"/>
                    </a:lnTo>
                    <a:lnTo>
                      <a:pt x="77" y="27"/>
                    </a:lnTo>
                    <a:lnTo>
                      <a:pt x="60" y="26"/>
                    </a:lnTo>
                    <a:lnTo>
                      <a:pt x="42" y="24"/>
                    </a:lnTo>
                    <a:lnTo>
                      <a:pt x="29" y="23"/>
                    </a:lnTo>
                    <a:lnTo>
                      <a:pt x="16" y="21"/>
                    </a:lnTo>
                    <a:lnTo>
                      <a:pt x="8" y="18"/>
                    </a:lnTo>
                    <a:lnTo>
                      <a:pt x="1" y="16"/>
                    </a:lnTo>
                    <a:lnTo>
                      <a:pt x="0" y="13"/>
                    </a:lnTo>
                    <a:lnTo>
                      <a:pt x="1" y="9"/>
                    </a:lnTo>
                    <a:lnTo>
                      <a:pt x="8" y="6"/>
                    </a:lnTo>
                    <a:lnTo>
                      <a:pt x="16" y="3"/>
                    </a:lnTo>
                    <a:lnTo>
                      <a:pt x="29" y="2"/>
                    </a:lnTo>
                    <a:lnTo>
                      <a:pt x="42" y="1"/>
                    </a:lnTo>
                    <a:lnTo>
                      <a:pt x="60" y="0"/>
                    </a:lnTo>
                    <a:lnTo>
                      <a:pt x="77" y="0"/>
                    </a:lnTo>
                    <a:lnTo>
                      <a:pt x="98" y="0"/>
                    </a:lnTo>
                    <a:close/>
                  </a:path>
                </a:pathLst>
              </a:custGeom>
              <a:solidFill>
                <a:srgbClr val="94332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6" name="Freeform 396">
                <a:extLst>
                  <a:ext uri="{FF2B5EF4-FFF2-40B4-BE49-F238E27FC236}">
                    <a16:creationId xmlns:a16="http://schemas.microsoft.com/office/drawing/2014/main" id="{4B7C6D50-A444-C34E-6387-5A8CAEA438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1527"/>
                <a:ext cx="34" cy="106"/>
              </a:xfrm>
              <a:custGeom>
                <a:avLst/>
                <a:gdLst>
                  <a:gd name="T0" fmla="*/ 0 w 171"/>
                  <a:gd name="T1" fmla="*/ 0 h 533"/>
                  <a:gd name="T2" fmla="*/ 0 w 171"/>
                  <a:gd name="T3" fmla="*/ 0 h 533"/>
                  <a:gd name="T4" fmla="*/ 0 w 171"/>
                  <a:gd name="T5" fmla="*/ 0 h 533"/>
                  <a:gd name="T6" fmla="*/ 0 w 171"/>
                  <a:gd name="T7" fmla="*/ 0 h 533"/>
                  <a:gd name="T8" fmla="*/ 0 w 171"/>
                  <a:gd name="T9" fmla="*/ 0 h 533"/>
                  <a:gd name="T10" fmla="*/ 0 w 171"/>
                  <a:gd name="T11" fmla="*/ 0 h 533"/>
                  <a:gd name="T12" fmla="*/ 0 w 171"/>
                  <a:gd name="T13" fmla="*/ 0 h 533"/>
                  <a:gd name="T14" fmla="*/ 0 w 171"/>
                  <a:gd name="T15" fmla="*/ 0 h 533"/>
                  <a:gd name="T16" fmla="*/ 0 w 171"/>
                  <a:gd name="T17" fmla="*/ 0 h 533"/>
                  <a:gd name="T18" fmla="*/ 0 w 171"/>
                  <a:gd name="T19" fmla="*/ 0 h 533"/>
                  <a:gd name="T20" fmla="*/ 0 w 171"/>
                  <a:gd name="T21" fmla="*/ 0 h 533"/>
                  <a:gd name="T22" fmla="*/ 0 w 171"/>
                  <a:gd name="T23" fmla="*/ 0 h 533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71"/>
                  <a:gd name="T37" fmla="*/ 0 h 533"/>
                  <a:gd name="T38" fmla="*/ 171 w 171"/>
                  <a:gd name="T39" fmla="*/ 533 h 533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71" h="533">
                    <a:moveTo>
                      <a:pt x="0" y="97"/>
                    </a:moveTo>
                    <a:lnTo>
                      <a:pt x="14" y="55"/>
                    </a:lnTo>
                    <a:lnTo>
                      <a:pt x="34" y="24"/>
                    </a:lnTo>
                    <a:lnTo>
                      <a:pt x="57" y="6"/>
                    </a:lnTo>
                    <a:lnTo>
                      <a:pt x="83" y="0"/>
                    </a:lnTo>
                    <a:lnTo>
                      <a:pt x="108" y="3"/>
                    </a:lnTo>
                    <a:lnTo>
                      <a:pt x="133" y="22"/>
                    </a:lnTo>
                    <a:lnTo>
                      <a:pt x="154" y="53"/>
                    </a:lnTo>
                    <a:lnTo>
                      <a:pt x="171" y="97"/>
                    </a:lnTo>
                    <a:lnTo>
                      <a:pt x="171" y="533"/>
                    </a:lnTo>
                    <a:lnTo>
                      <a:pt x="0" y="533"/>
                    </a:lnTo>
                    <a:lnTo>
                      <a:pt x="0" y="97"/>
                    </a:lnTo>
                    <a:close/>
                  </a:path>
                </a:pathLst>
              </a:custGeom>
              <a:solidFill>
                <a:srgbClr val="7A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7" name="Freeform 397">
                <a:extLst>
                  <a:ext uri="{FF2B5EF4-FFF2-40B4-BE49-F238E27FC236}">
                    <a16:creationId xmlns:a16="http://schemas.microsoft.com/office/drawing/2014/main" id="{8BE6CF76-64F5-8CB1-34D2-85C5F587DD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8" y="1529"/>
                <a:ext cx="15" cy="106"/>
              </a:xfrm>
              <a:custGeom>
                <a:avLst/>
                <a:gdLst>
                  <a:gd name="T0" fmla="*/ 0 w 72"/>
                  <a:gd name="T1" fmla="*/ 0 h 528"/>
                  <a:gd name="T2" fmla="*/ 0 w 72"/>
                  <a:gd name="T3" fmla="*/ 0 h 528"/>
                  <a:gd name="T4" fmla="*/ 0 w 72"/>
                  <a:gd name="T5" fmla="*/ 0 h 528"/>
                  <a:gd name="T6" fmla="*/ 0 w 72"/>
                  <a:gd name="T7" fmla="*/ 0 h 528"/>
                  <a:gd name="T8" fmla="*/ 0 w 72"/>
                  <a:gd name="T9" fmla="*/ 0 h 528"/>
                  <a:gd name="T10" fmla="*/ 0 w 72"/>
                  <a:gd name="T11" fmla="*/ 0 h 528"/>
                  <a:gd name="T12" fmla="*/ 0 w 72"/>
                  <a:gd name="T13" fmla="*/ 0 h 528"/>
                  <a:gd name="T14" fmla="*/ 0 w 72"/>
                  <a:gd name="T15" fmla="*/ 0 h 528"/>
                  <a:gd name="T16" fmla="*/ 0 w 72"/>
                  <a:gd name="T17" fmla="*/ 0 h 528"/>
                  <a:gd name="T18" fmla="*/ 0 w 72"/>
                  <a:gd name="T19" fmla="*/ 0 h 528"/>
                  <a:gd name="T20" fmla="*/ 0 w 72"/>
                  <a:gd name="T21" fmla="*/ 0 h 52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2"/>
                  <a:gd name="T34" fmla="*/ 0 h 528"/>
                  <a:gd name="T35" fmla="*/ 72 w 72"/>
                  <a:gd name="T36" fmla="*/ 528 h 528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2" h="528">
                    <a:moveTo>
                      <a:pt x="72" y="96"/>
                    </a:moveTo>
                    <a:lnTo>
                      <a:pt x="72" y="528"/>
                    </a:lnTo>
                    <a:lnTo>
                      <a:pt x="29" y="81"/>
                    </a:lnTo>
                    <a:lnTo>
                      <a:pt x="6" y="30"/>
                    </a:lnTo>
                    <a:lnTo>
                      <a:pt x="0" y="5"/>
                    </a:lnTo>
                    <a:lnTo>
                      <a:pt x="5" y="0"/>
                    </a:lnTo>
                    <a:lnTo>
                      <a:pt x="18" y="10"/>
                    </a:lnTo>
                    <a:lnTo>
                      <a:pt x="32" y="29"/>
                    </a:lnTo>
                    <a:lnTo>
                      <a:pt x="50" y="53"/>
                    </a:lnTo>
                    <a:lnTo>
                      <a:pt x="63" y="77"/>
                    </a:lnTo>
                    <a:lnTo>
                      <a:pt x="72" y="96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8" name="Freeform 398">
                <a:extLst>
                  <a:ext uri="{FF2B5EF4-FFF2-40B4-BE49-F238E27FC236}">
                    <a16:creationId xmlns:a16="http://schemas.microsoft.com/office/drawing/2014/main" id="{676BE19C-A866-A72B-7350-E900065339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9" y="1542"/>
                <a:ext cx="34" cy="92"/>
              </a:xfrm>
              <a:custGeom>
                <a:avLst/>
                <a:gdLst>
                  <a:gd name="T0" fmla="*/ 0 w 170"/>
                  <a:gd name="T1" fmla="*/ 0 h 462"/>
                  <a:gd name="T2" fmla="*/ 0 w 170"/>
                  <a:gd name="T3" fmla="*/ 0 h 462"/>
                  <a:gd name="T4" fmla="*/ 0 w 170"/>
                  <a:gd name="T5" fmla="*/ 0 h 462"/>
                  <a:gd name="T6" fmla="*/ 0 w 170"/>
                  <a:gd name="T7" fmla="*/ 0 h 462"/>
                  <a:gd name="T8" fmla="*/ 0 w 170"/>
                  <a:gd name="T9" fmla="*/ 0 h 462"/>
                  <a:gd name="T10" fmla="*/ 0 w 170"/>
                  <a:gd name="T11" fmla="*/ 0 h 462"/>
                  <a:gd name="T12" fmla="*/ 0 w 170"/>
                  <a:gd name="T13" fmla="*/ 0 h 462"/>
                  <a:gd name="T14" fmla="*/ 0 w 170"/>
                  <a:gd name="T15" fmla="*/ 0 h 462"/>
                  <a:gd name="T16" fmla="*/ 0 w 170"/>
                  <a:gd name="T17" fmla="*/ 0 h 462"/>
                  <a:gd name="T18" fmla="*/ 0 w 170"/>
                  <a:gd name="T19" fmla="*/ 0 h 462"/>
                  <a:gd name="T20" fmla="*/ 0 w 170"/>
                  <a:gd name="T21" fmla="*/ 0 h 462"/>
                  <a:gd name="T22" fmla="*/ 0 w 170"/>
                  <a:gd name="T23" fmla="*/ 0 h 462"/>
                  <a:gd name="T24" fmla="*/ 0 w 170"/>
                  <a:gd name="T25" fmla="*/ 0 h 462"/>
                  <a:gd name="T26" fmla="*/ 0 w 170"/>
                  <a:gd name="T27" fmla="*/ 0 h 462"/>
                  <a:gd name="T28" fmla="*/ 0 w 170"/>
                  <a:gd name="T29" fmla="*/ 0 h 462"/>
                  <a:gd name="T30" fmla="*/ 0 w 170"/>
                  <a:gd name="T31" fmla="*/ 0 h 462"/>
                  <a:gd name="T32" fmla="*/ 0 w 170"/>
                  <a:gd name="T33" fmla="*/ 0 h 462"/>
                  <a:gd name="T34" fmla="*/ 0 w 170"/>
                  <a:gd name="T35" fmla="*/ 0 h 462"/>
                  <a:gd name="T36" fmla="*/ 0 w 170"/>
                  <a:gd name="T37" fmla="*/ 0 h 462"/>
                  <a:gd name="T38" fmla="*/ 0 w 170"/>
                  <a:gd name="T39" fmla="*/ 0 h 462"/>
                  <a:gd name="T40" fmla="*/ 0 w 170"/>
                  <a:gd name="T41" fmla="*/ 0 h 462"/>
                  <a:gd name="T42" fmla="*/ 0 w 170"/>
                  <a:gd name="T43" fmla="*/ 0 h 462"/>
                  <a:gd name="T44" fmla="*/ 0 w 170"/>
                  <a:gd name="T45" fmla="*/ 0 h 462"/>
                  <a:gd name="T46" fmla="*/ 0 w 170"/>
                  <a:gd name="T47" fmla="*/ 0 h 462"/>
                  <a:gd name="T48" fmla="*/ 0 w 170"/>
                  <a:gd name="T49" fmla="*/ 0 h 462"/>
                  <a:gd name="T50" fmla="*/ 0 w 170"/>
                  <a:gd name="T51" fmla="*/ 0 h 462"/>
                  <a:gd name="T52" fmla="*/ 0 w 170"/>
                  <a:gd name="T53" fmla="*/ 0 h 462"/>
                  <a:gd name="T54" fmla="*/ 0 w 170"/>
                  <a:gd name="T55" fmla="*/ 0 h 462"/>
                  <a:gd name="T56" fmla="*/ 0 w 170"/>
                  <a:gd name="T57" fmla="*/ 0 h 462"/>
                  <a:gd name="T58" fmla="*/ 0 w 170"/>
                  <a:gd name="T59" fmla="*/ 0 h 462"/>
                  <a:gd name="T60" fmla="*/ 0 w 170"/>
                  <a:gd name="T61" fmla="*/ 0 h 462"/>
                  <a:gd name="T62" fmla="*/ 0 w 170"/>
                  <a:gd name="T63" fmla="*/ 0 h 462"/>
                  <a:gd name="T64" fmla="*/ 0 w 170"/>
                  <a:gd name="T65" fmla="*/ 0 h 462"/>
                  <a:gd name="T66" fmla="*/ 0 w 170"/>
                  <a:gd name="T67" fmla="*/ 0 h 462"/>
                  <a:gd name="T68" fmla="*/ 0 w 170"/>
                  <a:gd name="T69" fmla="*/ 0 h 462"/>
                  <a:gd name="T70" fmla="*/ 0 w 170"/>
                  <a:gd name="T71" fmla="*/ 0 h 462"/>
                  <a:gd name="T72" fmla="*/ 0 w 170"/>
                  <a:gd name="T73" fmla="*/ 0 h 462"/>
                  <a:gd name="T74" fmla="*/ 0 w 170"/>
                  <a:gd name="T75" fmla="*/ 0 h 462"/>
                  <a:gd name="T76" fmla="*/ 0 w 170"/>
                  <a:gd name="T77" fmla="*/ 0 h 462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70"/>
                  <a:gd name="T118" fmla="*/ 0 h 462"/>
                  <a:gd name="T119" fmla="*/ 170 w 170"/>
                  <a:gd name="T120" fmla="*/ 462 h 462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70" h="462">
                    <a:moveTo>
                      <a:pt x="0" y="26"/>
                    </a:moveTo>
                    <a:lnTo>
                      <a:pt x="8" y="0"/>
                    </a:lnTo>
                    <a:lnTo>
                      <a:pt x="13" y="15"/>
                    </a:lnTo>
                    <a:lnTo>
                      <a:pt x="14" y="60"/>
                    </a:lnTo>
                    <a:lnTo>
                      <a:pt x="16" y="128"/>
                    </a:lnTo>
                    <a:lnTo>
                      <a:pt x="18" y="206"/>
                    </a:lnTo>
                    <a:lnTo>
                      <a:pt x="21" y="287"/>
                    </a:lnTo>
                    <a:lnTo>
                      <a:pt x="26" y="363"/>
                    </a:lnTo>
                    <a:lnTo>
                      <a:pt x="37" y="425"/>
                    </a:lnTo>
                    <a:lnTo>
                      <a:pt x="46" y="430"/>
                    </a:lnTo>
                    <a:lnTo>
                      <a:pt x="59" y="435"/>
                    </a:lnTo>
                    <a:lnTo>
                      <a:pt x="73" y="437"/>
                    </a:lnTo>
                    <a:lnTo>
                      <a:pt x="92" y="440"/>
                    </a:lnTo>
                    <a:lnTo>
                      <a:pt x="108" y="440"/>
                    </a:lnTo>
                    <a:lnTo>
                      <a:pt x="124" y="442"/>
                    </a:lnTo>
                    <a:lnTo>
                      <a:pt x="139" y="443"/>
                    </a:lnTo>
                    <a:lnTo>
                      <a:pt x="154" y="448"/>
                    </a:lnTo>
                    <a:lnTo>
                      <a:pt x="160" y="447"/>
                    </a:lnTo>
                    <a:lnTo>
                      <a:pt x="165" y="447"/>
                    </a:lnTo>
                    <a:lnTo>
                      <a:pt x="166" y="447"/>
                    </a:lnTo>
                    <a:lnTo>
                      <a:pt x="168" y="451"/>
                    </a:lnTo>
                    <a:lnTo>
                      <a:pt x="169" y="455"/>
                    </a:lnTo>
                    <a:lnTo>
                      <a:pt x="170" y="462"/>
                    </a:lnTo>
                    <a:lnTo>
                      <a:pt x="148" y="462"/>
                    </a:lnTo>
                    <a:lnTo>
                      <a:pt x="127" y="462"/>
                    </a:lnTo>
                    <a:lnTo>
                      <a:pt x="106" y="462"/>
                    </a:lnTo>
                    <a:lnTo>
                      <a:pt x="85" y="462"/>
                    </a:lnTo>
                    <a:lnTo>
                      <a:pt x="63" y="462"/>
                    </a:lnTo>
                    <a:lnTo>
                      <a:pt x="42" y="462"/>
                    </a:lnTo>
                    <a:lnTo>
                      <a:pt x="21" y="462"/>
                    </a:lnTo>
                    <a:lnTo>
                      <a:pt x="0" y="462"/>
                    </a:lnTo>
                    <a:lnTo>
                      <a:pt x="0" y="408"/>
                    </a:lnTo>
                    <a:lnTo>
                      <a:pt x="0" y="353"/>
                    </a:lnTo>
                    <a:lnTo>
                      <a:pt x="0" y="299"/>
                    </a:lnTo>
                    <a:lnTo>
                      <a:pt x="0" y="244"/>
                    </a:lnTo>
                    <a:lnTo>
                      <a:pt x="0" y="190"/>
                    </a:lnTo>
                    <a:lnTo>
                      <a:pt x="0" y="135"/>
                    </a:lnTo>
                    <a:lnTo>
                      <a:pt x="0" y="81"/>
                    </a:lnTo>
                    <a:lnTo>
                      <a:pt x="0" y="26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49" name="Freeform 399">
                <a:extLst>
                  <a:ext uri="{FF2B5EF4-FFF2-40B4-BE49-F238E27FC236}">
                    <a16:creationId xmlns:a16="http://schemas.microsoft.com/office/drawing/2014/main" id="{3C8AEF3A-B7A4-D63C-AFD3-946DD4481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5" y="1210"/>
                <a:ext cx="19" cy="36"/>
              </a:xfrm>
              <a:custGeom>
                <a:avLst/>
                <a:gdLst>
                  <a:gd name="T0" fmla="*/ 0 w 96"/>
                  <a:gd name="T1" fmla="*/ 0 h 179"/>
                  <a:gd name="T2" fmla="*/ 0 w 96"/>
                  <a:gd name="T3" fmla="*/ 0 h 179"/>
                  <a:gd name="T4" fmla="*/ 0 w 96"/>
                  <a:gd name="T5" fmla="*/ 0 h 179"/>
                  <a:gd name="T6" fmla="*/ 0 w 96"/>
                  <a:gd name="T7" fmla="*/ 0 h 179"/>
                  <a:gd name="T8" fmla="*/ 0 w 96"/>
                  <a:gd name="T9" fmla="*/ 0 h 1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6"/>
                  <a:gd name="T16" fmla="*/ 0 h 179"/>
                  <a:gd name="T17" fmla="*/ 96 w 96"/>
                  <a:gd name="T18" fmla="*/ 179 h 17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6" h="179">
                    <a:moveTo>
                      <a:pt x="96" y="12"/>
                    </a:moveTo>
                    <a:lnTo>
                      <a:pt x="96" y="179"/>
                    </a:lnTo>
                    <a:lnTo>
                      <a:pt x="0" y="163"/>
                    </a:lnTo>
                    <a:lnTo>
                      <a:pt x="0" y="0"/>
                    </a:lnTo>
                    <a:lnTo>
                      <a:pt x="96" y="12"/>
                    </a:lnTo>
                    <a:close/>
                  </a:path>
                </a:pathLst>
              </a:custGeom>
              <a:solidFill>
                <a:srgbClr val="FFF0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0" name="Freeform 400">
                <a:extLst>
                  <a:ext uri="{FF2B5EF4-FFF2-40B4-BE49-F238E27FC236}">
                    <a16:creationId xmlns:a16="http://schemas.microsoft.com/office/drawing/2014/main" id="{FF568019-0FA0-FE7E-BA4F-A4E38E1FE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0" y="1208"/>
                <a:ext cx="27" cy="33"/>
              </a:xfrm>
              <a:custGeom>
                <a:avLst/>
                <a:gdLst>
                  <a:gd name="T0" fmla="*/ 0 w 134"/>
                  <a:gd name="T1" fmla="*/ 0 h 167"/>
                  <a:gd name="T2" fmla="*/ 0 w 134"/>
                  <a:gd name="T3" fmla="*/ 0 h 167"/>
                  <a:gd name="T4" fmla="*/ 0 w 134"/>
                  <a:gd name="T5" fmla="*/ 0 h 167"/>
                  <a:gd name="T6" fmla="*/ 0 w 134"/>
                  <a:gd name="T7" fmla="*/ 0 h 167"/>
                  <a:gd name="T8" fmla="*/ 0 w 134"/>
                  <a:gd name="T9" fmla="*/ 0 h 16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"/>
                  <a:gd name="T16" fmla="*/ 0 h 167"/>
                  <a:gd name="T17" fmla="*/ 134 w 134"/>
                  <a:gd name="T18" fmla="*/ 167 h 16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" h="167">
                    <a:moveTo>
                      <a:pt x="134" y="0"/>
                    </a:moveTo>
                    <a:lnTo>
                      <a:pt x="134" y="167"/>
                    </a:lnTo>
                    <a:lnTo>
                      <a:pt x="0" y="163"/>
                    </a:lnTo>
                    <a:lnTo>
                      <a:pt x="0" y="0"/>
                    </a:lnTo>
                    <a:lnTo>
                      <a:pt x="134" y="0"/>
                    </a:lnTo>
                    <a:close/>
                  </a:path>
                </a:pathLst>
              </a:custGeom>
              <a:solidFill>
                <a:srgbClr val="FFCC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1" name="Freeform 401">
                <a:extLst>
                  <a:ext uri="{FF2B5EF4-FFF2-40B4-BE49-F238E27FC236}">
                    <a16:creationId xmlns:a16="http://schemas.microsoft.com/office/drawing/2014/main" id="{C089DABD-61A2-5FD7-3ADF-7CDE7549F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" y="1212"/>
                <a:ext cx="6" cy="36"/>
              </a:xfrm>
              <a:custGeom>
                <a:avLst/>
                <a:gdLst>
                  <a:gd name="T0" fmla="*/ 0 w 32"/>
                  <a:gd name="T1" fmla="*/ 0 h 184"/>
                  <a:gd name="T2" fmla="*/ 0 w 32"/>
                  <a:gd name="T3" fmla="*/ 0 h 184"/>
                  <a:gd name="T4" fmla="*/ 0 w 32"/>
                  <a:gd name="T5" fmla="*/ 0 h 184"/>
                  <a:gd name="T6" fmla="*/ 0 w 32"/>
                  <a:gd name="T7" fmla="*/ 0 h 184"/>
                  <a:gd name="T8" fmla="*/ 0 w 32"/>
                  <a:gd name="T9" fmla="*/ 0 h 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"/>
                  <a:gd name="T16" fmla="*/ 0 h 184"/>
                  <a:gd name="T17" fmla="*/ 32 w 32"/>
                  <a:gd name="T18" fmla="*/ 184 h 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" h="184">
                    <a:moveTo>
                      <a:pt x="32" y="0"/>
                    </a:moveTo>
                    <a:lnTo>
                      <a:pt x="32" y="168"/>
                    </a:lnTo>
                    <a:lnTo>
                      <a:pt x="0" y="184"/>
                    </a:lnTo>
                    <a:lnTo>
                      <a:pt x="0" y="20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3A68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2" name="Freeform 402">
                <a:extLst>
                  <a:ext uri="{FF2B5EF4-FFF2-40B4-BE49-F238E27FC236}">
                    <a16:creationId xmlns:a16="http://schemas.microsoft.com/office/drawing/2014/main" id="{9A7A2FD1-218B-9748-BBEA-610DA4F04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7" y="1453"/>
                <a:ext cx="7" cy="13"/>
              </a:xfrm>
              <a:custGeom>
                <a:avLst/>
                <a:gdLst>
                  <a:gd name="T0" fmla="*/ 0 w 38"/>
                  <a:gd name="T1" fmla="*/ 0 h 67"/>
                  <a:gd name="T2" fmla="*/ 0 w 38"/>
                  <a:gd name="T3" fmla="*/ 0 h 67"/>
                  <a:gd name="T4" fmla="*/ 0 w 38"/>
                  <a:gd name="T5" fmla="*/ 0 h 67"/>
                  <a:gd name="T6" fmla="*/ 0 w 38"/>
                  <a:gd name="T7" fmla="*/ 0 h 67"/>
                  <a:gd name="T8" fmla="*/ 0 w 38"/>
                  <a:gd name="T9" fmla="*/ 0 h 67"/>
                  <a:gd name="T10" fmla="*/ 0 w 38"/>
                  <a:gd name="T11" fmla="*/ 0 h 67"/>
                  <a:gd name="T12" fmla="*/ 0 w 38"/>
                  <a:gd name="T13" fmla="*/ 0 h 67"/>
                  <a:gd name="T14" fmla="*/ 0 w 38"/>
                  <a:gd name="T15" fmla="*/ 0 h 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8"/>
                  <a:gd name="T25" fmla="*/ 0 h 67"/>
                  <a:gd name="T26" fmla="*/ 38 w 38"/>
                  <a:gd name="T27" fmla="*/ 67 h 6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8" h="67">
                    <a:moveTo>
                      <a:pt x="0" y="56"/>
                    </a:moveTo>
                    <a:lnTo>
                      <a:pt x="8" y="63"/>
                    </a:lnTo>
                    <a:lnTo>
                      <a:pt x="19" y="67"/>
                    </a:lnTo>
                    <a:lnTo>
                      <a:pt x="29" y="65"/>
                    </a:lnTo>
                    <a:lnTo>
                      <a:pt x="38" y="56"/>
                    </a:lnTo>
                    <a:lnTo>
                      <a:pt x="38" y="0"/>
                    </a:lnTo>
                    <a:lnTo>
                      <a:pt x="0" y="0"/>
                    </a:lnTo>
                    <a:lnTo>
                      <a:pt x="0" y="56"/>
                    </a:lnTo>
                    <a:close/>
                  </a:path>
                </a:pathLst>
              </a:custGeom>
              <a:solidFill>
                <a:srgbClr val="FF172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3" name="Freeform 403">
                <a:extLst>
                  <a:ext uri="{FF2B5EF4-FFF2-40B4-BE49-F238E27FC236}">
                    <a16:creationId xmlns:a16="http://schemas.microsoft.com/office/drawing/2014/main" id="{5FFB7248-4C1F-F055-0357-3BE8DABB23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" y="1211"/>
                <a:ext cx="30" cy="6"/>
              </a:xfrm>
              <a:custGeom>
                <a:avLst/>
                <a:gdLst>
                  <a:gd name="T0" fmla="*/ 0 w 148"/>
                  <a:gd name="T1" fmla="*/ 0 h 27"/>
                  <a:gd name="T2" fmla="*/ 0 w 148"/>
                  <a:gd name="T3" fmla="*/ 0 h 27"/>
                  <a:gd name="T4" fmla="*/ 0 w 148"/>
                  <a:gd name="T5" fmla="*/ 0 h 27"/>
                  <a:gd name="T6" fmla="*/ 0 w 148"/>
                  <a:gd name="T7" fmla="*/ 0 h 27"/>
                  <a:gd name="T8" fmla="*/ 0 w 148"/>
                  <a:gd name="T9" fmla="*/ 0 h 27"/>
                  <a:gd name="T10" fmla="*/ 0 w 148"/>
                  <a:gd name="T11" fmla="*/ 0 h 27"/>
                  <a:gd name="T12" fmla="*/ 0 w 148"/>
                  <a:gd name="T13" fmla="*/ 0 h 27"/>
                  <a:gd name="T14" fmla="*/ 0 w 148"/>
                  <a:gd name="T15" fmla="*/ 0 h 27"/>
                  <a:gd name="T16" fmla="*/ 0 w 148"/>
                  <a:gd name="T17" fmla="*/ 0 h 27"/>
                  <a:gd name="T18" fmla="*/ 0 w 148"/>
                  <a:gd name="T19" fmla="*/ 0 h 27"/>
                  <a:gd name="T20" fmla="*/ 0 w 148"/>
                  <a:gd name="T21" fmla="*/ 0 h 27"/>
                  <a:gd name="T22" fmla="*/ 0 w 148"/>
                  <a:gd name="T23" fmla="*/ 0 h 27"/>
                  <a:gd name="T24" fmla="*/ 0 w 148"/>
                  <a:gd name="T25" fmla="*/ 0 h 27"/>
                  <a:gd name="T26" fmla="*/ 0 w 148"/>
                  <a:gd name="T27" fmla="*/ 0 h 27"/>
                  <a:gd name="T28" fmla="*/ 0 w 148"/>
                  <a:gd name="T29" fmla="*/ 0 h 27"/>
                  <a:gd name="T30" fmla="*/ 0 w 148"/>
                  <a:gd name="T31" fmla="*/ 0 h 27"/>
                  <a:gd name="T32" fmla="*/ 0 w 148"/>
                  <a:gd name="T33" fmla="*/ 0 h 27"/>
                  <a:gd name="T34" fmla="*/ 0 w 148"/>
                  <a:gd name="T35" fmla="*/ 0 h 27"/>
                  <a:gd name="T36" fmla="*/ 0 w 148"/>
                  <a:gd name="T37" fmla="*/ 0 h 27"/>
                  <a:gd name="T38" fmla="*/ 0 w 148"/>
                  <a:gd name="T39" fmla="*/ 0 h 27"/>
                  <a:gd name="T40" fmla="*/ 0 w 148"/>
                  <a:gd name="T41" fmla="*/ 0 h 27"/>
                  <a:gd name="T42" fmla="*/ 0 w 148"/>
                  <a:gd name="T43" fmla="*/ 0 h 27"/>
                  <a:gd name="T44" fmla="*/ 0 w 148"/>
                  <a:gd name="T45" fmla="*/ 0 h 27"/>
                  <a:gd name="T46" fmla="*/ 0 w 148"/>
                  <a:gd name="T47" fmla="*/ 0 h 27"/>
                  <a:gd name="T48" fmla="*/ 0 w 148"/>
                  <a:gd name="T49" fmla="*/ 0 h 27"/>
                  <a:gd name="T50" fmla="*/ 0 w 148"/>
                  <a:gd name="T51" fmla="*/ 0 h 27"/>
                  <a:gd name="T52" fmla="*/ 0 w 148"/>
                  <a:gd name="T53" fmla="*/ 0 h 2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148"/>
                  <a:gd name="T82" fmla="*/ 0 h 27"/>
                  <a:gd name="T83" fmla="*/ 148 w 148"/>
                  <a:gd name="T84" fmla="*/ 27 h 27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148" h="27">
                    <a:moveTo>
                      <a:pt x="15" y="2"/>
                    </a:moveTo>
                    <a:lnTo>
                      <a:pt x="12" y="0"/>
                    </a:lnTo>
                    <a:lnTo>
                      <a:pt x="11" y="0"/>
                    </a:lnTo>
                    <a:lnTo>
                      <a:pt x="4" y="1"/>
                    </a:lnTo>
                    <a:lnTo>
                      <a:pt x="0" y="9"/>
                    </a:lnTo>
                    <a:lnTo>
                      <a:pt x="1" y="16"/>
                    </a:lnTo>
                    <a:lnTo>
                      <a:pt x="10" y="20"/>
                    </a:lnTo>
                    <a:lnTo>
                      <a:pt x="18" y="21"/>
                    </a:lnTo>
                    <a:lnTo>
                      <a:pt x="35" y="23"/>
                    </a:lnTo>
                    <a:lnTo>
                      <a:pt x="57" y="25"/>
                    </a:lnTo>
                    <a:lnTo>
                      <a:pt x="83" y="27"/>
                    </a:lnTo>
                    <a:lnTo>
                      <a:pt x="106" y="26"/>
                    </a:lnTo>
                    <a:lnTo>
                      <a:pt x="127" y="23"/>
                    </a:lnTo>
                    <a:lnTo>
                      <a:pt x="142" y="19"/>
                    </a:lnTo>
                    <a:lnTo>
                      <a:pt x="148" y="11"/>
                    </a:lnTo>
                    <a:lnTo>
                      <a:pt x="144" y="2"/>
                    </a:lnTo>
                    <a:lnTo>
                      <a:pt x="134" y="1"/>
                    </a:lnTo>
                    <a:lnTo>
                      <a:pt x="121" y="4"/>
                    </a:lnTo>
                    <a:lnTo>
                      <a:pt x="114" y="6"/>
                    </a:lnTo>
                    <a:lnTo>
                      <a:pt x="100" y="6"/>
                    </a:lnTo>
                    <a:lnTo>
                      <a:pt x="88" y="6"/>
                    </a:lnTo>
                    <a:lnTo>
                      <a:pt x="75" y="6"/>
                    </a:lnTo>
                    <a:lnTo>
                      <a:pt x="63" y="7"/>
                    </a:lnTo>
                    <a:lnTo>
                      <a:pt x="49" y="6"/>
                    </a:lnTo>
                    <a:lnTo>
                      <a:pt x="38" y="6"/>
                    </a:lnTo>
                    <a:lnTo>
                      <a:pt x="26" y="4"/>
                    </a:lnTo>
                    <a:lnTo>
                      <a:pt x="15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4" name="Freeform 404">
                <a:extLst>
                  <a:ext uri="{FF2B5EF4-FFF2-40B4-BE49-F238E27FC236}">
                    <a16:creationId xmlns:a16="http://schemas.microsoft.com/office/drawing/2014/main" id="{95E14C77-39A5-8F9C-30F1-B68634BEF7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6" y="1212"/>
                <a:ext cx="19" cy="33"/>
              </a:xfrm>
              <a:custGeom>
                <a:avLst/>
                <a:gdLst>
                  <a:gd name="T0" fmla="*/ 0 w 94"/>
                  <a:gd name="T1" fmla="*/ 0 h 162"/>
                  <a:gd name="T2" fmla="*/ 0 w 94"/>
                  <a:gd name="T3" fmla="*/ 0 h 162"/>
                  <a:gd name="T4" fmla="*/ 0 w 94"/>
                  <a:gd name="T5" fmla="*/ 0 h 162"/>
                  <a:gd name="T6" fmla="*/ 0 w 94"/>
                  <a:gd name="T7" fmla="*/ 0 h 162"/>
                  <a:gd name="T8" fmla="*/ 0 w 94"/>
                  <a:gd name="T9" fmla="*/ 0 h 162"/>
                  <a:gd name="T10" fmla="*/ 0 w 94"/>
                  <a:gd name="T11" fmla="*/ 0 h 162"/>
                  <a:gd name="T12" fmla="*/ 0 w 94"/>
                  <a:gd name="T13" fmla="*/ 0 h 162"/>
                  <a:gd name="T14" fmla="*/ 0 w 94"/>
                  <a:gd name="T15" fmla="*/ 0 h 162"/>
                  <a:gd name="T16" fmla="*/ 0 w 94"/>
                  <a:gd name="T17" fmla="*/ 0 h 162"/>
                  <a:gd name="T18" fmla="*/ 0 w 94"/>
                  <a:gd name="T19" fmla="*/ 0 h 162"/>
                  <a:gd name="T20" fmla="*/ 0 w 94"/>
                  <a:gd name="T21" fmla="*/ 0 h 162"/>
                  <a:gd name="T22" fmla="*/ 0 w 94"/>
                  <a:gd name="T23" fmla="*/ 0 h 162"/>
                  <a:gd name="T24" fmla="*/ 0 w 94"/>
                  <a:gd name="T25" fmla="*/ 0 h 162"/>
                  <a:gd name="T26" fmla="*/ 0 w 94"/>
                  <a:gd name="T27" fmla="*/ 0 h 162"/>
                  <a:gd name="T28" fmla="*/ 0 w 94"/>
                  <a:gd name="T29" fmla="*/ 0 h 162"/>
                  <a:gd name="T30" fmla="*/ 0 w 94"/>
                  <a:gd name="T31" fmla="*/ 0 h 162"/>
                  <a:gd name="T32" fmla="*/ 0 w 94"/>
                  <a:gd name="T33" fmla="*/ 0 h 162"/>
                  <a:gd name="T34" fmla="*/ 0 w 94"/>
                  <a:gd name="T35" fmla="*/ 0 h 162"/>
                  <a:gd name="T36" fmla="*/ 0 w 94"/>
                  <a:gd name="T37" fmla="*/ 0 h 162"/>
                  <a:gd name="T38" fmla="*/ 0 w 94"/>
                  <a:gd name="T39" fmla="*/ 0 h 162"/>
                  <a:gd name="T40" fmla="*/ 0 w 94"/>
                  <a:gd name="T41" fmla="*/ 0 h 162"/>
                  <a:gd name="T42" fmla="*/ 0 w 94"/>
                  <a:gd name="T43" fmla="*/ 0 h 162"/>
                  <a:gd name="T44" fmla="*/ 0 w 94"/>
                  <a:gd name="T45" fmla="*/ 0 h 162"/>
                  <a:gd name="T46" fmla="*/ 0 w 94"/>
                  <a:gd name="T47" fmla="*/ 0 h 162"/>
                  <a:gd name="T48" fmla="*/ 0 w 94"/>
                  <a:gd name="T49" fmla="*/ 0 h 162"/>
                  <a:gd name="T50" fmla="*/ 0 w 94"/>
                  <a:gd name="T51" fmla="*/ 0 h 162"/>
                  <a:gd name="T52" fmla="*/ 0 w 94"/>
                  <a:gd name="T53" fmla="*/ 0 h 162"/>
                  <a:gd name="T54" fmla="*/ 0 w 94"/>
                  <a:gd name="T55" fmla="*/ 0 h 162"/>
                  <a:gd name="T56" fmla="*/ 0 w 94"/>
                  <a:gd name="T57" fmla="*/ 0 h 162"/>
                  <a:gd name="T58" fmla="*/ 0 w 94"/>
                  <a:gd name="T59" fmla="*/ 0 h 162"/>
                  <a:gd name="T60" fmla="*/ 0 w 94"/>
                  <a:gd name="T61" fmla="*/ 0 h 162"/>
                  <a:gd name="T62" fmla="*/ 0 w 94"/>
                  <a:gd name="T63" fmla="*/ 0 h 162"/>
                  <a:gd name="T64" fmla="*/ 0 w 94"/>
                  <a:gd name="T65" fmla="*/ 0 h 162"/>
                  <a:gd name="T66" fmla="*/ 0 w 94"/>
                  <a:gd name="T67" fmla="*/ 0 h 162"/>
                  <a:gd name="T68" fmla="*/ 0 w 94"/>
                  <a:gd name="T69" fmla="*/ 0 h 162"/>
                  <a:gd name="T70" fmla="*/ 0 w 94"/>
                  <a:gd name="T71" fmla="*/ 0 h 162"/>
                  <a:gd name="T72" fmla="*/ 0 w 94"/>
                  <a:gd name="T73" fmla="*/ 0 h 162"/>
                  <a:gd name="T74" fmla="*/ 0 w 94"/>
                  <a:gd name="T75" fmla="*/ 0 h 162"/>
                  <a:gd name="T76" fmla="*/ 0 w 94"/>
                  <a:gd name="T77" fmla="*/ 0 h 162"/>
                  <a:gd name="T78" fmla="*/ 0 w 94"/>
                  <a:gd name="T79" fmla="*/ 0 h 162"/>
                  <a:gd name="T80" fmla="*/ 0 w 94"/>
                  <a:gd name="T81" fmla="*/ 0 h 162"/>
                  <a:gd name="T82" fmla="*/ 0 w 94"/>
                  <a:gd name="T83" fmla="*/ 0 h 162"/>
                  <a:gd name="T84" fmla="*/ 0 w 94"/>
                  <a:gd name="T85" fmla="*/ 0 h 162"/>
                  <a:gd name="T86" fmla="*/ 0 w 94"/>
                  <a:gd name="T87" fmla="*/ 0 h 162"/>
                  <a:gd name="T88" fmla="*/ 0 w 94"/>
                  <a:gd name="T89" fmla="*/ 0 h 162"/>
                  <a:gd name="T90" fmla="*/ 0 w 94"/>
                  <a:gd name="T91" fmla="*/ 0 h 162"/>
                  <a:gd name="T92" fmla="*/ 0 w 94"/>
                  <a:gd name="T93" fmla="*/ 0 h 162"/>
                  <a:gd name="T94" fmla="*/ 0 w 94"/>
                  <a:gd name="T95" fmla="*/ 0 h 162"/>
                  <a:gd name="T96" fmla="*/ 0 w 94"/>
                  <a:gd name="T97" fmla="*/ 0 h 162"/>
                  <a:gd name="T98" fmla="*/ 0 w 94"/>
                  <a:gd name="T99" fmla="*/ 0 h 162"/>
                  <a:gd name="T100" fmla="*/ 0 w 94"/>
                  <a:gd name="T101" fmla="*/ 0 h 162"/>
                  <a:gd name="T102" fmla="*/ 0 w 94"/>
                  <a:gd name="T103" fmla="*/ 0 h 162"/>
                  <a:gd name="T104" fmla="*/ 0 w 94"/>
                  <a:gd name="T105" fmla="*/ 0 h 162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94"/>
                  <a:gd name="T160" fmla="*/ 0 h 162"/>
                  <a:gd name="T161" fmla="*/ 94 w 94"/>
                  <a:gd name="T162" fmla="*/ 162 h 162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94" h="162">
                    <a:moveTo>
                      <a:pt x="27" y="19"/>
                    </a:moveTo>
                    <a:lnTo>
                      <a:pt x="31" y="11"/>
                    </a:lnTo>
                    <a:lnTo>
                      <a:pt x="31" y="5"/>
                    </a:lnTo>
                    <a:lnTo>
                      <a:pt x="26" y="0"/>
                    </a:lnTo>
                    <a:lnTo>
                      <a:pt x="19" y="0"/>
                    </a:lnTo>
                    <a:lnTo>
                      <a:pt x="11" y="8"/>
                    </a:lnTo>
                    <a:lnTo>
                      <a:pt x="9" y="15"/>
                    </a:lnTo>
                    <a:lnTo>
                      <a:pt x="8" y="24"/>
                    </a:lnTo>
                    <a:lnTo>
                      <a:pt x="9" y="35"/>
                    </a:lnTo>
                    <a:lnTo>
                      <a:pt x="6" y="43"/>
                    </a:lnTo>
                    <a:lnTo>
                      <a:pt x="5" y="52"/>
                    </a:lnTo>
                    <a:lnTo>
                      <a:pt x="3" y="61"/>
                    </a:lnTo>
                    <a:lnTo>
                      <a:pt x="3" y="71"/>
                    </a:lnTo>
                    <a:lnTo>
                      <a:pt x="1" y="77"/>
                    </a:lnTo>
                    <a:lnTo>
                      <a:pt x="1" y="88"/>
                    </a:lnTo>
                    <a:lnTo>
                      <a:pt x="0" y="100"/>
                    </a:lnTo>
                    <a:lnTo>
                      <a:pt x="0" y="115"/>
                    </a:lnTo>
                    <a:lnTo>
                      <a:pt x="0" y="128"/>
                    </a:lnTo>
                    <a:lnTo>
                      <a:pt x="0" y="140"/>
                    </a:lnTo>
                    <a:lnTo>
                      <a:pt x="1" y="149"/>
                    </a:lnTo>
                    <a:lnTo>
                      <a:pt x="5" y="155"/>
                    </a:lnTo>
                    <a:lnTo>
                      <a:pt x="10" y="157"/>
                    </a:lnTo>
                    <a:lnTo>
                      <a:pt x="20" y="159"/>
                    </a:lnTo>
                    <a:lnTo>
                      <a:pt x="30" y="159"/>
                    </a:lnTo>
                    <a:lnTo>
                      <a:pt x="39" y="159"/>
                    </a:lnTo>
                    <a:lnTo>
                      <a:pt x="42" y="159"/>
                    </a:lnTo>
                    <a:lnTo>
                      <a:pt x="50" y="160"/>
                    </a:lnTo>
                    <a:lnTo>
                      <a:pt x="58" y="160"/>
                    </a:lnTo>
                    <a:lnTo>
                      <a:pt x="70" y="162"/>
                    </a:lnTo>
                    <a:lnTo>
                      <a:pt x="78" y="161"/>
                    </a:lnTo>
                    <a:lnTo>
                      <a:pt x="86" y="161"/>
                    </a:lnTo>
                    <a:lnTo>
                      <a:pt x="92" y="157"/>
                    </a:lnTo>
                    <a:lnTo>
                      <a:pt x="94" y="152"/>
                    </a:lnTo>
                    <a:lnTo>
                      <a:pt x="89" y="144"/>
                    </a:lnTo>
                    <a:lnTo>
                      <a:pt x="80" y="143"/>
                    </a:lnTo>
                    <a:lnTo>
                      <a:pt x="67" y="143"/>
                    </a:lnTo>
                    <a:lnTo>
                      <a:pt x="58" y="143"/>
                    </a:lnTo>
                    <a:lnTo>
                      <a:pt x="49" y="138"/>
                    </a:lnTo>
                    <a:lnTo>
                      <a:pt x="40" y="136"/>
                    </a:lnTo>
                    <a:lnTo>
                      <a:pt x="31" y="136"/>
                    </a:lnTo>
                    <a:lnTo>
                      <a:pt x="23" y="139"/>
                    </a:lnTo>
                    <a:lnTo>
                      <a:pt x="23" y="129"/>
                    </a:lnTo>
                    <a:lnTo>
                      <a:pt x="23" y="119"/>
                    </a:lnTo>
                    <a:lnTo>
                      <a:pt x="23" y="109"/>
                    </a:lnTo>
                    <a:lnTo>
                      <a:pt x="23" y="100"/>
                    </a:lnTo>
                    <a:lnTo>
                      <a:pt x="23" y="89"/>
                    </a:lnTo>
                    <a:lnTo>
                      <a:pt x="23" y="81"/>
                    </a:lnTo>
                    <a:lnTo>
                      <a:pt x="23" y="71"/>
                    </a:lnTo>
                    <a:lnTo>
                      <a:pt x="23" y="63"/>
                    </a:lnTo>
                    <a:lnTo>
                      <a:pt x="25" y="51"/>
                    </a:lnTo>
                    <a:lnTo>
                      <a:pt x="26" y="41"/>
                    </a:lnTo>
                    <a:lnTo>
                      <a:pt x="26" y="30"/>
                    </a:lnTo>
                    <a:lnTo>
                      <a:pt x="27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5" name="Freeform 405">
                <a:extLst>
                  <a:ext uri="{FF2B5EF4-FFF2-40B4-BE49-F238E27FC236}">
                    <a16:creationId xmlns:a16="http://schemas.microsoft.com/office/drawing/2014/main" id="{8253A1A4-60C7-E286-07E9-13F2A88E69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" y="1208"/>
                <a:ext cx="19" cy="33"/>
              </a:xfrm>
              <a:custGeom>
                <a:avLst/>
                <a:gdLst>
                  <a:gd name="T0" fmla="*/ 0 w 94"/>
                  <a:gd name="T1" fmla="*/ 0 h 161"/>
                  <a:gd name="T2" fmla="*/ 0 w 94"/>
                  <a:gd name="T3" fmla="*/ 0 h 161"/>
                  <a:gd name="T4" fmla="*/ 0 w 94"/>
                  <a:gd name="T5" fmla="*/ 0 h 161"/>
                  <a:gd name="T6" fmla="*/ 0 w 94"/>
                  <a:gd name="T7" fmla="*/ 0 h 161"/>
                  <a:gd name="T8" fmla="*/ 0 w 94"/>
                  <a:gd name="T9" fmla="*/ 0 h 161"/>
                  <a:gd name="T10" fmla="*/ 0 w 94"/>
                  <a:gd name="T11" fmla="*/ 0 h 161"/>
                  <a:gd name="T12" fmla="*/ 0 w 94"/>
                  <a:gd name="T13" fmla="*/ 0 h 161"/>
                  <a:gd name="T14" fmla="*/ 0 w 94"/>
                  <a:gd name="T15" fmla="*/ 0 h 161"/>
                  <a:gd name="T16" fmla="*/ 0 w 94"/>
                  <a:gd name="T17" fmla="*/ 0 h 161"/>
                  <a:gd name="T18" fmla="*/ 0 w 94"/>
                  <a:gd name="T19" fmla="*/ 0 h 161"/>
                  <a:gd name="T20" fmla="*/ 0 w 94"/>
                  <a:gd name="T21" fmla="*/ 0 h 161"/>
                  <a:gd name="T22" fmla="*/ 0 w 94"/>
                  <a:gd name="T23" fmla="*/ 0 h 161"/>
                  <a:gd name="T24" fmla="*/ 0 w 94"/>
                  <a:gd name="T25" fmla="*/ 0 h 161"/>
                  <a:gd name="T26" fmla="*/ 0 w 94"/>
                  <a:gd name="T27" fmla="*/ 0 h 161"/>
                  <a:gd name="T28" fmla="*/ 0 w 94"/>
                  <a:gd name="T29" fmla="*/ 0 h 161"/>
                  <a:gd name="T30" fmla="*/ 0 w 94"/>
                  <a:gd name="T31" fmla="*/ 0 h 161"/>
                  <a:gd name="T32" fmla="*/ 0 w 94"/>
                  <a:gd name="T33" fmla="*/ 0 h 161"/>
                  <a:gd name="T34" fmla="*/ 0 w 94"/>
                  <a:gd name="T35" fmla="*/ 0 h 161"/>
                  <a:gd name="T36" fmla="*/ 0 w 94"/>
                  <a:gd name="T37" fmla="*/ 0 h 161"/>
                  <a:gd name="T38" fmla="*/ 0 w 94"/>
                  <a:gd name="T39" fmla="*/ 0 h 161"/>
                  <a:gd name="T40" fmla="*/ 0 w 94"/>
                  <a:gd name="T41" fmla="*/ 0 h 161"/>
                  <a:gd name="T42" fmla="*/ 0 w 94"/>
                  <a:gd name="T43" fmla="*/ 0 h 161"/>
                  <a:gd name="T44" fmla="*/ 0 w 94"/>
                  <a:gd name="T45" fmla="*/ 0 h 161"/>
                  <a:gd name="T46" fmla="*/ 0 w 94"/>
                  <a:gd name="T47" fmla="*/ 0 h 161"/>
                  <a:gd name="T48" fmla="*/ 0 w 94"/>
                  <a:gd name="T49" fmla="*/ 0 h 161"/>
                  <a:gd name="T50" fmla="*/ 0 w 94"/>
                  <a:gd name="T51" fmla="*/ 0 h 161"/>
                  <a:gd name="T52" fmla="*/ 0 w 94"/>
                  <a:gd name="T53" fmla="*/ 0 h 161"/>
                  <a:gd name="T54" fmla="*/ 0 w 94"/>
                  <a:gd name="T55" fmla="*/ 0 h 161"/>
                  <a:gd name="T56" fmla="*/ 0 w 94"/>
                  <a:gd name="T57" fmla="*/ 0 h 161"/>
                  <a:gd name="T58" fmla="*/ 0 w 94"/>
                  <a:gd name="T59" fmla="*/ 0 h 161"/>
                  <a:gd name="T60" fmla="*/ 0 w 94"/>
                  <a:gd name="T61" fmla="*/ 0 h 161"/>
                  <a:gd name="T62" fmla="*/ 0 w 94"/>
                  <a:gd name="T63" fmla="*/ 0 h 161"/>
                  <a:gd name="T64" fmla="*/ 0 w 94"/>
                  <a:gd name="T65" fmla="*/ 0 h 161"/>
                  <a:gd name="T66" fmla="*/ 0 w 94"/>
                  <a:gd name="T67" fmla="*/ 0 h 161"/>
                  <a:gd name="T68" fmla="*/ 0 w 94"/>
                  <a:gd name="T69" fmla="*/ 0 h 161"/>
                  <a:gd name="T70" fmla="*/ 0 w 94"/>
                  <a:gd name="T71" fmla="*/ 0 h 161"/>
                  <a:gd name="T72" fmla="*/ 0 w 94"/>
                  <a:gd name="T73" fmla="*/ 0 h 161"/>
                  <a:gd name="T74" fmla="*/ 0 w 94"/>
                  <a:gd name="T75" fmla="*/ 0 h 161"/>
                  <a:gd name="T76" fmla="*/ 0 w 94"/>
                  <a:gd name="T77" fmla="*/ 0 h 161"/>
                  <a:gd name="T78" fmla="*/ 0 w 94"/>
                  <a:gd name="T79" fmla="*/ 0 h 161"/>
                  <a:gd name="T80" fmla="*/ 0 w 94"/>
                  <a:gd name="T81" fmla="*/ 0 h 161"/>
                  <a:gd name="T82" fmla="*/ 0 w 94"/>
                  <a:gd name="T83" fmla="*/ 0 h 161"/>
                  <a:gd name="T84" fmla="*/ 0 w 94"/>
                  <a:gd name="T85" fmla="*/ 0 h 161"/>
                  <a:gd name="T86" fmla="*/ 0 w 94"/>
                  <a:gd name="T87" fmla="*/ 0 h 161"/>
                  <a:gd name="T88" fmla="*/ 0 w 94"/>
                  <a:gd name="T89" fmla="*/ 0 h 161"/>
                  <a:gd name="T90" fmla="*/ 0 w 94"/>
                  <a:gd name="T91" fmla="*/ 0 h 161"/>
                  <a:gd name="T92" fmla="*/ 0 w 94"/>
                  <a:gd name="T93" fmla="*/ 0 h 161"/>
                  <a:gd name="T94" fmla="*/ 0 w 94"/>
                  <a:gd name="T95" fmla="*/ 0 h 161"/>
                  <a:gd name="T96" fmla="*/ 0 w 94"/>
                  <a:gd name="T97" fmla="*/ 0 h 161"/>
                  <a:gd name="T98" fmla="*/ 0 w 94"/>
                  <a:gd name="T99" fmla="*/ 0 h 161"/>
                  <a:gd name="T100" fmla="*/ 0 w 94"/>
                  <a:gd name="T101" fmla="*/ 0 h 161"/>
                  <a:gd name="T102" fmla="*/ 0 w 94"/>
                  <a:gd name="T103" fmla="*/ 0 h 161"/>
                  <a:gd name="T104" fmla="*/ 0 w 94"/>
                  <a:gd name="T105" fmla="*/ 0 h 161"/>
                  <a:gd name="T106" fmla="*/ 0 w 94"/>
                  <a:gd name="T107" fmla="*/ 0 h 161"/>
                  <a:gd name="T108" fmla="*/ 0 w 94"/>
                  <a:gd name="T109" fmla="*/ 0 h 161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94"/>
                  <a:gd name="T166" fmla="*/ 0 h 161"/>
                  <a:gd name="T167" fmla="*/ 94 w 94"/>
                  <a:gd name="T168" fmla="*/ 161 h 161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94" h="161">
                    <a:moveTo>
                      <a:pt x="27" y="18"/>
                    </a:moveTo>
                    <a:lnTo>
                      <a:pt x="31" y="11"/>
                    </a:lnTo>
                    <a:lnTo>
                      <a:pt x="31" y="5"/>
                    </a:lnTo>
                    <a:lnTo>
                      <a:pt x="26" y="0"/>
                    </a:lnTo>
                    <a:lnTo>
                      <a:pt x="19" y="0"/>
                    </a:lnTo>
                    <a:lnTo>
                      <a:pt x="11" y="7"/>
                    </a:lnTo>
                    <a:lnTo>
                      <a:pt x="8" y="15"/>
                    </a:lnTo>
                    <a:lnTo>
                      <a:pt x="6" y="23"/>
                    </a:lnTo>
                    <a:lnTo>
                      <a:pt x="8" y="34"/>
                    </a:lnTo>
                    <a:lnTo>
                      <a:pt x="6" y="42"/>
                    </a:lnTo>
                    <a:lnTo>
                      <a:pt x="5" y="52"/>
                    </a:lnTo>
                    <a:lnTo>
                      <a:pt x="3" y="61"/>
                    </a:lnTo>
                    <a:lnTo>
                      <a:pt x="3" y="71"/>
                    </a:lnTo>
                    <a:lnTo>
                      <a:pt x="1" y="77"/>
                    </a:lnTo>
                    <a:lnTo>
                      <a:pt x="1" y="87"/>
                    </a:lnTo>
                    <a:lnTo>
                      <a:pt x="0" y="99"/>
                    </a:lnTo>
                    <a:lnTo>
                      <a:pt x="0" y="114"/>
                    </a:lnTo>
                    <a:lnTo>
                      <a:pt x="0" y="127"/>
                    </a:lnTo>
                    <a:lnTo>
                      <a:pt x="0" y="139"/>
                    </a:lnTo>
                    <a:lnTo>
                      <a:pt x="1" y="149"/>
                    </a:lnTo>
                    <a:lnTo>
                      <a:pt x="5" y="155"/>
                    </a:lnTo>
                    <a:lnTo>
                      <a:pt x="10" y="156"/>
                    </a:lnTo>
                    <a:lnTo>
                      <a:pt x="20" y="158"/>
                    </a:lnTo>
                    <a:lnTo>
                      <a:pt x="30" y="156"/>
                    </a:lnTo>
                    <a:lnTo>
                      <a:pt x="38" y="156"/>
                    </a:lnTo>
                    <a:lnTo>
                      <a:pt x="42" y="156"/>
                    </a:lnTo>
                    <a:lnTo>
                      <a:pt x="50" y="158"/>
                    </a:lnTo>
                    <a:lnTo>
                      <a:pt x="58" y="159"/>
                    </a:lnTo>
                    <a:lnTo>
                      <a:pt x="69" y="161"/>
                    </a:lnTo>
                    <a:lnTo>
                      <a:pt x="78" y="160"/>
                    </a:lnTo>
                    <a:lnTo>
                      <a:pt x="86" y="160"/>
                    </a:lnTo>
                    <a:lnTo>
                      <a:pt x="92" y="156"/>
                    </a:lnTo>
                    <a:lnTo>
                      <a:pt x="94" y="151"/>
                    </a:lnTo>
                    <a:lnTo>
                      <a:pt x="89" y="143"/>
                    </a:lnTo>
                    <a:lnTo>
                      <a:pt x="79" y="140"/>
                    </a:lnTo>
                    <a:lnTo>
                      <a:pt x="67" y="140"/>
                    </a:lnTo>
                    <a:lnTo>
                      <a:pt x="60" y="140"/>
                    </a:lnTo>
                    <a:lnTo>
                      <a:pt x="50" y="137"/>
                    </a:lnTo>
                    <a:lnTo>
                      <a:pt x="41" y="137"/>
                    </a:lnTo>
                    <a:lnTo>
                      <a:pt x="31" y="137"/>
                    </a:lnTo>
                    <a:lnTo>
                      <a:pt x="22" y="138"/>
                    </a:lnTo>
                    <a:lnTo>
                      <a:pt x="22" y="127"/>
                    </a:lnTo>
                    <a:lnTo>
                      <a:pt x="22" y="118"/>
                    </a:lnTo>
                    <a:lnTo>
                      <a:pt x="22" y="108"/>
                    </a:lnTo>
                    <a:lnTo>
                      <a:pt x="22" y="99"/>
                    </a:lnTo>
                    <a:lnTo>
                      <a:pt x="22" y="89"/>
                    </a:lnTo>
                    <a:lnTo>
                      <a:pt x="22" y="81"/>
                    </a:lnTo>
                    <a:lnTo>
                      <a:pt x="22" y="72"/>
                    </a:lnTo>
                    <a:lnTo>
                      <a:pt x="22" y="65"/>
                    </a:lnTo>
                    <a:lnTo>
                      <a:pt x="24" y="57"/>
                    </a:lnTo>
                    <a:lnTo>
                      <a:pt x="25" y="51"/>
                    </a:lnTo>
                    <a:lnTo>
                      <a:pt x="25" y="45"/>
                    </a:lnTo>
                    <a:lnTo>
                      <a:pt x="26" y="40"/>
                    </a:lnTo>
                    <a:lnTo>
                      <a:pt x="26" y="29"/>
                    </a:lnTo>
                    <a:lnTo>
                      <a:pt x="27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6" name="Freeform 406">
                <a:extLst>
                  <a:ext uri="{FF2B5EF4-FFF2-40B4-BE49-F238E27FC236}">
                    <a16:creationId xmlns:a16="http://schemas.microsoft.com/office/drawing/2014/main" id="{2B0A669E-7484-5EFD-486C-3C2C112E995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4" y="1217"/>
                <a:ext cx="27" cy="30"/>
              </a:xfrm>
              <a:custGeom>
                <a:avLst/>
                <a:gdLst>
                  <a:gd name="T0" fmla="*/ 0 w 136"/>
                  <a:gd name="T1" fmla="*/ 0 h 153"/>
                  <a:gd name="T2" fmla="*/ 0 w 136"/>
                  <a:gd name="T3" fmla="*/ 0 h 153"/>
                  <a:gd name="T4" fmla="*/ 0 w 136"/>
                  <a:gd name="T5" fmla="*/ 0 h 153"/>
                  <a:gd name="T6" fmla="*/ 0 w 136"/>
                  <a:gd name="T7" fmla="*/ 0 h 153"/>
                  <a:gd name="T8" fmla="*/ 0 w 136"/>
                  <a:gd name="T9" fmla="*/ 0 h 153"/>
                  <a:gd name="T10" fmla="*/ 0 w 136"/>
                  <a:gd name="T11" fmla="*/ 0 h 153"/>
                  <a:gd name="T12" fmla="*/ 0 w 136"/>
                  <a:gd name="T13" fmla="*/ 0 h 153"/>
                  <a:gd name="T14" fmla="*/ 0 w 136"/>
                  <a:gd name="T15" fmla="*/ 0 h 153"/>
                  <a:gd name="T16" fmla="*/ 0 w 136"/>
                  <a:gd name="T17" fmla="*/ 0 h 153"/>
                  <a:gd name="T18" fmla="*/ 0 w 136"/>
                  <a:gd name="T19" fmla="*/ 0 h 153"/>
                  <a:gd name="T20" fmla="*/ 0 w 136"/>
                  <a:gd name="T21" fmla="*/ 0 h 153"/>
                  <a:gd name="T22" fmla="*/ 0 w 136"/>
                  <a:gd name="T23" fmla="*/ 0 h 153"/>
                  <a:gd name="T24" fmla="*/ 0 w 136"/>
                  <a:gd name="T25" fmla="*/ 0 h 153"/>
                  <a:gd name="T26" fmla="*/ 0 w 136"/>
                  <a:gd name="T27" fmla="*/ 0 h 153"/>
                  <a:gd name="T28" fmla="*/ 0 w 136"/>
                  <a:gd name="T29" fmla="*/ 0 h 153"/>
                  <a:gd name="T30" fmla="*/ 0 w 136"/>
                  <a:gd name="T31" fmla="*/ 0 h 153"/>
                  <a:gd name="T32" fmla="*/ 0 w 136"/>
                  <a:gd name="T33" fmla="*/ 0 h 153"/>
                  <a:gd name="T34" fmla="*/ 0 w 136"/>
                  <a:gd name="T35" fmla="*/ 0 h 153"/>
                  <a:gd name="T36" fmla="*/ 0 w 136"/>
                  <a:gd name="T37" fmla="*/ 0 h 153"/>
                  <a:gd name="T38" fmla="*/ 0 w 136"/>
                  <a:gd name="T39" fmla="*/ 0 h 153"/>
                  <a:gd name="T40" fmla="*/ 0 w 136"/>
                  <a:gd name="T41" fmla="*/ 0 h 153"/>
                  <a:gd name="T42" fmla="*/ 0 w 136"/>
                  <a:gd name="T43" fmla="*/ 0 h 153"/>
                  <a:gd name="T44" fmla="*/ 0 w 136"/>
                  <a:gd name="T45" fmla="*/ 0 h 153"/>
                  <a:gd name="T46" fmla="*/ 0 w 136"/>
                  <a:gd name="T47" fmla="*/ 0 h 153"/>
                  <a:gd name="T48" fmla="*/ 0 w 136"/>
                  <a:gd name="T49" fmla="*/ 0 h 153"/>
                  <a:gd name="T50" fmla="*/ 0 w 136"/>
                  <a:gd name="T51" fmla="*/ 0 h 153"/>
                  <a:gd name="T52" fmla="*/ 0 w 136"/>
                  <a:gd name="T53" fmla="*/ 0 h 153"/>
                  <a:gd name="T54" fmla="*/ 0 w 136"/>
                  <a:gd name="T55" fmla="*/ 0 h 153"/>
                  <a:gd name="T56" fmla="*/ 0 w 136"/>
                  <a:gd name="T57" fmla="*/ 0 h 153"/>
                  <a:gd name="T58" fmla="*/ 0 w 136"/>
                  <a:gd name="T59" fmla="*/ 0 h 153"/>
                  <a:gd name="T60" fmla="*/ 0 w 136"/>
                  <a:gd name="T61" fmla="*/ 0 h 153"/>
                  <a:gd name="T62" fmla="*/ 0 w 136"/>
                  <a:gd name="T63" fmla="*/ 0 h 15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136"/>
                  <a:gd name="T97" fmla="*/ 0 h 153"/>
                  <a:gd name="T98" fmla="*/ 136 w 136"/>
                  <a:gd name="T99" fmla="*/ 153 h 153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136" h="153">
                    <a:moveTo>
                      <a:pt x="29" y="112"/>
                    </a:moveTo>
                    <a:lnTo>
                      <a:pt x="42" y="112"/>
                    </a:lnTo>
                    <a:lnTo>
                      <a:pt x="29" y="112"/>
                    </a:lnTo>
                    <a:close/>
                    <a:moveTo>
                      <a:pt x="0" y="9"/>
                    </a:moveTo>
                    <a:lnTo>
                      <a:pt x="0" y="8"/>
                    </a:lnTo>
                    <a:lnTo>
                      <a:pt x="1" y="1"/>
                    </a:lnTo>
                    <a:lnTo>
                      <a:pt x="8" y="0"/>
                    </a:lnTo>
                    <a:lnTo>
                      <a:pt x="16" y="0"/>
                    </a:lnTo>
                    <a:lnTo>
                      <a:pt x="22" y="1"/>
                    </a:lnTo>
                    <a:lnTo>
                      <a:pt x="26" y="3"/>
                    </a:lnTo>
                    <a:lnTo>
                      <a:pt x="29" y="6"/>
                    </a:lnTo>
                    <a:lnTo>
                      <a:pt x="31" y="10"/>
                    </a:lnTo>
                    <a:lnTo>
                      <a:pt x="32" y="16"/>
                    </a:lnTo>
                    <a:lnTo>
                      <a:pt x="32" y="24"/>
                    </a:lnTo>
                    <a:lnTo>
                      <a:pt x="33" y="32"/>
                    </a:lnTo>
                    <a:lnTo>
                      <a:pt x="33" y="41"/>
                    </a:lnTo>
                    <a:lnTo>
                      <a:pt x="36" y="50"/>
                    </a:lnTo>
                    <a:lnTo>
                      <a:pt x="39" y="57"/>
                    </a:lnTo>
                    <a:lnTo>
                      <a:pt x="45" y="66"/>
                    </a:lnTo>
                    <a:lnTo>
                      <a:pt x="47" y="73"/>
                    </a:lnTo>
                    <a:lnTo>
                      <a:pt x="49" y="83"/>
                    </a:lnTo>
                    <a:lnTo>
                      <a:pt x="49" y="93"/>
                    </a:lnTo>
                    <a:lnTo>
                      <a:pt x="49" y="103"/>
                    </a:lnTo>
                    <a:lnTo>
                      <a:pt x="53" y="107"/>
                    </a:lnTo>
                    <a:lnTo>
                      <a:pt x="54" y="114"/>
                    </a:lnTo>
                    <a:lnTo>
                      <a:pt x="54" y="122"/>
                    </a:lnTo>
                    <a:lnTo>
                      <a:pt x="54" y="130"/>
                    </a:lnTo>
                    <a:lnTo>
                      <a:pt x="63" y="131"/>
                    </a:lnTo>
                    <a:lnTo>
                      <a:pt x="73" y="131"/>
                    </a:lnTo>
                    <a:lnTo>
                      <a:pt x="81" y="130"/>
                    </a:lnTo>
                    <a:lnTo>
                      <a:pt x="90" y="130"/>
                    </a:lnTo>
                    <a:lnTo>
                      <a:pt x="97" y="128"/>
                    </a:lnTo>
                    <a:lnTo>
                      <a:pt x="106" y="128"/>
                    </a:lnTo>
                    <a:lnTo>
                      <a:pt x="115" y="127"/>
                    </a:lnTo>
                    <a:lnTo>
                      <a:pt x="126" y="127"/>
                    </a:lnTo>
                    <a:lnTo>
                      <a:pt x="132" y="129"/>
                    </a:lnTo>
                    <a:lnTo>
                      <a:pt x="136" y="136"/>
                    </a:lnTo>
                    <a:lnTo>
                      <a:pt x="132" y="144"/>
                    </a:lnTo>
                    <a:lnTo>
                      <a:pt x="126" y="148"/>
                    </a:lnTo>
                    <a:lnTo>
                      <a:pt x="111" y="148"/>
                    </a:lnTo>
                    <a:lnTo>
                      <a:pt x="95" y="150"/>
                    </a:lnTo>
                    <a:lnTo>
                      <a:pt x="79" y="151"/>
                    </a:lnTo>
                    <a:lnTo>
                      <a:pt x="65" y="153"/>
                    </a:lnTo>
                    <a:lnTo>
                      <a:pt x="52" y="150"/>
                    </a:lnTo>
                    <a:lnTo>
                      <a:pt x="42" y="146"/>
                    </a:lnTo>
                    <a:lnTo>
                      <a:pt x="34" y="136"/>
                    </a:lnTo>
                    <a:lnTo>
                      <a:pt x="34" y="122"/>
                    </a:lnTo>
                    <a:lnTo>
                      <a:pt x="29" y="117"/>
                    </a:lnTo>
                    <a:lnTo>
                      <a:pt x="28" y="112"/>
                    </a:lnTo>
                    <a:lnTo>
                      <a:pt x="27" y="104"/>
                    </a:lnTo>
                    <a:lnTo>
                      <a:pt x="27" y="98"/>
                    </a:lnTo>
                    <a:lnTo>
                      <a:pt x="26" y="89"/>
                    </a:lnTo>
                    <a:lnTo>
                      <a:pt x="26" y="82"/>
                    </a:lnTo>
                    <a:lnTo>
                      <a:pt x="24" y="75"/>
                    </a:lnTo>
                    <a:lnTo>
                      <a:pt x="24" y="70"/>
                    </a:lnTo>
                    <a:lnTo>
                      <a:pt x="21" y="62"/>
                    </a:lnTo>
                    <a:lnTo>
                      <a:pt x="17" y="56"/>
                    </a:lnTo>
                    <a:lnTo>
                      <a:pt x="14" y="50"/>
                    </a:lnTo>
                    <a:lnTo>
                      <a:pt x="14" y="45"/>
                    </a:lnTo>
                    <a:lnTo>
                      <a:pt x="12" y="39"/>
                    </a:lnTo>
                    <a:lnTo>
                      <a:pt x="12" y="32"/>
                    </a:lnTo>
                    <a:lnTo>
                      <a:pt x="12" y="26"/>
                    </a:lnTo>
                    <a:lnTo>
                      <a:pt x="13" y="20"/>
                    </a:lnTo>
                    <a:lnTo>
                      <a:pt x="2" y="16"/>
                    </a:lnTo>
                    <a:lnTo>
                      <a:pt x="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7" name="Freeform 407">
                <a:extLst>
                  <a:ext uri="{FF2B5EF4-FFF2-40B4-BE49-F238E27FC236}">
                    <a16:creationId xmlns:a16="http://schemas.microsoft.com/office/drawing/2014/main" id="{E96DC061-D06D-48A0-8120-5E40DF14A58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8" y="1212"/>
                <a:ext cx="27" cy="31"/>
              </a:xfrm>
              <a:custGeom>
                <a:avLst/>
                <a:gdLst>
                  <a:gd name="T0" fmla="*/ 0 w 138"/>
                  <a:gd name="T1" fmla="*/ 0 h 152"/>
                  <a:gd name="T2" fmla="*/ 0 w 138"/>
                  <a:gd name="T3" fmla="*/ 0 h 152"/>
                  <a:gd name="T4" fmla="*/ 0 w 138"/>
                  <a:gd name="T5" fmla="*/ 0 h 152"/>
                  <a:gd name="T6" fmla="*/ 0 w 138"/>
                  <a:gd name="T7" fmla="*/ 0 h 152"/>
                  <a:gd name="T8" fmla="*/ 0 w 138"/>
                  <a:gd name="T9" fmla="*/ 0 h 152"/>
                  <a:gd name="T10" fmla="*/ 0 w 138"/>
                  <a:gd name="T11" fmla="*/ 0 h 152"/>
                  <a:gd name="T12" fmla="*/ 0 w 138"/>
                  <a:gd name="T13" fmla="*/ 0 h 152"/>
                  <a:gd name="T14" fmla="*/ 0 w 138"/>
                  <a:gd name="T15" fmla="*/ 0 h 152"/>
                  <a:gd name="T16" fmla="*/ 0 w 138"/>
                  <a:gd name="T17" fmla="*/ 0 h 152"/>
                  <a:gd name="T18" fmla="*/ 0 w 138"/>
                  <a:gd name="T19" fmla="*/ 0 h 152"/>
                  <a:gd name="T20" fmla="*/ 0 w 138"/>
                  <a:gd name="T21" fmla="*/ 0 h 152"/>
                  <a:gd name="T22" fmla="*/ 0 w 138"/>
                  <a:gd name="T23" fmla="*/ 0 h 152"/>
                  <a:gd name="T24" fmla="*/ 0 w 138"/>
                  <a:gd name="T25" fmla="*/ 0 h 152"/>
                  <a:gd name="T26" fmla="*/ 0 w 138"/>
                  <a:gd name="T27" fmla="*/ 0 h 152"/>
                  <a:gd name="T28" fmla="*/ 0 w 138"/>
                  <a:gd name="T29" fmla="*/ 0 h 152"/>
                  <a:gd name="T30" fmla="*/ 0 w 138"/>
                  <a:gd name="T31" fmla="*/ 0 h 152"/>
                  <a:gd name="T32" fmla="*/ 0 w 138"/>
                  <a:gd name="T33" fmla="*/ 0 h 152"/>
                  <a:gd name="T34" fmla="*/ 0 w 138"/>
                  <a:gd name="T35" fmla="*/ 0 h 152"/>
                  <a:gd name="T36" fmla="*/ 0 w 138"/>
                  <a:gd name="T37" fmla="*/ 0 h 152"/>
                  <a:gd name="T38" fmla="*/ 0 w 138"/>
                  <a:gd name="T39" fmla="*/ 0 h 152"/>
                  <a:gd name="T40" fmla="*/ 0 w 138"/>
                  <a:gd name="T41" fmla="*/ 0 h 152"/>
                  <a:gd name="T42" fmla="*/ 0 w 138"/>
                  <a:gd name="T43" fmla="*/ 0 h 152"/>
                  <a:gd name="T44" fmla="*/ 0 w 138"/>
                  <a:gd name="T45" fmla="*/ 0 h 152"/>
                  <a:gd name="T46" fmla="*/ 0 w 138"/>
                  <a:gd name="T47" fmla="*/ 0 h 152"/>
                  <a:gd name="T48" fmla="*/ 0 w 138"/>
                  <a:gd name="T49" fmla="*/ 0 h 152"/>
                  <a:gd name="T50" fmla="*/ 0 w 138"/>
                  <a:gd name="T51" fmla="*/ 0 h 152"/>
                  <a:gd name="T52" fmla="*/ 0 w 138"/>
                  <a:gd name="T53" fmla="*/ 0 h 152"/>
                  <a:gd name="T54" fmla="*/ 0 w 138"/>
                  <a:gd name="T55" fmla="*/ 0 h 152"/>
                  <a:gd name="T56" fmla="*/ 0 w 138"/>
                  <a:gd name="T57" fmla="*/ 0 h 152"/>
                  <a:gd name="T58" fmla="*/ 0 w 138"/>
                  <a:gd name="T59" fmla="*/ 0 h 152"/>
                  <a:gd name="T60" fmla="*/ 0 w 138"/>
                  <a:gd name="T61" fmla="*/ 0 h 152"/>
                  <a:gd name="T62" fmla="*/ 0 w 138"/>
                  <a:gd name="T63" fmla="*/ 0 h 152"/>
                  <a:gd name="T64" fmla="*/ 0 w 138"/>
                  <a:gd name="T65" fmla="*/ 0 h 152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38"/>
                  <a:gd name="T100" fmla="*/ 0 h 152"/>
                  <a:gd name="T101" fmla="*/ 138 w 138"/>
                  <a:gd name="T102" fmla="*/ 152 h 152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38" h="152">
                    <a:moveTo>
                      <a:pt x="31" y="112"/>
                    </a:moveTo>
                    <a:lnTo>
                      <a:pt x="44" y="112"/>
                    </a:lnTo>
                    <a:lnTo>
                      <a:pt x="31" y="112"/>
                    </a:lnTo>
                    <a:close/>
                    <a:moveTo>
                      <a:pt x="0" y="10"/>
                    </a:moveTo>
                    <a:lnTo>
                      <a:pt x="0" y="6"/>
                    </a:lnTo>
                    <a:lnTo>
                      <a:pt x="3" y="1"/>
                    </a:lnTo>
                    <a:lnTo>
                      <a:pt x="10" y="0"/>
                    </a:lnTo>
                    <a:lnTo>
                      <a:pt x="18" y="0"/>
                    </a:lnTo>
                    <a:lnTo>
                      <a:pt x="24" y="1"/>
                    </a:lnTo>
                    <a:lnTo>
                      <a:pt x="27" y="4"/>
                    </a:lnTo>
                    <a:lnTo>
                      <a:pt x="32" y="8"/>
                    </a:lnTo>
                    <a:lnTo>
                      <a:pt x="34" y="11"/>
                    </a:lnTo>
                    <a:lnTo>
                      <a:pt x="35" y="17"/>
                    </a:lnTo>
                    <a:lnTo>
                      <a:pt x="35" y="24"/>
                    </a:lnTo>
                    <a:lnTo>
                      <a:pt x="36" y="34"/>
                    </a:lnTo>
                    <a:lnTo>
                      <a:pt x="36" y="41"/>
                    </a:lnTo>
                    <a:lnTo>
                      <a:pt x="39" y="50"/>
                    </a:lnTo>
                    <a:lnTo>
                      <a:pt x="41" y="57"/>
                    </a:lnTo>
                    <a:lnTo>
                      <a:pt x="47" y="67"/>
                    </a:lnTo>
                    <a:lnTo>
                      <a:pt x="49" y="74"/>
                    </a:lnTo>
                    <a:lnTo>
                      <a:pt x="51" y="84"/>
                    </a:lnTo>
                    <a:lnTo>
                      <a:pt x="51" y="94"/>
                    </a:lnTo>
                    <a:lnTo>
                      <a:pt x="51" y="104"/>
                    </a:lnTo>
                    <a:lnTo>
                      <a:pt x="53" y="107"/>
                    </a:lnTo>
                    <a:lnTo>
                      <a:pt x="55" y="114"/>
                    </a:lnTo>
                    <a:lnTo>
                      <a:pt x="55" y="122"/>
                    </a:lnTo>
                    <a:lnTo>
                      <a:pt x="56" y="130"/>
                    </a:lnTo>
                    <a:lnTo>
                      <a:pt x="65" y="130"/>
                    </a:lnTo>
                    <a:lnTo>
                      <a:pt x="75" y="131"/>
                    </a:lnTo>
                    <a:lnTo>
                      <a:pt x="83" y="130"/>
                    </a:lnTo>
                    <a:lnTo>
                      <a:pt x="92" y="130"/>
                    </a:lnTo>
                    <a:lnTo>
                      <a:pt x="99" y="129"/>
                    </a:lnTo>
                    <a:lnTo>
                      <a:pt x="108" y="128"/>
                    </a:lnTo>
                    <a:lnTo>
                      <a:pt x="117" y="128"/>
                    </a:lnTo>
                    <a:lnTo>
                      <a:pt x="128" y="128"/>
                    </a:lnTo>
                    <a:lnTo>
                      <a:pt x="134" y="130"/>
                    </a:lnTo>
                    <a:lnTo>
                      <a:pt x="138" y="138"/>
                    </a:lnTo>
                    <a:lnTo>
                      <a:pt x="134" y="144"/>
                    </a:lnTo>
                    <a:lnTo>
                      <a:pt x="128" y="148"/>
                    </a:lnTo>
                    <a:lnTo>
                      <a:pt x="113" y="148"/>
                    </a:lnTo>
                    <a:lnTo>
                      <a:pt x="97" y="150"/>
                    </a:lnTo>
                    <a:lnTo>
                      <a:pt x="81" y="151"/>
                    </a:lnTo>
                    <a:lnTo>
                      <a:pt x="67" y="152"/>
                    </a:lnTo>
                    <a:lnTo>
                      <a:pt x="53" y="150"/>
                    </a:lnTo>
                    <a:lnTo>
                      <a:pt x="44" y="145"/>
                    </a:lnTo>
                    <a:lnTo>
                      <a:pt x="36" y="135"/>
                    </a:lnTo>
                    <a:lnTo>
                      <a:pt x="36" y="120"/>
                    </a:lnTo>
                    <a:lnTo>
                      <a:pt x="32" y="117"/>
                    </a:lnTo>
                    <a:lnTo>
                      <a:pt x="30" y="112"/>
                    </a:lnTo>
                    <a:lnTo>
                      <a:pt x="29" y="104"/>
                    </a:lnTo>
                    <a:lnTo>
                      <a:pt x="29" y="98"/>
                    </a:lnTo>
                    <a:lnTo>
                      <a:pt x="27" y="89"/>
                    </a:lnTo>
                    <a:lnTo>
                      <a:pt x="27" y="82"/>
                    </a:lnTo>
                    <a:lnTo>
                      <a:pt x="26" y="76"/>
                    </a:lnTo>
                    <a:lnTo>
                      <a:pt x="26" y="71"/>
                    </a:lnTo>
                    <a:lnTo>
                      <a:pt x="23" y="63"/>
                    </a:lnTo>
                    <a:lnTo>
                      <a:pt x="19" y="57"/>
                    </a:lnTo>
                    <a:lnTo>
                      <a:pt x="16" y="50"/>
                    </a:lnTo>
                    <a:lnTo>
                      <a:pt x="15" y="45"/>
                    </a:lnTo>
                    <a:lnTo>
                      <a:pt x="14" y="39"/>
                    </a:lnTo>
                    <a:lnTo>
                      <a:pt x="14" y="32"/>
                    </a:lnTo>
                    <a:lnTo>
                      <a:pt x="14" y="25"/>
                    </a:lnTo>
                    <a:lnTo>
                      <a:pt x="16" y="19"/>
                    </a:lnTo>
                    <a:lnTo>
                      <a:pt x="15" y="19"/>
                    </a:lnTo>
                    <a:lnTo>
                      <a:pt x="4" y="16"/>
                    </a:lnTo>
                    <a:lnTo>
                      <a:pt x="0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8" name="Freeform 408">
                <a:extLst>
                  <a:ext uri="{FF2B5EF4-FFF2-40B4-BE49-F238E27FC236}">
                    <a16:creationId xmlns:a16="http://schemas.microsoft.com/office/drawing/2014/main" id="{0D380C8A-77A9-E40B-C2F4-F7210C94C25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41" y="1331"/>
                <a:ext cx="4" cy="158"/>
              </a:xfrm>
              <a:custGeom>
                <a:avLst/>
                <a:gdLst>
                  <a:gd name="T0" fmla="*/ 0 w 18"/>
                  <a:gd name="T1" fmla="*/ 0 h 792"/>
                  <a:gd name="T2" fmla="*/ 0 w 18"/>
                  <a:gd name="T3" fmla="*/ 0 h 792"/>
                  <a:gd name="T4" fmla="*/ 0 w 18"/>
                  <a:gd name="T5" fmla="*/ 0 h 792"/>
                  <a:gd name="T6" fmla="*/ 0 w 18"/>
                  <a:gd name="T7" fmla="*/ 0 h 792"/>
                  <a:gd name="T8" fmla="*/ 0 w 18"/>
                  <a:gd name="T9" fmla="*/ 0 h 792"/>
                  <a:gd name="T10" fmla="*/ 0 w 18"/>
                  <a:gd name="T11" fmla="*/ 0 h 792"/>
                  <a:gd name="T12" fmla="*/ 0 w 18"/>
                  <a:gd name="T13" fmla="*/ 0 h 792"/>
                  <a:gd name="T14" fmla="*/ 0 w 18"/>
                  <a:gd name="T15" fmla="*/ 0 h 792"/>
                  <a:gd name="T16" fmla="*/ 0 w 18"/>
                  <a:gd name="T17" fmla="*/ 0 h 792"/>
                  <a:gd name="T18" fmla="*/ 0 w 18"/>
                  <a:gd name="T19" fmla="*/ 0 h 792"/>
                  <a:gd name="T20" fmla="*/ 0 w 18"/>
                  <a:gd name="T21" fmla="*/ 0 h 792"/>
                  <a:gd name="T22" fmla="*/ 0 w 18"/>
                  <a:gd name="T23" fmla="*/ 0 h 792"/>
                  <a:gd name="T24" fmla="*/ 0 w 18"/>
                  <a:gd name="T25" fmla="*/ 0 h 792"/>
                  <a:gd name="T26" fmla="*/ 0 w 18"/>
                  <a:gd name="T27" fmla="*/ 0 h 792"/>
                  <a:gd name="T28" fmla="*/ 0 w 18"/>
                  <a:gd name="T29" fmla="*/ 0 h 792"/>
                  <a:gd name="T30" fmla="*/ 0 w 18"/>
                  <a:gd name="T31" fmla="*/ 0 h 792"/>
                  <a:gd name="T32" fmla="*/ 0 w 18"/>
                  <a:gd name="T33" fmla="*/ 0 h 792"/>
                  <a:gd name="T34" fmla="*/ 0 w 18"/>
                  <a:gd name="T35" fmla="*/ 0 h 792"/>
                  <a:gd name="T36" fmla="*/ 0 w 18"/>
                  <a:gd name="T37" fmla="*/ 0 h 792"/>
                  <a:gd name="T38" fmla="*/ 0 w 18"/>
                  <a:gd name="T39" fmla="*/ 0 h 792"/>
                  <a:gd name="T40" fmla="*/ 0 w 18"/>
                  <a:gd name="T41" fmla="*/ 0 h 792"/>
                  <a:gd name="T42" fmla="*/ 0 w 18"/>
                  <a:gd name="T43" fmla="*/ 0 h 792"/>
                  <a:gd name="T44" fmla="*/ 0 w 18"/>
                  <a:gd name="T45" fmla="*/ 0 h 792"/>
                  <a:gd name="T46" fmla="*/ 0 w 18"/>
                  <a:gd name="T47" fmla="*/ 0 h 792"/>
                  <a:gd name="T48" fmla="*/ 0 w 18"/>
                  <a:gd name="T49" fmla="*/ 0 h 792"/>
                  <a:gd name="T50" fmla="*/ 0 w 18"/>
                  <a:gd name="T51" fmla="*/ 0 h 792"/>
                  <a:gd name="T52" fmla="*/ 0 w 18"/>
                  <a:gd name="T53" fmla="*/ 0 h 792"/>
                  <a:gd name="T54" fmla="*/ 0 w 18"/>
                  <a:gd name="T55" fmla="*/ 0 h 792"/>
                  <a:gd name="T56" fmla="*/ 0 w 18"/>
                  <a:gd name="T57" fmla="*/ 0 h 792"/>
                  <a:gd name="T58" fmla="*/ 0 w 18"/>
                  <a:gd name="T59" fmla="*/ 0 h 792"/>
                  <a:gd name="T60" fmla="*/ 0 w 18"/>
                  <a:gd name="T61" fmla="*/ 0 h 792"/>
                  <a:gd name="T62" fmla="*/ 0 w 18"/>
                  <a:gd name="T63" fmla="*/ 0 h 792"/>
                  <a:gd name="T64" fmla="*/ 0 w 18"/>
                  <a:gd name="T65" fmla="*/ 0 h 792"/>
                  <a:gd name="T66" fmla="*/ 0 w 18"/>
                  <a:gd name="T67" fmla="*/ 0 h 792"/>
                  <a:gd name="T68" fmla="*/ 0 w 18"/>
                  <a:gd name="T69" fmla="*/ 0 h 792"/>
                  <a:gd name="T70" fmla="*/ 0 w 18"/>
                  <a:gd name="T71" fmla="*/ 0 h 792"/>
                  <a:gd name="T72" fmla="*/ 0 w 18"/>
                  <a:gd name="T73" fmla="*/ 0 h 79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8"/>
                  <a:gd name="T112" fmla="*/ 0 h 792"/>
                  <a:gd name="T113" fmla="*/ 18 w 18"/>
                  <a:gd name="T114" fmla="*/ 792 h 79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8" h="792">
                    <a:moveTo>
                      <a:pt x="0" y="703"/>
                    </a:moveTo>
                    <a:lnTo>
                      <a:pt x="6" y="701"/>
                    </a:lnTo>
                    <a:lnTo>
                      <a:pt x="0" y="703"/>
                    </a:lnTo>
                    <a:lnTo>
                      <a:pt x="0" y="683"/>
                    </a:lnTo>
                    <a:lnTo>
                      <a:pt x="0" y="685"/>
                    </a:lnTo>
                    <a:lnTo>
                      <a:pt x="6" y="688"/>
                    </a:lnTo>
                    <a:lnTo>
                      <a:pt x="13" y="697"/>
                    </a:lnTo>
                    <a:lnTo>
                      <a:pt x="15" y="699"/>
                    </a:lnTo>
                    <a:lnTo>
                      <a:pt x="18" y="706"/>
                    </a:lnTo>
                    <a:lnTo>
                      <a:pt x="18" y="713"/>
                    </a:lnTo>
                    <a:lnTo>
                      <a:pt x="18" y="724"/>
                    </a:lnTo>
                    <a:lnTo>
                      <a:pt x="15" y="734"/>
                    </a:lnTo>
                    <a:lnTo>
                      <a:pt x="14" y="744"/>
                    </a:lnTo>
                    <a:lnTo>
                      <a:pt x="11" y="751"/>
                    </a:lnTo>
                    <a:lnTo>
                      <a:pt x="10" y="758"/>
                    </a:lnTo>
                    <a:lnTo>
                      <a:pt x="9" y="764"/>
                    </a:lnTo>
                    <a:lnTo>
                      <a:pt x="9" y="771"/>
                    </a:lnTo>
                    <a:lnTo>
                      <a:pt x="9" y="776"/>
                    </a:lnTo>
                    <a:lnTo>
                      <a:pt x="9" y="782"/>
                    </a:lnTo>
                    <a:lnTo>
                      <a:pt x="6" y="787"/>
                    </a:lnTo>
                    <a:lnTo>
                      <a:pt x="0" y="792"/>
                    </a:lnTo>
                    <a:lnTo>
                      <a:pt x="0" y="703"/>
                    </a:lnTo>
                    <a:close/>
                    <a:moveTo>
                      <a:pt x="0" y="565"/>
                    </a:moveTo>
                    <a:lnTo>
                      <a:pt x="0" y="441"/>
                    </a:lnTo>
                    <a:lnTo>
                      <a:pt x="5" y="449"/>
                    </a:lnTo>
                    <a:lnTo>
                      <a:pt x="6" y="460"/>
                    </a:lnTo>
                    <a:lnTo>
                      <a:pt x="5" y="467"/>
                    </a:lnTo>
                    <a:lnTo>
                      <a:pt x="5" y="473"/>
                    </a:lnTo>
                    <a:lnTo>
                      <a:pt x="5" y="480"/>
                    </a:lnTo>
                    <a:lnTo>
                      <a:pt x="5" y="489"/>
                    </a:lnTo>
                    <a:lnTo>
                      <a:pt x="5" y="496"/>
                    </a:lnTo>
                    <a:lnTo>
                      <a:pt x="5" y="505"/>
                    </a:lnTo>
                    <a:lnTo>
                      <a:pt x="5" y="514"/>
                    </a:lnTo>
                    <a:lnTo>
                      <a:pt x="5" y="524"/>
                    </a:lnTo>
                    <a:lnTo>
                      <a:pt x="4" y="532"/>
                    </a:lnTo>
                    <a:lnTo>
                      <a:pt x="4" y="542"/>
                    </a:lnTo>
                    <a:lnTo>
                      <a:pt x="3" y="550"/>
                    </a:lnTo>
                    <a:lnTo>
                      <a:pt x="1" y="558"/>
                    </a:lnTo>
                    <a:lnTo>
                      <a:pt x="0" y="561"/>
                    </a:lnTo>
                    <a:lnTo>
                      <a:pt x="0" y="565"/>
                    </a:lnTo>
                    <a:close/>
                    <a:moveTo>
                      <a:pt x="0" y="412"/>
                    </a:moveTo>
                    <a:lnTo>
                      <a:pt x="0" y="339"/>
                    </a:lnTo>
                    <a:lnTo>
                      <a:pt x="0" y="347"/>
                    </a:lnTo>
                    <a:lnTo>
                      <a:pt x="0" y="355"/>
                    </a:lnTo>
                    <a:lnTo>
                      <a:pt x="0" y="364"/>
                    </a:lnTo>
                    <a:lnTo>
                      <a:pt x="0" y="375"/>
                    </a:lnTo>
                    <a:lnTo>
                      <a:pt x="0" y="384"/>
                    </a:lnTo>
                    <a:lnTo>
                      <a:pt x="0" y="394"/>
                    </a:lnTo>
                    <a:lnTo>
                      <a:pt x="0" y="402"/>
                    </a:lnTo>
                    <a:lnTo>
                      <a:pt x="0" y="412"/>
                    </a:lnTo>
                    <a:close/>
                    <a:moveTo>
                      <a:pt x="0" y="314"/>
                    </a:moveTo>
                    <a:lnTo>
                      <a:pt x="0" y="184"/>
                    </a:lnTo>
                    <a:lnTo>
                      <a:pt x="0" y="186"/>
                    </a:lnTo>
                    <a:lnTo>
                      <a:pt x="0" y="187"/>
                    </a:lnTo>
                    <a:lnTo>
                      <a:pt x="3" y="191"/>
                    </a:lnTo>
                    <a:lnTo>
                      <a:pt x="5" y="195"/>
                    </a:lnTo>
                    <a:lnTo>
                      <a:pt x="5" y="205"/>
                    </a:lnTo>
                    <a:lnTo>
                      <a:pt x="5" y="220"/>
                    </a:lnTo>
                    <a:lnTo>
                      <a:pt x="6" y="236"/>
                    </a:lnTo>
                    <a:lnTo>
                      <a:pt x="8" y="255"/>
                    </a:lnTo>
                    <a:lnTo>
                      <a:pt x="6" y="272"/>
                    </a:lnTo>
                    <a:lnTo>
                      <a:pt x="5" y="290"/>
                    </a:lnTo>
                    <a:lnTo>
                      <a:pt x="3" y="303"/>
                    </a:lnTo>
                    <a:lnTo>
                      <a:pt x="0" y="314"/>
                    </a:lnTo>
                    <a:close/>
                    <a:moveTo>
                      <a:pt x="0" y="74"/>
                    </a:moveTo>
                    <a:lnTo>
                      <a:pt x="0" y="0"/>
                    </a:lnTo>
                    <a:lnTo>
                      <a:pt x="5" y="7"/>
                    </a:lnTo>
                    <a:lnTo>
                      <a:pt x="10" y="17"/>
                    </a:lnTo>
                    <a:lnTo>
                      <a:pt x="13" y="28"/>
                    </a:lnTo>
                    <a:lnTo>
                      <a:pt x="15" y="39"/>
                    </a:lnTo>
                    <a:lnTo>
                      <a:pt x="14" y="48"/>
                    </a:lnTo>
                    <a:lnTo>
                      <a:pt x="13" y="58"/>
                    </a:lnTo>
                    <a:lnTo>
                      <a:pt x="8" y="67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59" name="Freeform 409">
                <a:extLst>
                  <a:ext uri="{FF2B5EF4-FFF2-40B4-BE49-F238E27FC236}">
                    <a16:creationId xmlns:a16="http://schemas.microsoft.com/office/drawing/2014/main" id="{69145BE4-2052-0C86-A79D-DE49E9E9EE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3" y="1212"/>
                <a:ext cx="18" cy="277"/>
              </a:xfrm>
              <a:custGeom>
                <a:avLst/>
                <a:gdLst>
                  <a:gd name="T0" fmla="*/ 0 w 91"/>
                  <a:gd name="T1" fmla="*/ 0 h 1385"/>
                  <a:gd name="T2" fmla="*/ 0 w 91"/>
                  <a:gd name="T3" fmla="*/ 0 h 1385"/>
                  <a:gd name="T4" fmla="*/ 0 w 91"/>
                  <a:gd name="T5" fmla="*/ 0 h 1385"/>
                  <a:gd name="T6" fmla="*/ 0 w 91"/>
                  <a:gd name="T7" fmla="*/ 0 h 1385"/>
                  <a:gd name="T8" fmla="*/ 0 w 91"/>
                  <a:gd name="T9" fmla="*/ 0 h 1385"/>
                  <a:gd name="T10" fmla="*/ 0 w 91"/>
                  <a:gd name="T11" fmla="*/ 0 h 1385"/>
                  <a:gd name="T12" fmla="*/ 0 w 91"/>
                  <a:gd name="T13" fmla="*/ 0 h 1385"/>
                  <a:gd name="T14" fmla="*/ 0 w 91"/>
                  <a:gd name="T15" fmla="*/ 0 h 1385"/>
                  <a:gd name="T16" fmla="*/ 0 w 91"/>
                  <a:gd name="T17" fmla="*/ 0 h 1385"/>
                  <a:gd name="T18" fmla="*/ 0 w 91"/>
                  <a:gd name="T19" fmla="*/ 0 h 1385"/>
                  <a:gd name="T20" fmla="*/ 0 w 91"/>
                  <a:gd name="T21" fmla="*/ 0 h 1385"/>
                  <a:gd name="T22" fmla="*/ 0 w 91"/>
                  <a:gd name="T23" fmla="*/ 0 h 1385"/>
                  <a:gd name="T24" fmla="*/ 0 w 91"/>
                  <a:gd name="T25" fmla="*/ 0 h 1385"/>
                  <a:gd name="T26" fmla="*/ 0 w 91"/>
                  <a:gd name="T27" fmla="*/ 0 h 1385"/>
                  <a:gd name="T28" fmla="*/ 0 w 91"/>
                  <a:gd name="T29" fmla="*/ 0 h 1385"/>
                  <a:gd name="T30" fmla="*/ 0 w 91"/>
                  <a:gd name="T31" fmla="*/ 0 h 1385"/>
                  <a:gd name="T32" fmla="*/ 0 w 91"/>
                  <a:gd name="T33" fmla="*/ 0 h 1385"/>
                  <a:gd name="T34" fmla="*/ 0 w 91"/>
                  <a:gd name="T35" fmla="*/ 0 h 1385"/>
                  <a:gd name="T36" fmla="*/ 0 w 91"/>
                  <a:gd name="T37" fmla="*/ 0 h 1385"/>
                  <a:gd name="T38" fmla="*/ 0 w 91"/>
                  <a:gd name="T39" fmla="*/ 0 h 1385"/>
                  <a:gd name="T40" fmla="*/ 0 w 91"/>
                  <a:gd name="T41" fmla="*/ 0 h 1385"/>
                  <a:gd name="T42" fmla="*/ 0 w 91"/>
                  <a:gd name="T43" fmla="*/ 0 h 1385"/>
                  <a:gd name="T44" fmla="*/ 0 w 91"/>
                  <a:gd name="T45" fmla="*/ 0 h 1385"/>
                  <a:gd name="T46" fmla="*/ 0 w 91"/>
                  <a:gd name="T47" fmla="*/ 0 h 1385"/>
                  <a:gd name="T48" fmla="*/ 0 w 91"/>
                  <a:gd name="T49" fmla="*/ 0 h 1385"/>
                  <a:gd name="T50" fmla="*/ 0 w 91"/>
                  <a:gd name="T51" fmla="*/ 0 h 1385"/>
                  <a:gd name="T52" fmla="*/ 0 w 91"/>
                  <a:gd name="T53" fmla="*/ 0 h 1385"/>
                  <a:gd name="T54" fmla="*/ 0 w 91"/>
                  <a:gd name="T55" fmla="*/ 0 h 1385"/>
                  <a:gd name="T56" fmla="*/ 0 w 91"/>
                  <a:gd name="T57" fmla="*/ 0 h 1385"/>
                  <a:gd name="T58" fmla="*/ 0 w 91"/>
                  <a:gd name="T59" fmla="*/ 0 h 1385"/>
                  <a:gd name="T60" fmla="*/ 0 w 91"/>
                  <a:gd name="T61" fmla="*/ 0 h 1385"/>
                  <a:gd name="T62" fmla="*/ 0 w 91"/>
                  <a:gd name="T63" fmla="*/ 0 h 1385"/>
                  <a:gd name="T64" fmla="*/ 0 w 91"/>
                  <a:gd name="T65" fmla="*/ 0 h 1385"/>
                  <a:gd name="T66" fmla="*/ 0 w 91"/>
                  <a:gd name="T67" fmla="*/ 0 h 1385"/>
                  <a:gd name="T68" fmla="*/ 0 w 91"/>
                  <a:gd name="T69" fmla="*/ 0 h 1385"/>
                  <a:gd name="T70" fmla="*/ 0 w 91"/>
                  <a:gd name="T71" fmla="*/ 0 h 1385"/>
                  <a:gd name="T72" fmla="*/ 0 w 91"/>
                  <a:gd name="T73" fmla="*/ 0 h 1385"/>
                  <a:gd name="T74" fmla="*/ 0 w 91"/>
                  <a:gd name="T75" fmla="*/ 0 h 1385"/>
                  <a:gd name="T76" fmla="*/ 0 w 91"/>
                  <a:gd name="T77" fmla="*/ 0 h 1385"/>
                  <a:gd name="T78" fmla="*/ 0 w 91"/>
                  <a:gd name="T79" fmla="*/ 0 h 1385"/>
                  <a:gd name="T80" fmla="*/ 0 w 91"/>
                  <a:gd name="T81" fmla="*/ 0 h 1385"/>
                  <a:gd name="T82" fmla="*/ 0 w 91"/>
                  <a:gd name="T83" fmla="*/ 0 h 1385"/>
                  <a:gd name="T84" fmla="*/ 0 w 91"/>
                  <a:gd name="T85" fmla="*/ 0 h 1385"/>
                  <a:gd name="T86" fmla="*/ 0 w 91"/>
                  <a:gd name="T87" fmla="*/ 0 h 1385"/>
                  <a:gd name="T88" fmla="*/ 0 w 91"/>
                  <a:gd name="T89" fmla="*/ 0 h 1385"/>
                  <a:gd name="T90" fmla="*/ 0 w 91"/>
                  <a:gd name="T91" fmla="*/ 0 h 1385"/>
                  <a:gd name="T92" fmla="*/ 0 w 91"/>
                  <a:gd name="T93" fmla="*/ 0 h 1385"/>
                  <a:gd name="T94" fmla="*/ 0 w 91"/>
                  <a:gd name="T95" fmla="*/ 0 h 1385"/>
                  <a:gd name="T96" fmla="*/ 0 w 91"/>
                  <a:gd name="T97" fmla="*/ 0 h 1385"/>
                  <a:gd name="T98" fmla="*/ 0 w 91"/>
                  <a:gd name="T99" fmla="*/ 0 h 1385"/>
                  <a:gd name="T100" fmla="*/ 0 w 91"/>
                  <a:gd name="T101" fmla="*/ 0 h 1385"/>
                  <a:gd name="T102" fmla="*/ 0 w 91"/>
                  <a:gd name="T103" fmla="*/ 0 h 1385"/>
                  <a:gd name="T104" fmla="*/ 0 w 91"/>
                  <a:gd name="T105" fmla="*/ 0 h 1385"/>
                  <a:gd name="T106" fmla="*/ 0 w 91"/>
                  <a:gd name="T107" fmla="*/ 0 h 1385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91"/>
                  <a:gd name="T163" fmla="*/ 0 h 1385"/>
                  <a:gd name="T164" fmla="*/ 91 w 91"/>
                  <a:gd name="T165" fmla="*/ 1385 h 1385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91" h="1385">
                    <a:moveTo>
                      <a:pt x="84" y="1297"/>
                    </a:moveTo>
                    <a:lnTo>
                      <a:pt x="91" y="1296"/>
                    </a:lnTo>
                    <a:lnTo>
                      <a:pt x="91" y="1385"/>
                    </a:lnTo>
                    <a:lnTo>
                      <a:pt x="85" y="1385"/>
                    </a:lnTo>
                    <a:lnTo>
                      <a:pt x="80" y="1385"/>
                    </a:lnTo>
                    <a:lnTo>
                      <a:pt x="73" y="1385"/>
                    </a:lnTo>
                    <a:lnTo>
                      <a:pt x="65" y="1385"/>
                    </a:lnTo>
                    <a:lnTo>
                      <a:pt x="57" y="1382"/>
                    </a:lnTo>
                    <a:lnTo>
                      <a:pt x="54" y="1375"/>
                    </a:lnTo>
                    <a:lnTo>
                      <a:pt x="57" y="1368"/>
                    </a:lnTo>
                    <a:lnTo>
                      <a:pt x="65" y="1366"/>
                    </a:lnTo>
                    <a:lnTo>
                      <a:pt x="71" y="1363"/>
                    </a:lnTo>
                    <a:lnTo>
                      <a:pt x="80" y="1362"/>
                    </a:lnTo>
                    <a:lnTo>
                      <a:pt x="80" y="1352"/>
                    </a:lnTo>
                    <a:lnTo>
                      <a:pt x="81" y="1344"/>
                    </a:lnTo>
                    <a:lnTo>
                      <a:pt x="84" y="1337"/>
                    </a:lnTo>
                    <a:lnTo>
                      <a:pt x="86" y="1330"/>
                    </a:lnTo>
                    <a:lnTo>
                      <a:pt x="86" y="1321"/>
                    </a:lnTo>
                    <a:lnTo>
                      <a:pt x="88" y="1314"/>
                    </a:lnTo>
                    <a:lnTo>
                      <a:pt x="86" y="1305"/>
                    </a:lnTo>
                    <a:lnTo>
                      <a:pt x="84" y="1297"/>
                    </a:lnTo>
                    <a:lnTo>
                      <a:pt x="79" y="1292"/>
                    </a:lnTo>
                    <a:lnTo>
                      <a:pt x="75" y="1291"/>
                    </a:lnTo>
                    <a:lnTo>
                      <a:pt x="73" y="1289"/>
                    </a:lnTo>
                    <a:lnTo>
                      <a:pt x="71" y="1288"/>
                    </a:lnTo>
                    <a:lnTo>
                      <a:pt x="71" y="1283"/>
                    </a:lnTo>
                    <a:lnTo>
                      <a:pt x="71" y="1278"/>
                    </a:lnTo>
                    <a:lnTo>
                      <a:pt x="69" y="1260"/>
                    </a:lnTo>
                    <a:lnTo>
                      <a:pt x="66" y="1243"/>
                    </a:lnTo>
                    <a:lnTo>
                      <a:pt x="64" y="1226"/>
                    </a:lnTo>
                    <a:lnTo>
                      <a:pt x="64" y="1208"/>
                    </a:lnTo>
                    <a:lnTo>
                      <a:pt x="64" y="1190"/>
                    </a:lnTo>
                    <a:lnTo>
                      <a:pt x="65" y="1172"/>
                    </a:lnTo>
                    <a:lnTo>
                      <a:pt x="68" y="1155"/>
                    </a:lnTo>
                    <a:lnTo>
                      <a:pt x="75" y="1141"/>
                    </a:lnTo>
                    <a:lnTo>
                      <a:pt x="75" y="1135"/>
                    </a:lnTo>
                    <a:lnTo>
                      <a:pt x="75" y="1129"/>
                    </a:lnTo>
                    <a:lnTo>
                      <a:pt x="75" y="1120"/>
                    </a:lnTo>
                    <a:lnTo>
                      <a:pt x="75" y="1112"/>
                    </a:lnTo>
                    <a:lnTo>
                      <a:pt x="75" y="1102"/>
                    </a:lnTo>
                    <a:lnTo>
                      <a:pt x="75" y="1093"/>
                    </a:lnTo>
                    <a:lnTo>
                      <a:pt x="75" y="1086"/>
                    </a:lnTo>
                    <a:lnTo>
                      <a:pt x="75" y="1082"/>
                    </a:lnTo>
                    <a:lnTo>
                      <a:pt x="75" y="1070"/>
                    </a:lnTo>
                    <a:lnTo>
                      <a:pt x="76" y="1060"/>
                    </a:lnTo>
                    <a:lnTo>
                      <a:pt x="74" y="1050"/>
                    </a:lnTo>
                    <a:lnTo>
                      <a:pt x="69" y="1041"/>
                    </a:lnTo>
                    <a:lnTo>
                      <a:pt x="64" y="1034"/>
                    </a:lnTo>
                    <a:lnTo>
                      <a:pt x="66" y="1026"/>
                    </a:lnTo>
                    <a:lnTo>
                      <a:pt x="69" y="1020"/>
                    </a:lnTo>
                    <a:lnTo>
                      <a:pt x="71" y="1015"/>
                    </a:lnTo>
                    <a:lnTo>
                      <a:pt x="70" y="1004"/>
                    </a:lnTo>
                    <a:lnTo>
                      <a:pt x="70" y="993"/>
                    </a:lnTo>
                    <a:lnTo>
                      <a:pt x="70" y="982"/>
                    </a:lnTo>
                    <a:lnTo>
                      <a:pt x="70" y="972"/>
                    </a:lnTo>
                    <a:lnTo>
                      <a:pt x="70" y="961"/>
                    </a:lnTo>
                    <a:lnTo>
                      <a:pt x="70" y="951"/>
                    </a:lnTo>
                    <a:lnTo>
                      <a:pt x="70" y="940"/>
                    </a:lnTo>
                    <a:lnTo>
                      <a:pt x="71" y="930"/>
                    </a:lnTo>
                    <a:lnTo>
                      <a:pt x="64" y="921"/>
                    </a:lnTo>
                    <a:lnTo>
                      <a:pt x="64" y="912"/>
                    </a:lnTo>
                    <a:lnTo>
                      <a:pt x="68" y="901"/>
                    </a:lnTo>
                    <a:lnTo>
                      <a:pt x="75" y="895"/>
                    </a:lnTo>
                    <a:lnTo>
                      <a:pt x="75" y="790"/>
                    </a:lnTo>
                    <a:lnTo>
                      <a:pt x="69" y="779"/>
                    </a:lnTo>
                    <a:lnTo>
                      <a:pt x="65" y="767"/>
                    </a:lnTo>
                    <a:lnTo>
                      <a:pt x="64" y="754"/>
                    </a:lnTo>
                    <a:lnTo>
                      <a:pt x="64" y="741"/>
                    </a:lnTo>
                    <a:lnTo>
                      <a:pt x="63" y="727"/>
                    </a:lnTo>
                    <a:lnTo>
                      <a:pt x="64" y="714"/>
                    </a:lnTo>
                    <a:lnTo>
                      <a:pt x="64" y="701"/>
                    </a:lnTo>
                    <a:lnTo>
                      <a:pt x="65" y="691"/>
                    </a:lnTo>
                    <a:lnTo>
                      <a:pt x="64" y="681"/>
                    </a:lnTo>
                    <a:lnTo>
                      <a:pt x="64" y="673"/>
                    </a:lnTo>
                    <a:lnTo>
                      <a:pt x="64" y="667"/>
                    </a:lnTo>
                    <a:lnTo>
                      <a:pt x="66" y="663"/>
                    </a:lnTo>
                    <a:lnTo>
                      <a:pt x="68" y="658"/>
                    </a:lnTo>
                    <a:lnTo>
                      <a:pt x="71" y="655"/>
                    </a:lnTo>
                    <a:lnTo>
                      <a:pt x="76" y="650"/>
                    </a:lnTo>
                    <a:lnTo>
                      <a:pt x="85" y="646"/>
                    </a:lnTo>
                    <a:lnTo>
                      <a:pt x="84" y="637"/>
                    </a:lnTo>
                    <a:lnTo>
                      <a:pt x="84" y="630"/>
                    </a:lnTo>
                    <a:lnTo>
                      <a:pt x="83" y="623"/>
                    </a:lnTo>
                    <a:lnTo>
                      <a:pt x="81" y="616"/>
                    </a:lnTo>
                    <a:lnTo>
                      <a:pt x="73" y="609"/>
                    </a:lnTo>
                    <a:lnTo>
                      <a:pt x="68" y="602"/>
                    </a:lnTo>
                    <a:lnTo>
                      <a:pt x="64" y="595"/>
                    </a:lnTo>
                    <a:lnTo>
                      <a:pt x="62" y="589"/>
                    </a:lnTo>
                    <a:lnTo>
                      <a:pt x="59" y="582"/>
                    </a:lnTo>
                    <a:lnTo>
                      <a:pt x="59" y="574"/>
                    </a:lnTo>
                    <a:lnTo>
                      <a:pt x="59" y="566"/>
                    </a:lnTo>
                    <a:lnTo>
                      <a:pt x="60" y="556"/>
                    </a:lnTo>
                    <a:lnTo>
                      <a:pt x="55" y="548"/>
                    </a:lnTo>
                    <a:lnTo>
                      <a:pt x="54" y="536"/>
                    </a:lnTo>
                    <a:lnTo>
                      <a:pt x="52" y="519"/>
                    </a:lnTo>
                    <a:lnTo>
                      <a:pt x="52" y="500"/>
                    </a:lnTo>
                    <a:lnTo>
                      <a:pt x="52" y="480"/>
                    </a:lnTo>
                    <a:lnTo>
                      <a:pt x="53" y="463"/>
                    </a:lnTo>
                    <a:lnTo>
                      <a:pt x="53" y="449"/>
                    </a:lnTo>
                    <a:lnTo>
                      <a:pt x="55" y="443"/>
                    </a:lnTo>
                    <a:lnTo>
                      <a:pt x="58" y="438"/>
                    </a:lnTo>
                    <a:lnTo>
                      <a:pt x="60" y="434"/>
                    </a:lnTo>
                    <a:lnTo>
                      <a:pt x="60" y="422"/>
                    </a:lnTo>
                    <a:lnTo>
                      <a:pt x="60" y="411"/>
                    </a:lnTo>
                    <a:lnTo>
                      <a:pt x="60" y="400"/>
                    </a:lnTo>
                    <a:lnTo>
                      <a:pt x="60" y="389"/>
                    </a:lnTo>
                    <a:lnTo>
                      <a:pt x="59" y="376"/>
                    </a:lnTo>
                    <a:lnTo>
                      <a:pt x="59" y="365"/>
                    </a:lnTo>
                    <a:lnTo>
                      <a:pt x="60" y="354"/>
                    </a:lnTo>
                    <a:lnTo>
                      <a:pt x="64" y="344"/>
                    </a:lnTo>
                    <a:lnTo>
                      <a:pt x="64" y="335"/>
                    </a:lnTo>
                    <a:lnTo>
                      <a:pt x="64" y="330"/>
                    </a:lnTo>
                    <a:lnTo>
                      <a:pt x="64" y="323"/>
                    </a:lnTo>
                    <a:lnTo>
                      <a:pt x="65" y="317"/>
                    </a:lnTo>
                    <a:lnTo>
                      <a:pt x="65" y="281"/>
                    </a:lnTo>
                    <a:lnTo>
                      <a:pt x="65" y="246"/>
                    </a:lnTo>
                    <a:lnTo>
                      <a:pt x="65" y="210"/>
                    </a:lnTo>
                    <a:lnTo>
                      <a:pt x="65" y="176"/>
                    </a:lnTo>
                    <a:lnTo>
                      <a:pt x="65" y="140"/>
                    </a:lnTo>
                    <a:lnTo>
                      <a:pt x="65" y="105"/>
                    </a:lnTo>
                    <a:lnTo>
                      <a:pt x="65" y="69"/>
                    </a:lnTo>
                    <a:lnTo>
                      <a:pt x="65" y="36"/>
                    </a:lnTo>
                    <a:lnTo>
                      <a:pt x="60" y="31"/>
                    </a:lnTo>
                    <a:lnTo>
                      <a:pt x="55" y="27"/>
                    </a:lnTo>
                    <a:lnTo>
                      <a:pt x="47" y="26"/>
                    </a:lnTo>
                    <a:lnTo>
                      <a:pt x="42" y="24"/>
                    </a:lnTo>
                    <a:lnTo>
                      <a:pt x="37" y="22"/>
                    </a:lnTo>
                    <a:lnTo>
                      <a:pt x="33" y="21"/>
                    </a:lnTo>
                    <a:lnTo>
                      <a:pt x="23" y="21"/>
                    </a:lnTo>
                    <a:lnTo>
                      <a:pt x="12" y="22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1" y="5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19" y="1"/>
                    </a:lnTo>
                    <a:lnTo>
                      <a:pt x="27" y="1"/>
                    </a:lnTo>
                    <a:lnTo>
                      <a:pt x="35" y="3"/>
                    </a:lnTo>
                    <a:lnTo>
                      <a:pt x="42" y="5"/>
                    </a:lnTo>
                    <a:lnTo>
                      <a:pt x="48" y="7"/>
                    </a:lnTo>
                    <a:lnTo>
                      <a:pt x="54" y="7"/>
                    </a:lnTo>
                    <a:lnTo>
                      <a:pt x="60" y="7"/>
                    </a:lnTo>
                    <a:lnTo>
                      <a:pt x="65" y="10"/>
                    </a:lnTo>
                    <a:lnTo>
                      <a:pt x="73" y="16"/>
                    </a:lnTo>
                    <a:lnTo>
                      <a:pt x="71" y="18"/>
                    </a:lnTo>
                    <a:lnTo>
                      <a:pt x="76" y="18"/>
                    </a:lnTo>
                    <a:lnTo>
                      <a:pt x="81" y="21"/>
                    </a:lnTo>
                    <a:lnTo>
                      <a:pt x="84" y="24"/>
                    </a:lnTo>
                    <a:lnTo>
                      <a:pt x="85" y="31"/>
                    </a:lnTo>
                    <a:lnTo>
                      <a:pt x="85" y="36"/>
                    </a:lnTo>
                    <a:lnTo>
                      <a:pt x="85" y="43"/>
                    </a:lnTo>
                    <a:lnTo>
                      <a:pt x="85" y="49"/>
                    </a:lnTo>
                    <a:lnTo>
                      <a:pt x="85" y="57"/>
                    </a:lnTo>
                    <a:lnTo>
                      <a:pt x="85" y="308"/>
                    </a:lnTo>
                    <a:lnTo>
                      <a:pt x="85" y="315"/>
                    </a:lnTo>
                    <a:lnTo>
                      <a:pt x="85" y="325"/>
                    </a:lnTo>
                    <a:lnTo>
                      <a:pt x="85" y="333"/>
                    </a:lnTo>
                    <a:lnTo>
                      <a:pt x="85" y="341"/>
                    </a:lnTo>
                    <a:lnTo>
                      <a:pt x="83" y="348"/>
                    </a:lnTo>
                    <a:lnTo>
                      <a:pt x="80" y="354"/>
                    </a:lnTo>
                    <a:lnTo>
                      <a:pt x="78" y="361"/>
                    </a:lnTo>
                    <a:lnTo>
                      <a:pt x="78" y="369"/>
                    </a:lnTo>
                    <a:lnTo>
                      <a:pt x="78" y="377"/>
                    </a:lnTo>
                    <a:lnTo>
                      <a:pt x="78" y="386"/>
                    </a:lnTo>
                    <a:lnTo>
                      <a:pt x="78" y="395"/>
                    </a:lnTo>
                    <a:lnTo>
                      <a:pt x="79" y="403"/>
                    </a:lnTo>
                    <a:lnTo>
                      <a:pt x="79" y="411"/>
                    </a:lnTo>
                    <a:lnTo>
                      <a:pt x="80" y="419"/>
                    </a:lnTo>
                    <a:lnTo>
                      <a:pt x="79" y="431"/>
                    </a:lnTo>
                    <a:lnTo>
                      <a:pt x="78" y="441"/>
                    </a:lnTo>
                    <a:lnTo>
                      <a:pt x="75" y="449"/>
                    </a:lnTo>
                    <a:lnTo>
                      <a:pt x="75" y="462"/>
                    </a:lnTo>
                    <a:lnTo>
                      <a:pt x="75" y="540"/>
                    </a:lnTo>
                    <a:lnTo>
                      <a:pt x="79" y="547"/>
                    </a:lnTo>
                    <a:lnTo>
                      <a:pt x="80" y="559"/>
                    </a:lnTo>
                    <a:lnTo>
                      <a:pt x="80" y="566"/>
                    </a:lnTo>
                    <a:lnTo>
                      <a:pt x="80" y="573"/>
                    </a:lnTo>
                    <a:lnTo>
                      <a:pt x="80" y="579"/>
                    </a:lnTo>
                    <a:lnTo>
                      <a:pt x="80" y="584"/>
                    </a:lnTo>
                    <a:lnTo>
                      <a:pt x="85" y="587"/>
                    </a:lnTo>
                    <a:lnTo>
                      <a:pt x="91" y="593"/>
                    </a:lnTo>
                    <a:lnTo>
                      <a:pt x="91" y="667"/>
                    </a:lnTo>
                    <a:lnTo>
                      <a:pt x="88" y="668"/>
                    </a:lnTo>
                    <a:lnTo>
                      <a:pt x="85" y="670"/>
                    </a:lnTo>
                    <a:lnTo>
                      <a:pt x="85" y="678"/>
                    </a:lnTo>
                    <a:lnTo>
                      <a:pt x="85" y="688"/>
                    </a:lnTo>
                    <a:lnTo>
                      <a:pt x="85" y="698"/>
                    </a:lnTo>
                    <a:lnTo>
                      <a:pt x="85" y="709"/>
                    </a:lnTo>
                    <a:lnTo>
                      <a:pt x="85" y="719"/>
                    </a:lnTo>
                    <a:lnTo>
                      <a:pt x="85" y="730"/>
                    </a:lnTo>
                    <a:lnTo>
                      <a:pt x="85" y="740"/>
                    </a:lnTo>
                    <a:lnTo>
                      <a:pt x="85" y="751"/>
                    </a:lnTo>
                    <a:lnTo>
                      <a:pt x="86" y="764"/>
                    </a:lnTo>
                    <a:lnTo>
                      <a:pt x="91" y="777"/>
                    </a:lnTo>
                    <a:lnTo>
                      <a:pt x="91" y="907"/>
                    </a:lnTo>
                    <a:lnTo>
                      <a:pt x="88" y="910"/>
                    </a:lnTo>
                    <a:lnTo>
                      <a:pt x="85" y="911"/>
                    </a:lnTo>
                    <a:lnTo>
                      <a:pt x="85" y="917"/>
                    </a:lnTo>
                    <a:lnTo>
                      <a:pt x="88" y="922"/>
                    </a:lnTo>
                    <a:lnTo>
                      <a:pt x="91" y="932"/>
                    </a:lnTo>
                    <a:lnTo>
                      <a:pt x="91" y="1005"/>
                    </a:lnTo>
                    <a:lnTo>
                      <a:pt x="89" y="1011"/>
                    </a:lnTo>
                    <a:lnTo>
                      <a:pt x="88" y="1019"/>
                    </a:lnTo>
                    <a:lnTo>
                      <a:pt x="86" y="1024"/>
                    </a:lnTo>
                    <a:lnTo>
                      <a:pt x="85" y="1029"/>
                    </a:lnTo>
                    <a:lnTo>
                      <a:pt x="88" y="1031"/>
                    </a:lnTo>
                    <a:lnTo>
                      <a:pt x="91" y="1034"/>
                    </a:lnTo>
                    <a:lnTo>
                      <a:pt x="91" y="1158"/>
                    </a:lnTo>
                    <a:lnTo>
                      <a:pt x="86" y="1171"/>
                    </a:lnTo>
                    <a:lnTo>
                      <a:pt x="84" y="1186"/>
                    </a:lnTo>
                    <a:lnTo>
                      <a:pt x="84" y="1201"/>
                    </a:lnTo>
                    <a:lnTo>
                      <a:pt x="85" y="1216"/>
                    </a:lnTo>
                    <a:lnTo>
                      <a:pt x="85" y="1231"/>
                    </a:lnTo>
                    <a:lnTo>
                      <a:pt x="88" y="1245"/>
                    </a:lnTo>
                    <a:lnTo>
                      <a:pt x="89" y="1260"/>
                    </a:lnTo>
                    <a:lnTo>
                      <a:pt x="91" y="1276"/>
                    </a:lnTo>
                    <a:lnTo>
                      <a:pt x="91" y="1296"/>
                    </a:lnTo>
                    <a:lnTo>
                      <a:pt x="84" y="12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0" name="Freeform 410">
                <a:extLst>
                  <a:ext uri="{FF2B5EF4-FFF2-40B4-BE49-F238E27FC236}">
                    <a16:creationId xmlns:a16="http://schemas.microsoft.com/office/drawing/2014/main" id="{65C740B0-505E-C519-C8B5-5D261B7DD2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5" y="1326"/>
                <a:ext cx="3" cy="159"/>
              </a:xfrm>
              <a:custGeom>
                <a:avLst/>
                <a:gdLst>
                  <a:gd name="T0" fmla="*/ 0 w 18"/>
                  <a:gd name="T1" fmla="*/ 0 h 791"/>
                  <a:gd name="T2" fmla="*/ 0 w 18"/>
                  <a:gd name="T3" fmla="*/ 0 h 791"/>
                  <a:gd name="T4" fmla="*/ 0 w 18"/>
                  <a:gd name="T5" fmla="*/ 0 h 791"/>
                  <a:gd name="T6" fmla="*/ 0 w 18"/>
                  <a:gd name="T7" fmla="*/ 0 h 791"/>
                  <a:gd name="T8" fmla="*/ 0 w 18"/>
                  <a:gd name="T9" fmla="*/ 0 h 791"/>
                  <a:gd name="T10" fmla="*/ 0 w 18"/>
                  <a:gd name="T11" fmla="*/ 0 h 791"/>
                  <a:gd name="T12" fmla="*/ 0 w 18"/>
                  <a:gd name="T13" fmla="*/ 0 h 791"/>
                  <a:gd name="T14" fmla="*/ 0 w 18"/>
                  <a:gd name="T15" fmla="*/ 0 h 791"/>
                  <a:gd name="T16" fmla="*/ 0 w 18"/>
                  <a:gd name="T17" fmla="*/ 0 h 791"/>
                  <a:gd name="T18" fmla="*/ 0 w 18"/>
                  <a:gd name="T19" fmla="*/ 0 h 791"/>
                  <a:gd name="T20" fmla="*/ 0 w 18"/>
                  <a:gd name="T21" fmla="*/ 0 h 791"/>
                  <a:gd name="T22" fmla="*/ 0 w 18"/>
                  <a:gd name="T23" fmla="*/ 0 h 791"/>
                  <a:gd name="T24" fmla="*/ 0 w 18"/>
                  <a:gd name="T25" fmla="*/ 0 h 791"/>
                  <a:gd name="T26" fmla="*/ 0 w 18"/>
                  <a:gd name="T27" fmla="*/ 0 h 791"/>
                  <a:gd name="T28" fmla="*/ 0 w 18"/>
                  <a:gd name="T29" fmla="*/ 0 h 791"/>
                  <a:gd name="T30" fmla="*/ 0 w 18"/>
                  <a:gd name="T31" fmla="*/ 0 h 791"/>
                  <a:gd name="T32" fmla="*/ 0 w 18"/>
                  <a:gd name="T33" fmla="*/ 0 h 791"/>
                  <a:gd name="T34" fmla="*/ 0 w 18"/>
                  <a:gd name="T35" fmla="*/ 0 h 791"/>
                  <a:gd name="T36" fmla="*/ 0 w 18"/>
                  <a:gd name="T37" fmla="*/ 0 h 791"/>
                  <a:gd name="T38" fmla="*/ 0 w 18"/>
                  <a:gd name="T39" fmla="*/ 0 h 791"/>
                  <a:gd name="T40" fmla="*/ 0 w 18"/>
                  <a:gd name="T41" fmla="*/ 0 h 791"/>
                  <a:gd name="T42" fmla="*/ 0 w 18"/>
                  <a:gd name="T43" fmla="*/ 0 h 791"/>
                  <a:gd name="T44" fmla="*/ 0 w 18"/>
                  <a:gd name="T45" fmla="*/ 0 h 791"/>
                  <a:gd name="T46" fmla="*/ 0 w 18"/>
                  <a:gd name="T47" fmla="*/ 0 h 791"/>
                  <a:gd name="T48" fmla="*/ 0 w 18"/>
                  <a:gd name="T49" fmla="*/ 0 h 791"/>
                  <a:gd name="T50" fmla="*/ 0 w 18"/>
                  <a:gd name="T51" fmla="*/ 0 h 791"/>
                  <a:gd name="T52" fmla="*/ 0 w 18"/>
                  <a:gd name="T53" fmla="*/ 0 h 791"/>
                  <a:gd name="T54" fmla="*/ 0 w 18"/>
                  <a:gd name="T55" fmla="*/ 0 h 791"/>
                  <a:gd name="T56" fmla="*/ 0 w 18"/>
                  <a:gd name="T57" fmla="*/ 0 h 791"/>
                  <a:gd name="T58" fmla="*/ 0 w 18"/>
                  <a:gd name="T59" fmla="*/ 0 h 791"/>
                  <a:gd name="T60" fmla="*/ 0 w 18"/>
                  <a:gd name="T61" fmla="*/ 0 h 791"/>
                  <a:gd name="T62" fmla="*/ 0 w 18"/>
                  <a:gd name="T63" fmla="*/ 0 h 791"/>
                  <a:gd name="T64" fmla="*/ 0 w 18"/>
                  <a:gd name="T65" fmla="*/ 0 h 791"/>
                  <a:gd name="T66" fmla="*/ 0 w 18"/>
                  <a:gd name="T67" fmla="*/ 0 h 791"/>
                  <a:gd name="T68" fmla="*/ 0 w 18"/>
                  <a:gd name="T69" fmla="*/ 0 h 791"/>
                  <a:gd name="T70" fmla="*/ 0 w 18"/>
                  <a:gd name="T71" fmla="*/ 0 h 791"/>
                  <a:gd name="T72" fmla="*/ 0 w 18"/>
                  <a:gd name="T73" fmla="*/ 0 h 791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8"/>
                  <a:gd name="T112" fmla="*/ 0 h 791"/>
                  <a:gd name="T113" fmla="*/ 18 w 18"/>
                  <a:gd name="T114" fmla="*/ 791 h 791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8" h="791">
                    <a:moveTo>
                      <a:pt x="0" y="702"/>
                    </a:moveTo>
                    <a:lnTo>
                      <a:pt x="7" y="702"/>
                    </a:lnTo>
                    <a:lnTo>
                      <a:pt x="0" y="702"/>
                    </a:lnTo>
                    <a:lnTo>
                      <a:pt x="0" y="685"/>
                    </a:lnTo>
                    <a:lnTo>
                      <a:pt x="7" y="688"/>
                    </a:lnTo>
                    <a:lnTo>
                      <a:pt x="13" y="697"/>
                    </a:lnTo>
                    <a:lnTo>
                      <a:pt x="16" y="699"/>
                    </a:lnTo>
                    <a:lnTo>
                      <a:pt x="18" y="706"/>
                    </a:lnTo>
                    <a:lnTo>
                      <a:pt x="18" y="713"/>
                    </a:lnTo>
                    <a:lnTo>
                      <a:pt x="18" y="724"/>
                    </a:lnTo>
                    <a:lnTo>
                      <a:pt x="16" y="733"/>
                    </a:lnTo>
                    <a:lnTo>
                      <a:pt x="15" y="743"/>
                    </a:lnTo>
                    <a:lnTo>
                      <a:pt x="12" y="750"/>
                    </a:lnTo>
                    <a:lnTo>
                      <a:pt x="11" y="758"/>
                    </a:lnTo>
                    <a:lnTo>
                      <a:pt x="10" y="765"/>
                    </a:lnTo>
                    <a:lnTo>
                      <a:pt x="10" y="772"/>
                    </a:lnTo>
                    <a:lnTo>
                      <a:pt x="10" y="777"/>
                    </a:lnTo>
                    <a:lnTo>
                      <a:pt x="10" y="782"/>
                    </a:lnTo>
                    <a:lnTo>
                      <a:pt x="6" y="787"/>
                    </a:lnTo>
                    <a:lnTo>
                      <a:pt x="0" y="791"/>
                    </a:lnTo>
                    <a:lnTo>
                      <a:pt x="0" y="702"/>
                    </a:lnTo>
                    <a:close/>
                    <a:moveTo>
                      <a:pt x="0" y="563"/>
                    </a:moveTo>
                    <a:lnTo>
                      <a:pt x="0" y="441"/>
                    </a:lnTo>
                    <a:lnTo>
                      <a:pt x="5" y="451"/>
                    </a:lnTo>
                    <a:lnTo>
                      <a:pt x="6" y="463"/>
                    </a:lnTo>
                    <a:lnTo>
                      <a:pt x="6" y="468"/>
                    </a:lnTo>
                    <a:lnTo>
                      <a:pt x="6" y="474"/>
                    </a:lnTo>
                    <a:lnTo>
                      <a:pt x="6" y="481"/>
                    </a:lnTo>
                    <a:lnTo>
                      <a:pt x="6" y="489"/>
                    </a:lnTo>
                    <a:lnTo>
                      <a:pt x="6" y="496"/>
                    </a:lnTo>
                    <a:lnTo>
                      <a:pt x="6" y="505"/>
                    </a:lnTo>
                    <a:lnTo>
                      <a:pt x="6" y="514"/>
                    </a:lnTo>
                    <a:lnTo>
                      <a:pt x="6" y="524"/>
                    </a:lnTo>
                    <a:lnTo>
                      <a:pt x="5" y="532"/>
                    </a:lnTo>
                    <a:lnTo>
                      <a:pt x="5" y="542"/>
                    </a:lnTo>
                    <a:lnTo>
                      <a:pt x="4" y="550"/>
                    </a:lnTo>
                    <a:lnTo>
                      <a:pt x="2" y="558"/>
                    </a:lnTo>
                    <a:lnTo>
                      <a:pt x="1" y="561"/>
                    </a:lnTo>
                    <a:lnTo>
                      <a:pt x="0" y="563"/>
                    </a:lnTo>
                    <a:close/>
                    <a:moveTo>
                      <a:pt x="0" y="412"/>
                    </a:moveTo>
                    <a:lnTo>
                      <a:pt x="0" y="342"/>
                    </a:lnTo>
                    <a:lnTo>
                      <a:pt x="0" y="348"/>
                    </a:lnTo>
                    <a:lnTo>
                      <a:pt x="1" y="356"/>
                    </a:lnTo>
                    <a:lnTo>
                      <a:pt x="1" y="365"/>
                    </a:lnTo>
                    <a:lnTo>
                      <a:pt x="1" y="375"/>
                    </a:lnTo>
                    <a:lnTo>
                      <a:pt x="0" y="384"/>
                    </a:lnTo>
                    <a:lnTo>
                      <a:pt x="0" y="394"/>
                    </a:lnTo>
                    <a:lnTo>
                      <a:pt x="0" y="402"/>
                    </a:lnTo>
                    <a:lnTo>
                      <a:pt x="0" y="412"/>
                    </a:lnTo>
                    <a:close/>
                    <a:moveTo>
                      <a:pt x="0" y="314"/>
                    </a:moveTo>
                    <a:lnTo>
                      <a:pt x="0" y="184"/>
                    </a:lnTo>
                    <a:lnTo>
                      <a:pt x="0" y="186"/>
                    </a:lnTo>
                    <a:lnTo>
                      <a:pt x="0" y="188"/>
                    </a:lnTo>
                    <a:lnTo>
                      <a:pt x="0" y="187"/>
                    </a:lnTo>
                    <a:lnTo>
                      <a:pt x="4" y="190"/>
                    </a:lnTo>
                    <a:lnTo>
                      <a:pt x="6" y="195"/>
                    </a:lnTo>
                    <a:lnTo>
                      <a:pt x="6" y="205"/>
                    </a:lnTo>
                    <a:lnTo>
                      <a:pt x="6" y="219"/>
                    </a:lnTo>
                    <a:lnTo>
                      <a:pt x="7" y="236"/>
                    </a:lnTo>
                    <a:lnTo>
                      <a:pt x="9" y="255"/>
                    </a:lnTo>
                    <a:lnTo>
                      <a:pt x="7" y="272"/>
                    </a:lnTo>
                    <a:lnTo>
                      <a:pt x="6" y="290"/>
                    </a:lnTo>
                    <a:lnTo>
                      <a:pt x="4" y="303"/>
                    </a:lnTo>
                    <a:lnTo>
                      <a:pt x="0" y="314"/>
                    </a:lnTo>
                    <a:close/>
                    <a:moveTo>
                      <a:pt x="0" y="74"/>
                    </a:moveTo>
                    <a:lnTo>
                      <a:pt x="0" y="0"/>
                    </a:lnTo>
                    <a:lnTo>
                      <a:pt x="5" y="7"/>
                    </a:lnTo>
                    <a:lnTo>
                      <a:pt x="10" y="17"/>
                    </a:lnTo>
                    <a:lnTo>
                      <a:pt x="13" y="28"/>
                    </a:lnTo>
                    <a:lnTo>
                      <a:pt x="16" y="39"/>
                    </a:lnTo>
                    <a:lnTo>
                      <a:pt x="15" y="49"/>
                    </a:lnTo>
                    <a:lnTo>
                      <a:pt x="12" y="59"/>
                    </a:lnTo>
                    <a:lnTo>
                      <a:pt x="7" y="67"/>
                    </a:lnTo>
                    <a:lnTo>
                      <a:pt x="0" y="7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1" name="Freeform 411">
                <a:extLst>
                  <a:ext uri="{FF2B5EF4-FFF2-40B4-BE49-F238E27FC236}">
                    <a16:creationId xmlns:a16="http://schemas.microsoft.com/office/drawing/2014/main" id="{2D7F3344-411E-177A-1B3D-327B03BC0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" y="1208"/>
                <a:ext cx="18" cy="277"/>
              </a:xfrm>
              <a:custGeom>
                <a:avLst/>
                <a:gdLst>
                  <a:gd name="T0" fmla="*/ 0 w 91"/>
                  <a:gd name="T1" fmla="*/ 0 h 1387"/>
                  <a:gd name="T2" fmla="*/ 0 w 91"/>
                  <a:gd name="T3" fmla="*/ 0 h 1387"/>
                  <a:gd name="T4" fmla="*/ 0 w 91"/>
                  <a:gd name="T5" fmla="*/ 0 h 1387"/>
                  <a:gd name="T6" fmla="*/ 0 w 91"/>
                  <a:gd name="T7" fmla="*/ 0 h 1387"/>
                  <a:gd name="T8" fmla="*/ 0 w 91"/>
                  <a:gd name="T9" fmla="*/ 0 h 1387"/>
                  <a:gd name="T10" fmla="*/ 0 w 91"/>
                  <a:gd name="T11" fmla="*/ 0 h 1387"/>
                  <a:gd name="T12" fmla="*/ 0 w 91"/>
                  <a:gd name="T13" fmla="*/ 0 h 1387"/>
                  <a:gd name="T14" fmla="*/ 0 w 91"/>
                  <a:gd name="T15" fmla="*/ 0 h 1387"/>
                  <a:gd name="T16" fmla="*/ 0 w 91"/>
                  <a:gd name="T17" fmla="*/ 0 h 1387"/>
                  <a:gd name="T18" fmla="*/ 0 w 91"/>
                  <a:gd name="T19" fmla="*/ 0 h 1387"/>
                  <a:gd name="T20" fmla="*/ 0 w 91"/>
                  <a:gd name="T21" fmla="*/ 0 h 1387"/>
                  <a:gd name="T22" fmla="*/ 0 w 91"/>
                  <a:gd name="T23" fmla="*/ 0 h 1387"/>
                  <a:gd name="T24" fmla="*/ 0 w 91"/>
                  <a:gd name="T25" fmla="*/ 0 h 1387"/>
                  <a:gd name="T26" fmla="*/ 0 w 91"/>
                  <a:gd name="T27" fmla="*/ 0 h 1387"/>
                  <a:gd name="T28" fmla="*/ 0 w 91"/>
                  <a:gd name="T29" fmla="*/ 0 h 1387"/>
                  <a:gd name="T30" fmla="*/ 0 w 91"/>
                  <a:gd name="T31" fmla="*/ 0 h 1387"/>
                  <a:gd name="T32" fmla="*/ 0 w 91"/>
                  <a:gd name="T33" fmla="*/ 0 h 1387"/>
                  <a:gd name="T34" fmla="*/ 0 w 91"/>
                  <a:gd name="T35" fmla="*/ 0 h 1387"/>
                  <a:gd name="T36" fmla="*/ 0 w 91"/>
                  <a:gd name="T37" fmla="*/ 0 h 1387"/>
                  <a:gd name="T38" fmla="*/ 0 w 91"/>
                  <a:gd name="T39" fmla="*/ 0 h 1387"/>
                  <a:gd name="T40" fmla="*/ 0 w 91"/>
                  <a:gd name="T41" fmla="*/ 0 h 1387"/>
                  <a:gd name="T42" fmla="*/ 0 w 91"/>
                  <a:gd name="T43" fmla="*/ 0 h 1387"/>
                  <a:gd name="T44" fmla="*/ 0 w 91"/>
                  <a:gd name="T45" fmla="*/ 0 h 1387"/>
                  <a:gd name="T46" fmla="*/ 0 w 91"/>
                  <a:gd name="T47" fmla="*/ 0 h 1387"/>
                  <a:gd name="T48" fmla="*/ 0 w 91"/>
                  <a:gd name="T49" fmla="*/ 0 h 1387"/>
                  <a:gd name="T50" fmla="*/ 0 w 91"/>
                  <a:gd name="T51" fmla="*/ 0 h 1387"/>
                  <a:gd name="T52" fmla="*/ 0 w 91"/>
                  <a:gd name="T53" fmla="*/ 0 h 1387"/>
                  <a:gd name="T54" fmla="*/ 0 w 91"/>
                  <a:gd name="T55" fmla="*/ 0 h 1387"/>
                  <a:gd name="T56" fmla="*/ 0 w 91"/>
                  <a:gd name="T57" fmla="*/ 0 h 1387"/>
                  <a:gd name="T58" fmla="*/ 0 w 91"/>
                  <a:gd name="T59" fmla="*/ 0 h 1387"/>
                  <a:gd name="T60" fmla="*/ 0 w 91"/>
                  <a:gd name="T61" fmla="*/ 0 h 1387"/>
                  <a:gd name="T62" fmla="*/ 0 w 91"/>
                  <a:gd name="T63" fmla="*/ 0 h 1387"/>
                  <a:gd name="T64" fmla="*/ 0 w 91"/>
                  <a:gd name="T65" fmla="*/ 0 h 1387"/>
                  <a:gd name="T66" fmla="*/ 0 w 91"/>
                  <a:gd name="T67" fmla="*/ 0 h 1387"/>
                  <a:gd name="T68" fmla="*/ 0 w 91"/>
                  <a:gd name="T69" fmla="*/ 0 h 1387"/>
                  <a:gd name="T70" fmla="*/ 0 w 91"/>
                  <a:gd name="T71" fmla="*/ 0 h 1387"/>
                  <a:gd name="T72" fmla="*/ 0 w 91"/>
                  <a:gd name="T73" fmla="*/ 0 h 1387"/>
                  <a:gd name="T74" fmla="*/ 0 w 91"/>
                  <a:gd name="T75" fmla="*/ 0 h 1387"/>
                  <a:gd name="T76" fmla="*/ 0 w 91"/>
                  <a:gd name="T77" fmla="*/ 0 h 1387"/>
                  <a:gd name="T78" fmla="*/ 0 w 91"/>
                  <a:gd name="T79" fmla="*/ 0 h 1387"/>
                  <a:gd name="T80" fmla="*/ 0 w 91"/>
                  <a:gd name="T81" fmla="*/ 0 h 1387"/>
                  <a:gd name="T82" fmla="*/ 0 w 91"/>
                  <a:gd name="T83" fmla="*/ 0 h 1387"/>
                  <a:gd name="T84" fmla="*/ 0 w 91"/>
                  <a:gd name="T85" fmla="*/ 0 h 1387"/>
                  <a:gd name="T86" fmla="*/ 0 w 91"/>
                  <a:gd name="T87" fmla="*/ 0 h 1387"/>
                  <a:gd name="T88" fmla="*/ 0 w 91"/>
                  <a:gd name="T89" fmla="*/ 0 h 1387"/>
                  <a:gd name="T90" fmla="*/ 0 w 91"/>
                  <a:gd name="T91" fmla="*/ 0 h 1387"/>
                  <a:gd name="T92" fmla="*/ 0 w 91"/>
                  <a:gd name="T93" fmla="*/ 0 h 1387"/>
                  <a:gd name="T94" fmla="*/ 0 w 91"/>
                  <a:gd name="T95" fmla="*/ 0 h 1387"/>
                  <a:gd name="T96" fmla="*/ 0 w 91"/>
                  <a:gd name="T97" fmla="*/ 0 h 1387"/>
                  <a:gd name="T98" fmla="*/ 0 w 91"/>
                  <a:gd name="T99" fmla="*/ 0 h 1387"/>
                  <a:gd name="T100" fmla="*/ 0 w 91"/>
                  <a:gd name="T101" fmla="*/ 0 h 1387"/>
                  <a:gd name="T102" fmla="*/ 0 w 91"/>
                  <a:gd name="T103" fmla="*/ 0 h 1387"/>
                  <a:gd name="T104" fmla="*/ 0 w 91"/>
                  <a:gd name="T105" fmla="*/ 0 h 1387"/>
                  <a:gd name="T106" fmla="*/ 0 w 91"/>
                  <a:gd name="T107" fmla="*/ 0 h 1387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91"/>
                  <a:gd name="T163" fmla="*/ 0 h 1387"/>
                  <a:gd name="T164" fmla="*/ 91 w 91"/>
                  <a:gd name="T165" fmla="*/ 1387 h 1387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91" h="1387">
                    <a:moveTo>
                      <a:pt x="85" y="1297"/>
                    </a:moveTo>
                    <a:lnTo>
                      <a:pt x="91" y="1295"/>
                    </a:lnTo>
                    <a:lnTo>
                      <a:pt x="91" y="1384"/>
                    </a:lnTo>
                    <a:lnTo>
                      <a:pt x="86" y="1384"/>
                    </a:lnTo>
                    <a:lnTo>
                      <a:pt x="80" y="1385"/>
                    </a:lnTo>
                    <a:lnTo>
                      <a:pt x="72" y="1385"/>
                    </a:lnTo>
                    <a:lnTo>
                      <a:pt x="66" y="1387"/>
                    </a:lnTo>
                    <a:lnTo>
                      <a:pt x="57" y="1383"/>
                    </a:lnTo>
                    <a:lnTo>
                      <a:pt x="55" y="1377"/>
                    </a:lnTo>
                    <a:lnTo>
                      <a:pt x="57" y="1369"/>
                    </a:lnTo>
                    <a:lnTo>
                      <a:pt x="66" y="1367"/>
                    </a:lnTo>
                    <a:lnTo>
                      <a:pt x="72" y="1364"/>
                    </a:lnTo>
                    <a:lnTo>
                      <a:pt x="81" y="1363"/>
                    </a:lnTo>
                    <a:lnTo>
                      <a:pt x="81" y="1353"/>
                    </a:lnTo>
                    <a:lnTo>
                      <a:pt x="82" y="1344"/>
                    </a:lnTo>
                    <a:lnTo>
                      <a:pt x="85" y="1337"/>
                    </a:lnTo>
                    <a:lnTo>
                      <a:pt x="87" y="1330"/>
                    </a:lnTo>
                    <a:lnTo>
                      <a:pt x="87" y="1321"/>
                    </a:lnTo>
                    <a:lnTo>
                      <a:pt x="88" y="1313"/>
                    </a:lnTo>
                    <a:lnTo>
                      <a:pt x="87" y="1305"/>
                    </a:lnTo>
                    <a:lnTo>
                      <a:pt x="85" y="1297"/>
                    </a:lnTo>
                    <a:lnTo>
                      <a:pt x="81" y="1292"/>
                    </a:lnTo>
                    <a:lnTo>
                      <a:pt x="77" y="1291"/>
                    </a:lnTo>
                    <a:lnTo>
                      <a:pt x="74" y="1287"/>
                    </a:lnTo>
                    <a:lnTo>
                      <a:pt x="72" y="1280"/>
                    </a:lnTo>
                    <a:lnTo>
                      <a:pt x="70" y="1261"/>
                    </a:lnTo>
                    <a:lnTo>
                      <a:pt x="67" y="1244"/>
                    </a:lnTo>
                    <a:lnTo>
                      <a:pt x="65" y="1226"/>
                    </a:lnTo>
                    <a:lnTo>
                      <a:pt x="65" y="1208"/>
                    </a:lnTo>
                    <a:lnTo>
                      <a:pt x="64" y="1190"/>
                    </a:lnTo>
                    <a:lnTo>
                      <a:pt x="66" y="1172"/>
                    </a:lnTo>
                    <a:lnTo>
                      <a:pt x="69" y="1155"/>
                    </a:lnTo>
                    <a:lnTo>
                      <a:pt x="75" y="1140"/>
                    </a:lnTo>
                    <a:lnTo>
                      <a:pt x="75" y="1134"/>
                    </a:lnTo>
                    <a:lnTo>
                      <a:pt x="76" y="1128"/>
                    </a:lnTo>
                    <a:lnTo>
                      <a:pt x="76" y="1119"/>
                    </a:lnTo>
                    <a:lnTo>
                      <a:pt x="76" y="1112"/>
                    </a:lnTo>
                    <a:lnTo>
                      <a:pt x="75" y="1102"/>
                    </a:lnTo>
                    <a:lnTo>
                      <a:pt x="75" y="1093"/>
                    </a:lnTo>
                    <a:lnTo>
                      <a:pt x="75" y="1086"/>
                    </a:lnTo>
                    <a:lnTo>
                      <a:pt x="75" y="1082"/>
                    </a:lnTo>
                    <a:lnTo>
                      <a:pt x="76" y="1070"/>
                    </a:lnTo>
                    <a:lnTo>
                      <a:pt x="77" y="1060"/>
                    </a:lnTo>
                    <a:lnTo>
                      <a:pt x="75" y="1050"/>
                    </a:lnTo>
                    <a:lnTo>
                      <a:pt x="70" y="1041"/>
                    </a:lnTo>
                    <a:lnTo>
                      <a:pt x="66" y="1034"/>
                    </a:lnTo>
                    <a:lnTo>
                      <a:pt x="67" y="1026"/>
                    </a:lnTo>
                    <a:lnTo>
                      <a:pt x="70" y="1019"/>
                    </a:lnTo>
                    <a:lnTo>
                      <a:pt x="72" y="1014"/>
                    </a:lnTo>
                    <a:lnTo>
                      <a:pt x="72" y="1003"/>
                    </a:lnTo>
                    <a:lnTo>
                      <a:pt x="72" y="992"/>
                    </a:lnTo>
                    <a:lnTo>
                      <a:pt x="72" y="980"/>
                    </a:lnTo>
                    <a:lnTo>
                      <a:pt x="72" y="970"/>
                    </a:lnTo>
                    <a:lnTo>
                      <a:pt x="72" y="959"/>
                    </a:lnTo>
                    <a:lnTo>
                      <a:pt x="72" y="949"/>
                    </a:lnTo>
                    <a:lnTo>
                      <a:pt x="72" y="940"/>
                    </a:lnTo>
                    <a:lnTo>
                      <a:pt x="72" y="931"/>
                    </a:lnTo>
                    <a:lnTo>
                      <a:pt x="66" y="922"/>
                    </a:lnTo>
                    <a:lnTo>
                      <a:pt x="65" y="912"/>
                    </a:lnTo>
                    <a:lnTo>
                      <a:pt x="67" y="901"/>
                    </a:lnTo>
                    <a:lnTo>
                      <a:pt x="75" y="895"/>
                    </a:lnTo>
                    <a:lnTo>
                      <a:pt x="75" y="792"/>
                    </a:lnTo>
                    <a:lnTo>
                      <a:pt x="70" y="780"/>
                    </a:lnTo>
                    <a:lnTo>
                      <a:pt x="66" y="769"/>
                    </a:lnTo>
                    <a:lnTo>
                      <a:pt x="65" y="755"/>
                    </a:lnTo>
                    <a:lnTo>
                      <a:pt x="65" y="741"/>
                    </a:lnTo>
                    <a:lnTo>
                      <a:pt x="65" y="727"/>
                    </a:lnTo>
                    <a:lnTo>
                      <a:pt x="65" y="714"/>
                    </a:lnTo>
                    <a:lnTo>
                      <a:pt x="65" y="702"/>
                    </a:lnTo>
                    <a:lnTo>
                      <a:pt x="66" y="692"/>
                    </a:lnTo>
                    <a:lnTo>
                      <a:pt x="65" y="682"/>
                    </a:lnTo>
                    <a:lnTo>
                      <a:pt x="65" y="675"/>
                    </a:lnTo>
                    <a:lnTo>
                      <a:pt x="65" y="668"/>
                    </a:lnTo>
                    <a:lnTo>
                      <a:pt x="67" y="663"/>
                    </a:lnTo>
                    <a:lnTo>
                      <a:pt x="69" y="658"/>
                    </a:lnTo>
                    <a:lnTo>
                      <a:pt x="72" y="655"/>
                    </a:lnTo>
                    <a:lnTo>
                      <a:pt x="77" y="650"/>
                    </a:lnTo>
                    <a:lnTo>
                      <a:pt x="86" y="646"/>
                    </a:lnTo>
                    <a:lnTo>
                      <a:pt x="85" y="637"/>
                    </a:lnTo>
                    <a:lnTo>
                      <a:pt x="85" y="630"/>
                    </a:lnTo>
                    <a:lnTo>
                      <a:pt x="83" y="623"/>
                    </a:lnTo>
                    <a:lnTo>
                      <a:pt x="82" y="615"/>
                    </a:lnTo>
                    <a:lnTo>
                      <a:pt x="74" y="608"/>
                    </a:lnTo>
                    <a:lnTo>
                      <a:pt x="69" y="601"/>
                    </a:lnTo>
                    <a:lnTo>
                      <a:pt x="64" y="594"/>
                    </a:lnTo>
                    <a:lnTo>
                      <a:pt x="62" y="589"/>
                    </a:lnTo>
                    <a:lnTo>
                      <a:pt x="60" y="582"/>
                    </a:lnTo>
                    <a:lnTo>
                      <a:pt x="60" y="575"/>
                    </a:lnTo>
                    <a:lnTo>
                      <a:pt x="60" y="567"/>
                    </a:lnTo>
                    <a:lnTo>
                      <a:pt x="61" y="557"/>
                    </a:lnTo>
                    <a:lnTo>
                      <a:pt x="56" y="549"/>
                    </a:lnTo>
                    <a:lnTo>
                      <a:pt x="55" y="537"/>
                    </a:lnTo>
                    <a:lnTo>
                      <a:pt x="52" y="520"/>
                    </a:lnTo>
                    <a:lnTo>
                      <a:pt x="52" y="501"/>
                    </a:lnTo>
                    <a:lnTo>
                      <a:pt x="52" y="481"/>
                    </a:lnTo>
                    <a:lnTo>
                      <a:pt x="54" y="464"/>
                    </a:lnTo>
                    <a:lnTo>
                      <a:pt x="54" y="450"/>
                    </a:lnTo>
                    <a:lnTo>
                      <a:pt x="56" y="444"/>
                    </a:lnTo>
                    <a:lnTo>
                      <a:pt x="59" y="439"/>
                    </a:lnTo>
                    <a:lnTo>
                      <a:pt x="61" y="436"/>
                    </a:lnTo>
                    <a:lnTo>
                      <a:pt x="61" y="423"/>
                    </a:lnTo>
                    <a:lnTo>
                      <a:pt x="61" y="412"/>
                    </a:lnTo>
                    <a:lnTo>
                      <a:pt x="61" y="400"/>
                    </a:lnTo>
                    <a:lnTo>
                      <a:pt x="61" y="388"/>
                    </a:lnTo>
                    <a:lnTo>
                      <a:pt x="60" y="376"/>
                    </a:lnTo>
                    <a:lnTo>
                      <a:pt x="60" y="364"/>
                    </a:lnTo>
                    <a:lnTo>
                      <a:pt x="61" y="353"/>
                    </a:lnTo>
                    <a:lnTo>
                      <a:pt x="65" y="343"/>
                    </a:lnTo>
                    <a:lnTo>
                      <a:pt x="65" y="335"/>
                    </a:lnTo>
                    <a:lnTo>
                      <a:pt x="65" y="329"/>
                    </a:lnTo>
                    <a:lnTo>
                      <a:pt x="65" y="323"/>
                    </a:lnTo>
                    <a:lnTo>
                      <a:pt x="66" y="317"/>
                    </a:lnTo>
                    <a:lnTo>
                      <a:pt x="66" y="281"/>
                    </a:lnTo>
                    <a:lnTo>
                      <a:pt x="66" y="245"/>
                    </a:lnTo>
                    <a:lnTo>
                      <a:pt x="66" y="209"/>
                    </a:lnTo>
                    <a:lnTo>
                      <a:pt x="66" y="174"/>
                    </a:lnTo>
                    <a:lnTo>
                      <a:pt x="66" y="138"/>
                    </a:lnTo>
                    <a:lnTo>
                      <a:pt x="66" y="104"/>
                    </a:lnTo>
                    <a:lnTo>
                      <a:pt x="66" y="69"/>
                    </a:lnTo>
                    <a:lnTo>
                      <a:pt x="66" y="36"/>
                    </a:lnTo>
                    <a:lnTo>
                      <a:pt x="61" y="31"/>
                    </a:lnTo>
                    <a:lnTo>
                      <a:pt x="56" y="28"/>
                    </a:lnTo>
                    <a:lnTo>
                      <a:pt x="47" y="27"/>
                    </a:lnTo>
                    <a:lnTo>
                      <a:pt x="43" y="26"/>
                    </a:lnTo>
                    <a:lnTo>
                      <a:pt x="38" y="23"/>
                    </a:lnTo>
                    <a:lnTo>
                      <a:pt x="34" y="23"/>
                    </a:lnTo>
                    <a:lnTo>
                      <a:pt x="24" y="22"/>
                    </a:lnTo>
                    <a:lnTo>
                      <a:pt x="13" y="22"/>
                    </a:lnTo>
                    <a:lnTo>
                      <a:pt x="4" y="19"/>
                    </a:lnTo>
                    <a:lnTo>
                      <a:pt x="0" y="12"/>
                    </a:lnTo>
                    <a:lnTo>
                      <a:pt x="2" y="5"/>
                    </a:lnTo>
                    <a:lnTo>
                      <a:pt x="7" y="2"/>
                    </a:lnTo>
                    <a:lnTo>
                      <a:pt x="13" y="0"/>
                    </a:lnTo>
                    <a:lnTo>
                      <a:pt x="20" y="1"/>
                    </a:lnTo>
                    <a:lnTo>
                      <a:pt x="28" y="1"/>
                    </a:lnTo>
                    <a:lnTo>
                      <a:pt x="36" y="3"/>
                    </a:lnTo>
                    <a:lnTo>
                      <a:pt x="43" y="6"/>
                    </a:lnTo>
                    <a:lnTo>
                      <a:pt x="49" y="8"/>
                    </a:lnTo>
                    <a:lnTo>
                      <a:pt x="55" y="8"/>
                    </a:lnTo>
                    <a:lnTo>
                      <a:pt x="61" y="8"/>
                    </a:lnTo>
                    <a:lnTo>
                      <a:pt x="66" y="10"/>
                    </a:lnTo>
                    <a:lnTo>
                      <a:pt x="74" y="16"/>
                    </a:lnTo>
                    <a:lnTo>
                      <a:pt x="72" y="17"/>
                    </a:lnTo>
                    <a:lnTo>
                      <a:pt x="78" y="17"/>
                    </a:lnTo>
                    <a:lnTo>
                      <a:pt x="83" y="19"/>
                    </a:lnTo>
                    <a:lnTo>
                      <a:pt x="85" y="23"/>
                    </a:lnTo>
                    <a:lnTo>
                      <a:pt x="87" y="29"/>
                    </a:lnTo>
                    <a:lnTo>
                      <a:pt x="86" y="36"/>
                    </a:lnTo>
                    <a:lnTo>
                      <a:pt x="86" y="43"/>
                    </a:lnTo>
                    <a:lnTo>
                      <a:pt x="86" y="49"/>
                    </a:lnTo>
                    <a:lnTo>
                      <a:pt x="86" y="57"/>
                    </a:lnTo>
                    <a:lnTo>
                      <a:pt x="86" y="308"/>
                    </a:lnTo>
                    <a:lnTo>
                      <a:pt x="86" y="315"/>
                    </a:lnTo>
                    <a:lnTo>
                      <a:pt x="86" y="325"/>
                    </a:lnTo>
                    <a:lnTo>
                      <a:pt x="86" y="334"/>
                    </a:lnTo>
                    <a:lnTo>
                      <a:pt x="86" y="343"/>
                    </a:lnTo>
                    <a:lnTo>
                      <a:pt x="83" y="348"/>
                    </a:lnTo>
                    <a:lnTo>
                      <a:pt x="81" y="354"/>
                    </a:lnTo>
                    <a:lnTo>
                      <a:pt x="78" y="361"/>
                    </a:lnTo>
                    <a:lnTo>
                      <a:pt x="78" y="369"/>
                    </a:lnTo>
                    <a:lnTo>
                      <a:pt x="78" y="377"/>
                    </a:lnTo>
                    <a:lnTo>
                      <a:pt x="78" y="386"/>
                    </a:lnTo>
                    <a:lnTo>
                      <a:pt x="78" y="395"/>
                    </a:lnTo>
                    <a:lnTo>
                      <a:pt x="80" y="403"/>
                    </a:lnTo>
                    <a:lnTo>
                      <a:pt x="80" y="412"/>
                    </a:lnTo>
                    <a:lnTo>
                      <a:pt x="81" y="422"/>
                    </a:lnTo>
                    <a:lnTo>
                      <a:pt x="78" y="432"/>
                    </a:lnTo>
                    <a:lnTo>
                      <a:pt x="77" y="442"/>
                    </a:lnTo>
                    <a:lnTo>
                      <a:pt x="75" y="450"/>
                    </a:lnTo>
                    <a:lnTo>
                      <a:pt x="75" y="463"/>
                    </a:lnTo>
                    <a:lnTo>
                      <a:pt x="75" y="541"/>
                    </a:lnTo>
                    <a:lnTo>
                      <a:pt x="80" y="547"/>
                    </a:lnTo>
                    <a:lnTo>
                      <a:pt x="81" y="559"/>
                    </a:lnTo>
                    <a:lnTo>
                      <a:pt x="81" y="566"/>
                    </a:lnTo>
                    <a:lnTo>
                      <a:pt x="81" y="572"/>
                    </a:lnTo>
                    <a:lnTo>
                      <a:pt x="81" y="578"/>
                    </a:lnTo>
                    <a:lnTo>
                      <a:pt x="81" y="583"/>
                    </a:lnTo>
                    <a:lnTo>
                      <a:pt x="86" y="588"/>
                    </a:lnTo>
                    <a:lnTo>
                      <a:pt x="91" y="593"/>
                    </a:lnTo>
                    <a:lnTo>
                      <a:pt x="91" y="667"/>
                    </a:lnTo>
                    <a:lnTo>
                      <a:pt x="88" y="668"/>
                    </a:lnTo>
                    <a:lnTo>
                      <a:pt x="86" y="671"/>
                    </a:lnTo>
                    <a:lnTo>
                      <a:pt x="86" y="679"/>
                    </a:lnTo>
                    <a:lnTo>
                      <a:pt x="86" y="689"/>
                    </a:lnTo>
                    <a:lnTo>
                      <a:pt x="86" y="699"/>
                    </a:lnTo>
                    <a:lnTo>
                      <a:pt x="86" y="710"/>
                    </a:lnTo>
                    <a:lnTo>
                      <a:pt x="86" y="720"/>
                    </a:lnTo>
                    <a:lnTo>
                      <a:pt x="86" y="730"/>
                    </a:lnTo>
                    <a:lnTo>
                      <a:pt x="86" y="740"/>
                    </a:lnTo>
                    <a:lnTo>
                      <a:pt x="86" y="751"/>
                    </a:lnTo>
                    <a:lnTo>
                      <a:pt x="87" y="764"/>
                    </a:lnTo>
                    <a:lnTo>
                      <a:pt x="91" y="777"/>
                    </a:lnTo>
                    <a:lnTo>
                      <a:pt x="91" y="907"/>
                    </a:lnTo>
                    <a:lnTo>
                      <a:pt x="88" y="910"/>
                    </a:lnTo>
                    <a:lnTo>
                      <a:pt x="86" y="912"/>
                    </a:lnTo>
                    <a:lnTo>
                      <a:pt x="86" y="918"/>
                    </a:lnTo>
                    <a:lnTo>
                      <a:pt x="87" y="918"/>
                    </a:lnTo>
                    <a:lnTo>
                      <a:pt x="88" y="922"/>
                    </a:lnTo>
                    <a:lnTo>
                      <a:pt x="90" y="927"/>
                    </a:lnTo>
                    <a:lnTo>
                      <a:pt x="91" y="935"/>
                    </a:lnTo>
                    <a:lnTo>
                      <a:pt x="91" y="1005"/>
                    </a:lnTo>
                    <a:lnTo>
                      <a:pt x="90" y="1013"/>
                    </a:lnTo>
                    <a:lnTo>
                      <a:pt x="88" y="1020"/>
                    </a:lnTo>
                    <a:lnTo>
                      <a:pt x="87" y="1025"/>
                    </a:lnTo>
                    <a:lnTo>
                      <a:pt x="86" y="1029"/>
                    </a:lnTo>
                    <a:lnTo>
                      <a:pt x="88" y="1031"/>
                    </a:lnTo>
                    <a:lnTo>
                      <a:pt x="91" y="1034"/>
                    </a:lnTo>
                    <a:lnTo>
                      <a:pt x="91" y="1156"/>
                    </a:lnTo>
                    <a:lnTo>
                      <a:pt x="86" y="1170"/>
                    </a:lnTo>
                    <a:lnTo>
                      <a:pt x="85" y="1185"/>
                    </a:lnTo>
                    <a:lnTo>
                      <a:pt x="83" y="1200"/>
                    </a:lnTo>
                    <a:lnTo>
                      <a:pt x="85" y="1216"/>
                    </a:lnTo>
                    <a:lnTo>
                      <a:pt x="86" y="1231"/>
                    </a:lnTo>
                    <a:lnTo>
                      <a:pt x="87" y="1245"/>
                    </a:lnTo>
                    <a:lnTo>
                      <a:pt x="88" y="1261"/>
                    </a:lnTo>
                    <a:lnTo>
                      <a:pt x="91" y="1278"/>
                    </a:lnTo>
                    <a:lnTo>
                      <a:pt x="91" y="1295"/>
                    </a:lnTo>
                    <a:lnTo>
                      <a:pt x="85" y="129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2" name="Freeform 412">
                <a:extLst>
                  <a:ext uri="{FF2B5EF4-FFF2-40B4-BE49-F238E27FC236}">
                    <a16:creationId xmlns:a16="http://schemas.microsoft.com/office/drawing/2014/main" id="{D1F49841-703D-D5D4-8D9E-DE927C65875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34" y="1618"/>
                <a:ext cx="4" cy="166"/>
              </a:xfrm>
              <a:custGeom>
                <a:avLst/>
                <a:gdLst>
                  <a:gd name="T0" fmla="*/ 0 w 19"/>
                  <a:gd name="T1" fmla="*/ 0 h 832"/>
                  <a:gd name="T2" fmla="*/ 0 w 19"/>
                  <a:gd name="T3" fmla="*/ 0 h 832"/>
                  <a:gd name="T4" fmla="*/ 0 w 19"/>
                  <a:gd name="T5" fmla="*/ 0 h 832"/>
                  <a:gd name="T6" fmla="*/ 0 w 19"/>
                  <a:gd name="T7" fmla="*/ 0 h 832"/>
                  <a:gd name="T8" fmla="*/ 0 w 19"/>
                  <a:gd name="T9" fmla="*/ 0 h 832"/>
                  <a:gd name="T10" fmla="*/ 0 w 19"/>
                  <a:gd name="T11" fmla="*/ 0 h 832"/>
                  <a:gd name="T12" fmla="*/ 0 w 19"/>
                  <a:gd name="T13" fmla="*/ 0 h 832"/>
                  <a:gd name="T14" fmla="*/ 0 w 19"/>
                  <a:gd name="T15" fmla="*/ 0 h 832"/>
                  <a:gd name="T16" fmla="*/ 0 w 19"/>
                  <a:gd name="T17" fmla="*/ 0 h 832"/>
                  <a:gd name="T18" fmla="*/ 0 w 19"/>
                  <a:gd name="T19" fmla="*/ 0 h 832"/>
                  <a:gd name="T20" fmla="*/ 0 w 19"/>
                  <a:gd name="T21" fmla="*/ 0 h 832"/>
                  <a:gd name="T22" fmla="*/ 0 w 19"/>
                  <a:gd name="T23" fmla="*/ 0 h 832"/>
                  <a:gd name="T24" fmla="*/ 0 w 19"/>
                  <a:gd name="T25" fmla="*/ 0 h 832"/>
                  <a:gd name="T26" fmla="*/ 0 w 19"/>
                  <a:gd name="T27" fmla="*/ 0 h 832"/>
                  <a:gd name="T28" fmla="*/ 0 w 19"/>
                  <a:gd name="T29" fmla="*/ 0 h 832"/>
                  <a:gd name="T30" fmla="*/ 0 w 19"/>
                  <a:gd name="T31" fmla="*/ 0 h 832"/>
                  <a:gd name="T32" fmla="*/ 0 w 19"/>
                  <a:gd name="T33" fmla="*/ 0 h 832"/>
                  <a:gd name="T34" fmla="*/ 0 w 19"/>
                  <a:gd name="T35" fmla="*/ 0 h 832"/>
                  <a:gd name="T36" fmla="*/ 0 w 19"/>
                  <a:gd name="T37" fmla="*/ 0 h 832"/>
                  <a:gd name="T38" fmla="*/ 0 w 19"/>
                  <a:gd name="T39" fmla="*/ 0 h 832"/>
                  <a:gd name="T40" fmla="*/ 0 w 19"/>
                  <a:gd name="T41" fmla="*/ 0 h 832"/>
                  <a:gd name="T42" fmla="*/ 0 w 19"/>
                  <a:gd name="T43" fmla="*/ 0 h 832"/>
                  <a:gd name="T44" fmla="*/ 0 w 19"/>
                  <a:gd name="T45" fmla="*/ 0 h 832"/>
                  <a:gd name="T46" fmla="*/ 0 w 19"/>
                  <a:gd name="T47" fmla="*/ 0 h 832"/>
                  <a:gd name="T48" fmla="*/ 0 w 19"/>
                  <a:gd name="T49" fmla="*/ 0 h 832"/>
                  <a:gd name="T50" fmla="*/ 0 w 19"/>
                  <a:gd name="T51" fmla="*/ 0 h 832"/>
                  <a:gd name="T52" fmla="*/ 0 w 19"/>
                  <a:gd name="T53" fmla="*/ 0 h 832"/>
                  <a:gd name="T54" fmla="*/ 0 w 19"/>
                  <a:gd name="T55" fmla="*/ 0 h 832"/>
                  <a:gd name="T56" fmla="*/ 0 w 19"/>
                  <a:gd name="T57" fmla="*/ 0 h 832"/>
                  <a:gd name="T58" fmla="*/ 0 w 19"/>
                  <a:gd name="T59" fmla="*/ 0 h 832"/>
                  <a:gd name="T60" fmla="*/ 0 w 19"/>
                  <a:gd name="T61" fmla="*/ 0 h 832"/>
                  <a:gd name="T62" fmla="*/ 0 w 19"/>
                  <a:gd name="T63" fmla="*/ 0 h 832"/>
                  <a:gd name="T64" fmla="*/ 0 w 19"/>
                  <a:gd name="T65" fmla="*/ 0 h 832"/>
                  <a:gd name="T66" fmla="*/ 0 w 19"/>
                  <a:gd name="T67" fmla="*/ 0 h 832"/>
                  <a:gd name="T68" fmla="*/ 0 w 19"/>
                  <a:gd name="T69" fmla="*/ 0 h 832"/>
                  <a:gd name="T70" fmla="*/ 0 w 19"/>
                  <a:gd name="T71" fmla="*/ 0 h 832"/>
                  <a:gd name="T72" fmla="*/ 0 w 19"/>
                  <a:gd name="T73" fmla="*/ 0 h 832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9"/>
                  <a:gd name="T112" fmla="*/ 0 h 832"/>
                  <a:gd name="T113" fmla="*/ 19 w 19"/>
                  <a:gd name="T114" fmla="*/ 832 h 832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9" h="832">
                    <a:moveTo>
                      <a:pt x="0" y="738"/>
                    </a:moveTo>
                    <a:lnTo>
                      <a:pt x="8" y="737"/>
                    </a:lnTo>
                    <a:lnTo>
                      <a:pt x="0" y="738"/>
                    </a:lnTo>
                    <a:lnTo>
                      <a:pt x="0" y="718"/>
                    </a:lnTo>
                    <a:lnTo>
                      <a:pt x="7" y="723"/>
                    </a:lnTo>
                    <a:lnTo>
                      <a:pt x="13" y="733"/>
                    </a:lnTo>
                    <a:lnTo>
                      <a:pt x="15" y="736"/>
                    </a:lnTo>
                    <a:lnTo>
                      <a:pt x="18" y="742"/>
                    </a:lnTo>
                    <a:lnTo>
                      <a:pt x="18" y="750"/>
                    </a:lnTo>
                    <a:lnTo>
                      <a:pt x="19" y="762"/>
                    </a:lnTo>
                    <a:lnTo>
                      <a:pt x="16" y="772"/>
                    </a:lnTo>
                    <a:lnTo>
                      <a:pt x="15" y="781"/>
                    </a:lnTo>
                    <a:lnTo>
                      <a:pt x="13" y="790"/>
                    </a:lnTo>
                    <a:lnTo>
                      <a:pt x="10" y="798"/>
                    </a:lnTo>
                    <a:lnTo>
                      <a:pt x="9" y="805"/>
                    </a:lnTo>
                    <a:lnTo>
                      <a:pt x="9" y="812"/>
                    </a:lnTo>
                    <a:lnTo>
                      <a:pt x="9" y="817"/>
                    </a:lnTo>
                    <a:lnTo>
                      <a:pt x="9" y="824"/>
                    </a:lnTo>
                    <a:lnTo>
                      <a:pt x="7" y="828"/>
                    </a:lnTo>
                    <a:lnTo>
                      <a:pt x="0" y="832"/>
                    </a:lnTo>
                    <a:lnTo>
                      <a:pt x="0" y="738"/>
                    </a:lnTo>
                    <a:close/>
                    <a:moveTo>
                      <a:pt x="0" y="592"/>
                    </a:moveTo>
                    <a:lnTo>
                      <a:pt x="0" y="464"/>
                    </a:lnTo>
                    <a:lnTo>
                      <a:pt x="5" y="473"/>
                    </a:lnTo>
                    <a:lnTo>
                      <a:pt x="7" y="485"/>
                    </a:lnTo>
                    <a:lnTo>
                      <a:pt x="5" y="492"/>
                    </a:lnTo>
                    <a:lnTo>
                      <a:pt x="5" y="498"/>
                    </a:lnTo>
                    <a:lnTo>
                      <a:pt x="5" y="505"/>
                    </a:lnTo>
                    <a:lnTo>
                      <a:pt x="5" y="514"/>
                    </a:lnTo>
                    <a:lnTo>
                      <a:pt x="5" y="521"/>
                    </a:lnTo>
                    <a:lnTo>
                      <a:pt x="5" y="530"/>
                    </a:lnTo>
                    <a:lnTo>
                      <a:pt x="5" y="539"/>
                    </a:lnTo>
                    <a:lnTo>
                      <a:pt x="5" y="550"/>
                    </a:lnTo>
                    <a:lnTo>
                      <a:pt x="4" y="560"/>
                    </a:lnTo>
                    <a:lnTo>
                      <a:pt x="4" y="570"/>
                    </a:lnTo>
                    <a:lnTo>
                      <a:pt x="3" y="578"/>
                    </a:lnTo>
                    <a:lnTo>
                      <a:pt x="2" y="587"/>
                    </a:lnTo>
                    <a:lnTo>
                      <a:pt x="0" y="589"/>
                    </a:lnTo>
                    <a:lnTo>
                      <a:pt x="0" y="592"/>
                    </a:lnTo>
                    <a:close/>
                    <a:moveTo>
                      <a:pt x="0" y="432"/>
                    </a:moveTo>
                    <a:lnTo>
                      <a:pt x="0" y="357"/>
                    </a:lnTo>
                    <a:lnTo>
                      <a:pt x="0" y="364"/>
                    </a:lnTo>
                    <a:lnTo>
                      <a:pt x="2" y="374"/>
                    </a:lnTo>
                    <a:lnTo>
                      <a:pt x="2" y="384"/>
                    </a:lnTo>
                    <a:lnTo>
                      <a:pt x="3" y="394"/>
                    </a:lnTo>
                    <a:lnTo>
                      <a:pt x="2" y="404"/>
                    </a:lnTo>
                    <a:lnTo>
                      <a:pt x="2" y="414"/>
                    </a:lnTo>
                    <a:lnTo>
                      <a:pt x="0" y="422"/>
                    </a:lnTo>
                    <a:lnTo>
                      <a:pt x="0" y="432"/>
                    </a:lnTo>
                    <a:close/>
                    <a:moveTo>
                      <a:pt x="0" y="331"/>
                    </a:moveTo>
                    <a:lnTo>
                      <a:pt x="0" y="193"/>
                    </a:lnTo>
                    <a:lnTo>
                      <a:pt x="0" y="194"/>
                    </a:lnTo>
                    <a:lnTo>
                      <a:pt x="0" y="197"/>
                    </a:lnTo>
                    <a:lnTo>
                      <a:pt x="2" y="197"/>
                    </a:lnTo>
                    <a:lnTo>
                      <a:pt x="4" y="199"/>
                    </a:lnTo>
                    <a:lnTo>
                      <a:pt x="5" y="204"/>
                    </a:lnTo>
                    <a:lnTo>
                      <a:pt x="5" y="216"/>
                    </a:lnTo>
                    <a:lnTo>
                      <a:pt x="7" y="230"/>
                    </a:lnTo>
                    <a:lnTo>
                      <a:pt x="7" y="248"/>
                    </a:lnTo>
                    <a:lnTo>
                      <a:pt x="8" y="268"/>
                    </a:lnTo>
                    <a:lnTo>
                      <a:pt x="7" y="285"/>
                    </a:lnTo>
                    <a:lnTo>
                      <a:pt x="7" y="303"/>
                    </a:lnTo>
                    <a:lnTo>
                      <a:pt x="4" y="318"/>
                    </a:lnTo>
                    <a:lnTo>
                      <a:pt x="0" y="331"/>
                    </a:lnTo>
                    <a:close/>
                    <a:moveTo>
                      <a:pt x="0" y="78"/>
                    </a:moveTo>
                    <a:lnTo>
                      <a:pt x="0" y="0"/>
                    </a:lnTo>
                    <a:lnTo>
                      <a:pt x="7" y="7"/>
                    </a:lnTo>
                    <a:lnTo>
                      <a:pt x="11" y="19"/>
                    </a:lnTo>
                    <a:lnTo>
                      <a:pt x="14" y="29"/>
                    </a:lnTo>
                    <a:lnTo>
                      <a:pt x="16" y="41"/>
                    </a:lnTo>
                    <a:lnTo>
                      <a:pt x="15" y="51"/>
                    </a:lnTo>
                    <a:lnTo>
                      <a:pt x="13" y="62"/>
                    </a:lnTo>
                    <a:lnTo>
                      <a:pt x="8" y="71"/>
                    </a:lnTo>
                    <a:lnTo>
                      <a:pt x="0" y="7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3" name="Freeform 413">
                <a:extLst>
                  <a:ext uri="{FF2B5EF4-FFF2-40B4-BE49-F238E27FC236}">
                    <a16:creationId xmlns:a16="http://schemas.microsoft.com/office/drawing/2014/main" id="{C490BA66-2896-0DA4-F647-017AC5E77B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" y="1493"/>
                <a:ext cx="18" cy="292"/>
              </a:xfrm>
              <a:custGeom>
                <a:avLst/>
                <a:gdLst>
                  <a:gd name="T0" fmla="*/ 0 w 91"/>
                  <a:gd name="T1" fmla="*/ 0 h 1460"/>
                  <a:gd name="T2" fmla="*/ 0 w 91"/>
                  <a:gd name="T3" fmla="*/ 0 h 1460"/>
                  <a:gd name="T4" fmla="*/ 0 w 91"/>
                  <a:gd name="T5" fmla="*/ 0 h 1460"/>
                  <a:gd name="T6" fmla="*/ 0 w 91"/>
                  <a:gd name="T7" fmla="*/ 0 h 1460"/>
                  <a:gd name="T8" fmla="*/ 0 w 91"/>
                  <a:gd name="T9" fmla="*/ 0 h 1460"/>
                  <a:gd name="T10" fmla="*/ 0 w 91"/>
                  <a:gd name="T11" fmla="*/ 0 h 1460"/>
                  <a:gd name="T12" fmla="*/ 0 w 91"/>
                  <a:gd name="T13" fmla="*/ 0 h 1460"/>
                  <a:gd name="T14" fmla="*/ 0 w 91"/>
                  <a:gd name="T15" fmla="*/ 0 h 1460"/>
                  <a:gd name="T16" fmla="*/ 0 w 91"/>
                  <a:gd name="T17" fmla="*/ 0 h 1460"/>
                  <a:gd name="T18" fmla="*/ 0 w 91"/>
                  <a:gd name="T19" fmla="*/ 0 h 1460"/>
                  <a:gd name="T20" fmla="*/ 0 w 91"/>
                  <a:gd name="T21" fmla="*/ 0 h 1460"/>
                  <a:gd name="T22" fmla="*/ 0 w 91"/>
                  <a:gd name="T23" fmla="*/ 0 h 1460"/>
                  <a:gd name="T24" fmla="*/ 0 w 91"/>
                  <a:gd name="T25" fmla="*/ 0 h 1460"/>
                  <a:gd name="T26" fmla="*/ 0 w 91"/>
                  <a:gd name="T27" fmla="*/ 0 h 1460"/>
                  <a:gd name="T28" fmla="*/ 0 w 91"/>
                  <a:gd name="T29" fmla="*/ 0 h 1460"/>
                  <a:gd name="T30" fmla="*/ 0 w 91"/>
                  <a:gd name="T31" fmla="*/ 0 h 1460"/>
                  <a:gd name="T32" fmla="*/ 0 w 91"/>
                  <a:gd name="T33" fmla="*/ 0 h 1460"/>
                  <a:gd name="T34" fmla="*/ 0 w 91"/>
                  <a:gd name="T35" fmla="*/ 0 h 1460"/>
                  <a:gd name="T36" fmla="*/ 0 w 91"/>
                  <a:gd name="T37" fmla="*/ 0 h 1460"/>
                  <a:gd name="T38" fmla="*/ 0 w 91"/>
                  <a:gd name="T39" fmla="*/ 0 h 1460"/>
                  <a:gd name="T40" fmla="*/ 0 w 91"/>
                  <a:gd name="T41" fmla="*/ 0 h 1460"/>
                  <a:gd name="T42" fmla="*/ 0 w 91"/>
                  <a:gd name="T43" fmla="*/ 0 h 1460"/>
                  <a:gd name="T44" fmla="*/ 0 w 91"/>
                  <a:gd name="T45" fmla="*/ 0 h 1460"/>
                  <a:gd name="T46" fmla="*/ 0 w 91"/>
                  <a:gd name="T47" fmla="*/ 0 h 1460"/>
                  <a:gd name="T48" fmla="*/ 0 w 91"/>
                  <a:gd name="T49" fmla="*/ 0 h 1460"/>
                  <a:gd name="T50" fmla="*/ 0 w 91"/>
                  <a:gd name="T51" fmla="*/ 0 h 1460"/>
                  <a:gd name="T52" fmla="*/ 0 w 91"/>
                  <a:gd name="T53" fmla="*/ 0 h 1460"/>
                  <a:gd name="T54" fmla="*/ 0 w 91"/>
                  <a:gd name="T55" fmla="*/ 0 h 1460"/>
                  <a:gd name="T56" fmla="*/ 0 w 91"/>
                  <a:gd name="T57" fmla="*/ 0 h 1460"/>
                  <a:gd name="T58" fmla="*/ 0 w 91"/>
                  <a:gd name="T59" fmla="*/ 0 h 1460"/>
                  <a:gd name="T60" fmla="*/ 0 w 91"/>
                  <a:gd name="T61" fmla="*/ 0 h 1460"/>
                  <a:gd name="T62" fmla="*/ 0 w 91"/>
                  <a:gd name="T63" fmla="*/ 0 h 1460"/>
                  <a:gd name="T64" fmla="*/ 0 w 91"/>
                  <a:gd name="T65" fmla="*/ 0 h 1460"/>
                  <a:gd name="T66" fmla="*/ 0 w 91"/>
                  <a:gd name="T67" fmla="*/ 0 h 1460"/>
                  <a:gd name="T68" fmla="*/ 0 w 91"/>
                  <a:gd name="T69" fmla="*/ 0 h 1460"/>
                  <a:gd name="T70" fmla="*/ 0 w 91"/>
                  <a:gd name="T71" fmla="*/ 0 h 1460"/>
                  <a:gd name="T72" fmla="*/ 0 w 91"/>
                  <a:gd name="T73" fmla="*/ 0 h 1460"/>
                  <a:gd name="T74" fmla="*/ 0 w 91"/>
                  <a:gd name="T75" fmla="*/ 0 h 1460"/>
                  <a:gd name="T76" fmla="*/ 0 w 91"/>
                  <a:gd name="T77" fmla="*/ 0 h 1460"/>
                  <a:gd name="T78" fmla="*/ 0 w 91"/>
                  <a:gd name="T79" fmla="*/ 0 h 1460"/>
                  <a:gd name="T80" fmla="*/ 0 w 91"/>
                  <a:gd name="T81" fmla="*/ 0 h 1460"/>
                  <a:gd name="T82" fmla="*/ 0 w 91"/>
                  <a:gd name="T83" fmla="*/ 0 h 1460"/>
                  <a:gd name="T84" fmla="*/ 0 w 91"/>
                  <a:gd name="T85" fmla="*/ 0 h 1460"/>
                  <a:gd name="T86" fmla="*/ 0 w 91"/>
                  <a:gd name="T87" fmla="*/ 0 h 1460"/>
                  <a:gd name="T88" fmla="*/ 0 w 91"/>
                  <a:gd name="T89" fmla="*/ 0 h 1460"/>
                  <a:gd name="T90" fmla="*/ 0 w 91"/>
                  <a:gd name="T91" fmla="*/ 0 h 1460"/>
                  <a:gd name="T92" fmla="*/ 0 w 91"/>
                  <a:gd name="T93" fmla="*/ 0 h 1460"/>
                  <a:gd name="T94" fmla="*/ 0 w 91"/>
                  <a:gd name="T95" fmla="*/ 0 h 1460"/>
                  <a:gd name="T96" fmla="*/ 0 w 91"/>
                  <a:gd name="T97" fmla="*/ 0 h 1460"/>
                  <a:gd name="T98" fmla="*/ 0 w 91"/>
                  <a:gd name="T99" fmla="*/ 0 h 1460"/>
                  <a:gd name="T100" fmla="*/ 0 w 91"/>
                  <a:gd name="T101" fmla="*/ 0 h 1460"/>
                  <a:gd name="T102" fmla="*/ 0 w 91"/>
                  <a:gd name="T103" fmla="*/ 0 h 1460"/>
                  <a:gd name="T104" fmla="*/ 0 w 91"/>
                  <a:gd name="T105" fmla="*/ 0 h 1460"/>
                  <a:gd name="T106" fmla="*/ 0 w 91"/>
                  <a:gd name="T107" fmla="*/ 0 h 1460"/>
                  <a:gd name="T108" fmla="*/ 0 w 91"/>
                  <a:gd name="T109" fmla="*/ 0 h 1460"/>
                  <a:gd name="T110" fmla="*/ 0 w 91"/>
                  <a:gd name="T111" fmla="*/ 0 h 1460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91"/>
                  <a:gd name="T169" fmla="*/ 0 h 1460"/>
                  <a:gd name="T170" fmla="*/ 91 w 91"/>
                  <a:gd name="T171" fmla="*/ 1460 h 1460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91" h="1460">
                    <a:moveTo>
                      <a:pt x="84" y="1366"/>
                    </a:moveTo>
                    <a:lnTo>
                      <a:pt x="91" y="1363"/>
                    </a:lnTo>
                    <a:lnTo>
                      <a:pt x="91" y="1457"/>
                    </a:lnTo>
                    <a:lnTo>
                      <a:pt x="85" y="1457"/>
                    </a:lnTo>
                    <a:lnTo>
                      <a:pt x="80" y="1458"/>
                    </a:lnTo>
                    <a:lnTo>
                      <a:pt x="74" y="1458"/>
                    </a:lnTo>
                    <a:lnTo>
                      <a:pt x="67" y="1460"/>
                    </a:lnTo>
                    <a:lnTo>
                      <a:pt x="58" y="1456"/>
                    </a:lnTo>
                    <a:lnTo>
                      <a:pt x="55" y="1449"/>
                    </a:lnTo>
                    <a:lnTo>
                      <a:pt x="58" y="1440"/>
                    </a:lnTo>
                    <a:lnTo>
                      <a:pt x="67" y="1437"/>
                    </a:lnTo>
                    <a:lnTo>
                      <a:pt x="74" y="1436"/>
                    </a:lnTo>
                    <a:lnTo>
                      <a:pt x="83" y="1435"/>
                    </a:lnTo>
                    <a:lnTo>
                      <a:pt x="83" y="1424"/>
                    </a:lnTo>
                    <a:lnTo>
                      <a:pt x="84" y="1415"/>
                    </a:lnTo>
                    <a:lnTo>
                      <a:pt x="86" y="1406"/>
                    </a:lnTo>
                    <a:lnTo>
                      <a:pt x="89" y="1399"/>
                    </a:lnTo>
                    <a:lnTo>
                      <a:pt x="89" y="1390"/>
                    </a:lnTo>
                    <a:lnTo>
                      <a:pt x="89" y="1382"/>
                    </a:lnTo>
                    <a:lnTo>
                      <a:pt x="88" y="1373"/>
                    </a:lnTo>
                    <a:lnTo>
                      <a:pt x="84" y="1366"/>
                    </a:lnTo>
                    <a:lnTo>
                      <a:pt x="80" y="1361"/>
                    </a:lnTo>
                    <a:lnTo>
                      <a:pt x="76" y="1359"/>
                    </a:lnTo>
                    <a:lnTo>
                      <a:pt x="74" y="1357"/>
                    </a:lnTo>
                    <a:lnTo>
                      <a:pt x="73" y="1356"/>
                    </a:lnTo>
                    <a:lnTo>
                      <a:pt x="71" y="1351"/>
                    </a:lnTo>
                    <a:lnTo>
                      <a:pt x="71" y="1346"/>
                    </a:lnTo>
                    <a:lnTo>
                      <a:pt x="69" y="1327"/>
                    </a:lnTo>
                    <a:lnTo>
                      <a:pt x="67" y="1310"/>
                    </a:lnTo>
                    <a:lnTo>
                      <a:pt x="64" y="1290"/>
                    </a:lnTo>
                    <a:lnTo>
                      <a:pt x="64" y="1271"/>
                    </a:lnTo>
                    <a:lnTo>
                      <a:pt x="64" y="1252"/>
                    </a:lnTo>
                    <a:lnTo>
                      <a:pt x="67" y="1233"/>
                    </a:lnTo>
                    <a:lnTo>
                      <a:pt x="69" y="1216"/>
                    </a:lnTo>
                    <a:lnTo>
                      <a:pt x="76" y="1201"/>
                    </a:lnTo>
                    <a:lnTo>
                      <a:pt x="76" y="1195"/>
                    </a:lnTo>
                    <a:lnTo>
                      <a:pt x="76" y="1187"/>
                    </a:lnTo>
                    <a:lnTo>
                      <a:pt x="76" y="1179"/>
                    </a:lnTo>
                    <a:lnTo>
                      <a:pt x="78" y="1170"/>
                    </a:lnTo>
                    <a:lnTo>
                      <a:pt x="76" y="1160"/>
                    </a:lnTo>
                    <a:lnTo>
                      <a:pt x="76" y="1151"/>
                    </a:lnTo>
                    <a:lnTo>
                      <a:pt x="76" y="1143"/>
                    </a:lnTo>
                    <a:lnTo>
                      <a:pt x="76" y="1139"/>
                    </a:lnTo>
                    <a:lnTo>
                      <a:pt x="76" y="1132"/>
                    </a:lnTo>
                    <a:lnTo>
                      <a:pt x="76" y="1125"/>
                    </a:lnTo>
                    <a:lnTo>
                      <a:pt x="76" y="1119"/>
                    </a:lnTo>
                    <a:lnTo>
                      <a:pt x="78" y="1114"/>
                    </a:lnTo>
                    <a:lnTo>
                      <a:pt x="75" y="1104"/>
                    </a:lnTo>
                    <a:lnTo>
                      <a:pt x="69" y="1096"/>
                    </a:lnTo>
                    <a:lnTo>
                      <a:pt x="65" y="1088"/>
                    </a:lnTo>
                    <a:lnTo>
                      <a:pt x="67" y="1081"/>
                    </a:lnTo>
                    <a:lnTo>
                      <a:pt x="69" y="1073"/>
                    </a:lnTo>
                    <a:lnTo>
                      <a:pt x="71" y="1067"/>
                    </a:lnTo>
                    <a:lnTo>
                      <a:pt x="71" y="1056"/>
                    </a:lnTo>
                    <a:lnTo>
                      <a:pt x="71" y="1045"/>
                    </a:lnTo>
                    <a:lnTo>
                      <a:pt x="71" y="1034"/>
                    </a:lnTo>
                    <a:lnTo>
                      <a:pt x="71" y="1023"/>
                    </a:lnTo>
                    <a:lnTo>
                      <a:pt x="71" y="1011"/>
                    </a:lnTo>
                    <a:lnTo>
                      <a:pt x="71" y="1000"/>
                    </a:lnTo>
                    <a:lnTo>
                      <a:pt x="71" y="989"/>
                    </a:lnTo>
                    <a:lnTo>
                      <a:pt x="71" y="979"/>
                    </a:lnTo>
                    <a:lnTo>
                      <a:pt x="65" y="971"/>
                    </a:lnTo>
                    <a:lnTo>
                      <a:pt x="64" y="959"/>
                    </a:lnTo>
                    <a:lnTo>
                      <a:pt x="68" y="949"/>
                    </a:lnTo>
                    <a:lnTo>
                      <a:pt x="76" y="943"/>
                    </a:lnTo>
                    <a:lnTo>
                      <a:pt x="76" y="833"/>
                    </a:lnTo>
                    <a:lnTo>
                      <a:pt x="70" y="821"/>
                    </a:lnTo>
                    <a:lnTo>
                      <a:pt x="67" y="808"/>
                    </a:lnTo>
                    <a:lnTo>
                      <a:pt x="65" y="793"/>
                    </a:lnTo>
                    <a:lnTo>
                      <a:pt x="65" y="780"/>
                    </a:lnTo>
                    <a:lnTo>
                      <a:pt x="64" y="765"/>
                    </a:lnTo>
                    <a:lnTo>
                      <a:pt x="65" y="751"/>
                    </a:lnTo>
                    <a:lnTo>
                      <a:pt x="65" y="738"/>
                    </a:lnTo>
                    <a:lnTo>
                      <a:pt x="67" y="728"/>
                    </a:lnTo>
                    <a:lnTo>
                      <a:pt x="65" y="717"/>
                    </a:lnTo>
                    <a:lnTo>
                      <a:pt x="65" y="709"/>
                    </a:lnTo>
                    <a:lnTo>
                      <a:pt x="65" y="703"/>
                    </a:lnTo>
                    <a:lnTo>
                      <a:pt x="68" y="698"/>
                    </a:lnTo>
                    <a:lnTo>
                      <a:pt x="69" y="693"/>
                    </a:lnTo>
                    <a:lnTo>
                      <a:pt x="74" y="688"/>
                    </a:lnTo>
                    <a:lnTo>
                      <a:pt x="79" y="683"/>
                    </a:lnTo>
                    <a:lnTo>
                      <a:pt x="88" y="680"/>
                    </a:lnTo>
                    <a:lnTo>
                      <a:pt x="86" y="671"/>
                    </a:lnTo>
                    <a:lnTo>
                      <a:pt x="86" y="663"/>
                    </a:lnTo>
                    <a:lnTo>
                      <a:pt x="85" y="655"/>
                    </a:lnTo>
                    <a:lnTo>
                      <a:pt x="84" y="647"/>
                    </a:lnTo>
                    <a:lnTo>
                      <a:pt x="75" y="640"/>
                    </a:lnTo>
                    <a:lnTo>
                      <a:pt x="69" y="634"/>
                    </a:lnTo>
                    <a:lnTo>
                      <a:pt x="64" y="626"/>
                    </a:lnTo>
                    <a:lnTo>
                      <a:pt x="63" y="620"/>
                    </a:lnTo>
                    <a:lnTo>
                      <a:pt x="59" y="613"/>
                    </a:lnTo>
                    <a:lnTo>
                      <a:pt x="59" y="605"/>
                    </a:lnTo>
                    <a:lnTo>
                      <a:pt x="59" y="595"/>
                    </a:lnTo>
                    <a:lnTo>
                      <a:pt x="60" y="585"/>
                    </a:lnTo>
                    <a:lnTo>
                      <a:pt x="57" y="578"/>
                    </a:lnTo>
                    <a:lnTo>
                      <a:pt x="54" y="564"/>
                    </a:lnTo>
                    <a:lnTo>
                      <a:pt x="53" y="547"/>
                    </a:lnTo>
                    <a:lnTo>
                      <a:pt x="53" y="527"/>
                    </a:lnTo>
                    <a:lnTo>
                      <a:pt x="53" y="506"/>
                    </a:lnTo>
                    <a:lnTo>
                      <a:pt x="53" y="489"/>
                    </a:lnTo>
                    <a:lnTo>
                      <a:pt x="54" y="474"/>
                    </a:lnTo>
                    <a:lnTo>
                      <a:pt x="57" y="468"/>
                    </a:lnTo>
                    <a:lnTo>
                      <a:pt x="58" y="462"/>
                    </a:lnTo>
                    <a:lnTo>
                      <a:pt x="60" y="459"/>
                    </a:lnTo>
                    <a:lnTo>
                      <a:pt x="60" y="445"/>
                    </a:lnTo>
                    <a:lnTo>
                      <a:pt x="62" y="434"/>
                    </a:lnTo>
                    <a:lnTo>
                      <a:pt x="60" y="421"/>
                    </a:lnTo>
                    <a:lnTo>
                      <a:pt x="60" y="410"/>
                    </a:lnTo>
                    <a:lnTo>
                      <a:pt x="59" y="397"/>
                    </a:lnTo>
                    <a:lnTo>
                      <a:pt x="60" y="385"/>
                    </a:lnTo>
                    <a:lnTo>
                      <a:pt x="60" y="372"/>
                    </a:lnTo>
                    <a:lnTo>
                      <a:pt x="64" y="361"/>
                    </a:lnTo>
                    <a:lnTo>
                      <a:pt x="64" y="353"/>
                    </a:lnTo>
                    <a:lnTo>
                      <a:pt x="65" y="346"/>
                    </a:lnTo>
                    <a:lnTo>
                      <a:pt x="65" y="340"/>
                    </a:lnTo>
                    <a:lnTo>
                      <a:pt x="67" y="333"/>
                    </a:lnTo>
                    <a:lnTo>
                      <a:pt x="67" y="296"/>
                    </a:lnTo>
                    <a:lnTo>
                      <a:pt x="67" y="259"/>
                    </a:lnTo>
                    <a:lnTo>
                      <a:pt x="67" y="221"/>
                    </a:lnTo>
                    <a:lnTo>
                      <a:pt x="67" y="184"/>
                    </a:lnTo>
                    <a:lnTo>
                      <a:pt x="67" y="147"/>
                    </a:lnTo>
                    <a:lnTo>
                      <a:pt x="67" y="110"/>
                    </a:lnTo>
                    <a:lnTo>
                      <a:pt x="67" y="73"/>
                    </a:lnTo>
                    <a:lnTo>
                      <a:pt x="67" y="37"/>
                    </a:lnTo>
                    <a:lnTo>
                      <a:pt x="60" y="32"/>
                    </a:lnTo>
                    <a:lnTo>
                      <a:pt x="55" y="29"/>
                    </a:lnTo>
                    <a:lnTo>
                      <a:pt x="48" y="28"/>
                    </a:lnTo>
                    <a:lnTo>
                      <a:pt x="43" y="27"/>
                    </a:lnTo>
                    <a:lnTo>
                      <a:pt x="38" y="26"/>
                    </a:lnTo>
                    <a:lnTo>
                      <a:pt x="34" y="24"/>
                    </a:lnTo>
                    <a:lnTo>
                      <a:pt x="24" y="23"/>
                    </a:lnTo>
                    <a:lnTo>
                      <a:pt x="13" y="24"/>
                    </a:lnTo>
                    <a:lnTo>
                      <a:pt x="3" y="21"/>
                    </a:lnTo>
                    <a:lnTo>
                      <a:pt x="0" y="13"/>
                    </a:lnTo>
                    <a:lnTo>
                      <a:pt x="1" y="6"/>
                    </a:lnTo>
                    <a:lnTo>
                      <a:pt x="6" y="2"/>
                    </a:lnTo>
                    <a:lnTo>
                      <a:pt x="12" y="0"/>
                    </a:lnTo>
                    <a:lnTo>
                      <a:pt x="21" y="1"/>
                    </a:lnTo>
                    <a:lnTo>
                      <a:pt x="28" y="1"/>
                    </a:lnTo>
                    <a:lnTo>
                      <a:pt x="37" y="3"/>
                    </a:lnTo>
                    <a:lnTo>
                      <a:pt x="43" y="6"/>
                    </a:lnTo>
                    <a:lnTo>
                      <a:pt x="50" y="8"/>
                    </a:lnTo>
                    <a:lnTo>
                      <a:pt x="55" y="8"/>
                    </a:lnTo>
                    <a:lnTo>
                      <a:pt x="62" y="8"/>
                    </a:lnTo>
                    <a:lnTo>
                      <a:pt x="65" y="11"/>
                    </a:lnTo>
                    <a:lnTo>
                      <a:pt x="73" y="17"/>
                    </a:lnTo>
                    <a:lnTo>
                      <a:pt x="71" y="20"/>
                    </a:lnTo>
                    <a:lnTo>
                      <a:pt x="78" y="20"/>
                    </a:lnTo>
                    <a:lnTo>
                      <a:pt x="83" y="22"/>
                    </a:lnTo>
                    <a:lnTo>
                      <a:pt x="85" y="26"/>
                    </a:lnTo>
                    <a:lnTo>
                      <a:pt x="88" y="32"/>
                    </a:lnTo>
                    <a:lnTo>
                      <a:pt x="88" y="37"/>
                    </a:lnTo>
                    <a:lnTo>
                      <a:pt x="88" y="44"/>
                    </a:lnTo>
                    <a:lnTo>
                      <a:pt x="88" y="52"/>
                    </a:lnTo>
                    <a:lnTo>
                      <a:pt x="88" y="60"/>
                    </a:lnTo>
                    <a:lnTo>
                      <a:pt x="88" y="324"/>
                    </a:lnTo>
                    <a:lnTo>
                      <a:pt x="86" y="333"/>
                    </a:lnTo>
                    <a:lnTo>
                      <a:pt x="86" y="343"/>
                    </a:lnTo>
                    <a:lnTo>
                      <a:pt x="85" y="350"/>
                    </a:lnTo>
                    <a:lnTo>
                      <a:pt x="85" y="359"/>
                    </a:lnTo>
                    <a:lnTo>
                      <a:pt x="84" y="366"/>
                    </a:lnTo>
                    <a:lnTo>
                      <a:pt x="83" y="374"/>
                    </a:lnTo>
                    <a:lnTo>
                      <a:pt x="80" y="381"/>
                    </a:lnTo>
                    <a:lnTo>
                      <a:pt x="80" y="389"/>
                    </a:lnTo>
                    <a:lnTo>
                      <a:pt x="80" y="397"/>
                    </a:lnTo>
                    <a:lnTo>
                      <a:pt x="80" y="407"/>
                    </a:lnTo>
                    <a:lnTo>
                      <a:pt x="80" y="416"/>
                    </a:lnTo>
                    <a:lnTo>
                      <a:pt x="81" y="424"/>
                    </a:lnTo>
                    <a:lnTo>
                      <a:pt x="81" y="433"/>
                    </a:lnTo>
                    <a:lnTo>
                      <a:pt x="83" y="443"/>
                    </a:lnTo>
                    <a:lnTo>
                      <a:pt x="80" y="454"/>
                    </a:lnTo>
                    <a:lnTo>
                      <a:pt x="79" y="464"/>
                    </a:lnTo>
                    <a:lnTo>
                      <a:pt x="76" y="473"/>
                    </a:lnTo>
                    <a:lnTo>
                      <a:pt x="76" y="485"/>
                    </a:lnTo>
                    <a:lnTo>
                      <a:pt x="76" y="568"/>
                    </a:lnTo>
                    <a:lnTo>
                      <a:pt x="78" y="571"/>
                    </a:lnTo>
                    <a:lnTo>
                      <a:pt x="80" y="576"/>
                    </a:lnTo>
                    <a:lnTo>
                      <a:pt x="80" y="582"/>
                    </a:lnTo>
                    <a:lnTo>
                      <a:pt x="81" y="589"/>
                    </a:lnTo>
                    <a:lnTo>
                      <a:pt x="81" y="595"/>
                    </a:lnTo>
                    <a:lnTo>
                      <a:pt x="81" y="603"/>
                    </a:lnTo>
                    <a:lnTo>
                      <a:pt x="81" y="609"/>
                    </a:lnTo>
                    <a:lnTo>
                      <a:pt x="83" y="614"/>
                    </a:lnTo>
                    <a:lnTo>
                      <a:pt x="86" y="619"/>
                    </a:lnTo>
                    <a:lnTo>
                      <a:pt x="91" y="625"/>
                    </a:lnTo>
                    <a:lnTo>
                      <a:pt x="91" y="703"/>
                    </a:lnTo>
                    <a:lnTo>
                      <a:pt x="88" y="703"/>
                    </a:lnTo>
                    <a:lnTo>
                      <a:pt x="88" y="704"/>
                    </a:lnTo>
                    <a:lnTo>
                      <a:pt x="86" y="714"/>
                    </a:lnTo>
                    <a:lnTo>
                      <a:pt x="86" y="725"/>
                    </a:lnTo>
                    <a:lnTo>
                      <a:pt x="86" y="735"/>
                    </a:lnTo>
                    <a:lnTo>
                      <a:pt x="86" y="746"/>
                    </a:lnTo>
                    <a:lnTo>
                      <a:pt x="85" y="756"/>
                    </a:lnTo>
                    <a:lnTo>
                      <a:pt x="85" y="767"/>
                    </a:lnTo>
                    <a:lnTo>
                      <a:pt x="85" y="779"/>
                    </a:lnTo>
                    <a:lnTo>
                      <a:pt x="85" y="790"/>
                    </a:lnTo>
                    <a:lnTo>
                      <a:pt x="85" y="796"/>
                    </a:lnTo>
                    <a:lnTo>
                      <a:pt x="86" y="803"/>
                    </a:lnTo>
                    <a:lnTo>
                      <a:pt x="89" y="811"/>
                    </a:lnTo>
                    <a:lnTo>
                      <a:pt x="91" y="818"/>
                    </a:lnTo>
                    <a:lnTo>
                      <a:pt x="91" y="956"/>
                    </a:lnTo>
                    <a:lnTo>
                      <a:pt x="89" y="957"/>
                    </a:lnTo>
                    <a:lnTo>
                      <a:pt x="88" y="959"/>
                    </a:lnTo>
                    <a:lnTo>
                      <a:pt x="88" y="964"/>
                    </a:lnTo>
                    <a:lnTo>
                      <a:pt x="89" y="971"/>
                    </a:lnTo>
                    <a:lnTo>
                      <a:pt x="91" y="982"/>
                    </a:lnTo>
                    <a:lnTo>
                      <a:pt x="91" y="1057"/>
                    </a:lnTo>
                    <a:lnTo>
                      <a:pt x="90" y="1065"/>
                    </a:lnTo>
                    <a:lnTo>
                      <a:pt x="89" y="1073"/>
                    </a:lnTo>
                    <a:lnTo>
                      <a:pt x="88" y="1080"/>
                    </a:lnTo>
                    <a:lnTo>
                      <a:pt x="88" y="1083"/>
                    </a:lnTo>
                    <a:lnTo>
                      <a:pt x="89" y="1086"/>
                    </a:lnTo>
                    <a:lnTo>
                      <a:pt x="91" y="1089"/>
                    </a:lnTo>
                    <a:lnTo>
                      <a:pt x="91" y="1217"/>
                    </a:lnTo>
                    <a:lnTo>
                      <a:pt x="86" y="1232"/>
                    </a:lnTo>
                    <a:lnTo>
                      <a:pt x="85" y="1247"/>
                    </a:lnTo>
                    <a:lnTo>
                      <a:pt x="85" y="1263"/>
                    </a:lnTo>
                    <a:lnTo>
                      <a:pt x="86" y="1279"/>
                    </a:lnTo>
                    <a:lnTo>
                      <a:pt x="86" y="1294"/>
                    </a:lnTo>
                    <a:lnTo>
                      <a:pt x="89" y="1311"/>
                    </a:lnTo>
                    <a:lnTo>
                      <a:pt x="90" y="1326"/>
                    </a:lnTo>
                    <a:lnTo>
                      <a:pt x="91" y="1343"/>
                    </a:lnTo>
                    <a:lnTo>
                      <a:pt x="91" y="1363"/>
                    </a:lnTo>
                    <a:lnTo>
                      <a:pt x="84" y="13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4" name="Freeform 414">
                <a:extLst>
                  <a:ext uri="{FF2B5EF4-FFF2-40B4-BE49-F238E27FC236}">
                    <a16:creationId xmlns:a16="http://schemas.microsoft.com/office/drawing/2014/main" id="{68B590BF-5826-99F5-82E1-CC77F12CE1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" y="1490"/>
                <a:ext cx="18" cy="291"/>
              </a:xfrm>
              <a:custGeom>
                <a:avLst/>
                <a:gdLst>
                  <a:gd name="T0" fmla="*/ 0 w 91"/>
                  <a:gd name="T1" fmla="*/ 0 h 1458"/>
                  <a:gd name="T2" fmla="*/ 0 w 91"/>
                  <a:gd name="T3" fmla="*/ 0 h 1458"/>
                  <a:gd name="T4" fmla="*/ 0 w 91"/>
                  <a:gd name="T5" fmla="*/ 0 h 1458"/>
                  <a:gd name="T6" fmla="*/ 0 w 91"/>
                  <a:gd name="T7" fmla="*/ 0 h 1458"/>
                  <a:gd name="T8" fmla="*/ 0 w 91"/>
                  <a:gd name="T9" fmla="*/ 0 h 1458"/>
                  <a:gd name="T10" fmla="*/ 0 w 91"/>
                  <a:gd name="T11" fmla="*/ 0 h 1458"/>
                  <a:gd name="T12" fmla="*/ 0 w 91"/>
                  <a:gd name="T13" fmla="*/ 0 h 1458"/>
                  <a:gd name="T14" fmla="*/ 0 w 91"/>
                  <a:gd name="T15" fmla="*/ 0 h 1458"/>
                  <a:gd name="T16" fmla="*/ 0 w 91"/>
                  <a:gd name="T17" fmla="*/ 0 h 1458"/>
                  <a:gd name="T18" fmla="*/ 0 w 91"/>
                  <a:gd name="T19" fmla="*/ 0 h 1458"/>
                  <a:gd name="T20" fmla="*/ 0 w 91"/>
                  <a:gd name="T21" fmla="*/ 0 h 1458"/>
                  <a:gd name="T22" fmla="*/ 0 w 91"/>
                  <a:gd name="T23" fmla="*/ 0 h 1458"/>
                  <a:gd name="T24" fmla="*/ 0 w 91"/>
                  <a:gd name="T25" fmla="*/ 0 h 1458"/>
                  <a:gd name="T26" fmla="*/ 0 w 91"/>
                  <a:gd name="T27" fmla="*/ 0 h 1458"/>
                  <a:gd name="T28" fmla="*/ 0 w 91"/>
                  <a:gd name="T29" fmla="*/ 0 h 1458"/>
                  <a:gd name="T30" fmla="*/ 0 w 91"/>
                  <a:gd name="T31" fmla="*/ 0 h 1458"/>
                  <a:gd name="T32" fmla="*/ 0 w 91"/>
                  <a:gd name="T33" fmla="*/ 0 h 1458"/>
                  <a:gd name="T34" fmla="*/ 0 w 91"/>
                  <a:gd name="T35" fmla="*/ 0 h 1458"/>
                  <a:gd name="T36" fmla="*/ 0 w 91"/>
                  <a:gd name="T37" fmla="*/ 0 h 1458"/>
                  <a:gd name="T38" fmla="*/ 0 w 91"/>
                  <a:gd name="T39" fmla="*/ 0 h 1458"/>
                  <a:gd name="T40" fmla="*/ 0 w 91"/>
                  <a:gd name="T41" fmla="*/ 0 h 1458"/>
                  <a:gd name="T42" fmla="*/ 0 w 91"/>
                  <a:gd name="T43" fmla="*/ 0 h 1458"/>
                  <a:gd name="T44" fmla="*/ 0 w 91"/>
                  <a:gd name="T45" fmla="*/ 0 h 1458"/>
                  <a:gd name="T46" fmla="*/ 0 w 91"/>
                  <a:gd name="T47" fmla="*/ 0 h 1458"/>
                  <a:gd name="T48" fmla="*/ 0 w 91"/>
                  <a:gd name="T49" fmla="*/ 0 h 1458"/>
                  <a:gd name="T50" fmla="*/ 0 w 91"/>
                  <a:gd name="T51" fmla="*/ 0 h 1458"/>
                  <a:gd name="T52" fmla="*/ 0 w 91"/>
                  <a:gd name="T53" fmla="*/ 0 h 1458"/>
                  <a:gd name="T54" fmla="*/ 0 w 91"/>
                  <a:gd name="T55" fmla="*/ 0 h 1458"/>
                  <a:gd name="T56" fmla="*/ 0 w 91"/>
                  <a:gd name="T57" fmla="*/ 0 h 1458"/>
                  <a:gd name="T58" fmla="*/ 0 w 91"/>
                  <a:gd name="T59" fmla="*/ 0 h 1458"/>
                  <a:gd name="T60" fmla="*/ 0 w 91"/>
                  <a:gd name="T61" fmla="*/ 0 h 1458"/>
                  <a:gd name="T62" fmla="*/ 0 w 91"/>
                  <a:gd name="T63" fmla="*/ 0 h 1458"/>
                  <a:gd name="T64" fmla="*/ 0 w 91"/>
                  <a:gd name="T65" fmla="*/ 0 h 1458"/>
                  <a:gd name="T66" fmla="*/ 0 w 91"/>
                  <a:gd name="T67" fmla="*/ 0 h 1458"/>
                  <a:gd name="T68" fmla="*/ 0 w 91"/>
                  <a:gd name="T69" fmla="*/ 0 h 1458"/>
                  <a:gd name="T70" fmla="*/ 0 w 91"/>
                  <a:gd name="T71" fmla="*/ 0 h 1458"/>
                  <a:gd name="T72" fmla="*/ 0 w 91"/>
                  <a:gd name="T73" fmla="*/ 0 h 1458"/>
                  <a:gd name="T74" fmla="*/ 0 w 91"/>
                  <a:gd name="T75" fmla="*/ 0 h 1458"/>
                  <a:gd name="T76" fmla="*/ 0 w 91"/>
                  <a:gd name="T77" fmla="*/ 0 h 1458"/>
                  <a:gd name="T78" fmla="*/ 0 w 91"/>
                  <a:gd name="T79" fmla="*/ 0 h 1458"/>
                  <a:gd name="T80" fmla="*/ 0 w 91"/>
                  <a:gd name="T81" fmla="*/ 0 h 1458"/>
                  <a:gd name="T82" fmla="*/ 0 w 91"/>
                  <a:gd name="T83" fmla="*/ 0 h 1458"/>
                  <a:gd name="T84" fmla="*/ 0 w 91"/>
                  <a:gd name="T85" fmla="*/ 0 h 1458"/>
                  <a:gd name="T86" fmla="*/ 0 w 91"/>
                  <a:gd name="T87" fmla="*/ 0 h 1458"/>
                  <a:gd name="T88" fmla="*/ 0 w 91"/>
                  <a:gd name="T89" fmla="*/ 0 h 1458"/>
                  <a:gd name="T90" fmla="*/ 0 w 91"/>
                  <a:gd name="T91" fmla="*/ 0 h 1458"/>
                  <a:gd name="T92" fmla="*/ 0 w 91"/>
                  <a:gd name="T93" fmla="*/ 0 h 1458"/>
                  <a:gd name="T94" fmla="*/ 0 w 91"/>
                  <a:gd name="T95" fmla="*/ 0 h 1458"/>
                  <a:gd name="T96" fmla="*/ 0 w 91"/>
                  <a:gd name="T97" fmla="*/ 0 h 1458"/>
                  <a:gd name="T98" fmla="*/ 0 w 91"/>
                  <a:gd name="T99" fmla="*/ 0 h 1458"/>
                  <a:gd name="T100" fmla="*/ 0 w 91"/>
                  <a:gd name="T101" fmla="*/ 0 h 1458"/>
                  <a:gd name="T102" fmla="*/ 0 w 91"/>
                  <a:gd name="T103" fmla="*/ 0 h 1458"/>
                  <a:gd name="T104" fmla="*/ 0 w 91"/>
                  <a:gd name="T105" fmla="*/ 0 h 1458"/>
                  <a:gd name="T106" fmla="*/ 0 w 91"/>
                  <a:gd name="T107" fmla="*/ 0 h 1458"/>
                  <a:gd name="T108" fmla="*/ 0 w 91"/>
                  <a:gd name="T109" fmla="*/ 0 h 1458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91"/>
                  <a:gd name="T166" fmla="*/ 0 h 1458"/>
                  <a:gd name="T167" fmla="*/ 91 w 91"/>
                  <a:gd name="T168" fmla="*/ 1458 h 1458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91" h="1458">
                    <a:moveTo>
                      <a:pt x="6" y="1363"/>
                    </a:moveTo>
                    <a:lnTo>
                      <a:pt x="1" y="1361"/>
                    </a:lnTo>
                    <a:lnTo>
                      <a:pt x="1" y="1341"/>
                    </a:lnTo>
                    <a:lnTo>
                      <a:pt x="1" y="1325"/>
                    </a:lnTo>
                    <a:lnTo>
                      <a:pt x="2" y="1309"/>
                    </a:lnTo>
                    <a:lnTo>
                      <a:pt x="2" y="1293"/>
                    </a:lnTo>
                    <a:lnTo>
                      <a:pt x="5" y="1277"/>
                    </a:lnTo>
                    <a:lnTo>
                      <a:pt x="5" y="1261"/>
                    </a:lnTo>
                    <a:lnTo>
                      <a:pt x="5" y="1245"/>
                    </a:lnTo>
                    <a:lnTo>
                      <a:pt x="3" y="1230"/>
                    </a:lnTo>
                    <a:lnTo>
                      <a:pt x="1" y="1215"/>
                    </a:lnTo>
                    <a:lnTo>
                      <a:pt x="1" y="1087"/>
                    </a:lnTo>
                    <a:lnTo>
                      <a:pt x="1" y="1084"/>
                    </a:lnTo>
                    <a:lnTo>
                      <a:pt x="3" y="1081"/>
                    </a:lnTo>
                    <a:lnTo>
                      <a:pt x="2" y="1077"/>
                    </a:lnTo>
                    <a:lnTo>
                      <a:pt x="1" y="1072"/>
                    </a:lnTo>
                    <a:lnTo>
                      <a:pt x="1" y="1064"/>
                    </a:lnTo>
                    <a:lnTo>
                      <a:pt x="1" y="1056"/>
                    </a:lnTo>
                    <a:lnTo>
                      <a:pt x="1" y="981"/>
                    </a:lnTo>
                    <a:lnTo>
                      <a:pt x="1" y="973"/>
                    </a:lnTo>
                    <a:lnTo>
                      <a:pt x="1" y="968"/>
                    </a:lnTo>
                    <a:lnTo>
                      <a:pt x="2" y="965"/>
                    </a:lnTo>
                    <a:lnTo>
                      <a:pt x="3" y="965"/>
                    </a:lnTo>
                    <a:lnTo>
                      <a:pt x="3" y="957"/>
                    </a:lnTo>
                    <a:lnTo>
                      <a:pt x="1" y="955"/>
                    </a:lnTo>
                    <a:lnTo>
                      <a:pt x="1" y="954"/>
                    </a:lnTo>
                    <a:lnTo>
                      <a:pt x="1" y="816"/>
                    </a:lnTo>
                    <a:lnTo>
                      <a:pt x="1" y="809"/>
                    </a:lnTo>
                    <a:lnTo>
                      <a:pt x="2" y="803"/>
                    </a:lnTo>
                    <a:lnTo>
                      <a:pt x="2" y="795"/>
                    </a:lnTo>
                    <a:lnTo>
                      <a:pt x="3" y="788"/>
                    </a:lnTo>
                    <a:lnTo>
                      <a:pt x="3" y="777"/>
                    </a:lnTo>
                    <a:lnTo>
                      <a:pt x="3" y="765"/>
                    </a:lnTo>
                    <a:lnTo>
                      <a:pt x="3" y="754"/>
                    </a:lnTo>
                    <a:lnTo>
                      <a:pt x="3" y="744"/>
                    </a:lnTo>
                    <a:lnTo>
                      <a:pt x="3" y="733"/>
                    </a:lnTo>
                    <a:lnTo>
                      <a:pt x="3" y="723"/>
                    </a:lnTo>
                    <a:lnTo>
                      <a:pt x="3" y="712"/>
                    </a:lnTo>
                    <a:lnTo>
                      <a:pt x="3" y="702"/>
                    </a:lnTo>
                    <a:lnTo>
                      <a:pt x="1" y="701"/>
                    </a:lnTo>
                    <a:lnTo>
                      <a:pt x="1" y="623"/>
                    </a:lnTo>
                    <a:lnTo>
                      <a:pt x="3" y="617"/>
                    </a:lnTo>
                    <a:lnTo>
                      <a:pt x="10" y="613"/>
                    </a:lnTo>
                    <a:lnTo>
                      <a:pt x="8" y="607"/>
                    </a:lnTo>
                    <a:lnTo>
                      <a:pt x="8" y="602"/>
                    </a:lnTo>
                    <a:lnTo>
                      <a:pt x="8" y="594"/>
                    </a:lnTo>
                    <a:lnTo>
                      <a:pt x="8" y="587"/>
                    </a:lnTo>
                    <a:lnTo>
                      <a:pt x="8" y="580"/>
                    </a:lnTo>
                    <a:lnTo>
                      <a:pt x="10" y="573"/>
                    </a:lnTo>
                    <a:lnTo>
                      <a:pt x="11" y="568"/>
                    </a:lnTo>
                    <a:lnTo>
                      <a:pt x="15" y="567"/>
                    </a:lnTo>
                    <a:lnTo>
                      <a:pt x="15" y="483"/>
                    </a:lnTo>
                    <a:lnTo>
                      <a:pt x="13" y="472"/>
                    </a:lnTo>
                    <a:lnTo>
                      <a:pt x="12" y="462"/>
                    </a:lnTo>
                    <a:lnTo>
                      <a:pt x="10" y="452"/>
                    </a:lnTo>
                    <a:lnTo>
                      <a:pt x="10" y="441"/>
                    </a:lnTo>
                    <a:lnTo>
                      <a:pt x="10" y="431"/>
                    </a:lnTo>
                    <a:lnTo>
                      <a:pt x="10" y="422"/>
                    </a:lnTo>
                    <a:lnTo>
                      <a:pt x="10" y="414"/>
                    </a:lnTo>
                    <a:lnTo>
                      <a:pt x="11" y="405"/>
                    </a:lnTo>
                    <a:lnTo>
                      <a:pt x="10" y="395"/>
                    </a:lnTo>
                    <a:lnTo>
                      <a:pt x="10" y="386"/>
                    </a:lnTo>
                    <a:lnTo>
                      <a:pt x="10" y="379"/>
                    </a:lnTo>
                    <a:lnTo>
                      <a:pt x="10" y="372"/>
                    </a:lnTo>
                    <a:lnTo>
                      <a:pt x="7" y="364"/>
                    </a:lnTo>
                    <a:lnTo>
                      <a:pt x="3" y="359"/>
                    </a:lnTo>
                    <a:lnTo>
                      <a:pt x="2" y="349"/>
                    </a:lnTo>
                    <a:lnTo>
                      <a:pt x="2" y="341"/>
                    </a:lnTo>
                    <a:lnTo>
                      <a:pt x="2" y="331"/>
                    </a:lnTo>
                    <a:lnTo>
                      <a:pt x="3" y="323"/>
                    </a:lnTo>
                    <a:lnTo>
                      <a:pt x="3" y="60"/>
                    </a:lnTo>
                    <a:lnTo>
                      <a:pt x="2" y="51"/>
                    </a:lnTo>
                    <a:lnTo>
                      <a:pt x="2" y="43"/>
                    </a:lnTo>
                    <a:lnTo>
                      <a:pt x="1" y="36"/>
                    </a:lnTo>
                    <a:lnTo>
                      <a:pt x="2" y="30"/>
                    </a:lnTo>
                    <a:lnTo>
                      <a:pt x="2" y="24"/>
                    </a:lnTo>
                    <a:lnTo>
                      <a:pt x="7" y="20"/>
                    </a:lnTo>
                    <a:lnTo>
                      <a:pt x="11" y="17"/>
                    </a:lnTo>
                    <a:lnTo>
                      <a:pt x="20" y="17"/>
                    </a:lnTo>
                    <a:lnTo>
                      <a:pt x="18" y="15"/>
                    </a:lnTo>
                    <a:lnTo>
                      <a:pt x="23" y="9"/>
                    </a:lnTo>
                    <a:lnTo>
                      <a:pt x="28" y="6"/>
                    </a:lnTo>
                    <a:lnTo>
                      <a:pt x="33" y="6"/>
                    </a:lnTo>
                    <a:lnTo>
                      <a:pt x="42" y="6"/>
                    </a:lnTo>
                    <a:lnTo>
                      <a:pt x="44" y="4"/>
                    </a:lnTo>
                    <a:lnTo>
                      <a:pt x="52" y="1"/>
                    </a:lnTo>
                    <a:lnTo>
                      <a:pt x="59" y="0"/>
                    </a:lnTo>
                    <a:lnTo>
                      <a:pt x="69" y="0"/>
                    </a:lnTo>
                    <a:lnTo>
                      <a:pt x="77" y="0"/>
                    </a:lnTo>
                    <a:lnTo>
                      <a:pt x="84" y="3"/>
                    </a:lnTo>
                    <a:lnTo>
                      <a:pt x="89" y="5"/>
                    </a:lnTo>
                    <a:lnTo>
                      <a:pt x="91" y="12"/>
                    </a:lnTo>
                    <a:lnTo>
                      <a:pt x="86" y="19"/>
                    </a:lnTo>
                    <a:lnTo>
                      <a:pt x="77" y="22"/>
                    </a:lnTo>
                    <a:lnTo>
                      <a:pt x="64" y="21"/>
                    </a:lnTo>
                    <a:lnTo>
                      <a:pt x="55" y="22"/>
                    </a:lnTo>
                    <a:lnTo>
                      <a:pt x="51" y="24"/>
                    </a:lnTo>
                    <a:lnTo>
                      <a:pt x="47" y="25"/>
                    </a:lnTo>
                    <a:lnTo>
                      <a:pt x="41" y="26"/>
                    </a:lnTo>
                    <a:lnTo>
                      <a:pt x="34" y="27"/>
                    </a:lnTo>
                    <a:lnTo>
                      <a:pt x="29" y="31"/>
                    </a:lnTo>
                    <a:lnTo>
                      <a:pt x="26" y="35"/>
                    </a:lnTo>
                    <a:lnTo>
                      <a:pt x="26" y="72"/>
                    </a:lnTo>
                    <a:lnTo>
                      <a:pt x="26" y="109"/>
                    </a:lnTo>
                    <a:lnTo>
                      <a:pt x="26" y="146"/>
                    </a:lnTo>
                    <a:lnTo>
                      <a:pt x="26" y="183"/>
                    </a:lnTo>
                    <a:lnTo>
                      <a:pt x="26" y="219"/>
                    </a:lnTo>
                    <a:lnTo>
                      <a:pt x="26" y="256"/>
                    </a:lnTo>
                    <a:lnTo>
                      <a:pt x="26" y="294"/>
                    </a:lnTo>
                    <a:lnTo>
                      <a:pt x="26" y="331"/>
                    </a:lnTo>
                    <a:lnTo>
                      <a:pt x="25" y="338"/>
                    </a:lnTo>
                    <a:lnTo>
                      <a:pt x="25" y="344"/>
                    </a:lnTo>
                    <a:lnTo>
                      <a:pt x="25" y="351"/>
                    </a:lnTo>
                    <a:lnTo>
                      <a:pt x="27" y="359"/>
                    </a:lnTo>
                    <a:lnTo>
                      <a:pt x="28" y="370"/>
                    </a:lnTo>
                    <a:lnTo>
                      <a:pt x="29" y="383"/>
                    </a:lnTo>
                    <a:lnTo>
                      <a:pt x="29" y="395"/>
                    </a:lnTo>
                    <a:lnTo>
                      <a:pt x="29" y="407"/>
                    </a:lnTo>
                    <a:lnTo>
                      <a:pt x="28" y="419"/>
                    </a:lnTo>
                    <a:lnTo>
                      <a:pt x="28" y="432"/>
                    </a:lnTo>
                    <a:lnTo>
                      <a:pt x="28" y="443"/>
                    </a:lnTo>
                    <a:lnTo>
                      <a:pt x="31" y="457"/>
                    </a:lnTo>
                    <a:lnTo>
                      <a:pt x="32" y="459"/>
                    </a:lnTo>
                    <a:lnTo>
                      <a:pt x="34" y="466"/>
                    </a:lnTo>
                    <a:lnTo>
                      <a:pt x="34" y="472"/>
                    </a:lnTo>
                    <a:lnTo>
                      <a:pt x="36" y="487"/>
                    </a:lnTo>
                    <a:lnTo>
                      <a:pt x="36" y="504"/>
                    </a:lnTo>
                    <a:lnTo>
                      <a:pt x="37" y="525"/>
                    </a:lnTo>
                    <a:lnTo>
                      <a:pt x="36" y="545"/>
                    </a:lnTo>
                    <a:lnTo>
                      <a:pt x="34" y="562"/>
                    </a:lnTo>
                    <a:lnTo>
                      <a:pt x="32" y="576"/>
                    </a:lnTo>
                    <a:lnTo>
                      <a:pt x="29" y="583"/>
                    </a:lnTo>
                    <a:lnTo>
                      <a:pt x="29" y="593"/>
                    </a:lnTo>
                    <a:lnTo>
                      <a:pt x="29" y="603"/>
                    </a:lnTo>
                    <a:lnTo>
                      <a:pt x="28" y="611"/>
                    </a:lnTo>
                    <a:lnTo>
                      <a:pt x="28" y="618"/>
                    </a:lnTo>
                    <a:lnTo>
                      <a:pt x="23" y="624"/>
                    </a:lnTo>
                    <a:lnTo>
                      <a:pt x="20" y="632"/>
                    </a:lnTo>
                    <a:lnTo>
                      <a:pt x="13" y="638"/>
                    </a:lnTo>
                    <a:lnTo>
                      <a:pt x="7" y="645"/>
                    </a:lnTo>
                    <a:lnTo>
                      <a:pt x="3" y="653"/>
                    </a:lnTo>
                    <a:lnTo>
                      <a:pt x="3" y="661"/>
                    </a:lnTo>
                    <a:lnTo>
                      <a:pt x="3" y="669"/>
                    </a:lnTo>
                    <a:lnTo>
                      <a:pt x="3" y="677"/>
                    </a:lnTo>
                    <a:lnTo>
                      <a:pt x="10" y="681"/>
                    </a:lnTo>
                    <a:lnTo>
                      <a:pt x="16" y="686"/>
                    </a:lnTo>
                    <a:lnTo>
                      <a:pt x="20" y="691"/>
                    </a:lnTo>
                    <a:lnTo>
                      <a:pt x="23" y="696"/>
                    </a:lnTo>
                    <a:lnTo>
                      <a:pt x="23" y="701"/>
                    </a:lnTo>
                    <a:lnTo>
                      <a:pt x="25" y="707"/>
                    </a:lnTo>
                    <a:lnTo>
                      <a:pt x="25" y="715"/>
                    </a:lnTo>
                    <a:lnTo>
                      <a:pt x="26" y="726"/>
                    </a:lnTo>
                    <a:lnTo>
                      <a:pt x="26" y="736"/>
                    </a:lnTo>
                    <a:lnTo>
                      <a:pt x="26" y="749"/>
                    </a:lnTo>
                    <a:lnTo>
                      <a:pt x="26" y="763"/>
                    </a:lnTo>
                    <a:lnTo>
                      <a:pt x="26" y="778"/>
                    </a:lnTo>
                    <a:lnTo>
                      <a:pt x="23" y="791"/>
                    </a:lnTo>
                    <a:lnTo>
                      <a:pt x="22" y="806"/>
                    </a:lnTo>
                    <a:lnTo>
                      <a:pt x="18" y="819"/>
                    </a:lnTo>
                    <a:lnTo>
                      <a:pt x="15" y="831"/>
                    </a:lnTo>
                    <a:lnTo>
                      <a:pt x="15" y="941"/>
                    </a:lnTo>
                    <a:lnTo>
                      <a:pt x="21" y="947"/>
                    </a:lnTo>
                    <a:lnTo>
                      <a:pt x="25" y="957"/>
                    </a:lnTo>
                    <a:lnTo>
                      <a:pt x="23" y="968"/>
                    </a:lnTo>
                    <a:lnTo>
                      <a:pt x="18" y="977"/>
                    </a:lnTo>
                    <a:lnTo>
                      <a:pt x="18" y="987"/>
                    </a:lnTo>
                    <a:lnTo>
                      <a:pt x="18" y="998"/>
                    </a:lnTo>
                    <a:lnTo>
                      <a:pt x="18" y="1009"/>
                    </a:lnTo>
                    <a:lnTo>
                      <a:pt x="18" y="1020"/>
                    </a:lnTo>
                    <a:lnTo>
                      <a:pt x="18" y="1032"/>
                    </a:lnTo>
                    <a:lnTo>
                      <a:pt x="18" y="1043"/>
                    </a:lnTo>
                    <a:lnTo>
                      <a:pt x="18" y="1054"/>
                    </a:lnTo>
                    <a:lnTo>
                      <a:pt x="18" y="1066"/>
                    </a:lnTo>
                    <a:lnTo>
                      <a:pt x="20" y="1071"/>
                    </a:lnTo>
                    <a:lnTo>
                      <a:pt x="23" y="1079"/>
                    </a:lnTo>
                    <a:lnTo>
                      <a:pt x="25" y="1086"/>
                    </a:lnTo>
                    <a:lnTo>
                      <a:pt x="22" y="1095"/>
                    </a:lnTo>
                    <a:lnTo>
                      <a:pt x="13" y="1103"/>
                    </a:lnTo>
                    <a:lnTo>
                      <a:pt x="12" y="1113"/>
                    </a:lnTo>
                    <a:lnTo>
                      <a:pt x="13" y="1124"/>
                    </a:lnTo>
                    <a:lnTo>
                      <a:pt x="15" y="1137"/>
                    </a:lnTo>
                    <a:lnTo>
                      <a:pt x="13" y="1141"/>
                    </a:lnTo>
                    <a:lnTo>
                      <a:pt x="13" y="1149"/>
                    </a:lnTo>
                    <a:lnTo>
                      <a:pt x="12" y="1158"/>
                    </a:lnTo>
                    <a:lnTo>
                      <a:pt x="12" y="1168"/>
                    </a:lnTo>
                    <a:lnTo>
                      <a:pt x="12" y="1176"/>
                    </a:lnTo>
                    <a:lnTo>
                      <a:pt x="12" y="1186"/>
                    </a:lnTo>
                    <a:lnTo>
                      <a:pt x="12" y="1193"/>
                    </a:lnTo>
                    <a:lnTo>
                      <a:pt x="15" y="1199"/>
                    </a:lnTo>
                    <a:lnTo>
                      <a:pt x="18" y="1214"/>
                    </a:lnTo>
                    <a:lnTo>
                      <a:pt x="23" y="1231"/>
                    </a:lnTo>
                    <a:lnTo>
                      <a:pt x="23" y="1250"/>
                    </a:lnTo>
                    <a:lnTo>
                      <a:pt x="25" y="1269"/>
                    </a:lnTo>
                    <a:lnTo>
                      <a:pt x="23" y="1288"/>
                    </a:lnTo>
                    <a:lnTo>
                      <a:pt x="22" y="1308"/>
                    </a:lnTo>
                    <a:lnTo>
                      <a:pt x="20" y="1325"/>
                    </a:lnTo>
                    <a:lnTo>
                      <a:pt x="20" y="1344"/>
                    </a:lnTo>
                    <a:lnTo>
                      <a:pt x="17" y="1349"/>
                    </a:lnTo>
                    <a:lnTo>
                      <a:pt x="16" y="1354"/>
                    </a:lnTo>
                    <a:lnTo>
                      <a:pt x="15" y="1355"/>
                    </a:lnTo>
                    <a:lnTo>
                      <a:pt x="13" y="1357"/>
                    </a:lnTo>
                    <a:lnTo>
                      <a:pt x="10" y="1359"/>
                    </a:lnTo>
                    <a:lnTo>
                      <a:pt x="6" y="1363"/>
                    </a:lnTo>
                    <a:lnTo>
                      <a:pt x="1" y="1372"/>
                    </a:lnTo>
                    <a:lnTo>
                      <a:pt x="0" y="1381"/>
                    </a:lnTo>
                    <a:lnTo>
                      <a:pt x="0" y="1389"/>
                    </a:lnTo>
                    <a:lnTo>
                      <a:pt x="2" y="1398"/>
                    </a:lnTo>
                    <a:lnTo>
                      <a:pt x="3" y="1406"/>
                    </a:lnTo>
                    <a:lnTo>
                      <a:pt x="6" y="1414"/>
                    </a:lnTo>
                    <a:lnTo>
                      <a:pt x="8" y="1423"/>
                    </a:lnTo>
                    <a:lnTo>
                      <a:pt x="10" y="1433"/>
                    </a:lnTo>
                    <a:lnTo>
                      <a:pt x="17" y="1434"/>
                    </a:lnTo>
                    <a:lnTo>
                      <a:pt x="26" y="1437"/>
                    </a:lnTo>
                    <a:lnTo>
                      <a:pt x="32" y="1439"/>
                    </a:lnTo>
                    <a:lnTo>
                      <a:pt x="34" y="1446"/>
                    </a:lnTo>
                    <a:lnTo>
                      <a:pt x="32" y="1454"/>
                    </a:lnTo>
                    <a:lnTo>
                      <a:pt x="26" y="1458"/>
                    </a:lnTo>
                    <a:lnTo>
                      <a:pt x="16" y="1456"/>
                    </a:lnTo>
                    <a:lnTo>
                      <a:pt x="10" y="1456"/>
                    </a:lnTo>
                    <a:lnTo>
                      <a:pt x="3" y="1455"/>
                    </a:lnTo>
                    <a:lnTo>
                      <a:pt x="1" y="1455"/>
                    </a:lnTo>
                    <a:lnTo>
                      <a:pt x="1" y="1361"/>
                    </a:lnTo>
                    <a:lnTo>
                      <a:pt x="6" y="13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5" name="Freeform 415">
                <a:extLst>
                  <a:ext uri="{FF2B5EF4-FFF2-40B4-BE49-F238E27FC236}">
                    <a16:creationId xmlns:a16="http://schemas.microsoft.com/office/drawing/2014/main" id="{A508EF86-A561-1E2F-CCCE-C6BD3DA6DB3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2" y="1614"/>
                <a:ext cx="4" cy="167"/>
              </a:xfrm>
              <a:custGeom>
                <a:avLst/>
                <a:gdLst>
                  <a:gd name="T0" fmla="*/ 0 w 22"/>
                  <a:gd name="T1" fmla="*/ 0 h 832"/>
                  <a:gd name="T2" fmla="*/ 0 w 22"/>
                  <a:gd name="T3" fmla="*/ 0 h 832"/>
                  <a:gd name="T4" fmla="*/ 0 w 22"/>
                  <a:gd name="T5" fmla="*/ 0 h 832"/>
                  <a:gd name="T6" fmla="*/ 0 w 22"/>
                  <a:gd name="T7" fmla="*/ 0 h 832"/>
                  <a:gd name="T8" fmla="*/ 0 w 22"/>
                  <a:gd name="T9" fmla="*/ 0 h 832"/>
                  <a:gd name="T10" fmla="*/ 0 w 22"/>
                  <a:gd name="T11" fmla="*/ 0 h 832"/>
                  <a:gd name="T12" fmla="*/ 0 w 22"/>
                  <a:gd name="T13" fmla="*/ 0 h 832"/>
                  <a:gd name="T14" fmla="*/ 0 w 22"/>
                  <a:gd name="T15" fmla="*/ 0 h 832"/>
                  <a:gd name="T16" fmla="*/ 0 w 22"/>
                  <a:gd name="T17" fmla="*/ 0 h 832"/>
                  <a:gd name="T18" fmla="*/ 0 w 22"/>
                  <a:gd name="T19" fmla="*/ 0 h 832"/>
                  <a:gd name="T20" fmla="*/ 0 w 22"/>
                  <a:gd name="T21" fmla="*/ 0 h 832"/>
                  <a:gd name="T22" fmla="*/ 0 w 22"/>
                  <a:gd name="T23" fmla="*/ 0 h 832"/>
                  <a:gd name="T24" fmla="*/ 0 w 22"/>
                  <a:gd name="T25" fmla="*/ 0 h 832"/>
                  <a:gd name="T26" fmla="*/ 0 w 22"/>
                  <a:gd name="T27" fmla="*/ 0 h 832"/>
                  <a:gd name="T28" fmla="*/ 0 w 22"/>
                  <a:gd name="T29" fmla="*/ 0 h 832"/>
                  <a:gd name="T30" fmla="*/ 0 w 22"/>
                  <a:gd name="T31" fmla="*/ 0 h 832"/>
                  <a:gd name="T32" fmla="*/ 0 w 22"/>
                  <a:gd name="T33" fmla="*/ 0 h 832"/>
                  <a:gd name="T34" fmla="*/ 0 w 22"/>
                  <a:gd name="T35" fmla="*/ 0 h 832"/>
                  <a:gd name="T36" fmla="*/ 0 w 22"/>
                  <a:gd name="T37" fmla="*/ 0 h 832"/>
                  <a:gd name="T38" fmla="*/ 0 w 22"/>
                  <a:gd name="T39" fmla="*/ 0 h 832"/>
                  <a:gd name="T40" fmla="*/ 0 w 22"/>
                  <a:gd name="T41" fmla="*/ 0 h 832"/>
                  <a:gd name="T42" fmla="*/ 0 w 22"/>
                  <a:gd name="T43" fmla="*/ 0 h 832"/>
                  <a:gd name="T44" fmla="*/ 0 w 22"/>
                  <a:gd name="T45" fmla="*/ 0 h 832"/>
                  <a:gd name="T46" fmla="*/ 0 w 22"/>
                  <a:gd name="T47" fmla="*/ 0 h 832"/>
                  <a:gd name="T48" fmla="*/ 0 w 22"/>
                  <a:gd name="T49" fmla="*/ 0 h 832"/>
                  <a:gd name="T50" fmla="*/ 0 w 22"/>
                  <a:gd name="T51" fmla="*/ 0 h 832"/>
                  <a:gd name="T52" fmla="*/ 0 w 22"/>
                  <a:gd name="T53" fmla="*/ 0 h 832"/>
                  <a:gd name="T54" fmla="*/ 0 w 22"/>
                  <a:gd name="T55" fmla="*/ 0 h 832"/>
                  <a:gd name="T56" fmla="*/ 0 w 22"/>
                  <a:gd name="T57" fmla="*/ 0 h 832"/>
                  <a:gd name="T58" fmla="*/ 0 w 22"/>
                  <a:gd name="T59" fmla="*/ 0 h 832"/>
                  <a:gd name="T60" fmla="*/ 0 w 22"/>
                  <a:gd name="T61" fmla="*/ 0 h 832"/>
                  <a:gd name="T62" fmla="*/ 0 w 22"/>
                  <a:gd name="T63" fmla="*/ 0 h 832"/>
                  <a:gd name="T64" fmla="*/ 0 w 22"/>
                  <a:gd name="T65" fmla="*/ 0 h 832"/>
                  <a:gd name="T66" fmla="*/ 0 w 22"/>
                  <a:gd name="T67" fmla="*/ 0 h 832"/>
                  <a:gd name="T68" fmla="*/ 0 w 22"/>
                  <a:gd name="T69" fmla="*/ 0 h 832"/>
                  <a:gd name="T70" fmla="*/ 0 w 22"/>
                  <a:gd name="T71" fmla="*/ 0 h 83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22"/>
                  <a:gd name="T109" fmla="*/ 0 h 832"/>
                  <a:gd name="T110" fmla="*/ 22 w 22"/>
                  <a:gd name="T111" fmla="*/ 832 h 83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22" h="832">
                    <a:moveTo>
                      <a:pt x="22" y="738"/>
                    </a:moveTo>
                    <a:lnTo>
                      <a:pt x="15" y="737"/>
                    </a:lnTo>
                    <a:lnTo>
                      <a:pt x="22" y="738"/>
                    </a:lnTo>
                    <a:lnTo>
                      <a:pt x="22" y="832"/>
                    </a:lnTo>
                    <a:lnTo>
                      <a:pt x="15" y="828"/>
                    </a:lnTo>
                    <a:lnTo>
                      <a:pt x="11" y="823"/>
                    </a:lnTo>
                    <a:lnTo>
                      <a:pt x="10" y="817"/>
                    </a:lnTo>
                    <a:lnTo>
                      <a:pt x="10" y="812"/>
                    </a:lnTo>
                    <a:lnTo>
                      <a:pt x="10" y="805"/>
                    </a:lnTo>
                    <a:lnTo>
                      <a:pt x="10" y="797"/>
                    </a:lnTo>
                    <a:lnTo>
                      <a:pt x="6" y="790"/>
                    </a:lnTo>
                    <a:lnTo>
                      <a:pt x="3" y="783"/>
                    </a:lnTo>
                    <a:lnTo>
                      <a:pt x="1" y="771"/>
                    </a:lnTo>
                    <a:lnTo>
                      <a:pt x="1" y="762"/>
                    </a:lnTo>
                    <a:lnTo>
                      <a:pt x="0" y="750"/>
                    </a:lnTo>
                    <a:lnTo>
                      <a:pt x="1" y="742"/>
                    </a:lnTo>
                    <a:lnTo>
                      <a:pt x="5" y="736"/>
                    </a:lnTo>
                    <a:lnTo>
                      <a:pt x="10" y="733"/>
                    </a:lnTo>
                    <a:lnTo>
                      <a:pt x="13" y="723"/>
                    </a:lnTo>
                    <a:lnTo>
                      <a:pt x="22" y="718"/>
                    </a:lnTo>
                    <a:lnTo>
                      <a:pt x="22" y="738"/>
                    </a:lnTo>
                    <a:close/>
                    <a:moveTo>
                      <a:pt x="22" y="0"/>
                    </a:moveTo>
                    <a:lnTo>
                      <a:pt x="22" y="78"/>
                    </a:lnTo>
                    <a:lnTo>
                      <a:pt x="12" y="71"/>
                    </a:lnTo>
                    <a:lnTo>
                      <a:pt x="7" y="62"/>
                    </a:lnTo>
                    <a:lnTo>
                      <a:pt x="3" y="51"/>
                    </a:lnTo>
                    <a:lnTo>
                      <a:pt x="3" y="41"/>
                    </a:lnTo>
                    <a:lnTo>
                      <a:pt x="5" y="28"/>
                    </a:lnTo>
                    <a:lnTo>
                      <a:pt x="8" y="19"/>
                    </a:lnTo>
                    <a:lnTo>
                      <a:pt x="15" y="7"/>
                    </a:lnTo>
                    <a:lnTo>
                      <a:pt x="22" y="0"/>
                    </a:lnTo>
                    <a:close/>
                    <a:moveTo>
                      <a:pt x="22" y="193"/>
                    </a:moveTo>
                    <a:lnTo>
                      <a:pt x="22" y="331"/>
                    </a:lnTo>
                    <a:lnTo>
                      <a:pt x="16" y="318"/>
                    </a:lnTo>
                    <a:lnTo>
                      <a:pt x="13" y="303"/>
                    </a:lnTo>
                    <a:lnTo>
                      <a:pt x="12" y="285"/>
                    </a:lnTo>
                    <a:lnTo>
                      <a:pt x="12" y="267"/>
                    </a:lnTo>
                    <a:lnTo>
                      <a:pt x="12" y="248"/>
                    </a:lnTo>
                    <a:lnTo>
                      <a:pt x="13" y="230"/>
                    </a:lnTo>
                    <a:lnTo>
                      <a:pt x="13" y="215"/>
                    </a:lnTo>
                    <a:lnTo>
                      <a:pt x="15" y="206"/>
                    </a:lnTo>
                    <a:lnTo>
                      <a:pt x="16" y="199"/>
                    </a:lnTo>
                    <a:lnTo>
                      <a:pt x="20" y="197"/>
                    </a:lnTo>
                    <a:lnTo>
                      <a:pt x="20" y="194"/>
                    </a:lnTo>
                    <a:lnTo>
                      <a:pt x="22" y="193"/>
                    </a:lnTo>
                    <a:close/>
                    <a:moveTo>
                      <a:pt x="22" y="358"/>
                    </a:moveTo>
                    <a:lnTo>
                      <a:pt x="22" y="433"/>
                    </a:lnTo>
                    <a:lnTo>
                      <a:pt x="20" y="423"/>
                    </a:lnTo>
                    <a:lnTo>
                      <a:pt x="18" y="415"/>
                    </a:lnTo>
                    <a:lnTo>
                      <a:pt x="18" y="405"/>
                    </a:lnTo>
                    <a:lnTo>
                      <a:pt x="18" y="395"/>
                    </a:lnTo>
                    <a:lnTo>
                      <a:pt x="18" y="384"/>
                    </a:lnTo>
                    <a:lnTo>
                      <a:pt x="18" y="374"/>
                    </a:lnTo>
                    <a:lnTo>
                      <a:pt x="20" y="365"/>
                    </a:lnTo>
                    <a:lnTo>
                      <a:pt x="22" y="358"/>
                    </a:lnTo>
                    <a:close/>
                    <a:moveTo>
                      <a:pt x="22" y="464"/>
                    </a:moveTo>
                    <a:lnTo>
                      <a:pt x="22" y="592"/>
                    </a:lnTo>
                    <a:lnTo>
                      <a:pt x="20" y="589"/>
                    </a:lnTo>
                    <a:lnTo>
                      <a:pt x="18" y="587"/>
                    </a:lnTo>
                    <a:lnTo>
                      <a:pt x="15" y="578"/>
                    </a:lnTo>
                    <a:lnTo>
                      <a:pt x="13" y="570"/>
                    </a:lnTo>
                    <a:lnTo>
                      <a:pt x="13" y="560"/>
                    </a:lnTo>
                    <a:lnTo>
                      <a:pt x="13" y="550"/>
                    </a:lnTo>
                    <a:lnTo>
                      <a:pt x="13" y="539"/>
                    </a:lnTo>
                    <a:lnTo>
                      <a:pt x="13" y="530"/>
                    </a:lnTo>
                    <a:lnTo>
                      <a:pt x="13" y="521"/>
                    </a:lnTo>
                    <a:lnTo>
                      <a:pt x="15" y="514"/>
                    </a:lnTo>
                    <a:lnTo>
                      <a:pt x="13" y="505"/>
                    </a:lnTo>
                    <a:lnTo>
                      <a:pt x="13" y="498"/>
                    </a:lnTo>
                    <a:lnTo>
                      <a:pt x="13" y="492"/>
                    </a:lnTo>
                    <a:lnTo>
                      <a:pt x="13" y="485"/>
                    </a:lnTo>
                    <a:lnTo>
                      <a:pt x="16" y="473"/>
                    </a:lnTo>
                    <a:lnTo>
                      <a:pt x="22" y="4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6" name="Freeform 416">
                <a:extLst>
                  <a:ext uri="{FF2B5EF4-FFF2-40B4-BE49-F238E27FC236}">
                    <a16:creationId xmlns:a16="http://schemas.microsoft.com/office/drawing/2014/main" id="{FB1764F0-5DA5-6BE1-F2D4-6E3E8ECDF7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3" y="1489"/>
                <a:ext cx="18" cy="291"/>
              </a:xfrm>
              <a:custGeom>
                <a:avLst/>
                <a:gdLst>
                  <a:gd name="T0" fmla="*/ 0 w 91"/>
                  <a:gd name="T1" fmla="*/ 0 h 1456"/>
                  <a:gd name="T2" fmla="*/ 0 w 91"/>
                  <a:gd name="T3" fmla="*/ 0 h 1456"/>
                  <a:gd name="T4" fmla="*/ 0 w 91"/>
                  <a:gd name="T5" fmla="*/ 0 h 1456"/>
                  <a:gd name="T6" fmla="*/ 0 w 91"/>
                  <a:gd name="T7" fmla="*/ 0 h 1456"/>
                  <a:gd name="T8" fmla="*/ 0 w 91"/>
                  <a:gd name="T9" fmla="*/ 0 h 1456"/>
                  <a:gd name="T10" fmla="*/ 0 w 91"/>
                  <a:gd name="T11" fmla="*/ 0 h 1456"/>
                  <a:gd name="T12" fmla="*/ 0 w 91"/>
                  <a:gd name="T13" fmla="*/ 0 h 1456"/>
                  <a:gd name="T14" fmla="*/ 0 w 91"/>
                  <a:gd name="T15" fmla="*/ 0 h 1456"/>
                  <a:gd name="T16" fmla="*/ 0 w 91"/>
                  <a:gd name="T17" fmla="*/ 0 h 1456"/>
                  <a:gd name="T18" fmla="*/ 0 w 91"/>
                  <a:gd name="T19" fmla="*/ 0 h 1456"/>
                  <a:gd name="T20" fmla="*/ 0 w 91"/>
                  <a:gd name="T21" fmla="*/ 0 h 1456"/>
                  <a:gd name="T22" fmla="*/ 0 w 91"/>
                  <a:gd name="T23" fmla="*/ 0 h 1456"/>
                  <a:gd name="T24" fmla="*/ 0 w 91"/>
                  <a:gd name="T25" fmla="*/ 0 h 1456"/>
                  <a:gd name="T26" fmla="*/ 0 w 91"/>
                  <a:gd name="T27" fmla="*/ 0 h 1456"/>
                  <a:gd name="T28" fmla="*/ 0 w 91"/>
                  <a:gd name="T29" fmla="*/ 0 h 1456"/>
                  <a:gd name="T30" fmla="*/ 0 w 91"/>
                  <a:gd name="T31" fmla="*/ 0 h 1456"/>
                  <a:gd name="T32" fmla="*/ 0 w 91"/>
                  <a:gd name="T33" fmla="*/ 0 h 1456"/>
                  <a:gd name="T34" fmla="*/ 0 w 91"/>
                  <a:gd name="T35" fmla="*/ 0 h 1456"/>
                  <a:gd name="T36" fmla="*/ 0 w 91"/>
                  <a:gd name="T37" fmla="*/ 0 h 1456"/>
                  <a:gd name="T38" fmla="*/ 0 w 91"/>
                  <a:gd name="T39" fmla="*/ 0 h 1456"/>
                  <a:gd name="T40" fmla="*/ 0 w 91"/>
                  <a:gd name="T41" fmla="*/ 0 h 1456"/>
                  <a:gd name="T42" fmla="*/ 0 w 91"/>
                  <a:gd name="T43" fmla="*/ 0 h 1456"/>
                  <a:gd name="T44" fmla="*/ 0 w 91"/>
                  <a:gd name="T45" fmla="*/ 0 h 1456"/>
                  <a:gd name="T46" fmla="*/ 0 w 91"/>
                  <a:gd name="T47" fmla="*/ 0 h 1456"/>
                  <a:gd name="T48" fmla="*/ 0 w 91"/>
                  <a:gd name="T49" fmla="*/ 0 h 1456"/>
                  <a:gd name="T50" fmla="*/ 0 w 91"/>
                  <a:gd name="T51" fmla="*/ 0 h 1456"/>
                  <a:gd name="T52" fmla="*/ 0 w 91"/>
                  <a:gd name="T53" fmla="*/ 0 h 1456"/>
                  <a:gd name="T54" fmla="*/ 0 w 91"/>
                  <a:gd name="T55" fmla="*/ 0 h 1456"/>
                  <a:gd name="T56" fmla="*/ 0 w 91"/>
                  <a:gd name="T57" fmla="*/ 0 h 1456"/>
                  <a:gd name="T58" fmla="*/ 0 w 91"/>
                  <a:gd name="T59" fmla="*/ 0 h 1456"/>
                  <a:gd name="T60" fmla="*/ 0 w 91"/>
                  <a:gd name="T61" fmla="*/ 0 h 1456"/>
                  <a:gd name="T62" fmla="*/ 0 w 91"/>
                  <a:gd name="T63" fmla="*/ 0 h 1456"/>
                  <a:gd name="T64" fmla="*/ 0 w 91"/>
                  <a:gd name="T65" fmla="*/ 0 h 1456"/>
                  <a:gd name="T66" fmla="*/ 0 w 91"/>
                  <a:gd name="T67" fmla="*/ 0 h 1456"/>
                  <a:gd name="T68" fmla="*/ 0 w 91"/>
                  <a:gd name="T69" fmla="*/ 0 h 1456"/>
                  <a:gd name="T70" fmla="*/ 0 w 91"/>
                  <a:gd name="T71" fmla="*/ 0 h 1456"/>
                  <a:gd name="T72" fmla="*/ 0 w 91"/>
                  <a:gd name="T73" fmla="*/ 0 h 1456"/>
                  <a:gd name="T74" fmla="*/ 0 w 91"/>
                  <a:gd name="T75" fmla="*/ 0 h 1456"/>
                  <a:gd name="T76" fmla="*/ 0 w 91"/>
                  <a:gd name="T77" fmla="*/ 0 h 1456"/>
                  <a:gd name="T78" fmla="*/ 0 w 91"/>
                  <a:gd name="T79" fmla="*/ 0 h 1456"/>
                  <a:gd name="T80" fmla="*/ 0 w 91"/>
                  <a:gd name="T81" fmla="*/ 0 h 1456"/>
                  <a:gd name="T82" fmla="*/ 0 w 91"/>
                  <a:gd name="T83" fmla="*/ 0 h 1456"/>
                  <a:gd name="T84" fmla="*/ 0 w 91"/>
                  <a:gd name="T85" fmla="*/ 0 h 1456"/>
                  <a:gd name="T86" fmla="*/ 0 w 91"/>
                  <a:gd name="T87" fmla="*/ 0 h 1456"/>
                  <a:gd name="T88" fmla="*/ 0 w 91"/>
                  <a:gd name="T89" fmla="*/ 0 h 1456"/>
                  <a:gd name="T90" fmla="*/ 0 w 91"/>
                  <a:gd name="T91" fmla="*/ 0 h 1456"/>
                  <a:gd name="T92" fmla="*/ 0 w 91"/>
                  <a:gd name="T93" fmla="*/ 0 h 1456"/>
                  <a:gd name="T94" fmla="*/ 0 w 91"/>
                  <a:gd name="T95" fmla="*/ 0 h 1456"/>
                  <a:gd name="T96" fmla="*/ 0 w 91"/>
                  <a:gd name="T97" fmla="*/ 0 h 1456"/>
                  <a:gd name="T98" fmla="*/ 0 w 91"/>
                  <a:gd name="T99" fmla="*/ 0 h 1456"/>
                  <a:gd name="T100" fmla="*/ 0 w 91"/>
                  <a:gd name="T101" fmla="*/ 0 h 1456"/>
                  <a:gd name="T102" fmla="*/ 0 w 91"/>
                  <a:gd name="T103" fmla="*/ 0 h 1456"/>
                  <a:gd name="T104" fmla="*/ 0 w 91"/>
                  <a:gd name="T105" fmla="*/ 0 h 1456"/>
                  <a:gd name="T106" fmla="*/ 0 w 91"/>
                  <a:gd name="T107" fmla="*/ 0 h 1456"/>
                  <a:gd name="T108" fmla="*/ 0 w 91"/>
                  <a:gd name="T109" fmla="*/ 0 h 1456"/>
                  <a:gd name="T110" fmla="*/ 0 w 91"/>
                  <a:gd name="T111" fmla="*/ 0 h 145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91"/>
                  <a:gd name="T169" fmla="*/ 0 h 1456"/>
                  <a:gd name="T170" fmla="*/ 91 w 91"/>
                  <a:gd name="T171" fmla="*/ 1456 h 145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91" h="1456">
                    <a:moveTo>
                      <a:pt x="8" y="1363"/>
                    </a:moveTo>
                    <a:lnTo>
                      <a:pt x="0" y="1362"/>
                    </a:lnTo>
                    <a:lnTo>
                      <a:pt x="0" y="1342"/>
                    </a:lnTo>
                    <a:lnTo>
                      <a:pt x="0" y="1326"/>
                    </a:lnTo>
                    <a:lnTo>
                      <a:pt x="2" y="1310"/>
                    </a:lnTo>
                    <a:lnTo>
                      <a:pt x="3" y="1294"/>
                    </a:lnTo>
                    <a:lnTo>
                      <a:pt x="5" y="1278"/>
                    </a:lnTo>
                    <a:lnTo>
                      <a:pt x="5" y="1262"/>
                    </a:lnTo>
                    <a:lnTo>
                      <a:pt x="5" y="1246"/>
                    </a:lnTo>
                    <a:lnTo>
                      <a:pt x="3" y="1231"/>
                    </a:lnTo>
                    <a:lnTo>
                      <a:pt x="0" y="1216"/>
                    </a:lnTo>
                    <a:lnTo>
                      <a:pt x="0" y="1087"/>
                    </a:lnTo>
                    <a:lnTo>
                      <a:pt x="3" y="1083"/>
                    </a:lnTo>
                    <a:lnTo>
                      <a:pt x="5" y="1082"/>
                    </a:lnTo>
                    <a:lnTo>
                      <a:pt x="3" y="1077"/>
                    </a:lnTo>
                    <a:lnTo>
                      <a:pt x="3" y="1072"/>
                    </a:lnTo>
                    <a:lnTo>
                      <a:pt x="0" y="1065"/>
                    </a:lnTo>
                    <a:lnTo>
                      <a:pt x="0" y="1057"/>
                    </a:lnTo>
                    <a:lnTo>
                      <a:pt x="0" y="981"/>
                    </a:lnTo>
                    <a:lnTo>
                      <a:pt x="3" y="969"/>
                    </a:lnTo>
                    <a:lnTo>
                      <a:pt x="5" y="963"/>
                    </a:lnTo>
                    <a:lnTo>
                      <a:pt x="5" y="960"/>
                    </a:lnTo>
                    <a:lnTo>
                      <a:pt x="3" y="957"/>
                    </a:lnTo>
                    <a:lnTo>
                      <a:pt x="0" y="955"/>
                    </a:lnTo>
                    <a:lnTo>
                      <a:pt x="0" y="817"/>
                    </a:lnTo>
                    <a:lnTo>
                      <a:pt x="0" y="810"/>
                    </a:lnTo>
                    <a:lnTo>
                      <a:pt x="3" y="802"/>
                    </a:lnTo>
                    <a:lnTo>
                      <a:pt x="4" y="795"/>
                    </a:lnTo>
                    <a:lnTo>
                      <a:pt x="5" y="789"/>
                    </a:lnTo>
                    <a:lnTo>
                      <a:pt x="5" y="778"/>
                    </a:lnTo>
                    <a:lnTo>
                      <a:pt x="5" y="766"/>
                    </a:lnTo>
                    <a:lnTo>
                      <a:pt x="5" y="755"/>
                    </a:lnTo>
                    <a:lnTo>
                      <a:pt x="5" y="745"/>
                    </a:lnTo>
                    <a:lnTo>
                      <a:pt x="5" y="734"/>
                    </a:lnTo>
                    <a:lnTo>
                      <a:pt x="5" y="724"/>
                    </a:lnTo>
                    <a:lnTo>
                      <a:pt x="5" y="713"/>
                    </a:lnTo>
                    <a:lnTo>
                      <a:pt x="5" y="703"/>
                    </a:lnTo>
                    <a:lnTo>
                      <a:pt x="3" y="702"/>
                    </a:lnTo>
                    <a:lnTo>
                      <a:pt x="0" y="702"/>
                    </a:lnTo>
                    <a:lnTo>
                      <a:pt x="0" y="623"/>
                    </a:lnTo>
                    <a:lnTo>
                      <a:pt x="5" y="618"/>
                    </a:lnTo>
                    <a:lnTo>
                      <a:pt x="12" y="613"/>
                    </a:lnTo>
                    <a:lnTo>
                      <a:pt x="10" y="607"/>
                    </a:lnTo>
                    <a:lnTo>
                      <a:pt x="10" y="602"/>
                    </a:lnTo>
                    <a:lnTo>
                      <a:pt x="10" y="594"/>
                    </a:lnTo>
                    <a:lnTo>
                      <a:pt x="10" y="587"/>
                    </a:lnTo>
                    <a:lnTo>
                      <a:pt x="10" y="579"/>
                    </a:lnTo>
                    <a:lnTo>
                      <a:pt x="12" y="573"/>
                    </a:lnTo>
                    <a:lnTo>
                      <a:pt x="13" y="568"/>
                    </a:lnTo>
                    <a:lnTo>
                      <a:pt x="17" y="566"/>
                    </a:lnTo>
                    <a:lnTo>
                      <a:pt x="17" y="484"/>
                    </a:lnTo>
                    <a:lnTo>
                      <a:pt x="15" y="472"/>
                    </a:lnTo>
                    <a:lnTo>
                      <a:pt x="14" y="463"/>
                    </a:lnTo>
                    <a:lnTo>
                      <a:pt x="12" y="453"/>
                    </a:lnTo>
                    <a:lnTo>
                      <a:pt x="12" y="442"/>
                    </a:lnTo>
                    <a:lnTo>
                      <a:pt x="12" y="432"/>
                    </a:lnTo>
                    <a:lnTo>
                      <a:pt x="12" y="423"/>
                    </a:lnTo>
                    <a:lnTo>
                      <a:pt x="12" y="413"/>
                    </a:lnTo>
                    <a:lnTo>
                      <a:pt x="13" y="405"/>
                    </a:lnTo>
                    <a:lnTo>
                      <a:pt x="12" y="395"/>
                    </a:lnTo>
                    <a:lnTo>
                      <a:pt x="12" y="387"/>
                    </a:lnTo>
                    <a:lnTo>
                      <a:pt x="12" y="379"/>
                    </a:lnTo>
                    <a:lnTo>
                      <a:pt x="12" y="373"/>
                    </a:lnTo>
                    <a:lnTo>
                      <a:pt x="8" y="364"/>
                    </a:lnTo>
                    <a:lnTo>
                      <a:pt x="5" y="360"/>
                    </a:lnTo>
                    <a:lnTo>
                      <a:pt x="4" y="350"/>
                    </a:lnTo>
                    <a:lnTo>
                      <a:pt x="4" y="342"/>
                    </a:lnTo>
                    <a:lnTo>
                      <a:pt x="4" y="332"/>
                    </a:lnTo>
                    <a:lnTo>
                      <a:pt x="5" y="324"/>
                    </a:lnTo>
                    <a:lnTo>
                      <a:pt x="5" y="59"/>
                    </a:lnTo>
                    <a:lnTo>
                      <a:pt x="4" y="51"/>
                    </a:lnTo>
                    <a:lnTo>
                      <a:pt x="4" y="43"/>
                    </a:lnTo>
                    <a:lnTo>
                      <a:pt x="3" y="36"/>
                    </a:lnTo>
                    <a:lnTo>
                      <a:pt x="4" y="31"/>
                    </a:lnTo>
                    <a:lnTo>
                      <a:pt x="4" y="25"/>
                    </a:lnTo>
                    <a:lnTo>
                      <a:pt x="8" y="21"/>
                    </a:lnTo>
                    <a:lnTo>
                      <a:pt x="12" y="18"/>
                    </a:lnTo>
                    <a:lnTo>
                      <a:pt x="20" y="18"/>
                    </a:lnTo>
                    <a:lnTo>
                      <a:pt x="18" y="16"/>
                    </a:lnTo>
                    <a:lnTo>
                      <a:pt x="24" y="10"/>
                    </a:lnTo>
                    <a:lnTo>
                      <a:pt x="30" y="7"/>
                    </a:lnTo>
                    <a:lnTo>
                      <a:pt x="35" y="7"/>
                    </a:lnTo>
                    <a:lnTo>
                      <a:pt x="44" y="7"/>
                    </a:lnTo>
                    <a:lnTo>
                      <a:pt x="46" y="5"/>
                    </a:lnTo>
                    <a:lnTo>
                      <a:pt x="54" y="4"/>
                    </a:lnTo>
                    <a:lnTo>
                      <a:pt x="61" y="0"/>
                    </a:lnTo>
                    <a:lnTo>
                      <a:pt x="70" y="0"/>
                    </a:lnTo>
                    <a:lnTo>
                      <a:pt x="76" y="0"/>
                    </a:lnTo>
                    <a:lnTo>
                      <a:pt x="83" y="1"/>
                    </a:lnTo>
                    <a:lnTo>
                      <a:pt x="88" y="5"/>
                    </a:lnTo>
                    <a:lnTo>
                      <a:pt x="91" y="12"/>
                    </a:lnTo>
                    <a:lnTo>
                      <a:pt x="86" y="20"/>
                    </a:lnTo>
                    <a:lnTo>
                      <a:pt x="77" y="22"/>
                    </a:lnTo>
                    <a:lnTo>
                      <a:pt x="65" y="21"/>
                    </a:lnTo>
                    <a:lnTo>
                      <a:pt x="57" y="23"/>
                    </a:lnTo>
                    <a:lnTo>
                      <a:pt x="51" y="23"/>
                    </a:lnTo>
                    <a:lnTo>
                      <a:pt x="48" y="26"/>
                    </a:lnTo>
                    <a:lnTo>
                      <a:pt x="41" y="27"/>
                    </a:lnTo>
                    <a:lnTo>
                      <a:pt x="36" y="28"/>
                    </a:lnTo>
                    <a:lnTo>
                      <a:pt x="30" y="32"/>
                    </a:lnTo>
                    <a:lnTo>
                      <a:pt x="25" y="36"/>
                    </a:lnTo>
                    <a:lnTo>
                      <a:pt x="25" y="72"/>
                    </a:lnTo>
                    <a:lnTo>
                      <a:pt x="25" y="109"/>
                    </a:lnTo>
                    <a:lnTo>
                      <a:pt x="25" y="146"/>
                    </a:lnTo>
                    <a:lnTo>
                      <a:pt x="25" y="183"/>
                    </a:lnTo>
                    <a:lnTo>
                      <a:pt x="25" y="220"/>
                    </a:lnTo>
                    <a:lnTo>
                      <a:pt x="25" y="257"/>
                    </a:lnTo>
                    <a:lnTo>
                      <a:pt x="25" y="295"/>
                    </a:lnTo>
                    <a:lnTo>
                      <a:pt x="25" y="332"/>
                    </a:lnTo>
                    <a:lnTo>
                      <a:pt x="25" y="339"/>
                    </a:lnTo>
                    <a:lnTo>
                      <a:pt x="25" y="345"/>
                    </a:lnTo>
                    <a:lnTo>
                      <a:pt x="25" y="352"/>
                    </a:lnTo>
                    <a:lnTo>
                      <a:pt x="28" y="360"/>
                    </a:lnTo>
                    <a:lnTo>
                      <a:pt x="29" y="371"/>
                    </a:lnTo>
                    <a:lnTo>
                      <a:pt x="30" y="383"/>
                    </a:lnTo>
                    <a:lnTo>
                      <a:pt x="30" y="395"/>
                    </a:lnTo>
                    <a:lnTo>
                      <a:pt x="30" y="407"/>
                    </a:lnTo>
                    <a:lnTo>
                      <a:pt x="29" y="420"/>
                    </a:lnTo>
                    <a:lnTo>
                      <a:pt x="29" y="432"/>
                    </a:lnTo>
                    <a:lnTo>
                      <a:pt x="29" y="444"/>
                    </a:lnTo>
                    <a:lnTo>
                      <a:pt x="30" y="458"/>
                    </a:lnTo>
                    <a:lnTo>
                      <a:pt x="31" y="461"/>
                    </a:lnTo>
                    <a:lnTo>
                      <a:pt x="36" y="464"/>
                    </a:lnTo>
                    <a:lnTo>
                      <a:pt x="36" y="472"/>
                    </a:lnTo>
                    <a:lnTo>
                      <a:pt x="36" y="487"/>
                    </a:lnTo>
                    <a:lnTo>
                      <a:pt x="36" y="504"/>
                    </a:lnTo>
                    <a:lnTo>
                      <a:pt x="38" y="526"/>
                    </a:lnTo>
                    <a:lnTo>
                      <a:pt x="36" y="546"/>
                    </a:lnTo>
                    <a:lnTo>
                      <a:pt x="35" y="563"/>
                    </a:lnTo>
                    <a:lnTo>
                      <a:pt x="33" y="577"/>
                    </a:lnTo>
                    <a:lnTo>
                      <a:pt x="30" y="584"/>
                    </a:lnTo>
                    <a:lnTo>
                      <a:pt x="30" y="594"/>
                    </a:lnTo>
                    <a:lnTo>
                      <a:pt x="30" y="604"/>
                    </a:lnTo>
                    <a:lnTo>
                      <a:pt x="29" y="612"/>
                    </a:lnTo>
                    <a:lnTo>
                      <a:pt x="28" y="619"/>
                    </a:lnTo>
                    <a:lnTo>
                      <a:pt x="24" y="625"/>
                    </a:lnTo>
                    <a:lnTo>
                      <a:pt x="20" y="633"/>
                    </a:lnTo>
                    <a:lnTo>
                      <a:pt x="15" y="639"/>
                    </a:lnTo>
                    <a:lnTo>
                      <a:pt x="9" y="646"/>
                    </a:lnTo>
                    <a:lnTo>
                      <a:pt x="5" y="654"/>
                    </a:lnTo>
                    <a:lnTo>
                      <a:pt x="5" y="661"/>
                    </a:lnTo>
                    <a:lnTo>
                      <a:pt x="5" y="669"/>
                    </a:lnTo>
                    <a:lnTo>
                      <a:pt x="5" y="678"/>
                    </a:lnTo>
                    <a:lnTo>
                      <a:pt x="12" y="682"/>
                    </a:lnTo>
                    <a:lnTo>
                      <a:pt x="18" y="687"/>
                    </a:lnTo>
                    <a:lnTo>
                      <a:pt x="20" y="692"/>
                    </a:lnTo>
                    <a:lnTo>
                      <a:pt x="23" y="697"/>
                    </a:lnTo>
                    <a:lnTo>
                      <a:pt x="23" y="702"/>
                    </a:lnTo>
                    <a:lnTo>
                      <a:pt x="24" y="708"/>
                    </a:lnTo>
                    <a:lnTo>
                      <a:pt x="24" y="716"/>
                    </a:lnTo>
                    <a:lnTo>
                      <a:pt x="25" y="727"/>
                    </a:lnTo>
                    <a:lnTo>
                      <a:pt x="25" y="737"/>
                    </a:lnTo>
                    <a:lnTo>
                      <a:pt x="25" y="750"/>
                    </a:lnTo>
                    <a:lnTo>
                      <a:pt x="25" y="764"/>
                    </a:lnTo>
                    <a:lnTo>
                      <a:pt x="25" y="779"/>
                    </a:lnTo>
                    <a:lnTo>
                      <a:pt x="24" y="792"/>
                    </a:lnTo>
                    <a:lnTo>
                      <a:pt x="23" y="806"/>
                    </a:lnTo>
                    <a:lnTo>
                      <a:pt x="19" y="818"/>
                    </a:lnTo>
                    <a:lnTo>
                      <a:pt x="17" y="831"/>
                    </a:lnTo>
                    <a:lnTo>
                      <a:pt x="17" y="940"/>
                    </a:lnTo>
                    <a:lnTo>
                      <a:pt x="23" y="947"/>
                    </a:lnTo>
                    <a:lnTo>
                      <a:pt x="26" y="958"/>
                    </a:lnTo>
                    <a:lnTo>
                      <a:pt x="25" y="968"/>
                    </a:lnTo>
                    <a:lnTo>
                      <a:pt x="20" y="977"/>
                    </a:lnTo>
                    <a:lnTo>
                      <a:pt x="20" y="988"/>
                    </a:lnTo>
                    <a:lnTo>
                      <a:pt x="20" y="999"/>
                    </a:lnTo>
                    <a:lnTo>
                      <a:pt x="20" y="1010"/>
                    </a:lnTo>
                    <a:lnTo>
                      <a:pt x="20" y="1022"/>
                    </a:lnTo>
                    <a:lnTo>
                      <a:pt x="20" y="1033"/>
                    </a:lnTo>
                    <a:lnTo>
                      <a:pt x="20" y="1044"/>
                    </a:lnTo>
                    <a:lnTo>
                      <a:pt x="20" y="1055"/>
                    </a:lnTo>
                    <a:lnTo>
                      <a:pt x="20" y="1066"/>
                    </a:lnTo>
                    <a:lnTo>
                      <a:pt x="22" y="1072"/>
                    </a:lnTo>
                    <a:lnTo>
                      <a:pt x="24" y="1080"/>
                    </a:lnTo>
                    <a:lnTo>
                      <a:pt x="25" y="1087"/>
                    </a:lnTo>
                    <a:lnTo>
                      <a:pt x="22" y="1095"/>
                    </a:lnTo>
                    <a:lnTo>
                      <a:pt x="14" y="1103"/>
                    </a:lnTo>
                    <a:lnTo>
                      <a:pt x="13" y="1113"/>
                    </a:lnTo>
                    <a:lnTo>
                      <a:pt x="13" y="1117"/>
                    </a:lnTo>
                    <a:lnTo>
                      <a:pt x="14" y="1123"/>
                    </a:lnTo>
                    <a:lnTo>
                      <a:pt x="15" y="1130"/>
                    </a:lnTo>
                    <a:lnTo>
                      <a:pt x="17" y="1138"/>
                    </a:lnTo>
                    <a:lnTo>
                      <a:pt x="15" y="1142"/>
                    </a:lnTo>
                    <a:lnTo>
                      <a:pt x="15" y="1149"/>
                    </a:lnTo>
                    <a:lnTo>
                      <a:pt x="14" y="1158"/>
                    </a:lnTo>
                    <a:lnTo>
                      <a:pt x="14" y="1168"/>
                    </a:lnTo>
                    <a:lnTo>
                      <a:pt x="14" y="1176"/>
                    </a:lnTo>
                    <a:lnTo>
                      <a:pt x="14" y="1186"/>
                    </a:lnTo>
                    <a:lnTo>
                      <a:pt x="14" y="1192"/>
                    </a:lnTo>
                    <a:lnTo>
                      <a:pt x="17" y="1200"/>
                    </a:lnTo>
                    <a:lnTo>
                      <a:pt x="20" y="1215"/>
                    </a:lnTo>
                    <a:lnTo>
                      <a:pt x="24" y="1232"/>
                    </a:lnTo>
                    <a:lnTo>
                      <a:pt x="24" y="1251"/>
                    </a:lnTo>
                    <a:lnTo>
                      <a:pt x="25" y="1270"/>
                    </a:lnTo>
                    <a:lnTo>
                      <a:pt x="24" y="1289"/>
                    </a:lnTo>
                    <a:lnTo>
                      <a:pt x="23" y="1308"/>
                    </a:lnTo>
                    <a:lnTo>
                      <a:pt x="20" y="1325"/>
                    </a:lnTo>
                    <a:lnTo>
                      <a:pt x="20" y="1343"/>
                    </a:lnTo>
                    <a:lnTo>
                      <a:pt x="18" y="1348"/>
                    </a:lnTo>
                    <a:lnTo>
                      <a:pt x="17" y="1353"/>
                    </a:lnTo>
                    <a:lnTo>
                      <a:pt x="15" y="1355"/>
                    </a:lnTo>
                    <a:lnTo>
                      <a:pt x="14" y="1357"/>
                    </a:lnTo>
                    <a:lnTo>
                      <a:pt x="10" y="1358"/>
                    </a:lnTo>
                    <a:lnTo>
                      <a:pt x="8" y="1363"/>
                    </a:lnTo>
                    <a:lnTo>
                      <a:pt x="3" y="1372"/>
                    </a:lnTo>
                    <a:lnTo>
                      <a:pt x="2" y="1381"/>
                    </a:lnTo>
                    <a:lnTo>
                      <a:pt x="2" y="1389"/>
                    </a:lnTo>
                    <a:lnTo>
                      <a:pt x="4" y="1398"/>
                    </a:lnTo>
                    <a:lnTo>
                      <a:pt x="4" y="1405"/>
                    </a:lnTo>
                    <a:lnTo>
                      <a:pt x="8" y="1414"/>
                    </a:lnTo>
                    <a:lnTo>
                      <a:pt x="9" y="1423"/>
                    </a:lnTo>
                    <a:lnTo>
                      <a:pt x="12" y="1433"/>
                    </a:lnTo>
                    <a:lnTo>
                      <a:pt x="18" y="1434"/>
                    </a:lnTo>
                    <a:lnTo>
                      <a:pt x="25" y="1436"/>
                    </a:lnTo>
                    <a:lnTo>
                      <a:pt x="33" y="1439"/>
                    </a:lnTo>
                    <a:lnTo>
                      <a:pt x="36" y="1446"/>
                    </a:lnTo>
                    <a:lnTo>
                      <a:pt x="33" y="1452"/>
                    </a:lnTo>
                    <a:lnTo>
                      <a:pt x="25" y="1456"/>
                    </a:lnTo>
                    <a:lnTo>
                      <a:pt x="18" y="1456"/>
                    </a:lnTo>
                    <a:lnTo>
                      <a:pt x="10" y="1456"/>
                    </a:lnTo>
                    <a:lnTo>
                      <a:pt x="4" y="1456"/>
                    </a:lnTo>
                    <a:lnTo>
                      <a:pt x="0" y="1456"/>
                    </a:lnTo>
                    <a:lnTo>
                      <a:pt x="0" y="1362"/>
                    </a:lnTo>
                    <a:lnTo>
                      <a:pt x="8" y="136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7" name="Freeform 417">
                <a:extLst>
                  <a:ext uri="{FF2B5EF4-FFF2-40B4-BE49-F238E27FC236}">
                    <a16:creationId xmlns:a16="http://schemas.microsoft.com/office/drawing/2014/main" id="{EEAB795D-8BE4-A39B-E29A-38519434EB7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9" y="1613"/>
                <a:ext cx="4" cy="167"/>
              </a:xfrm>
              <a:custGeom>
                <a:avLst/>
                <a:gdLst>
                  <a:gd name="T0" fmla="*/ 0 w 19"/>
                  <a:gd name="T1" fmla="*/ 0 h 833"/>
                  <a:gd name="T2" fmla="*/ 0 w 19"/>
                  <a:gd name="T3" fmla="*/ 0 h 833"/>
                  <a:gd name="T4" fmla="*/ 0 w 19"/>
                  <a:gd name="T5" fmla="*/ 0 h 833"/>
                  <a:gd name="T6" fmla="*/ 0 w 19"/>
                  <a:gd name="T7" fmla="*/ 0 h 833"/>
                  <a:gd name="T8" fmla="*/ 0 w 19"/>
                  <a:gd name="T9" fmla="*/ 0 h 833"/>
                  <a:gd name="T10" fmla="*/ 0 w 19"/>
                  <a:gd name="T11" fmla="*/ 0 h 833"/>
                  <a:gd name="T12" fmla="*/ 0 w 19"/>
                  <a:gd name="T13" fmla="*/ 0 h 833"/>
                  <a:gd name="T14" fmla="*/ 0 w 19"/>
                  <a:gd name="T15" fmla="*/ 0 h 833"/>
                  <a:gd name="T16" fmla="*/ 0 w 19"/>
                  <a:gd name="T17" fmla="*/ 0 h 833"/>
                  <a:gd name="T18" fmla="*/ 0 w 19"/>
                  <a:gd name="T19" fmla="*/ 0 h 833"/>
                  <a:gd name="T20" fmla="*/ 0 w 19"/>
                  <a:gd name="T21" fmla="*/ 0 h 833"/>
                  <a:gd name="T22" fmla="*/ 0 w 19"/>
                  <a:gd name="T23" fmla="*/ 0 h 833"/>
                  <a:gd name="T24" fmla="*/ 0 w 19"/>
                  <a:gd name="T25" fmla="*/ 0 h 833"/>
                  <a:gd name="T26" fmla="*/ 0 w 19"/>
                  <a:gd name="T27" fmla="*/ 0 h 833"/>
                  <a:gd name="T28" fmla="*/ 0 w 19"/>
                  <a:gd name="T29" fmla="*/ 0 h 833"/>
                  <a:gd name="T30" fmla="*/ 0 w 19"/>
                  <a:gd name="T31" fmla="*/ 0 h 833"/>
                  <a:gd name="T32" fmla="*/ 0 w 19"/>
                  <a:gd name="T33" fmla="*/ 0 h 833"/>
                  <a:gd name="T34" fmla="*/ 0 w 19"/>
                  <a:gd name="T35" fmla="*/ 0 h 833"/>
                  <a:gd name="T36" fmla="*/ 0 w 19"/>
                  <a:gd name="T37" fmla="*/ 0 h 833"/>
                  <a:gd name="T38" fmla="*/ 0 w 19"/>
                  <a:gd name="T39" fmla="*/ 0 h 833"/>
                  <a:gd name="T40" fmla="*/ 0 w 19"/>
                  <a:gd name="T41" fmla="*/ 0 h 833"/>
                  <a:gd name="T42" fmla="*/ 0 w 19"/>
                  <a:gd name="T43" fmla="*/ 0 h 833"/>
                  <a:gd name="T44" fmla="*/ 0 w 19"/>
                  <a:gd name="T45" fmla="*/ 0 h 833"/>
                  <a:gd name="T46" fmla="*/ 0 w 19"/>
                  <a:gd name="T47" fmla="*/ 0 h 833"/>
                  <a:gd name="T48" fmla="*/ 0 w 19"/>
                  <a:gd name="T49" fmla="*/ 0 h 833"/>
                  <a:gd name="T50" fmla="*/ 0 w 19"/>
                  <a:gd name="T51" fmla="*/ 0 h 833"/>
                  <a:gd name="T52" fmla="*/ 0 w 19"/>
                  <a:gd name="T53" fmla="*/ 0 h 833"/>
                  <a:gd name="T54" fmla="*/ 0 w 19"/>
                  <a:gd name="T55" fmla="*/ 0 h 833"/>
                  <a:gd name="T56" fmla="*/ 0 w 19"/>
                  <a:gd name="T57" fmla="*/ 0 h 833"/>
                  <a:gd name="T58" fmla="*/ 0 w 19"/>
                  <a:gd name="T59" fmla="*/ 0 h 833"/>
                  <a:gd name="T60" fmla="*/ 0 w 19"/>
                  <a:gd name="T61" fmla="*/ 0 h 833"/>
                  <a:gd name="T62" fmla="*/ 0 w 19"/>
                  <a:gd name="T63" fmla="*/ 0 h 833"/>
                  <a:gd name="T64" fmla="*/ 0 w 19"/>
                  <a:gd name="T65" fmla="*/ 0 h 833"/>
                  <a:gd name="T66" fmla="*/ 0 w 19"/>
                  <a:gd name="T67" fmla="*/ 0 h 833"/>
                  <a:gd name="T68" fmla="*/ 0 w 19"/>
                  <a:gd name="T69" fmla="*/ 0 h 833"/>
                  <a:gd name="T70" fmla="*/ 0 w 19"/>
                  <a:gd name="T71" fmla="*/ 0 h 83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9"/>
                  <a:gd name="T109" fmla="*/ 0 h 833"/>
                  <a:gd name="T110" fmla="*/ 19 w 19"/>
                  <a:gd name="T111" fmla="*/ 833 h 833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9" h="833">
                    <a:moveTo>
                      <a:pt x="19" y="739"/>
                    </a:moveTo>
                    <a:lnTo>
                      <a:pt x="12" y="737"/>
                    </a:lnTo>
                    <a:lnTo>
                      <a:pt x="19" y="739"/>
                    </a:lnTo>
                    <a:lnTo>
                      <a:pt x="19" y="833"/>
                    </a:lnTo>
                    <a:lnTo>
                      <a:pt x="12" y="828"/>
                    </a:lnTo>
                    <a:lnTo>
                      <a:pt x="8" y="822"/>
                    </a:lnTo>
                    <a:lnTo>
                      <a:pt x="7" y="817"/>
                    </a:lnTo>
                    <a:lnTo>
                      <a:pt x="7" y="811"/>
                    </a:lnTo>
                    <a:lnTo>
                      <a:pt x="7" y="803"/>
                    </a:lnTo>
                    <a:lnTo>
                      <a:pt x="8" y="796"/>
                    </a:lnTo>
                    <a:lnTo>
                      <a:pt x="8" y="797"/>
                    </a:lnTo>
                    <a:lnTo>
                      <a:pt x="5" y="790"/>
                    </a:lnTo>
                    <a:lnTo>
                      <a:pt x="2" y="781"/>
                    </a:lnTo>
                    <a:lnTo>
                      <a:pt x="0" y="771"/>
                    </a:lnTo>
                    <a:lnTo>
                      <a:pt x="0" y="761"/>
                    </a:lnTo>
                    <a:lnTo>
                      <a:pt x="0" y="750"/>
                    </a:lnTo>
                    <a:lnTo>
                      <a:pt x="1" y="743"/>
                    </a:lnTo>
                    <a:lnTo>
                      <a:pt x="2" y="737"/>
                    </a:lnTo>
                    <a:lnTo>
                      <a:pt x="7" y="734"/>
                    </a:lnTo>
                    <a:lnTo>
                      <a:pt x="12" y="724"/>
                    </a:lnTo>
                    <a:lnTo>
                      <a:pt x="19" y="719"/>
                    </a:lnTo>
                    <a:lnTo>
                      <a:pt x="19" y="739"/>
                    </a:lnTo>
                    <a:close/>
                    <a:moveTo>
                      <a:pt x="19" y="0"/>
                    </a:moveTo>
                    <a:lnTo>
                      <a:pt x="19" y="79"/>
                    </a:lnTo>
                    <a:lnTo>
                      <a:pt x="11" y="72"/>
                    </a:lnTo>
                    <a:lnTo>
                      <a:pt x="6" y="63"/>
                    </a:lnTo>
                    <a:lnTo>
                      <a:pt x="2" y="52"/>
                    </a:lnTo>
                    <a:lnTo>
                      <a:pt x="3" y="42"/>
                    </a:lnTo>
                    <a:lnTo>
                      <a:pt x="5" y="29"/>
                    </a:lnTo>
                    <a:lnTo>
                      <a:pt x="8" y="18"/>
                    </a:lnTo>
                    <a:lnTo>
                      <a:pt x="12" y="8"/>
                    </a:lnTo>
                    <a:lnTo>
                      <a:pt x="19" y="0"/>
                    </a:lnTo>
                    <a:close/>
                    <a:moveTo>
                      <a:pt x="19" y="194"/>
                    </a:moveTo>
                    <a:lnTo>
                      <a:pt x="19" y="332"/>
                    </a:lnTo>
                    <a:lnTo>
                      <a:pt x="15" y="319"/>
                    </a:lnTo>
                    <a:lnTo>
                      <a:pt x="12" y="304"/>
                    </a:lnTo>
                    <a:lnTo>
                      <a:pt x="11" y="286"/>
                    </a:lnTo>
                    <a:lnTo>
                      <a:pt x="11" y="268"/>
                    </a:lnTo>
                    <a:lnTo>
                      <a:pt x="11" y="249"/>
                    </a:lnTo>
                    <a:lnTo>
                      <a:pt x="12" y="231"/>
                    </a:lnTo>
                    <a:lnTo>
                      <a:pt x="13" y="216"/>
                    </a:lnTo>
                    <a:lnTo>
                      <a:pt x="15" y="205"/>
                    </a:lnTo>
                    <a:lnTo>
                      <a:pt x="15" y="200"/>
                    </a:lnTo>
                    <a:lnTo>
                      <a:pt x="19" y="195"/>
                    </a:lnTo>
                    <a:lnTo>
                      <a:pt x="19" y="194"/>
                    </a:lnTo>
                    <a:close/>
                    <a:moveTo>
                      <a:pt x="19" y="358"/>
                    </a:moveTo>
                    <a:lnTo>
                      <a:pt x="19" y="434"/>
                    </a:lnTo>
                    <a:lnTo>
                      <a:pt x="18" y="425"/>
                    </a:lnTo>
                    <a:lnTo>
                      <a:pt x="18" y="415"/>
                    </a:lnTo>
                    <a:lnTo>
                      <a:pt x="18" y="403"/>
                    </a:lnTo>
                    <a:lnTo>
                      <a:pt x="18" y="394"/>
                    </a:lnTo>
                    <a:lnTo>
                      <a:pt x="18" y="382"/>
                    </a:lnTo>
                    <a:lnTo>
                      <a:pt x="18" y="374"/>
                    </a:lnTo>
                    <a:lnTo>
                      <a:pt x="18" y="365"/>
                    </a:lnTo>
                    <a:lnTo>
                      <a:pt x="19" y="358"/>
                    </a:lnTo>
                    <a:close/>
                    <a:moveTo>
                      <a:pt x="19" y="464"/>
                    </a:moveTo>
                    <a:lnTo>
                      <a:pt x="19" y="593"/>
                    </a:lnTo>
                    <a:lnTo>
                      <a:pt x="18" y="590"/>
                    </a:lnTo>
                    <a:lnTo>
                      <a:pt x="18" y="588"/>
                    </a:lnTo>
                    <a:lnTo>
                      <a:pt x="15" y="579"/>
                    </a:lnTo>
                    <a:lnTo>
                      <a:pt x="13" y="571"/>
                    </a:lnTo>
                    <a:lnTo>
                      <a:pt x="13" y="561"/>
                    </a:lnTo>
                    <a:lnTo>
                      <a:pt x="13" y="551"/>
                    </a:lnTo>
                    <a:lnTo>
                      <a:pt x="13" y="541"/>
                    </a:lnTo>
                    <a:lnTo>
                      <a:pt x="13" y="531"/>
                    </a:lnTo>
                    <a:lnTo>
                      <a:pt x="13" y="522"/>
                    </a:lnTo>
                    <a:lnTo>
                      <a:pt x="15" y="515"/>
                    </a:lnTo>
                    <a:lnTo>
                      <a:pt x="13" y="506"/>
                    </a:lnTo>
                    <a:lnTo>
                      <a:pt x="13" y="499"/>
                    </a:lnTo>
                    <a:lnTo>
                      <a:pt x="12" y="491"/>
                    </a:lnTo>
                    <a:lnTo>
                      <a:pt x="12" y="485"/>
                    </a:lnTo>
                    <a:lnTo>
                      <a:pt x="13" y="474"/>
                    </a:lnTo>
                    <a:lnTo>
                      <a:pt x="19" y="4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8" name="Freeform 418">
                <a:extLst>
                  <a:ext uri="{FF2B5EF4-FFF2-40B4-BE49-F238E27FC236}">
                    <a16:creationId xmlns:a16="http://schemas.microsoft.com/office/drawing/2014/main" id="{E1A6B469-576E-89F3-F042-48D70411B85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90" y="1610"/>
                <a:ext cx="4" cy="171"/>
              </a:xfrm>
              <a:custGeom>
                <a:avLst/>
                <a:gdLst>
                  <a:gd name="T0" fmla="*/ 0 w 20"/>
                  <a:gd name="T1" fmla="*/ 0 h 856"/>
                  <a:gd name="T2" fmla="*/ 0 w 20"/>
                  <a:gd name="T3" fmla="*/ 0 h 856"/>
                  <a:gd name="T4" fmla="*/ 0 w 20"/>
                  <a:gd name="T5" fmla="*/ 0 h 856"/>
                  <a:gd name="T6" fmla="*/ 0 w 20"/>
                  <a:gd name="T7" fmla="*/ 0 h 856"/>
                  <a:gd name="T8" fmla="*/ 0 w 20"/>
                  <a:gd name="T9" fmla="*/ 0 h 856"/>
                  <a:gd name="T10" fmla="*/ 0 w 20"/>
                  <a:gd name="T11" fmla="*/ 0 h 856"/>
                  <a:gd name="T12" fmla="*/ 0 w 20"/>
                  <a:gd name="T13" fmla="*/ 0 h 856"/>
                  <a:gd name="T14" fmla="*/ 0 w 20"/>
                  <a:gd name="T15" fmla="*/ 0 h 856"/>
                  <a:gd name="T16" fmla="*/ 0 w 20"/>
                  <a:gd name="T17" fmla="*/ 0 h 856"/>
                  <a:gd name="T18" fmla="*/ 0 w 20"/>
                  <a:gd name="T19" fmla="*/ 0 h 856"/>
                  <a:gd name="T20" fmla="*/ 0 w 20"/>
                  <a:gd name="T21" fmla="*/ 0 h 856"/>
                  <a:gd name="T22" fmla="*/ 0 w 20"/>
                  <a:gd name="T23" fmla="*/ 0 h 856"/>
                  <a:gd name="T24" fmla="*/ 0 w 20"/>
                  <a:gd name="T25" fmla="*/ 0 h 856"/>
                  <a:gd name="T26" fmla="*/ 0 w 20"/>
                  <a:gd name="T27" fmla="*/ 0 h 856"/>
                  <a:gd name="T28" fmla="*/ 0 w 20"/>
                  <a:gd name="T29" fmla="*/ 0 h 856"/>
                  <a:gd name="T30" fmla="*/ 0 w 20"/>
                  <a:gd name="T31" fmla="*/ 0 h 856"/>
                  <a:gd name="T32" fmla="*/ 0 w 20"/>
                  <a:gd name="T33" fmla="*/ 0 h 856"/>
                  <a:gd name="T34" fmla="*/ 0 w 20"/>
                  <a:gd name="T35" fmla="*/ 0 h 856"/>
                  <a:gd name="T36" fmla="*/ 0 w 20"/>
                  <a:gd name="T37" fmla="*/ 0 h 856"/>
                  <a:gd name="T38" fmla="*/ 0 w 20"/>
                  <a:gd name="T39" fmla="*/ 0 h 856"/>
                  <a:gd name="T40" fmla="*/ 0 w 20"/>
                  <a:gd name="T41" fmla="*/ 0 h 856"/>
                  <a:gd name="T42" fmla="*/ 0 w 20"/>
                  <a:gd name="T43" fmla="*/ 0 h 856"/>
                  <a:gd name="T44" fmla="*/ 0 w 20"/>
                  <a:gd name="T45" fmla="*/ 0 h 856"/>
                  <a:gd name="T46" fmla="*/ 0 w 20"/>
                  <a:gd name="T47" fmla="*/ 0 h 856"/>
                  <a:gd name="T48" fmla="*/ 0 w 20"/>
                  <a:gd name="T49" fmla="*/ 0 h 856"/>
                  <a:gd name="T50" fmla="*/ 0 w 20"/>
                  <a:gd name="T51" fmla="*/ 0 h 856"/>
                  <a:gd name="T52" fmla="*/ 0 w 20"/>
                  <a:gd name="T53" fmla="*/ 0 h 856"/>
                  <a:gd name="T54" fmla="*/ 0 w 20"/>
                  <a:gd name="T55" fmla="*/ 0 h 856"/>
                  <a:gd name="T56" fmla="*/ 0 w 20"/>
                  <a:gd name="T57" fmla="*/ 0 h 856"/>
                  <a:gd name="T58" fmla="*/ 0 w 20"/>
                  <a:gd name="T59" fmla="*/ 0 h 856"/>
                  <a:gd name="T60" fmla="*/ 0 w 20"/>
                  <a:gd name="T61" fmla="*/ 0 h 856"/>
                  <a:gd name="T62" fmla="*/ 0 w 20"/>
                  <a:gd name="T63" fmla="*/ 0 h 856"/>
                  <a:gd name="T64" fmla="*/ 0 w 20"/>
                  <a:gd name="T65" fmla="*/ 0 h 856"/>
                  <a:gd name="T66" fmla="*/ 0 w 20"/>
                  <a:gd name="T67" fmla="*/ 0 h 856"/>
                  <a:gd name="T68" fmla="*/ 0 w 20"/>
                  <a:gd name="T69" fmla="*/ 0 h 856"/>
                  <a:gd name="T70" fmla="*/ 0 w 20"/>
                  <a:gd name="T71" fmla="*/ 0 h 856"/>
                  <a:gd name="T72" fmla="*/ 0 w 20"/>
                  <a:gd name="T73" fmla="*/ 0 h 85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20"/>
                  <a:gd name="T112" fmla="*/ 0 h 856"/>
                  <a:gd name="T113" fmla="*/ 20 w 20"/>
                  <a:gd name="T114" fmla="*/ 856 h 85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20" h="856">
                    <a:moveTo>
                      <a:pt x="0" y="761"/>
                    </a:moveTo>
                    <a:lnTo>
                      <a:pt x="8" y="758"/>
                    </a:lnTo>
                    <a:lnTo>
                      <a:pt x="0" y="761"/>
                    </a:lnTo>
                    <a:lnTo>
                      <a:pt x="0" y="738"/>
                    </a:lnTo>
                    <a:lnTo>
                      <a:pt x="0" y="740"/>
                    </a:lnTo>
                    <a:lnTo>
                      <a:pt x="0" y="741"/>
                    </a:lnTo>
                    <a:lnTo>
                      <a:pt x="6" y="745"/>
                    </a:lnTo>
                    <a:lnTo>
                      <a:pt x="12" y="753"/>
                    </a:lnTo>
                    <a:lnTo>
                      <a:pt x="16" y="756"/>
                    </a:lnTo>
                    <a:lnTo>
                      <a:pt x="19" y="762"/>
                    </a:lnTo>
                    <a:lnTo>
                      <a:pt x="19" y="772"/>
                    </a:lnTo>
                    <a:lnTo>
                      <a:pt x="20" y="783"/>
                    </a:lnTo>
                    <a:lnTo>
                      <a:pt x="17" y="793"/>
                    </a:lnTo>
                    <a:lnTo>
                      <a:pt x="16" y="804"/>
                    </a:lnTo>
                    <a:lnTo>
                      <a:pt x="14" y="813"/>
                    </a:lnTo>
                    <a:lnTo>
                      <a:pt x="11" y="819"/>
                    </a:lnTo>
                    <a:lnTo>
                      <a:pt x="10" y="828"/>
                    </a:lnTo>
                    <a:lnTo>
                      <a:pt x="10" y="835"/>
                    </a:lnTo>
                    <a:lnTo>
                      <a:pt x="10" y="841"/>
                    </a:lnTo>
                    <a:lnTo>
                      <a:pt x="10" y="846"/>
                    </a:lnTo>
                    <a:lnTo>
                      <a:pt x="6" y="852"/>
                    </a:lnTo>
                    <a:lnTo>
                      <a:pt x="0" y="856"/>
                    </a:lnTo>
                    <a:lnTo>
                      <a:pt x="0" y="761"/>
                    </a:lnTo>
                    <a:close/>
                    <a:moveTo>
                      <a:pt x="0" y="610"/>
                    </a:moveTo>
                    <a:lnTo>
                      <a:pt x="0" y="477"/>
                    </a:lnTo>
                    <a:lnTo>
                      <a:pt x="5" y="488"/>
                    </a:lnTo>
                    <a:lnTo>
                      <a:pt x="6" y="501"/>
                    </a:lnTo>
                    <a:lnTo>
                      <a:pt x="6" y="507"/>
                    </a:lnTo>
                    <a:lnTo>
                      <a:pt x="6" y="513"/>
                    </a:lnTo>
                    <a:lnTo>
                      <a:pt x="6" y="521"/>
                    </a:lnTo>
                    <a:lnTo>
                      <a:pt x="6" y="529"/>
                    </a:lnTo>
                    <a:lnTo>
                      <a:pt x="6" y="537"/>
                    </a:lnTo>
                    <a:lnTo>
                      <a:pt x="6" y="545"/>
                    </a:lnTo>
                    <a:lnTo>
                      <a:pt x="6" y="555"/>
                    </a:lnTo>
                    <a:lnTo>
                      <a:pt x="6" y="566"/>
                    </a:lnTo>
                    <a:lnTo>
                      <a:pt x="5" y="576"/>
                    </a:lnTo>
                    <a:lnTo>
                      <a:pt x="5" y="586"/>
                    </a:lnTo>
                    <a:lnTo>
                      <a:pt x="4" y="595"/>
                    </a:lnTo>
                    <a:lnTo>
                      <a:pt x="3" y="603"/>
                    </a:lnTo>
                    <a:lnTo>
                      <a:pt x="1" y="606"/>
                    </a:lnTo>
                    <a:lnTo>
                      <a:pt x="0" y="610"/>
                    </a:lnTo>
                    <a:close/>
                    <a:moveTo>
                      <a:pt x="0" y="445"/>
                    </a:moveTo>
                    <a:lnTo>
                      <a:pt x="0" y="368"/>
                    </a:lnTo>
                    <a:lnTo>
                      <a:pt x="0" y="376"/>
                    </a:lnTo>
                    <a:lnTo>
                      <a:pt x="1" y="384"/>
                    </a:lnTo>
                    <a:lnTo>
                      <a:pt x="1" y="394"/>
                    </a:lnTo>
                    <a:lnTo>
                      <a:pt x="1" y="405"/>
                    </a:lnTo>
                    <a:lnTo>
                      <a:pt x="0" y="415"/>
                    </a:lnTo>
                    <a:lnTo>
                      <a:pt x="0" y="425"/>
                    </a:lnTo>
                    <a:lnTo>
                      <a:pt x="0" y="435"/>
                    </a:lnTo>
                    <a:lnTo>
                      <a:pt x="0" y="445"/>
                    </a:lnTo>
                    <a:close/>
                    <a:moveTo>
                      <a:pt x="0" y="340"/>
                    </a:moveTo>
                    <a:lnTo>
                      <a:pt x="0" y="200"/>
                    </a:lnTo>
                    <a:lnTo>
                      <a:pt x="0" y="204"/>
                    </a:lnTo>
                    <a:lnTo>
                      <a:pt x="3" y="204"/>
                    </a:lnTo>
                    <a:lnTo>
                      <a:pt x="4" y="206"/>
                    </a:lnTo>
                    <a:lnTo>
                      <a:pt x="6" y="212"/>
                    </a:lnTo>
                    <a:lnTo>
                      <a:pt x="6" y="222"/>
                    </a:lnTo>
                    <a:lnTo>
                      <a:pt x="8" y="238"/>
                    </a:lnTo>
                    <a:lnTo>
                      <a:pt x="8" y="256"/>
                    </a:lnTo>
                    <a:lnTo>
                      <a:pt x="9" y="275"/>
                    </a:lnTo>
                    <a:lnTo>
                      <a:pt x="8" y="294"/>
                    </a:lnTo>
                    <a:lnTo>
                      <a:pt x="6" y="312"/>
                    </a:lnTo>
                    <a:lnTo>
                      <a:pt x="4" y="327"/>
                    </a:lnTo>
                    <a:lnTo>
                      <a:pt x="0" y="340"/>
                    </a:lnTo>
                    <a:close/>
                    <a:moveTo>
                      <a:pt x="0" y="81"/>
                    </a:moveTo>
                    <a:lnTo>
                      <a:pt x="0" y="0"/>
                    </a:lnTo>
                    <a:lnTo>
                      <a:pt x="5" y="9"/>
                    </a:lnTo>
                    <a:lnTo>
                      <a:pt x="10" y="20"/>
                    </a:lnTo>
                    <a:lnTo>
                      <a:pt x="14" y="31"/>
                    </a:lnTo>
                    <a:lnTo>
                      <a:pt x="16" y="44"/>
                    </a:lnTo>
                    <a:lnTo>
                      <a:pt x="15" y="54"/>
                    </a:lnTo>
                    <a:lnTo>
                      <a:pt x="12" y="65"/>
                    </a:lnTo>
                    <a:lnTo>
                      <a:pt x="8" y="73"/>
                    </a:lnTo>
                    <a:lnTo>
                      <a:pt x="0" y="8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69" name="Freeform 419">
                <a:extLst>
                  <a:ext uri="{FF2B5EF4-FFF2-40B4-BE49-F238E27FC236}">
                    <a16:creationId xmlns:a16="http://schemas.microsoft.com/office/drawing/2014/main" id="{B51C9A16-FC87-2EC3-537E-AC58F92B849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2" y="1482"/>
                <a:ext cx="18" cy="299"/>
              </a:xfrm>
              <a:custGeom>
                <a:avLst/>
                <a:gdLst>
                  <a:gd name="T0" fmla="*/ 0 w 90"/>
                  <a:gd name="T1" fmla="*/ 0 h 1499"/>
                  <a:gd name="T2" fmla="*/ 0 w 90"/>
                  <a:gd name="T3" fmla="*/ 0 h 1499"/>
                  <a:gd name="T4" fmla="*/ 0 w 90"/>
                  <a:gd name="T5" fmla="*/ 0 h 1499"/>
                  <a:gd name="T6" fmla="*/ 0 w 90"/>
                  <a:gd name="T7" fmla="*/ 0 h 1499"/>
                  <a:gd name="T8" fmla="*/ 0 w 90"/>
                  <a:gd name="T9" fmla="*/ 0 h 1499"/>
                  <a:gd name="T10" fmla="*/ 0 w 90"/>
                  <a:gd name="T11" fmla="*/ 0 h 1499"/>
                  <a:gd name="T12" fmla="*/ 0 w 90"/>
                  <a:gd name="T13" fmla="*/ 0 h 1499"/>
                  <a:gd name="T14" fmla="*/ 0 w 90"/>
                  <a:gd name="T15" fmla="*/ 0 h 1499"/>
                  <a:gd name="T16" fmla="*/ 0 w 90"/>
                  <a:gd name="T17" fmla="*/ 0 h 1499"/>
                  <a:gd name="T18" fmla="*/ 0 w 90"/>
                  <a:gd name="T19" fmla="*/ 0 h 1499"/>
                  <a:gd name="T20" fmla="*/ 0 w 90"/>
                  <a:gd name="T21" fmla="*/ 0 h 1499"/>
                  <a:gd name="T22" fmla="*/ 0 w 90"/>
                  <a:gd name="T23" fmla="*/ 0 h 1499"/>
                  <a:gd name="T24" fmla="*/ 0 w 90"/>
                  <a:gd name="T25" fmla="*/ 0 h 1499"/>
                  <a:gd name="T26" fmla="*/ 0 w 90"/>
                  <a:gd name="T27" fmla="*/ 0 h 1499"/>
                  <a:gd name="T28" fmla="*/ 0 w 90"/>
                  <a:gd name="T29" fmla="*/ 0 h 1499"/>
                  <a:gd name="T30" fmla="*/ 0 w 90"/>
                  <a:gd name="T31" fmla="*/ 0 h 1499"/>
                  <a:gd name="T32" fmla="*/ 0 w 90"/>
                  <a:gd name="T33" fmla="*/ 0 h 1499"/>
                  <a:gd name="T34" fmla="*/ 0 w 90"/>
                  <a:gd name="T35" fmla="*/ 0 h 1499"/>
                  <a:gd name="T36" fmla="*/ 0 w 90"/>
                  <a:gd name="T37" fmla="*/ 0 h 1499"/>
                  <a:gd name="T38" fmla="*/ 0 w 90"/>
                  <a:gd name="T39" fmla="*/ 0 h 1499"/>
                  <a:gd name="T40" fmla="*/ 0 w 90"/>
                  <a:gd name="T41" fmla="*/ 0 h 1499"/>
                  <a:gd name="T42" fmla="*/ 0 w 90"/>
                  <a:gd name="T43" fmla="*/ 0 h 1499"/>
                  <a:gd name="T44" fmla="*/ 0 w 90"/>
                  <a:gd name="T45" fmla="*/ 0 h 1499"/>
                  <a:gd name="T46" fmla="*/ 0 w 90"/>
                  <a:gd name="T47" fmla="*/ 0 h 1499"/>
                  <a:gd name="T48" fmla="*/ 0 w 90"/>
                  <a:gd name="T49" fmla="*/ 0 h 1499"/>
                  <a:gd name="T50" fmla="*/ 0 w 90"/>
                  <a:gd name="T51" fmla="*/ 0 h 1499"/>
                  <a:gd name="T52" fmla="*/ 0 w 90"/>
                  <a:gd name="T53" fmla="*/ 0 h 1499"/>
                  <a:gd name="T54" fmla="*/ 0 w 90"/>
                  <a:gd name="T55" fmla="*/ 0 h 1499"/>
                  <a:gd name="T56" fmla="*/ 0 w 90"/>
                  <a:gd name="T57" fmla="*/ 0 h 1499"/>
                  <a:gd name="T58" fmla="*/ 0 w 90"/>
                  <a:gd name="T59" fmla="*/ 0 h 1499"/>
                  <a:gd name="T60" fmla="*/ 0 w 90"/>
                  <a:gd name="T61" fmla="*/ 0 h 1499"/>
                  <a:gd name="T62" fmla="*/ 0 w 90"/>
                  <a:gd name="T63" fmla="*/ 0 h 1499"/>
                  <a:gd name="T64" fmla="*/ 0 w 90"/>
                  <a:gd name="T65" fmla="*/ 0 h 1499"/>
                  <a:gd name="T66" fmla="*/ 0 w 90"/>
                  <a:gd name="T67" fmla="*/ 0 h 1499"/>
                  <a:gd name="T68" fmla="*/ 0 w 90"/>
                  <a:gd name="T69" fmla="*/ 0 h 1499"/>
                  <a:gd name="T70" fmla="*/ 0 w 90"/>
                  <a:gd name="T71" fmla="*/ 0 h 1499"/>
                  <a:gd name="T72" fmla="*/ 0 w 90"/>
                  <a:gd name="T73" fmla="*/ 0 h 1499"/>
                  <a:gd name="T74" fmla="*/ 0 w 90"/>
                  <a:gd name="T75" fmla="*/ 0 h 1499"/>
                  <a:gd name="T76" fmla="*/ 0 w 90"/>
                  <a:gd name="T77" fmla="*/ 0 h 1499"/>
                  <a:gd name="T78" fmla="*/ 0 w 90"/>
                  <a:gd name="T79" fmla="*/ 0 h 1499"/>
                  <a:gd name="T80" fmla="*/ 0 w 90"/>
                  <a:gd name="T81" fmla="*/ 0 h 1499"/>
                  <a:gd name="T82" fmla="*/ 0 w 90"/>
                  <a:gd name="T83" fmla="*/ 0 h 1499"/>
                  <a:gd name="T84" fmla="*/ 0 w 90"/>
                  <a:gd name="T85" fmla="*/ 0 h 1499"/>
                  <a:gd name="T86" fmla="*/ 0 w 90"/>
                  <a:gd name="T87" fmla="*/ 0 h 1499"/>
                  <a:gd name="T88" fmla="*/ 0 w 90"/>
                  <a:gd name="T89" fmla="*/ 0 h 1499"/>
                  <a:gd name="T90" fmla="*/ 0 w 90"/>
                  <a:gd name="T91" fmla="*/ 0 h 1499"/>
                  <a:gd name="T92" fmla="*/ 0 w 90"/>
                  <a:gd name="T93" fmla="*/ 0 h 1499"/>
                  <a:gd name="T94" fmla="*/ 0 w 90"/>
                  <a:gd name="T95" fmla="*/ 0 h 1499"/>
                  <a:gd name="T96" fmla="*/ 0 w 90"/>
                  <a:gd name="T97" fmla="*/ 0 h 1499"/>
                  <a:gd name="T98" fmla="*/ 0 w 90"/>
                  <a:gd name="T99" fmla="*/ 0 h 1499"/>
                  <a:gd name="T100" fmla="*/ 0 w 90"/>
                  <a:gd name="T101" fmla="*/ 0 h 1499"/>
                  <a:gd name="T102" fmla="*/ 0 w 90"/>
                  <a:gd name="T103" fmla="*/ 0 h 1499"/>
                  <a:gd name="T104" fmla="*/ 0 w 90"/>
                  <a:gd name="T105" fmla="*/ 0 h 1499"/>
                  <a:gd name="T106" fmla="*/ 0 w 90"/>
                  <a:gd name="T107" fmla="*/ 0 h 1499"/>
                  <a:gd name="T108" fmla="*/ 0 w 90"/>
                  <a:gd name="T109" fmla="*/ 0 h 1499"/>
                  <a:gd name="T110" fmla="*/ 0 w 90"/>
                  <a:gd name="T111" fmla="*/ 0 h 1499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w 90"/>
                  <a:gd name="T169" fmla="*/ 0 h 1499"/>
                  <a:gd name="T170" fmla="*/ 90 w 90"/>
                  <a:gd name="T171" fmla="*/ 1499 h 1499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T168" t="T169" r="T170" b="T171"/>
                <a:pathLst>
                  <a:path w="90" h="1499">
                    <a:moveTo>
                      <a:pt x="83" y="1402"/>
                    </a:moveTo>
                    <a:lnTo>
                      <a:pt x="90" y="1401"/>
                    </a:lnTo>
                    <a:lnTo>
                      <a:pt x="90" y="1496"/>
                    </a:lnTo>
                    <a:lnTo>
                      <a:pt x="85" y="1496"/>
                    </a:lnTo>
                    <a:lnTo>
                      <a:pt x="80" y="1497"/>
                    </a:lnTo>
                    <a:lnTo>
                      <a:pt x="73" y="1497"/>
                    </a:lnTo>
                    <a:lnTo>
                      <a:pt x="65" y="1499"/>
                    </a:lnTo>
                    <a:lnTo>
                      <a:pt x="57" y="1495"/>
                    </a:lnTo>
                    <a:lnTo>
                      <a:pt x="54" y="1487"/>
                    </a:lnTo>
                    <a:lnTo>
                      <a:pt x="57" y="1480"/>
                    </a:lnTo>
                    <a:lnTo>
                      <a:pt x="65" y="1478"/>
                    </a:lnTo>
                    <a:lnTo>
                      <a:pt x="73" y="1475"/>
                    </a:lnTo>
                    <a:lnTo>
                      <a:pt x="81" y="1474"/>
                    </a:lnTo>
                    <a:lnTo>
                      <a:pt x="81" y="1463"/>
                    </a:lnTo>
                    <a:lnTo>
                      <a:pt x="83" y="1454"/>
                    </a:lnTo>
                    <a:lnTo>
                      <a:pt x="84" y="1444"/>
                    </a:lnTo>
                    <a:lnTo>
                      <a:pt x="86" y="1437"/>
                    </a:lnTo>
                    <a:lnTo>
                      <a:pt x="86" y="1428"/>
                    </a:lnTo>
                    <a:lnTo>
                      <a:pt x="88" y="1419"/>
                    </a:lnTo>
                    <a:lnTo>
                      <a:pt x="85" y="1411"/>
                    </a:lnTo>
                    <a:lnTo>
                      <a:pt x="83" y="1402"/>
                    </a:lnTo>
                    <a:lnTo>
                      <a:pt x="79" y="1397"/>
                    </a:lnTo>
                    <a:lnTo>
                      <a:pt x="76" y="1396"/>
                    </a:lnTo>
                    <a:lnTo>
                      <a:pt x="74" y="1393"/>
                    </a:lnTo>
                    <a:lnTo>
                      <a:pt x="73" y="1392"/>
                    </a:lnTo>
                    <a:lnTo>
                      <a:pt x="70" y="1387"/>
                    </a:lnTo>
                    <a:lnTo>
                      <a:pt x="70" y="1382"/>
                    </a:lnTo>
                    <a:lnTo>
                      <a:pt x="68" y="1364"/>
                    </a:lnTo>
                    <a:lnTo>
                      <a:pt x="67" y="1345"/>
                    </a:lnTo>
                    <a:lnTo>
                      <a:pt x="64" y="1325"/>
                    </a:lnTo>
                    <a:lnTo>
                      <a:pt x="64" y="1305"/>
                    </a:lnTo>
                    <a:lnTo>
                      <a:pt x="63" y="1286"/>
                    </a:lnTo>
                    <a:lnTo>
                      <a:pt x="65" y="1267"/>
                    </a:lnTo>
                    <a:lnTo>
                      <a:pt x="68" y="1248"/>
                    </a:lnTo>
                    <a:lnTo>
                      <a:pt x="74" y="1234"/>
                    </a:lnTo>
                    <a:lnTo>
                      <a:pt x="75" y="1226"/>
                    </a:lnTo>
                    <a:lnTo>
                      <a:pt x="76" y="1219"/>
                    </a:lnTo>
                    <a:lnTo>
                      <a:pt x="76" y="1209"/>
                    </a:lnTo>
                    <a:lnTo>
                      <a:pt x="76" y="1200"/>
                    </a:lnTo>
                    <a:lnTo>
                      <a:pt x="76" y="1189"/>
                    </a:lnTo>
                    <a:lnTo>
                      <a:pt x="76" y="1180"/>
                    </a:lnTo>
                    <a:lnTo>
                      <a:pt x="76" y="1173"/>
                    </a:lnTo>
                    <a:lnTo>
                      <a:pt x="76" y="1169"/>
                    </a:lnTo>
                    <a:lnTo>
                      <a:pt x="76" y="1162"/>
                    </a:lnTo>
                    <a:lnTo>
                      <a:pt x="76" y="1154"/>
                    </a:lnTo>
                    <a:lnTo>
                      <a:pt x="76" y="1148"/>
                    </a:lnTo>
                    <a:lnTo>
                      <a:pt x="76" y="1143"/>
                    </a:lnTo>
                    <a:lnTo>
                      <a:pt x="74" y="1133"/>
                    </a:lnTo>
                    <a:lnTo>
                      <a:pt x="69" y="1125"/>
                    </a:lnTo>
                    <a:lnTo>
                      <a:pt x="64" y="1117"/>
                    </a:lnTo>
                    <a:lnTo>
                      <a:pt x="65" y="1110"/>
                    </a:lnTo>
                    <a:lnTo>
                      <a:pt x="68" y="1102"/>
                    </a:lnTo>
                    <a:lnTo>
                      <a:pt x="70" y="1096"/>
                    </a:lnTo>
                    <a:lnTo>
                      <a:pt x="70" y="1084"/>
                    </a:lnTo>
                    <a:lnTo>
                      <a:pt x="70" y="1073"/>
                    </a:lnTo>
                    <a:lnTo>
                      <a:pt x="70" y="1061"/>
                    </a:lnTo>
                    <a:lnTo>
                      <a:pt x="70" y="1050"/>
                    </a:lnTo>
                    <a:lnTo>
                      <a:pt x="70" y="1039"/>
                    </a:lnTo>
                    <a:lnTo>
                      <a:pt x="70" y="1028"/>
                    </a:lnTo>
                    <a:lnTo>
                      <a:pt x="70" y="1017"/>
                    </a:lnTo>
                    <a:lnTo>
                      <a:pt x="70" y="1006"/>
                    </a:lnTo>
                    <a:lnTo>
                      <a:pt x="64" y="996"/>
                    </a:lnTo>
                    <a:lnTo>
                      <a:pt x="64" y="985"/>
                    </a:lnTo>
                    <a:lnTo>
                      <a:pt x="68" y="974"/>
                    </a:lnTo>
                    <a:lnTo>
                      <a:pt x="76" y="967"/>
                    </a:lnTo>
                    <a:lnTo>
                      <a:pt x="76" y="853"/>
                    </a:lnTo>
                    <a:lnTo>
                      <a:pt x="70" y="841"/>
                    </a:lnTo>
                    <a:lnTo>
                      <a:pt x="67" y="827"/>
                    </a:lnTo>
                    <a:lnTo>
                      <a:pt x="64" y="814"/>
                    </a:lnTo>
                    <a:lnTo>
                      <a:pt x="64" y="800"/>
                    </a:lnTo>
                    <a:lnTo>
                      <a:pt x="64" y="785"/>
                    </a:lnTo>
                    <a:lnTo>
                      <a:pt x="64" y="770"/>
                    </a:lnTo>
                    <a:lnTo>
                      <a:pt x="64" y="757"/>
                    </a:lnTo>
                    <a:lnTo>
                      <a:pt x="65" y="747"/>
                    </a:lnTo>
                    <a:lnTo>
                      <a:pt x="64" y="736"/>
                    </a:lnTo>
                    <a:lnTo>
                      <a:pt x="64" y="728"/>
                    </a:lnTo>
                    <a:lnTo>
                      <a:pt x="64" y="721"/>
                    </a:lnTo>
                    <a:lnTo>
                      <a:pt x="67" y="717"/>
                    </a:lnTo>
                    <a:lnTo>
                      <a:pt x="68" y="711"/>
                    </a:lnTo>
                    <a:lnTo>
                      <a:pt x="71" y="707"/>
                    </a:lnTo>
                    <a:lnTo>
                      <a:pt x="76" y="702"/>
                    </a:lnTo>
                    <a:lnTo>
                      <a:pt x="85" y="697"/>
                    </a:lnTo>
                    <a:lnTo>
                      <a:pt x="84" y="687"/>
                    </a:lnTo>
                    <a:lnTo>
                      <a:pt x="84" y="680"/>
                    </a:lnTo>
                    <a:lnTo>
                      <a:pt x="83" y="671"/>
                    </a:lnTo>
                    <a:lnTo>
                      <a:pt x="81" y="664"/>
                    </a:lnTo>
                    <a:lnTo>
                      <a:pt x="73" y="657"/>
                    </a:lnTo>
                    <a:lnTo>
                      <a:pt x="68" y="649"/>
                    </a:lnTo>
                    <a:lnTo>
                      <a:pt x="63" y="643"/>
                    </a:lnTo>
                    <a:lnTo>
                      <a:pt x="62" y="637"/>
                    </a:lnTo>
                    <a:lnTo>
                      <a:pt x="59" y="628"/>
                    </a:lnTo>
                    <a:lnTo>
                      <a:pt x="59" y="619"/>
                    </a:lnTo>
                    <a:lnTo>
                      <a:pt x="59" y="609"/>
                    </a:lnTo>
                    <a:lnTo>
                      <a:pt x="60" y="600"/>
                    </a:lnTo>
                    <a:lnTo>
                      <a:pt x="57" y="592"/>
                    </a:lnTo>
                    <a:lnTo>
                      <a:pt x="54" y="579"/>
                    </a:lnTo>
                    <a:lnTo>
                      <a:pt x="53" y="560"/>
                    </a:lnTo>
                    <a:lnTo>
                      <a:pt x="53" y="540"/>
                    </a:lnTo>
                    <a:lnTo>
                      <a:pt x="53" y="519"/>
                    </a:lnTo>
                    <a:lnTo>
                      <a:pt x="53" y="500"/>
                    </a:lnTo>
                    <a:lnTo>
                      <a:pt x="53" y="486"/>
                    </a:lnTo>
                    <a:lnTo>
                      <a:pt x="54" y="478"/>
                    </a:lnTo>
                    <a:lnTo>
                      <a:pt x="58" y="473"/>
                    </a:lnTo>
                    <a:lnTo>
                      <a:pt x="60" y="470"/>
                    </a:lnTo>
                    <a:lnTo>
                      <a:pt x="60" y="456"/>
                    </a:lnTo>
                    <a:lnTo>
                      <a:pt x="60" y="444"/>
                    </a:lnTo>
                    <a:lnTo>
                      <a:pt x="60" y="431"/>
                    </a:lnTo>
                    <a:lnTo>
                      <a:pt x="60" y="419"/>
                    </a:lnTo>
                    <a:lnTo>
                      <a:pt x="59" y="405"/>
                    </a:lnTo>
                    <a:lnTo>
                      <a:pt x="59" y="393"/>
                    </a:lnTo>
                    <a:lnTo>
                      <a:pt x="60" y="380"/>
                    </a:lnTo>
                    <a:lnTo>
                      <a:pt x="64" y="369"/>
                    </a:lnTo>
                    <a:lnTo>
                      <a:pt x="64" y="361"/>
                    </a:lnTo>
                    <a:lnTo>
                      <a:pt x="64" y="354"/>
                    </a:lnTo>
                    <a:lnTo>
                      <a:pt x="64" y="347"/>
                    </a:lnTo>
                    <a:lnTo>
                      <a:pt x="65" y="341"/>
                    </a:lnTo>
                    <a:lnTo>
                      <a:pt x="65" y="302"/>
                    </a:lnTo>
                    <a:lnTo>
                      <a:pt x="65" y="264"/>
                    </a:lnTo>
                    <a:lnTo>
                      <a:pt x="65" y="226"/>
                    </a:lnTo>
                    <a:lnTo>
                      <a:pt x="65" y="188"/>
                    </a:lnTo>
                    <a:lnTo>
                      <a:pt x="65" y="150"/>
                    </a:lnTo>
                    <a:lnTo>
                      <a:pt x="65" y="113"/>
                    </a:lnTo>
                    <a:lnTo>
                      <a:pt x="65" y="75"/>
                    </a:lnTo>
                    <a:lnTo>
                      <a:pt x="65" y="37"/>
                    </a:lnTo>
                    <a:lnTo>
                      <a:pt x="59" y="31"/>
                    </a:lnTo>
                    <a:lnTo>
                      <a:pt x="54" y="27"/>
                    </a:lnTo>
                    <a:lnTo>
                      <a:pt x="47" y="27"/>
                    </a:lnTo>
                    <a:lnTo>
                      <a:pt x="43" y="26"/>
                    </a:lnTo>
                    <a:lnTo>
                      <a:pt x="38" y="24"/>
                    </a:lnTo>
                    <a:lnTo>
                      <a:pt x="33" y="23"/>
                    </a:lnTo>
                    <a:lnTo>
                      <a:pt x="23" y="23"/>
                    </a:lnTo>
                    <a:lnTo>
                      <a:pt x="12" y="23"/>
                    </a:lnTo>
                    <a:lnTo>
                      <a:pt x="3" y="20"/>
                    </a:lnTo>
                    <a:lnTo>
                      <a:pt x="0" y="11"/>
                    </a:lnTo>
                    <a:lnTo>
                      <a:pt x="0" y="4"/>
                    </a:lnTo>
                    <a:lnTo>
                      <a:pt x="5" y="1"/>
                    </a:lnTo>
                    <a:lnTo>
                      <a:pt x="11" y="0"/>
                    </a:lnTo>
                    <a:lnTo>
                      <a:pt x="19" y="1"/>
                    </a:lnTo>
                    <a:lnTo>
                      <a:pt x="27" y="1"/>
                    </a:lnTo>
                    <a:lnTo>
                      <a:pt x="36" y="4"/>
                    </a:lnTo>
                    <a:lnTo>
                      <a:pt x="42" y="6"/>
                    </a:lnTo>
                    <a:lnTo>
                      <a:pt x="48" y="9"/>
                    </a:lnTo>
                    <a:lnTo>
                      <a:pt x="54" y="9"/>
                    </a:lnTo>
                    <a:lnTo>
                      <a:pt x="60" y="9"/>
                    </a:lnTo>
                    <a:lnTo>
                      <a:pt x="65" y="10"/>
                    </a:lnTo>
                    <a:lnTo>
                      <a:pt x="73" y="18"/>
                    </a:lnTo>
                    <a:lnTo>
                      <a:pt x="70" y="18"/>
                    </a:lnTo>
                    <a:lnTo>
                      <a:pt x="76" y="18"/>
                    </a:lnTo>
                    <a:lnTo>
                      <a:pt x="81" y="20"/>
                    </a:lnTo>
                    <a:lnTo>
                      <a:pt x="84" y="24"/>
                    </a:lnTo>
                    <a:lnTo>
                      <a:pt x="86" y="31"/>
                    </a:lnTo>
                    <a:lnTo>
                      <a:pt x="85" y="36"/>
                    </a:lnTo>
                    <a:lnTo>
                      <a:pt x="85" y="44"/>
                    </a:lnTo>
                    <a:lnTo>
                      <a:pt x="85" y="51"/>
                    </a:lnTo>
                    <a:lnTo>
                      <a:pt x="85" y="60"/>
                    </a:lnTo>
                    <a:lnTo>
                      <a:pt x="85" y="332"/>
                    </a:lnTo>
                    <a:lnTo>
                      <a:pt x="85" y="340"/>
                    </a:lnTo>
                    <a:lnTo>
                      <a:pt x="85" y="349"/>
                    </a:lnTo>
                    <a:lnTo>
                      <a:pt x="85" y="358"/>
                    </a:lnTo>
                    <a:lnTo>
                      <a:pt x="85" y="368"/>
                    </a:lnTo>
                    <a:lnTo>
                      <a:pt x="83" y="374"/>
                    </a:lnTo>
                    <a:lnTo>
                      <a:pt x="81" y="382"/>
                    </a:lnTo>
                    <a:lnTo>
                      <a:pt x="79" y="389"/>
                    </a:lnTo>
                    <a:lnTo>
                      <a:pt x="79" y="399"/>
                    </a:lnTo>
                    <a:lnTo>
                      <a:pt x="79" y="408"/>
                    </a:lnTo>
                    <a:lnTo>
                      <a:pt x="79" y="418"/>
                    </a:lnTo>
                    <a:lnTo>
                      <a:pt x="79" y="426"/>
                    </a:lnTo>
                    <a:lnTo>
                      <a:pt x="80" y="435"/>
                    </a:lnTo>
                    <a:lnTo>
                      <a:pt x="80" y="444"/>
                    </a:lnTo>
                    <a:lnTo>
                      <a:pt x="81" y="453"/>
                    </a:lnTo>
                    <a:lnTo>
                      <a:pt x="79" y="465"/>
                    </a:lnTo>
                    <a:lnTo>
                      <a:pt x="78" y="476"/>
                    </a:lnTo>
                    <a:lnTo>
                      <a:pt x="75" y="486"/>
                    </a:lnTo>
                    <a:lnTo>
                      <a:pt x="76" y="498"/>
                    </a:lnTo>
                    <a:lnTo>
                      <a:pt x="76" y="583"/>
                    </a:lnTo>
                    <a:lnTo>
                      <a:pt x="78" y="585"/>
                    </a:lnTo>
                    <a:lnTo>
                      <a:pt x="80" y="590"/>
                    </a:lnTo>
                    <a:lnTo>
                      <a:pt x="80" y="597"/>
                    </a:lnTo>
                    <a:lnTo>
                      <a:pt x="81" y="605"/>
                    </a:lnTo>
                    <a:lnTo>
                      <a:pt x="80" y="611"/>
                    </a:lnTo>
                    <a:lnTo>
                      <a:pt x="80" y="618"/>
                    </a:lnTo>
                    <a:lnTo>
                      <a:pt x="80" y="624"/>
                    </a:lnTo>
                    <a:lnTo>
                      <a:pt x="81" y="629"/>
                    </a:lnTo>
                    <a:lnTo>
                      <a:pt x="85" y="634"/>
                    </a:lnTo>
                    <a:lnTo>
                      <a:pt x="90" y="640"/>
                    </a:lnTo>
                    <a:lnTo>
                      <a:pt x="90" y="721"/>
                    </a:lnTo>
                    <a:lnTo>
                      <a:pt x="88" y="721"/>
                    </a:lnTo>
                    <a:lnTo>
                      <a:pt x="85" y="722"/>
                    </a:lnTo>
                    <a:lnTo>
                      <a:pt x="85" y="732"/>
                    </a:lnTo>
                    <a:lnTo>
                      <a:pt x="85" y="743"/>
                    </a:lnTo>
                    <a:lnTo>
                      <a:pt x="85" y="754"/>
                    </a:lnTo>
                    <a:lnTo>
                      <a:pt x="85" y="765"/>
                    </a:lnTo>
                    <a:lnTo>
                      <a:pt x="85" y="777"/>
                    </a:lnTo>
                    <a:lnTo>
                      <a:pt x="85" y="788"/>
                    </a:lnTo>
                    <a:lnTo>
                      <a:pt x="85" y="799"/>
                    </a:lnTo>
                    <a:lnTo>
                      <a:pt x="85" y="811"/>
                    </a:lnTo>
                    <a:lnTo>
                      <a:pt x="85" y="818"/>
                    </a:lnTo>
                    <a:lnTo>
                      <a:pt x="86" y="824"/>
                    </a:lnTo>
                    <a:lnTo>
                      <a:pt x="88" y="831"/>
                    </a:lnTo>
                    <a:lnTo>
                      <a:pt x="90" y="840"/>
                    </a:lnTo>
                    <a:lnTo>
                      <a:pt x="90" y="980"/>
                    </a:lnTo>
                    <a:lnTo>
                      <a:pt x="88" y="982"/>
                    </a:lnTo>
                    <a:lnTo>
                      <a:pt x="85" y="986"/>
                    </a:lnTo>
                    <a:lnTo>
                      <a:pt x="85" y="991"/>
                    </a:lnTo>
                    <a:lnTo>
                      <a:pt x="88" y="997"/>
                    </a:lnTo>
                    <a:lnTo>
                      <a:pt x="90" y="1008"/>
                    </a:lnTo>
                    <a:lnTo>
                      <a:pt x="90" y="1085"/>
                    </a:lnTo>
                    <a:lnTo>
                      <a:pt x="89" y="1092"/>
                    </a:lnTo>
                    <a:lnTo>
                      <a:pt x="88" y="1101"/>
                    </a:lnTo>
                    <a:lnTo>
                      <a:pt x="86" y="1107"/>
                    </a:lnTo>
                    <a:lnTo>
                      <a:pt x="85" y="1112"/>
                    </a:lnTo>
                    <a:lnTo>
                      <a:pt x="88" y="1115"/>
                    </a:lnTo>
                    <a:lnTo>
                      <a:pt x="90" y="1117"/>
                    </a:lnTo>
                    <a:lnTo>
                      <a:pt x="90" y="1250"/>
                    </a:lnTo>
                    <a:lnTo>
                      <a:pt x="85" y="1265"/>
                    </a:lnTo>
                    <a:lnTo>
                      <a:pt x="84" y="1281"/>
                    </a:lnTo>
                    <a:lnTo>
                      <a:pt x="83" y="1296"/>
                    </a:lnTo>
                    <a:lnTo>
                      <a:pt x="84" y="1313"/>
                    </a:lnTo>
                    <a:lnTo>
                      <a:pt x="85" y="1329"/>
                    </a:lnTo>
                    <a:lnTo>
                      <a:pt x="86" y="1345"/>
                    </a:lnTo>
                    <a:lnTo>
                      <a:pt x="88" y="1361"/>
                    </a:lnTo>
                    <a:lnTo>
                      <a:pt x="90" y="1378"/>
                    </a:lnTo>
                    <a:lnTo>
                      <a:pt x="90" y="1401"/>
                    </a:lnTo>
                    <a:lnTo>
                      <a:pt x="83" y="140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0" name="Freeform 420">
                <a:extLst>
                  <a:ext uri="{FF2B5EF4-FFF2-40B4-BE49-F238E27FC236}">
                    <a16:creationId xmlns:a16="http://schemas.microsoft.com/office/drawing/2014/main" id="{B197AFAC-7668-A704-986F-4E907BB89A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41" y="1477"/>
                <a:ext cx="1" cy="4"/>
              </a:xfrm>
              <a:custGeom>
                <a:avLst/>
                <a:gdLst>
                  <a:gd name="T0" fmla="*/ 0 w 7"/>
                  <a:gd name="T1" fmla="*/ 0 h 18"/>
                  <a:gd name="T2" fmla="*/ 0 w 7"/>
                  <a:gd name="T3" fmla="*/ 0 h 18"/>
                  <a:gd name="T4" fmla="*/ 0 w 7"/>
                  <a:gd name="T5" fmla="*/ 0 h 18"/>
                  <a:gd name="T6" fmla="*/ 0 w 7"/>
                  <a:gd name="T7" fmla="*/ 0 h 18"/>
                  <a:gd name="T8" fmla="*/ 0 w 7"/>
                  <a:gd name="T9" fmla="*/ 0 h 18"/>
                  <a:gd name="T10" fmla="*/ 0 w 7"/>
                  <a:gd name="T11" fmla="*/ 0 h 1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7"/>
                  <a:gd name="T19" fmla="*/ 0 h 18"/>
                  <a:gd name="T20" fmla="*/ 7 w 7"/>
                  <a:gd name="T21" fmla="*/ 18 h 1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7" h="18">
                    <a:moveTo>
                      <a:pt x="0" y="18"/>
                    </a:moveTo>
                    <a:lnTo>
                      <a:pt x="5" y="15"/>
                    </a:lnTo>
                    <a:lnTo>
                      <a:pt x="7" y="9"/>
                    </a:lnTo>
                    <a:lnTo>
                      <a:pt x="5" y="4"/>
                    </a:lnTo>
                    <a:lnTo>
                      <a:pt x="0" y="0"/>
                    </a:lnTo>
                    <a:lnTo>
                      <a:pt x="0" y="1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1" name="Freeform 421">
                <a:extLst>
                  <a:ext uri="{FF2B5EF4-FFF2-40B4-BE49-F238E27FC236}">
                    <a16:creationId xmlns:a16="http://schemas.microsoft.com/office/drawing/2014/main" id="{32EE5815-64A9-4A36-51A7-2A57164A55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" y="1470"/>
                <a:ext cx="98" cy="12"/>
              </a:xfrm>
              <a:custGeom>
                <a:avLst/>
                <a:gdLst>
                  <a:gd name="T0" fmla="*/ 0 w 486"/>
                  <a:gd name="T1" fmla="*/ 0 h 60"/>
                  <a:gd name="T2" fmla="*/ 0 w 486"/>
                  <a:gd name="T3" fmla="*/ 0 h 60"/>
                  <a:gd name="T4" fmla="*/ 0 w 486"/>
                  <a:gd name="T5" fmla="*/ 0 h 60"/>
                  <a:gd name="T6" fmla="*/ 0 w 486"/>
                  <a:gd name="T7" fmla="*/ 0 h 60"/>
                  <a:gd name="T8" fmla="*/ 0 w 486"/>
                  <a:gd name="T9" fmla="*/ 0 h 60"/>
                  <a:gd name="T10" fmla="*/ 0 w 486"/>
                  <a:gd name="T11" fmla="*/ 0 h 60"/>
                  <a:gd name="T12" fmla="*/ 0 w 486"/>
                  <a:gd name="T13" fmla="*/ 0 h 60"/>
                  <a:gd name="T14" fmla="*/ 0 w 486"/>
                  <a:gd name="T15" fmla="*/ 0 h 60"/>
                  <a:gd name="T16" fmla="*/ 0 w 486"/>
                  <a:gd name="T17" fmla="*/ 0 h 60"/>
                  <a:gd name="T18" fmla="*/ 0 w 486"/>
                  <a:gd name="T19" fmla="*/ 0 h 60"/>
                  <a:gd name="T20" fmla="*/ 0 w 486"/>
                  <a:gd name="T21" fmla="*/ 0 h 60"/>
                  <a:gd name="T22" fmla="*/ 0 w 486"/>
                  <a:gd name="T23" fmla="*/ 0 h 60"/>
                  <a:gd name="T24" fmla="*/ 0 w 486"/>
                  <a:gd name="T25" fmla="*/ 0 h 60"/>
                  <a:gd name="T26" fmla="*/ 0 w 486"/>
                  <a:gd name="T27" fmla="*/ 0 h 60"/>
                  <a:gd name="T28" fmla="*/ 0 w 486"/>
                  <a:gd name="T29" fmla="*/ 0 h 60"/>
                  <a:gd name="T30" fmla="*/ 0 w 486"/>
                  <a:gd name="T31" fmla="*/ 0 h 60"/>
                  <a:gd name="T32" fmla="*/ 0 w 486"/>
                  <a:gd name="T33" fmla="*/ 0 h 60"/>
                  <a:gd name="T34" fmla="*/ 0 w 486"/>
                  <a:gd name="T35" fmla="*/ 0 h 60"/>
                  <a:gd name="T36" fmla="*/ 0 w 486"/>
                  <a:gd name="T37" fmla="*/ 0 h 60"/>
                  <a:gd name="T38" fmla="*/ 0 w 486"/>
                  <a:gd name="T39" fmla="*/ 0 h 60"/>
                  <a:gd name="T40" fmla="*/ 0 w 486"/>
                  <a:gd name="T41" fmla="*/ 0 h 60"/>
                  <a:gd name="T42" fmla="*/ 0 w 486"/>
                  <a:gd name="T43" fmla="*/ 0 h 60"/>
                  <a:gd name="T44" fmla="*/ 0 w 486"/>
                  <a:gd name="T45" fmla="*/ 0 h 60"/>
                  <a:gd name="T46" fmla="*/ 0 w 486"/>
                  <a:gd name="T47" fmla="*/ 0 h 60"/>
                  <a:gd name="T48" fmla="*/ 0 w 486"/>
                  <a:gd name="T49" fmla="*/ 0 h 60"/>
                  <a:gd name="T50" fmla="*/ 0 w 486"/>
                  <a:gd name="T51" fmla="*/ 0 h 60"/>
                  <a:gd name="T52" fmla="*/ 0 w 486"/>
                  <a:gd name="T53" fmla="*/ 0 h 60"/>
                  <a:gd name="T54" fmla="*/ 0 w 486"/>
                  <a:gd name="T55" fmla="*/ 0 h 60"/>
                  <a:gd name="T56" fmla="*/ 0 w 486"/>
                  <a:gd name="T57" fmla="*/ 0 h 60"/>
                  <a:gd name="T58" fmla="*/ 0 w 486"/>
                  <a:gd name="T59" fmla="*/ 0 h 60"/>
                  <a:gd name="T60" fmla="*/ 0 w 486"/>
                  <a:gd name="T61" fmla="*/ 0 h 60"/>
                  <a:gd name="T62" fmla="*/ 0 w 486"/>
                  <a:gd name="T63" fmla="*/ 0 h 60"/>
                  <a:gd name="T64" fmla="*/ 0 w 486"/>
                  <a:gd name="T65" fmla="*/ 0 h 60"/>
                  <a:gd name="T66" fmla="*/ 0 w 486"/>
                  <a:gd name="T67" fmla="*/ 0 h 60"/>
                  <a:gd name="T68" fmla="*/ 0 w 486"/>
                  <a:gd name="T69" fmla="*/ 0 h 60"/>
                  <a:gd name="T70" fmla="*/ 0 w 486"/>
                  <a:gd name="T71" fmla="*/ 0 h 60"/>
                  <a:gd name="T72" fmla="*/ 0 w 486"/>
                  <a:gd name="T73" fmla="*/ 0 h 60"/>
                  <a:gd name="T74" fmla="*/ 0 w 486"/>
                  <a:gd name="T75" fmla="*/ 0 h 60"/>
                  <a:gd name="T76" fmla="*/ 0 w 486"/>
                  <a:gd name="T77" fmla="*/ 0 h 60"/>
                  <a:gd name="T78" fmla="*/ 0 w 486"/>
                  <a:gd name="T79" fmla="*/ 0 h 60"/>
                  <a:gd name="T80" fmla="*/ 0 w 486"/>
                  <a:gd name="T81" fmla="*/ 0 h 60"/>
                  <a:gd name="T82" fmla="*/ 0 w 486"/>
                  <a:gd name="T83" fmla="*/ 0 h 60"/>
                  <a:gd name="T84" fmla="*/ 0 w 486"/>
                  <a:gd name="T85" fmla="*/ 0 h 60"/>
                  <a:gd name="T86" fmla="*/ 0 w 486"/>
                  <a:gd name="T87" fmla="*/ 0 h 60"/>
                  <a:gd name="T88" fmla="*/ 0 w 486"/>
                  <a:gd name="T89" fmla="*/ 0 h 60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486"/>
                  <a:gd name="T136" fmla="*/ 0 h 60"/>
                  <a:gd name="T137" fmla="*/ 486 w 486"/>
                  <a:gd name="T138" fmla="*/ 60 h 60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486" h="60">
                    <a:moveTo>
                      <a:pt x="482" y="55"/>
                    </a:moveTo>
                    <a:lnTo>
                      <a:pt x="483" y="53"/>
                    </a:lnTo>
                    <a:lnTo>
                      <a:pt x="486" y="53"/>
                    </a:lnTo>
                    <a:lnTo>
                      <a:pt x="486" y="35"/>
                    </a:lnTo>
                    <a:lnTo>
                      <a:pt x="476" y="29"/>
                    </a:lnTo>
                    <a:lnTo>
                      <a:pt x="466" y="26"/>
                    </a:lnTo>
                    <a:lnTo>
                      <a:pt x="456" y="25"/>
                    </a:lnTo>
                    <a:lnTo>
                      <a:pt x="447" y="25"/>
                    </a:lnTo>
                    <a:lnTo>
                      <a:pt x="437" y="25"/>
                    </a:lnTo>
                    <a:lnTo>
                      <a:pt x="429" y="25"/>
                    </a:lnTo>
                    <a:lnTo>
                      <a:pt x="419" y="24"/>
                    </a:lnTo>
                    <a:lnTo>
                      <a:pt x="411" y="23"/>
                    </a:lnTo>
                    <a:lnTo>
                      <a:pt x="399" y="19"/>
                    </a:lnTo>
                    <a:lnTo>
                      <a:pt x="388" y="19"/>
                    </a:lnTo>
                    <a:lnTo>
                      <a:pt x="376" y="18"/>
                    </a:lnTo>
                    <a:lnTo>
                      <a:pt x="364" y="19"/>
                    </a:lnTo>
                    <a:lnTo>
                      <a:pt x="351" y="16"/>
                    </a:lnTo>
                    <a:lnTo>
                      <a:pt x="338" y="15"/>
                    </a:lnTo>
                    <a:lnTo>
                      <a:pt x="326" y="14"/>
                    </a:lnTo>
                    <a:lnTo>
                      <a:pt x="314" y="14"/>
                    </a:lnTo>
                    <a:lnTo>
                      <a:pt x="300" y="11"/>
                    </a:lnTo>
                    <a:lnTo>
                      <a:pt x="288" y="10"/>
                    </a:lnTo>
                    <a:lnTo>
                      <a:pt x="274" y="8"/>
                    </a:lnTo>
                    <a:lnTo>
                      <a:pt x="263" y="6"/>
                    </a:lnTo>
                    <a:lnTo>
                      <a:pt x="247" y="3"/>
                    </a:lnTo>
                    <a:lnTo>
                      <a:pt x="232" y="1"/>
                    </a:lnTo>
                    <a:lnTo>
                      <a:pt x="214" y="0"/>
                    </a:lnTo>
                    <a:lnTo>
                      <a:pt x="198" y="0"/>
                    </a:lnTo>
                    <a:lnTo>
                      <a:pt x="181" y="0"/>
                    </a:lnTo>
                    <a:lnTo>
                      <a:pt x="165" y="1"/>
                    </a:lnTo>
                    <a:lnTo>
                      <a:pt x="149" y="1"/>
                    </a:lnTo>
                    <a:lnTo>
                      <a:pt x="134" y="3"/>
                    </a:lnTo>
                    <a:lnTo>
                      <a:pt x="123" y="5"/>
                    </a:lnTo>
                    <a:lnTo>
                      <a:pt x="115" y="9"/>
                    </a:lnTo>
                    <a:lnTo>
                      <a:pt x="105" y="11"/>
                    </a:lnTo>
                    <a:lnTo>
                      <a:pt x="97" y="14"/>
                    </a:lnTo>
                    <a:lnTo>
                      <a:pt x="86" y="13"/>
                    </a:lnTo>
                    <a:lnTo>
                      <a:pt x="79" y="19"/>
                    </a:lnTo>
                    <a:lnTo>
                      <a:pt x="72" y="19"/>
                    </a:lnTo>
                    <a:lnTo>
                      <a:pt x="65" y="19"/>
                    </a:lnTo>
                    <a:lnTo>
                      <a:pt x="57" y="20"/>
                    </a:lnTo>
                    <a:lnTo>
                      <a:pt x="51" y="23"/>
                    </a:lnTo>
                    <a:lnTo>
                      <a:pt x="39" y="29"/>
                    </a:lnTo>
                    <a:lnTo>
                      <a:pt x="27" y="39"/>
                    </a:lnTo>
                    <a:lnTo>
                      <a:pt x="19" y="37"/>
                    </a:lnTo>
                    <a:lnTo>
                      <a:pt x="10" y="39"/>
                    </a:lnTo>
                    <a:lnTo>
                      <a:pt x="3" y="42"/>
                    </a:lnTo>
                    <a:lnTo>
                      <a:pt x="0" y="50"/>
                    </a:lnTo>
                    <a:lnTo>
                      <a:pt x="0" y="53"/>
                    </a:lnTo>
                    <a:lnTo>
                      <a:pt x="5" y="58"/>
                    </a:lnTo>
                    <a:lnTo>
                      <a:pt x="11" y="58"/>
                    </a:lnTo>
                    <a:lnTo>
                      <a:pt x="19" y="60"/>
                    </a:lnTo>
                    <a:lnTo>
                      <a:pt x="26" y="57"/>
                    </a:lnTo>
                    <a:lnTo>
                      <a:pt x="34" y="56"/>
                    </a:lnTo>
                    <a:lnTo>
                      <a:pt x="39" y="53"/>
                    </a:lnTo>
                    <a:lnTo>
                      <a:pt x="45" y="51"/>
                    </a:lnTo>
                    <a:lnTo>
                      <a:pt x="56" y="44"/>
                    </a:lnTo>
                    <a:lnTo>
                      <a:pt x="68" y="40"/>
                    </a:lnTo>
                    <a:lnTo>
                      <a:pt x="81" y="37"/>
                    </a:lnTo>
                    <a:lnTo>
                      <a:pt x="92" y="34"/>
                    </a:lnTo>
                    <a:lnTo>
                      <a:pt x="104" y="31"/>
                    </a:lnTo>
                    <a:lnTo>
                      <a:pt x="117" y="29"/>
                    </a:lnTo>
                    <a:lnTo>
                      <a:pt x="128" y="25"/>
                    </a:lnTo>
                    <a:lnTo>
                      <a:pt x="141" y="25"/>
                    </a:lnTo>
                    <a:lnTo>
                      <a:pt x="195" y="25"/>
                    </a:lnTo>
                    <a:lnTo>
                      <a:pt x="202" y="24"/>
                    </a:lnTo>
                    <a:lnTo>
                      <a:pt x="209" y="24"/>
                    </a:lnTo>
                    <a:lnTo>
                      <a:pt x="217" y="23"/>
                    </a:lnTo>
                    <a:lnTo>
                      <a:pt x="226" y="23"/>
                    </a:lnTo>
                    <a:lnTo>
                      <a:pt x="233" y="23"/>
                    </a:lnTo>
                    <a:lnTo>
                      <a:pt x="240" y="23"/>
                    </a:lnTo>
                    <a:lnTo>
                      <a:pt x="248" y="23"/>
                    </a:lnTo>
                    <a:lnTo>
                      <a:pt x="255" y="25"/>
                    </a:lnTo>
                    <a:lnTo>
                      <a:pt x="271" y="27"/>
                    </a:lnTo>
                    <a:lnTo>
                      <a:pt x="289" y="31"/>
                    </a:lnTo>
                    <a:lnTo>
                      <a:pt x="307" y="34"/>
                    </a:lnTo>
                    <a:lnTo>
                      <a:pt x="326" y="36"/>
                    </a:lnTo>
                    <a:lnTo>
                      <a:pt x="345" y="36"/>
                    </a:lnTo>
                    <a:lnTo>
                      <a:pt x="363" y="37"/>
                    </a:lnTo>
                    <a:lnTo>
                      <a:pt x="382" y="37"/>
                    </a:lnTo>
                    <a:lnTo>
                      <a:pt x="400" y="39"/>
                    </a:lnTo>
                    <a:lnTo>
                      <a:pt x="406" y="40"/>
                    </a:lnTo>
                    <a:lnTo>
                      <a:pt x="415" y="42"/>
                    </a:lnTo>
                    <a:lnTo>
                      <a:pt x="425" y="44"/>
                    </a:lnTo>
                    <a:lnTo>
                      <a:pt x="436" y="46"/>
                    </a:lnTo>
                    <a:lnTo>
                      <a:pt x="446" y="46"/>
                    </a:lnTo>
                    <a:lnTo>
                      <a:pt x="456" y="46"/>
                    </a:lnTo>
                    <a:lnTo>
                      <a:pt x="465" y="46"/>
                    </a:lnTo>
                    <a:lnTo>
                      <a:pt x="473" y="47"/>
                    </a:lnTo>
                    <a:lnTo>
                      <a:pt x="476" y="52"/>
                    </a:lnTo>
                    <a:lnTo>
                      <a:pt x="482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2" name="Freeform 422">
                <a:extLst>
                  <a:ext uri="{FF2B5EF4-FFF2-40B4-BE49-F238E27FC236}">
                    <a16:creationId xmlns:a16="http://schemas.microsoft.com/office/drawing/2014/main" id="{15DA78AA-684F-063D-4367-49C736317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5" y="1473"/>
                <a:ext cx="1" cy="4"/>
              </a:xfrm>
              <a:custGeom>
                <a:avLst/>
                <a:gdLst>
                  <a:gd name="T0" fmla="*/ 0 w 7"/>
                  <a:gd name="T1" fmla="*/ 0 h 20"/>
                  <a:gd name="T2" fmla="*/ 0 w 7"/>
                  <a:gd name="T3" fmla="*/ 0 h 20"/>
                  <a:gd name="T4" fmla="*/ 0 w 7"/>
                  <a:gd name="T5" fmla="*/ 0 h 20"/>
                  <a:gd name="T6" fmla="*/ 0 w 7"/>
                  <a:gd name="T7" fmla="*/ 0 h 20"/>
                  <a:gd name="T8" fmla="*/ 0 w 7"/>
                  <a:gd name="T9" fmla="*/ 0 h 20"/>
                  <a:gd name="T10" fmla="*/ 0 w 7"/>
                  <a:gd name="T11" fmla="*/ 0 h 20"/>
                  <a:gd name="T12" fmla="*/ 0 w 7"/>
                  <a:gd name="T13" fmla="*/ 0 h 2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"/>
                  <a:gd name="T22" fmla="*/ 0 h 20"/>
                  <a:gd name="T23" fmla="*/ 7 w 7"/>
                  <a:gd name="T24" fmla="*/ 20 h 2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" h="20">
                    <a:moveTo>
                      <a:pt x="0" y="20"/>
                    </a:moveTo>
                    <a:lnTo>
                      <a:pt x="5" y="15"/>
                    </a:lnTo>
                    <a:lnTo>
                      <a:pt x="7" y="11"/>
                    </a:lnTo>
                    <a:lnTo>
                      <a:pt x="7" y="9"/>
                    </a:lnTo>
                    <a:lnTo>
                      <a:pt x="5" y="2"/>
                    </a:lnTo>
                    <a:lnTo>
                      <a:pt x="0" y="0"/>
                    </a:lnTo>
                    <a:lnTo>
                      <a:pt x="0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3" name="Freeform 423">
                <a:extLst>
                  <a:ext uri="{FF2B5EF4-FFF2-40B4-BE49-F238E27FC236}">
                    <a16:creationId xmlns:a16="http://schemas.microsoft.com/office/drawing/2014/main" id="{759A22E3-BBC2-0A8C-9F2F-0E879A7FE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8" y="1466"/>
                <a:ext cx="97" cy="12"/>
              </a:xfrm>
              <a:custGeom>
                <a:avLst/>
                <a:gdLst>
                  <a:gd name="T0" fmla="*/ 0 w 485"/>
                  <a:gd name="T1" fmla="*/ 0 h 60"/>
                  <a:gd name="T2" fmla="*/ 0 w 485"/>
                  <a:gd name="T3" fmla="*/ 0 h 60"/>
                  <a:gd name="T4" fmla="*/ 0 w 485"/>
                  <a:gd name="T5" fmla="*/ 0 h 60"/>
                  <a:gd name="T6" fmla="*/ 0 w 485"/>
                  <a:gd name="T7" fmla="*/ 0 h 60"/>
                  <a:gd name="T8" fmla="*/ 0 w 485"/>
                  <a:gd name="T9" fmla="*/ 0 h 60"/>
                  <a:gd name="T10" fmla="*/ 0 w 485"/>
                  <a:gd name="T11" fmla="*/ 0 h 60"/>
                  <a:gd name="T12" fmla="*/ 0 w 485"/>
                  <a:gd name="T13" fmla="*/ 0 h 60"/>
                  <a:gd name="T14" fmla="*/ 0 w 485"/>
                  <a:gd name="T15" fmla="*/ 0 h 60"/>
                  <a:gd name="T16" fmla="*/ 0 w 485"/>
                  <a:gd name="T17" fmla="*/ 0 h 60"/>
                  <a:gd name="T18" fmla="*/ 0 w 485"/>
                  <a:gd name="T19" fmla="*/ 0 h 60"/>
                  <a:gd name="T20" fmla="*/ 0 w 485"/>
                  <a:gd name="T21" fmla="*/ 0 h 60"/>
                  <a:gd name="T22" fmla="*/ 0 w 485"/>
                  <a:gd name="T23" fmla="*/ 0 h 60"/>
                  <a:gd name="T24" fmla="*/ 0 w 485"/>
                  <a:gd name="T25" fmla="*/ 0 h 60"/>
                  <a:gd name="T26" fmla="*/ 0 w 485"/>
                  <a:gd name="T27" fmla="*/ 0 h 60"/>
                  <a:gd name="T28" fmla="*/ 0 w 485"/>
                  <a:gd name="T29" fmla="*/ 0 h 60"/>
                  <a:gd name="T30" fmla="*/ 0 w 485"/>
                  <a:gd name="T31" fmla="*/ 0 h 60"/>
                  <a:gd name="T32" fmla="*/ 0 w 485"/>
                  <a:gd name="T33" fmla="*/ 0 h 60"/>
                  <a:gd name="T34" fmla="*/ 0 w 485"/>
                  <a:gd name="T35" fmla="*/ 0 h 60"/>
                  <a:gd name="T36" fmla="*/ 0 w 485"/>
                  <a:gd name="T37" fmla="*/ 0 h 60"/>
                  <a:gd name="T38" fmla="*/ 0 w 485"/>
                  <a:gd name="T39" fmla="*/ 0 h 60"/>
                  <a:gd name="T40" fmla="*/ 0 w 485"/>
                  <a:gd name="T41" fmla="*/ 0 h 60"/>
                  <a:gd name="T42" fmla="*/ 0 w 485"/>
                  <a:gd name="T43" fmla="*/ 0 h 60"/>
                  <a:gd name="T44" fmla="*/ 0 w 485"/>
                  <a:gd name="T45" fmla="*/ 0 h 60"/>
                  <a:gd name="T46" fmla="*/ 0 w 485"/>
                  <a:gd name="T47" fmla="*/ 0 h 60"/>
                  <a:gd name="T48" fmla="*/ 0 w 485"/>
                  <a:gd name="T49" fmla="*/ 0 h 60"/>
                  <a:gd name="T50" fmla="*/ 0 w 485"/>
                  <a:gd name="T51" fmla="*/ 0 h 60"/>
                  <a:gd name="T52" fmla="*/ 0 w 485"/>
                  <a:gd name="T53" fmla="*/ 0 h 60"/>
                  <a:gd name="T54" fmla="*/ 0 w 485"/>
                  <a:gd name="T55" fmla="*/ 0 h 60"/>
                  <a:gd name="T56" fmla="*/ 0 w 485"/>
                  <a:gd name="T57" fmla="*/ 0 h 60"/>
                  <a:gd name="T58" fmla="*/ 0 w 485"/>
                  <a:gd name="T59" fmla="*/ 0 h 60"/>
                  <a:gd name="T60" fmla="*/ 0 w 485"/>
                  <a:gd name="T61" fmla="*/ 0 h 60"/>
                  <a:gd name="T62" fmla="*/ 0 w 485"/>
                  <a:gd name="T63" fmla="*/ 0 h 60"/>
                  <a:gd name="T64" fmla="*/ 0 w 485"/>
                  <a:gd name="T65" fmla="*/ 0 h 60"/>
                  <a:gd name="T66" fmla="*/ 0 w 485"/>
                  <a:gd name="T67" fmla="*/ 0 h 60"/>
                  <a:gd name="T68" fmla="*/ 0 w 485"/>
                  <a:gd name="T69" fmla="*/ 0 h 60"/>
                  <a:gd name="T70" fmla="*/ 0 w 485"/>
                  <a:gd name="T71" fmla="*/ 0 h 60"/>
                  <a:gd name="T72" fmla="*/ 0 w 485"/>
                  <a:gd name="T73" fmla="*/ 0 h 60"/>
                  <a:gd name="T74" fmla="*/ 0 w 485"/>
                  <a:gd name="T75" fmla="*/ 0 h 60"/>
                  <a:gd name="T76" fmla="*/ 0 w 485"/>
                  <a:gd name="T77" fmla="*/ 0 h 60"/>
                  <a:gd name="T78" fmla="*/ 0 w 485"/>
                  <a:gd name="T79" fmla="*/ 0 h 60"/>
                  <a:gd name="T80" fmla="*/ 0 w 485"/>
                  <a:gd name="T81" fmla="*/ 0 h 60"/>
                  <a:gd name="T82" fmla="*/ 0 w 485"/>
                  <a:gd name="T83" fmla="*/ 0 h 60"/>
                  <a:gd name="T84" fmla="*/ 0 w 485"/>
                  <a:gd name="T85" fmla="*/ 0 h 60"/>
                  <a:gd name="T86" fmla="*/ 0 w 485"/>
                  <a:gd name="T87" fmla="*/ 0 h 60"/>
                  <a:gd name="T88" fmla="*/ 0 w 485"/>
                  <a:gd name="T89" fmla="*/ 0 h 60"/>
                  <a:gd name="T90" fmla="*/ 0 w 485"/>
                  <a:gd name="T91" fmla="*/ 0 h 60"/>
                  <a:gd name="T92" fmla="*/ 0 w 485"/>
                  <a:gd name="T93" fmla="*/ 0 h 60"/>
                  <a:gd name="T94" fmla="*/ 0 w 485"/>
                  <a:gd name="T95" fmla="*/ 0 h 60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85"/>
                  <a:gd name="T145" fmla="*/ 0 h 60"/>
                  <a:gd name="T146" fmla="*/ 485 w 485"/>
                  <a:gd name="T147" fmla="*/ 60 h 60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85" h="60">
                    <a:moveTo>
                      <a:pt x="481" y="55"/>
                    </a:moveTo>
                    <a:lnTo>
                      <a:pt x="482" y="55"/>
                    </a:lnTo>
                    <a:lnTo>
                      <a:pt x="485" y="55"/>
                    </a:lnTo>
                    <a:lnTo>
                      <a:pt x="485" y="35"/>
                    </a:lnTo>
                    <a:lnTo>
                      <a:pt x="475" y="29"/>
                    </a:lnTo>
                    <a:lnTo>
                      <a:pt x="466" y="26"/>
                    </a:lnTo>
                    <a:lnTo>
                      <a:pt x="456" y="25"/>
                    </a:lnTo>
                    <a:lnTo>
                      <a:pt x="447" y="25"/>
                    </a:lnTo>
                    <a:lnTo>
                      <a:pt x="438" y="25"/>
                    </a:lnTo>
                    <a:lnTo>
                      <a:pt x="428" y="25"/>
                    </a:lnTo>
                    <a:lnTo>
                      <a:pt x="419" y="24"/>
                    </a:lnTo>
                    <a:lnTo>
                      <a:pt x="412" y="22"/>
                    </a:lnTo>
                    <a:lnTo>
                      <a:pt x="399" y="19"/>
                    </a:lnTo>
                    <a:lnTo>
                      <a:pt x="387" y="19"/>
                    </a:lnTo>
                    <a:lnTo>
                      <a:pt x="374" y="18"/>
                    </a:lnTo>
                    <a:lnTo>
                      <a:pt x="363" y="19"/>
                    </a:lnTo>
                    <a:lnTo>
                      <a:pt x="350" y="16"/>
                    </a:lnTo>
                    <a:lnTo>
                      <a:pt x="337" y="15"/>
                    </a:lnTo>
                    <a:lnTo>
                      <a:pt x="325" y="14"/>
                    </a:lnTo>
                    <a:lnTo>
                      <a:pt x="312" y="14"/>
                    </a:lnTo>
                    <a:lnTo>
                      <a:pt x="299" y="11"/>
                    </a:lnTo>
                    <a:lnTo>
                      <a:pt x="286" y="10"/>
                    </a:lnTo>
                    <a:lnTo>
                      <a:pt x="274" y="8"/>
                    </a:lnTo>
                    <a:lnTo>
                      <a:pt x="263" y="6"/>
                    </a:lnTo>
                    <a:lnTo>
                      <a:pt x="247" y="3"/>
                    </a:lnTo>
                    <a:lnTo>
                      <a:pt x="232" y="1"/>
                    </a:lnTo>
                    <a:lnTo>
                      <a:pt x="215" y="0"/>
                    </a:lnTo>
                    <a:lnTo>
                      <a:pt x="198" y="0"/>
                    </a:lnTo>
                    <a:lnTo>
                      <a:pt x="180" y="0"/>
                    </a:lnTo>
                    <a:lnTo>
                      <a:pt x="164" y="1"/>
                    </a:lnTo>
                    <a:lnTo>
                      <a:pt x="148" y="1"/>
                    </a:lnTo>
                    <a:lnTo>
                      <a:pt x="133" y="3"/>
                    </a:lnTo>
                    <a:lnTo>
                      <a:pt x="122" y="4"/>
                    </a:lnTo>
                    <a:lnTo>
                      <a:pt x="113" y="8"/>
                    </a:lnTo>
                    <a:lnTo>
                      <a:pt x="104" y="11"/>
                    </a:lnTo>
                    <a:lnTo>
                      <a:pt x="96" y="14"/>
                    </a:lnTo>
                    <a:lnTo>
                      <a:pt x="84" y="14"/>
                    </a:lnTo>
                    <a:lnTo>
                      <a:pt x="77" y="19"/>
                    </a:lnTo>
                    <a:lnTo>
                      <a:pt x="70" y="19"/>
                    </a:lnTo>
                    <a:lnTo>
                      <a:pt x="62" y="19"/>
                    </a:lnTo>
                    <a:lnTo>
                      <a:pt x="56" y="20"/>
                    </a:lnTo>
                    <a:lnTo>
                      <a:pt x="50" y="22"/>
                    </a:lnTo>
                    <a:lnTo>
                      <a:pt x="37" y="29"/>
                    </a:lnTo>
                    <a:lnTo>
                      <a:pt x="26" y="39"/>
                    </a:lnTo>
                    <a:lnTo>
                      <a:pt x="18" y="37"/>
                    </a:lnTo>
                    <a:lnTo>
                      <a:pt x="10" y="39"/>
                    </a:lnTo>
                    <a:lnTo>
                      <a:pt x="3" y="41"/>
                    </a:lnTo>
                    <a:lnTo>
                      <a:pt x="0" y="48"/>
                    </a:lnTo>
                    <a:lnTo>
                      <a:pt x="0" y="53"/>
                    </a:lnTo>
                    <a:lnTo>
                      <a:pt x="5" y="57"/>
                    </a:lnTo>
                    <a:lnTo>
                      <a:pt x="10" y="58"/>
                    </a:lnTo>
                    <a:lnTo>
                      <a:pt x="18" y="60"/>
                    </a:lnTo>
                    <a:lnTo>
                      <a:pt x="25" y="58"/>
                    </a:lnTo>
                    <a:lnTo>
                      <a:pt x="32" y="56"/>
                    </a:lnTo>
                    <a:lnTo>
                      <a:pt x="37" y="53"/>
                    </a:lnTo>
                    <a:lnTo>
                      <a:pt x="44" y="51"/>
                    </a:lnTo>
                    <a:lnTo>
                      <a:pt x="53" y="42"/>
                    </a:lnTo>
                    <a:lnTo>
                      <a:pt x="66" y="40"/>
                    </a:lnTo>
                    <a:lnTo>
                      <a:pt x="78" y="37"/>
                    </a:lnTo>
                    <a:lnTo>
                      <a:pt x="89" y="35"/>
                    </a:lnTo>
                    <a:lnTo>
                      <a:pt x="96" y="32"/>
                    </a:lnTo>
                    <a:lnTo>
                      <a:pt x="102" y="31"/>
                    </a:lnTo>
                    <a:lnTo>
                      <a:pt x="108" y="29"/>
                    </a:lnTo>
                    <a:lnTo>
                      <a:pt x="114" y="27"/>
                    </a:lnTo>
                    <a:lnTo>
                      <a:pt x="119" y="25"/>
                    </a:lnTo>
                    <a:lnTo>
                      <a:pt x="127" y="24"/>
                    </a:lnTo>
                    <a:lnTo>
                      <a:pt x="133" y="24"/>
                    </a:lnTo>
                    <a:lnTo>
                      <a:pt x="140" y="24"/>
                    </a:lnTo>
                    <a:lnTo>
                      <a:pt x="195" y="24"/>
                    </a:lnTo>
                    <a:lnTo>
                      <a:pt x="201" y="22"/>
                    </a:lnTo>
                    <a:lnTo>
                      <a:pt x="208" y="22"/>
                    </a:lnTo>
                    <a:lnTo>
                      <a:pt x="216" y="22"/>
                    </a:lnTo>
                    <a:lnTo>
                      <a:pt x="224" y="22"/>
                    </a:lnTo>
                    <a:lnTo>
                      <a:pt x="232" y="22"/>
                    </a:lnTo>
                    <a:lnTo>
                      <a:pt x="239" y="22"/>
                    </a:lnTo>
                    <a:lnTo>
                      <a:pt x="247" y="22"/>
                    </a:lnTo>
                    <a:lnTo>
                      <a:pt x="254" y="26"/>
                    </a:lnTo>
                    <a:lnTo>
                      <a:pt x="270" y="29"/>
                    </a:lnTo>
                    <a:lnTo>
                      <a:pt x="289" y="31"/>
                    </a:lnTo>
                    <a:lnTo>
                      <a:pt x="307" y="34"/>
                    </a:lnTo>
                    <a:lnTo>
                      <a:pt x="326" y="36"/>
                    </a:lnTo>
                    <a:lnTo>
                      <a:pt x="345" y="36"/>
                    </a:lnTo>
                    <a:lnTo>
                      <a:pt x="363" y="37"/>
                    </a:lnTo>
                    <a:lnTo>
                      <a:pt x="381" y="37"/>
                    </a:lnTo>
                    <a:lnTo>
                      <a:pt x="399" y="39"/>
                    </a:lnTo>
                    <a:lnTo>
                      <a:pt x="399" y="40"/>
                    </a:lnTo>
                    <a:lnTo>
                      <a:pt x="405" y="41"/>
                    </a:lnTo>
                    <a:lnTo>
                      <a:pt x="414" y="44"/>
                    </a:lnTo>
                    <a:lnTo>
                      <a:pt x="423" y="45"/>
                    </a:lnTo>
                    <a:lnTo>
                      <a:pt x="434" y="46"/>
                    </a:lnTo>
                    <a:lnTo>
                      <a:pt x="444" y="46"/>
                    </a:lnTo>
                    <a:lnTo>
                      <a:pt x="455" y="47"/>
                    </a:lnTo>
                    <a:lnTo>
                      <a:pt x="464" y="47"/>
                    </a:lnTo>
                    <a:lnTo>
                      <a:pt x="472" y="48"/>
                    </a:lnTo>
                    <a:lnTo>
                      <a:pt x="475" y="52"/>
                    </a:lnTo>
                    <a:lnTo>
                      <a:pt x="481" y="5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4" name="Freeform 424">
                <a:extLst>
                  <a:ext uri="{FF2B5EF4-FFF2-40B4-BE49-F238E27FC236}">
                    <a16:creationId xmlns:a16="http://schemas.microsoft.com/office/drawing/2014/main" id="{875151CC-9ED8-2A8A-7B3F-544F80784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" y="1486"/>
                <a:ext cx="68" cy="11"/>
              </a:xfrm>
              <a:custGeom>
                <a:avLst/>
                <a:gdLst>
                  <a:gd name="T0" fmla="*/ 0 w 341"/>
                  <a:gd name="T1" fmla="*/ 0 h 57"/>
                  <a:gd name="T2" fmla="*/ 0 w 341"/>
                  <a:gd name="T3" fmla="*/ 0 h 57"/>
                  <a:gd name="T4" fmla="*/ 0 w 341"/>
                  <a:gd name="T5" fmla="*/ 0 h 57"/>
                  <a:gd name="T6" fmla="*/ 0 w 341"/>
                  <a:gd name="T7" fmla="*/ 0 h 57"/>
                  <a:gd name="T8" fmla="*/ 0 w 341"/>
                  <a:gd name="T9" fmla="*/ 0 h 57"/>
                  <a:gd name="T10" fmla="*/ 0 w 341"/>
                  <a:gd name="T11" fmla="*/ 0 h 57"/>
                  <a:gd name="T12" fmla="*/ 0 w 341"/>
                  <a:gd name="T13" fmla="*/ 0 h 57"/>
                  <a:gd name="T14" fmla="*/ 0 w 341"/>
                  <a:gd name="T15" fmla="*/ 0 h 57"/>
                  <a:gd name="T16" fmla="*/ 0 w 341"/>
                  <a:gd name="T17" fmla="*/ 0 h 57"/>
                  <a:gd name="T18" fmla="*/ 0 w 341"/>
                  <a:gd name="T19" fmla="*/ 0 h 57"/>
                  <a:gd name="T20" fmla="*/ 0 w 341"/>
                  <a:gd name="T21" fmla="*/ 0 h 57"/>
                  <a:gd name="T22" fmla="*/ 0 w 341"/>
                  <a:gd name="T23" fmla="*/ 0 h 57"/>
                  <a:gd name="T24" fmla="*/ 0 w 341"/>
                  <a:gd name="T25" fmla="*/ 0 h 57"/>
                  <a:gd name="T26" fmla="*/ 0 w 341"/>
                  <a:gd name="T27" fmla="*/ 0 h 57"/>
                  <a:gd name="T28" fmla="*/ 0 w 341"/>
                  <a:gd name="T29" fmla="*/ 0 h 57"/>
                  <a:gd name="T30" fmla="*/ 0 w 341"/>
                  <a:gd name="T31" fmla="*/ 0 h 57"/>
                  <a:gd name="T32" fmla="*/ 0 w 341"/>
                  <a:gd name="T33" fmla="*/ 0 h 57"/>
                  <a:gd name="T34" fmla="*/ 0 w 341"/>
                  <a:gd name="T35" fmla="*/ 0 h 57"/>
                  <a:gd name="T36" fmla="*/ 0 w 341"/>
                  <a:gd name="T37" fmla="*/ 0 h 57"/>
                  <a:gd name="T38" fmla="*/ 0 w 341"/>
                  <a:gd name="T39" fmla="*/ 0 h 57"/>
                  <a:gd name="T40" fmla="*/ 0 w 341"/>
                  <a:gd name="T41" fmla="*/ 0 h 57"/>
                  <a:gd name="T42" fmla="*/ 0 w 341"/>
                  <a:gd name="T43" fmla="*/ 0 h 57"/>
                  <a:gd name="T44" fmla="*/ 0 w 341"/>
                  <a:gd name="T45" fmla="*/ 0 h 57"/>
                  <a:gd name="T46" fmla="*/ 0 w 341"/>
                  <a:gd name="T47" fmla="*/ 0 h 57"/>
                  <a:gd name="T48" fmla="*/ 0 w 341"/>
                  <a:gd name="T49" fmla="*/ 0 h 57"/>
                  <a:gd name="T50" fmla="*/ 0 w 341"/>
                  <a:gd name="T51" fmla="*/ 0 h 57"/>
                  <a:gd name="T52" fmla="*/ 0 w 341"/>
                  <a:gd name="T53" fmla="*/ 0 h 57"/>
                  <a:gd name="T54" fmla="*/ 0 w 341"/>
                  <a:gd name="T55" fmla="*/ 0 h 57"/>
                  <a:gd name="T56" fmla="*/ 0 w 341"/>
                  <a:gd name="T57" fmla="*/ 0 h 57"/>
                  <a:gd name="T58" fmla="*/ 0 w 341"/>
                  <a:gd name="T59" fmla="*/ 0 h 57"/>
                  <a:gd name="T60" fmla="*/ 0 w 341"/>
                  <a:gd name="T61" fmla="*/ 0 h 57"/>
                  <a:gd name="T62" fmla="*/ 0 w 341"/>
                  <a:gd name="T63" fmla="*/ 0 h 57"/>
                  <a:gd name="T64" fmla="*/ 0 w 341"/>
                  <a:gd name="T65" fmla="*/ 0 h 57"/>
                  <a:gd name="T66" fmla="*/ 0 w 341"/>
                  <a:gd name="T67" fmla="*/ 0 h 57"/>
                  <a:gd name="T68" fmla="*/ 0 w 341"/>
                  <a:gd name="T69" fmla="*/ 0 h 57"/>
                  <a:gd name="T70" fmla="*/ 0 w 341"/>
                  <a:gd name="T71" fmla="*/ 0 h 57"/>
                  <a:gd name="T72" fmla="*/ 0 w 341"/>
                  <a:gd name="T73" fmla="*/ 0 h 57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341"/>
                  <a:gd name="T112" fmla="*/ 0 h 57"/>
                  <a:gd name="T113" fmla="*/ 341 w 341"/>
                  <a:gd name="T114" fmla="*/ 57 h 57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341" h="57">
                    <a:moveTo>
                      <a:pt x="11" y="48"/>
                    </a:moveTo>
                    <a:lnTo>
                      <a:pt x="13" y="47"/>
                    </a:lnTo>
                    <a:lnTo>
                      <a:pt x="16" y="47"/>
                    </a:lnTo>
                    <a:lnTo>
                      <a:pt x="23" y="42"/>
                    </a:lnTo>
                    <a:lnTo>
                      <a:pt x="30" y="38"/>
                    </a:lnTo>
                    <a:lnTo>
                      <a:pt x="37" y="36"/>
                    </a:lnTo>
                    <a:lnTo>
                      <a:pt x="46" y="35"/>
                    </a:lnTo>
                    <a:lnTo>
                      <a:pt x="55" y="30"/>
                    </a:lnTo>
                    <a:lnTo>
                      <a:pt x="66" y="30"/>
                    </a:lnTo>
                    <a:lnTo>
                      <a:pt x="77" y="30"/>
                    </a:lnTo>
                    <a:lnTo>
                      <a:pt x="89" y="32"/>
                    </a:lnTo>
                    <a:lnTo>
                      <a:pt x="101" y="32"/>
                    </a:lnTo>
                    <a:lnTo>
                      <a:pt x="112" y="32"/>
                    </a:lnTo>
                    <a:lnTo>
                      <a:pt x="122" y="31"/>
                    </a:lnTo>
                    <a:lnTo>
                      <a:pt x="133" y="27"/>
                    </a:lnTo>
                    <a:lnTo>
                      <a:pt x="141" y="27"/>
                    </a:lnTo>
                    <a:lnTo>
                      <a:pt x="150" y="27"/>
                    </a:lnTo>
                    <a:lnTo>
                      <a:pt x="156" y="26"/>
                    </a:lnTo>
                    <a:lnTo>
                      <a:pt x="161" y="22"/>
                    </a:lnTo>
                    <a:lnTo>
                      <a:pt x="174" y="22"/>
                    </a:lnTo>
                    <a:lnTo>
                      <a:pt x="186" y="25"/>
                    </a:lnTo>
                    <a:lnTo>
                      <a:pt x="198" y="26"/>
                    </a:lnTo>
                    <a:lnTo>
                      <a:pt x="212" y="27"/>
                    </a:lnTo>
                    <a:lnTo>
                      <a:pt x="220" y="31"/>
                    </a:lnTo>
                    <a:lnTo>
                      <a:pt x="229" y="36"/>
                    </a:lnTo>
                    <a:lnTo>
                      <a:pt x="238" y="38"/>
                    </a:lnTo>
                    <a:lnTo>
                      <a:pt x="248" y="41"/>
                    </a:lnTo>
                    <a:lnTo>
                      <a:pt x="258" y="41"/>
                    </a:lnTo>
                    <a:lnTo>
                      <a:pt x="268" y="42"/>
                    </a:lnTo>
                    <a:lnTo>
                      <a:pt x="278" y="42"/>
                    </a:lnTo>
                    <a:lnTo>
                      <a:pt x="289" y="43"/>
                    </a:lnTo>
                    <a:lnTo>
                      <a:pt x="295" y="47"/>
                    </a:lnTo>
                    <a:lnTo>
                      <a:pt x="305" y="48"/>
                    </a:lnTo>
                    <a:lnTo>
                      <a:pt x="315" y="50"/>
                    </a:lnTo>
                    <a:lnTo>
                      <a:pt x="325" y="56"/>
                    </a:lnTo>
                    <a:lnTo>
                      <a:pt x="332" y="57"/>
                    </a:lnTo>
                    <a:lnTo>
                      <a:pt x="340" y="55"/>
                    </a:lnTo>
                    <a:lnTo>
                      <a:pt x="341" y="48"/>
                    </a:lnTo>
                    <a:lnTo>
                      <a:pt x="340" y="42"/>
                    </a:lnTo>
                    <a:lnTo>
                      <a:pt x="331" y="33"/>
                    </a:lnTo>
                    <a:lnTo>
                      <a:pt x="324" y="29"/>
                    </a:lnTo>
                    <a:lnTo>
                      <a:pt x="315" y="26"/>
                    </a:lnTo>
                    <a:lnTo>
                      <a:pt x="305" y="27"/>
                    </a:lnTo>
                    <a:lnTo>
                      <a:pt x="295" y="22"/>
                    </a:lnTo>
                    <a:lnTo>
                      <a:pt x="283" y="22"/>
                    </a:lnTo>
                    <a:lnTo>
                      <a:pt x="269" y="24"/>
                    </a:lnTo>
                    <a:lnTo>
                      <a:pt x="259" y="24"/>
                    </a:lnTo>
                    <a:lnTo>
                      <a:pt x="247" y="19"/>
                    </a:lnTo>
                    <a:lnTo>
                      <a:pt x="232" y="14"/>
                    </a:lnTo>
                    <a:lnTo>
                      <a:pt x="215" y="9"/>
                    </a:lnTo>
                    <a:lnTo>
                      <a:pt x="198" y="5"/>
                    </a:lnTo>
                    <a:lnTo>
                      <a:pt x="180" y="1"/>
                    </a:lnTo>
                    <a:lnTo>
                      <a:pt x="165" y="0"/>
                    </a:lnTo>
                    <a:lnTo>
                      <a:pt x="153" y="1"/>
                    </a:lnTo>
                    <a:lnTo>
                      <a:pt x="145" y="7"/>
                    </a:lnTo>
                    <a:lnTo>
                      <a:pt x="137" y="7"/>
                    </a:lnTo>
                    <a:lnTo>
                      <a:pt x="132" y="9"/>
                    </a:lnTo>
                    <a:lnTo>
                      <a:pt x="125" y="10"/>
                    </a:lnTo>
                    <a:lnTo>
                      <a:pt x="119" y="14"/>
                    </a:lnTo>
                    <a:lnTo>
                      <a:pt x="114" y="14"/>
                    </a:lnTo>
                    <a:lnTo>
                      <a:pt x="108" y="14"/>
                    </a:lnTo>
                    <a:lnTo>
                      <a:pt x="101" y="14"/>
                    </a:lnTo>
                    <a:lnTo>
                      <a:pt x="97" y="14"/>
                    </a:lnTo>
                    <a:lnTo>
                      <a:pt x="82" y="14"/>
                    </a:lnTo>
                    <a:lnTo>
                      <a:pt x="71" y="14"/>
                    </a:lnTo>
                    <a:lnTo>
                      <a:pt x="58" y="14"/>
                    </a:lnTo>
                    <a:lnTo>
                      <a:pt x="49" y="15"/>
                    </a:lnTo>
                    <a:lnTo>
                      <a:pt x="37" y="16"/>
                    </a:lnTo>
                    <a:lnTo>
                      <a:pt x="28" y="20"/>
                    </a:lnTo>
                    <a:lnTo>
                      <a:pt x="15" y="24"/>
                    </a:lnTo>
                    <a:lnTo>
                      <a:pt x="4" y="30"/>
                    </a:lnTo>
                    <a:lnTo>
                      <a:pt x="0" y="33"/>
                    </a:lnTo>
                    <a:lnTo>
                      <a:pt x="0" y="41"/>
                    </a:lnTo>
                    <a:lnTo>
                      <a:pt x="4" y="46"/>
                    </a:lnTo>
                    <a:lnTo>
                      <a:pt x="11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5" name="Freeform 425">
                <a:extLst>
                  <a:ext uri="{FF2B5EF4-FFF2-40B4-BE49-F238E27FC236}">
                    <a16:creationId xmlns:a16="http://schemas.microsoft.com/office/drawing/2014/main" id="{8DBD23A2-7401-561C-A0E3-BD52C5A34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1" y="1481"/>
                <a:ext cx="68" cy="12"/>
              </a:xfrm>
              <a:custGeom>
                <a:avLst/>
                <a:gdLst>
                  <a:gd name="T0" fmla="*/ 0 w 342"/>
                  <a:gd name="T1" fmla="*/ 0 h 57"/>
                  <a:gd name="T2" fmla="*/ 0 w 342"/>
                  <a:gd name="T3" fmla="*/ 0 h 57"/>
                  <a:gd name="T4" fmla="*/ 0 w 342"/>
                  <a:gd name="T5" fmla="*/ 0 h 57"/>
                  <a:gd name="T6" fmla="*/ 0 w 342"/>
                  <a:gd name="T7" fmla="*/ 0 h 57"/>
                  <a:gd name="T8" fmla="*/ 0 w 342"/>
                  <a:gd name="T9" fmla="*/ 0 h 57"/>
                  <a:gd name="T10" fmla="*/ 0 w 342"/>
                  <a:gd name="T11" fmla="*/ 0 h 57"/>
                  <a:gd name="T12" fmla="*/ 0 w 342"/>
                  <a:gd name="T13" fmla="*/ 0 h 57"/>
                  <a:gd name="T14" fmla="*/ 0 w 342"/>
                  <a:gd name="T15" fmla="*/ 0 h 57"/>
                  <a:gd name="T16" fmla="*/ 0 w 342"/>
                  <a:gd name="T17" fmla="*/ 0 h 57"/>
                  <a:gd name="T18" fmla="*/ 0 w 342"/>
                  <a:gd name="T19" fmla="*/ 0 h 57"/>
                  <a:gd name="T20" fmla="*/ 0 w 342"/>
                  <a:gd name="T21" fmla="*/ 0 h 57"/>
                  <a:gd name="T22" fmla="*/ 0 w 342"/>
                  <a:gd name="T23" fmla="*/ 0 h 57"/>
                  <a:gd name="T24" fmla="*/ 0 w 342"/>
                  <a:gd name="T25" fmla="*/ 0 h 57"/>
                  <a:gd name="T26" fmla="*/ 0 w 342"/>
                  <a:gd name="T27" fmla="*/ 0 h 57"/>
                  <a:gd name="T28" fmla="*/ 0 w 342"/>
                  <a:gd name="T29" fmla="*/ 0 h 57"/>
                  <a:gd name="T30" fmla="*/ 0 w 342"/>
                  <a:gd name="T31" fmla="*/ 0 h 57"/>
                  <a:gd name="T32" fmla="*/ 0 w 342"/>
                  <a:gd name="T33" fmla="*/ 0 h 57"/>
                  <a:gd name="T34" fmla="*/ 0 w 342"/>
                  <a:gd name="T35" fmla="*/ 0 h 57"/>
                  <a:gd name="T36" fmla="*/ 0 w 342"/>
                  <a:gd name="T37" fmla="*/ 0 h 57"/>
                  <a:gd name="T38" fmla="*/ 0 w 342"/>
                  <a:gd name="T39" fmla="*/ 0 h 57"/>
                  <a:gd name="T40" fmla="*/ 0 w 342"/>
                  <a:gd name="T41" fmla="*/ 0 h 57"/>
                  <a:gd name="T42" fmla="*/ 0 w 342"/>
                  <a:gd name="T43" fmla="*/ 0 h 57"/>
                  <a:gd name="T44" fmla="*/ 0 w 342"/>
                  <a:gd name="T45" fmla="*/ 0 h 57"/>
                  <a:gd name="T46" fmla="*/ 0 w 342"/>
                  <a:gd name="T47" fmla="*/ 0 h 57"/>
                  <a:gd name="T48" fmla="*/ 0 w 342"/>
                  <a:gd name="T49" fmla="*/ 0 h 57"/>
                  <a:gd name="T50" fmla="*/ 0 w 342"/>
                  <a:gd name="T51" fmla="*/ 0 h 57"/>
                  <a:gd name="T52" fmla="*/ 0 w 342"/>
                  <a:gd name="T53" fmla="*/ 0 h 57"/>
                  <a:gd name="T54" fmla="*/ 0 w 342"/>
                  <a:gd name="T55" fmla="*/ 0 h 57"/>
                  <a:gd name="T56" fmla="*/ 0 w 342"/>
                  <a:gd name="T57" fmla="*/ 0 h 57"/>
                  <a:gd name="T58" fmla="*/ 0 w 342"/>
                  <a:gd name="T59" fmla="*/ 0 h 57"/>
                  <a:gd name="T60" fmla="*/ 0 w 342"/>
                  <a:gd name="T61" fmla="*/ 0 h 57"/>
                  <a:gd name="T62" fmla="*/ 0 w 342"/>
                  <a:gd name="T63" fmla="*/ 0 h 57"/>
                  <a:gd name="T64" fmla="*/ 0 w 342"/>
                  <a:gd name="T65" fmla="*/ 0 h 57"/>
                  <a:gd name="T66" fmla="*/ 0 w 342"/>
                  <a:gd name="T67" fmla="*/ 0 h 57"/>
                  <a:gd name="T68" fmla="*/ 0 w 342"/>
                  <a:gd name="T69" fmla="*/ 0 h 57"/>
                  <a:gd name="T70" fmla="*/ 0 w 342"/>
                  <a:gd name="T71" fmla="*/ 0 h 57"/>
                  <a:gd name="T72" fmla="*/ 0 w 342"/>
                  <a:gd name="T73" fmla="*/ 0 h 57"/>
                  <a:gd name="T74" fmla="*/ 0 w 342"/>
                  <a:gd name="T75" fmla="*/ 0 h 57"/>
                  <a:gd name="T76" fmla="*/ 0 w 342"/>
                  <a:gd name="T77" fmla="*/ 0 h 57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342"/>
                  <a:gd name="T118" fmla="*/ 0 h 57"/>
                  <a:gd name="T119" fmla="*/ 342 w 342"/>
                  <a:gd name="T120" fmla="*/ 57 h 57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342" h="57">
                    <a:moveTo>
                      <a:pt x="10" y="48"/>
                    </a:moveTo>
                    <a:lnTo>
                      <a:pt x="12" y="47"/>
                    </a:lnTo>
                    <a:lnTo>
                      <a:pt x="16" y="47"/>
                    </a:lnTo>
                    <a:lnTo>
                      <a:pt x="22" y="42"/>
                    </a:lnTo>
                    <a:lnTo>
                      <a:pt x="30" y="40"/>
                    </a:lnTo>
                    <a:lnTo>
                      <a:pt x="30" y="38"/>
                    </a:lnTo>
                    <a:lnTo>
                      <a:pt x="37" y="37"/>
                    </a:lnTo>
                    <a:lnTo>
                      <a:pt x="46" y="35"/>
                    </a:lnTo>
                    <a:lnTo>
                      <a:pt x="55" y="31"/>
                    </a:lnTo>
                    <a:lnTo>
                      <a:pt x="66" y="31"/>
                    </a:lnTo>
                    <a:lnTo>
                      <a:pt x="77" y="31"/>
                    </a:lnTo>
                    <a:lnTo>
                      <a:pt x="89" y="32"/>
                    </a:lnTo>
                    <a:lnTo>
                      <a:pt x="100" y="32"/>
                    </a:lnTo>
                    <a:lnTo>
                      <a:pt x="113" y="32"/>
                    </a:lnTo>
                    <a:lnTo>
                      <a:pt x="123" y="31"/>
                    </a:lnTo>
                    <a:lnTo>
                      <a:pt x="134" y="28"/>
                    </a:lnTo>
                    <a:lnTo>
                      <a:pt x="131" y="27"/>
                    </a:lnTo>
                    <a:lnTo>
                      <a:pt x="140" y="27"/>
                    </a:lnTo>
                    <a:lnTo>
                      <a:pt x="149" y="27"/>
                    </a:lnTo>
                    <a:lnTo>
                      <a:pt x="155" y="26"/>
                    </a:lnTo>
                    <a:lnTo>
                      <a:pt x="160" y="22"/>
                    </a:lnTo>
                    <a:lnTo>
                      <a:pt x="166" y="22"/>
                    </a:lnTo>
                    <a:lnTo>
                      <a:pt x="174" y="22"/>
                    </a:lnTo>
                    <a:lnTo>
                      <a:pt x="180" y="24"/>
                    </a:lnTo>
                    <a:lnTo>
                      <a:pt x="186" y="25"/>
                    </a:lnTo>
                    <a:lnTo>
                      <a:pt x="198" y="26"/>
                    </a:lnTo>
                    <a:lnTo>
                      <a:pt x="212" y="27"/>
                    </a:lnTo>
                    <a:lnTo>
                      <a:pt x="219" y="31"/>
                    </a:lnTo>
                    <a:lnTo>
                      <a:pt x="229" y="35"/>
                    </a:lnTo>
                    <a:lnTo>
                      <a:pt x="238" y="37"/>
                    </a:lnTo>
                    <a:lnTo>
                      <a:pt x="248" y="40"/>
                    </a:lnTo>
                    <a:lnTo>
                      <a:pt x="258" y="41"/>
                    </a:lnTo>
                    <a:lnTo>
                      <a:pt x="268" y="42"/>
                    </a:lnTo>
                    <a:lnTo>
                      <a:pt x="278" y="42"/>
                    </a:lnTo>
                    <a:lnTo>
                      <a:pt x="289" y="43"/>
                    </a:lnTo>
                    <a:lnTo>
                      <a:pt x="295" y="48"/>
                    </a:lnTo>
                    <a:lnTo>
                      <a:pt x="305" y="50"/>
                    </a:lnTo>
                    <a:lnTo>
                      <a:pt x="315" y="50"/>
                    </a:lnTo>
                    <a:lnTo>
                      <a:pt x="325" y="56"/>
                    </a:lnTo>
                    <a:lnTo>
                      <a:pt x="332" y="57"/>
                    </a:lnTo>
                    <a:lnTo>
                      <a:pt x="340" y="54"/>
                    </a:lnTo>
                    <a:lnTo>
                      <a:pt x="342" y="47"/>
                    </a:lnTo>
                    <a:lnTo>
                      <a:pt x="340" y="41"/>
                    </a:lnTo>
                    <a:lnTo>
                      <a:pt x="331" y="32"/>
                    </a:lnTo>
                    <a:lnTo>
                      <a:pt x="323" y="28"/>
                    </a:lnTo>
                    <a:lnTo>
                      <a:pt x="315" y="27"/>
                    </a:lnTo>
                    <a:lnTo>
                      <a:pt x="305" y="28"/>
                    </a:lnTo>
                    <a:lnTo>
                      <a:pt x="295" y="22"/>
                    </a:lnTo>
                    <a:lnTo>
                      <a:pt x="283" y="22"/>
                    </a:lnTo>
                    <a:lnTo>
                      <a:pt x="269" y="24"/>
                    </a:lnTo>
                    <a:lnTo>
                      <a:pt x="259" y="24"/>
                    </a:lnTo>
                    <a:lnTo>
                      <a:pt x="247" y="19"/>
                    </a:lnTo>
                    <a:lnTo>
                      <a:pt x="232" y="14"/>
                    </a:lnTo>
                    <a:lnTo>
                      <a:pt x="214" y="7"/>
                    </a:lnTo>
                    <a:lnTo>
                      <a:pt x="197" y="4"/>
                    </a:lnTo>
                    <a:lnTo>
                      <a:pt x="179" y="0"/>
                    </a:lnTo>
                    <a:lnTo>
                      <a:pt x="164" y="0"/>
                    </a:lnTo>
                    <a:lnTo>
                      <a:pt x="151" y="1"/>
                    </a:lnTo>
                    <a:lnTo>
                      <a:pt x="144" y="7"/>
                    </a:lnTo>
                    <a:lnTo>
                      <a:pt x="136" y="7"/>
                    </a:lnTo>
                    <a:lnTo>
                      <a:pt x="131" y="9"/>
                    </a:lnTo>
                    <a:lnTo>
                      <a:pt x="126" y="10"/>
                    </a:lnTo>
                    <a:lnTo>
                      <a:pt x="119" y="12"/>
                    </a:lnTo>
                    <a:lnTo>
                      <a:pt x="114" y="12"/>
                    </a:lnTo>
                    <a:lnTo>
                      <a:pt x="108" y="12"/>
                    </a:lnTo>
                    <a:lnTo>
                      <a:pt x="100" y="12"/>
                    </a:lnTo>
                    <a:lnTo>
                      <a:pt x="97" y="12"/>
                    </a:lnTo>
                    <a:lnTo>
                      <a:pt x="82" y="12"/>
                    </a:lnTo>
                    <a:lnTo>
                      <a:pt x="69" y="12"/>
                    </a:lnTo>
                    <a:lnTo>
                      <a:pt x="58" y="12"/>
                    </a:lnTo>
                    <a:lnTo>
                      <a:pt x="48" y="14"/>
                    </a:lnTo>
                    <a:lnTo>
                      <a:pt x="37" y="15"/>
                    </a:lnTo>
                    <a:lnTo>
                      <a:pt x="27" y="19"/>
                    </a:lnTo>
                    <a:lnTo>
                      <a:pt x="15" y="24"/>
                    </a:lnTo>
                    <a:lnTo>
                      <a:pt x="4" y="31"/>
                    </a:lnTo>
                    <a:lnTo>
                      <a:pt x="0" y="35"/>
                    </a:lnTo>
                    <a:lnTo>
                      <a:pt x="0" y="41"/>
                    </a:lnTo>
                    <a:lnTo>
                      <a:pt x="3" y="46"/>
                    </a:lnTo>
                    <a:lnTo>
                      <a:pt x="10" y="4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6" name="Freeform 426">
                <a:extLst>
                  <a:ext uri="{FF2B5EF4-FFF2-40B4-BE49-F238E27FC236}">
                    <a16:creationId xmlns:a16="http://schemas.microsoft.com/office/drawing/2014/main" id="{6C393FE9-64F2-94ED-7C35-E3C9DBA8A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2" y="1497"/>
                <a:ext cx="39" cy="8"/>
              </a:xfrm>
              <a:custGeom>
                <a:avLst/>
                <a:gdLst>
                  <a:gd name="T0" fmla="*/ 0 w 195"/>
                  <a:gd name="T1" fmla="*/ 0 h 44"/>
                  <a:gd name="T2" fmla="*/ 0 w 195"/>
                  <a:gd name="T3" fmla="*/ 0 h 44"/>
                  <a:gd name="T4" fmla="*/ 0 w 195"/>
                  <a:gd name="T5" fmla="*/ 0 h 44"/>
                  <a:gd name="T6" fmla="*/ 0 w 195"/>
                  <a:gd name="T7" fmla="*/ 0 h 44"/>
                  <a:gd name="T8" fmla="*/ 0 w 195"/>
                  <a:gd name="T9" fmla="*/ 0 h 44"/>
                  <a:gd name="T10" fmla="*/ 0 w 195"/>
                  <a:gd name="T11" fmla="*/ 0 h 44"/>
                  <a:gd name="T12" fmla="*/ 0 w 195"/>
                  <a:gd name="T13" fmla="*/ 0 h 44"/>
                  <a:gd name="T14" fmla="*/ 0 w 195"/>
                  <a:gd name="T15" fmla="*/ 0 h 44"/>
                  <a:gd name="T16" fmla="*/ 0 w 195"/>
                  <a:gd name="T17" fmla="*/ 0 h 44"/>
                  <a:gd name="T18" fmla="*/ 0 w 195"/>
                  <a:gd name="T19" fmla="*/ 0 h 44"/>
                  <a:gd name="T20" fmla="*/ 0 w 195"/>
                  <a:gd name="T21" fmla="*/ 0 h 44"/>
                  <a:gd name="T22" fmla="*/ 0 w 195"/>
                  <a:gd name="T23" fmla="*/ 0 h 44"/>
                  <a:gd name="T24" fmla="*/ 0 w 195"/>
                  <a:gd name="T25" fmla="*/ 0 h 44"/>
                  <a:gd name="T26" fmla="*/ 0 w 195"/>
                  <a:gd name="T27" fmla="*/ 0 h 44"/>
                  <a:gd name="T28" fmla="*/ 0 w 195"/>
                  <a:gd name="T29" fmla="*/ 0 h 44"/>
                  <a:gd name="T30" fmla="*/ 0 w 195"/>
                  <a:gd name="T31" fmla="*/ 0 h 44"/>
                  <a:gd name="T32" fmla="*/ 0 w 195"/>
                  <a:gd name="T33" fmla="*/ 0 h 44"/>
                  <a:gd name="T34" fmla="*/ 0 w 195"/>
                  <a:gd name="T35" fmla="*/ 0 h 44"/>
                  <a:gd name="T36" fmla="*/ 0 w 195"/>
                  <a:gd name="T37" fmla="*/ 0 h 44"/>
                  <a:gd name="T38" fmla="*/ 0 w 195"/>
                  <a:gd name="T39" fmla="*/ 0 h 44"/>
                  <a:gd name="T40" fmla="*/ 0 w 195"/>
                  <a:gd name="T41" fmla="*/ 0 h 44"/>
                  <a:gd name="T42" fmla="*/ 0 w 195"/>
                  <a:gd name="T43" fmla="*/ 0 h 44"/>
                  <a:gd name="T44" fmla="*/ 0 w 195"/>
                  <a:gd name="T45" fmla="*/ 0 h 44"/>
                  <a:gd name="T46" fmla="*/ 0 w 195"/>
                  <a:gd name="T47" fmla="*/ 0 h 44"/>
                  <a:gd name="T48" fmla="*/ 0 w 195"/>
                  <a:gd name="T49" fmla="*/ 0 h 44"/>
                  <a:gd name="T50" fmla="*/ 0 w 195"/>
                  <a:gd name="T51" fmla="*/ 0 h 44"/>
                  <a:gd name="T52" fmla="*/ 0 w 195"/>
                  <a:gd name="T53" fmla="*/ 0 h 44"/>
                  <a:gd name="T54" fmla="*/ 0 w 195"/>
                  <a:gd name="T55" fmla="*/ 0 h 44"/>
                  <a:gd name="T56" fmla="*/ 0 w 195"/>
                  <a:gd name="T57" fmla="*/ 0 h 44"/>
                  <a:gd name="T58" fmla="*/ 0 w 195"/>
                  <a:gd name="T59" fmla="*/ 0 h 44"/>
                  <a:gd name="T60" fmla="*/ 0 w 195"/>
                  <a:gd name="T61" fmla="*/ 0 h 44"/>
                  <a:gd name="T62" fmla="*/ 0 w 195"/>
                  <a:gd name="T63" fmla="*/ 0 h 44"/>
                  <a:gd name="T64" fmla="*/ 0 w 195"/>
                  <a:gd name="T65" fmla="*/ 0 h 44"/>
                  <a:gd name="T66" fmla="*/ 0 w 195"/>
                  <a:gd name="T67" fmla="*/ 0 h 44"/>
                  <a:gd name="T68" fmla="*/ 0 w 195"/>
                  <a:gd name="T69" fmla="*/ 0 h 44"/>
                  <a:gd name="T70" fmla="*/ 0 w 195"/>
                  <a:gd name="T71" fmla="*/ 0 h 44"/>
                  <a:gd name="T72" fmla="*/ 0 w 195"/>
                  <a:gd name="T73" fmla="*/ 0 h 44"/>
                  <a:gd name="T74" fmla="*/ 0 w 195"/>
                  <a:gd name="T75" fmla="*/ 0 h 44"/>
                  <a:gd name="T76" fmla="*/ 0 w 195"/>
                  <a:gd name="T77" fmla="*/ 0 h 44"/>
                  <a:gd name="T78" fmla="*/ 0 w 195"/>
                  <a:gd name="T79" fmla="*/ 0 h 44"/>
                  <a:gd name="T80" fmla="*/ 0 w 195"/>
                  <a:gd name="T81" fmla="*/ 0 h 44"/>
                  <a:gd name="T82" fmla="*/ 0 w 195"/>
                  <a:gd name="T83" fmla="*/ 0 h 44"/>
                  <a:gd name="T84" fmla="*/ 0 w 195"/>
                  <a:gd name="T85" fmla="*/ 0 h 44"/>
                  <a:gd name="T86" fmla="*/ 0 w 195"/>
                  <a:gd name="T87" fmla="*/ 0 h 44"/>
                  <a:gd name="T88" fmla="*/ 0 w 195"/>
                  <a:gd name="T89" fmla="*/ 0 h 44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5"/>
                  <a:gd name="T136" fmla="*/ 0 h 44"/>
                  <a:gd name="T137" fmla="*/ 195 w 195"/>
                  <a:gd name="T138" fmla="*/ 44 h 44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5" h="44">
                    <a:moveTo>
                      <a:pt x="9" y="44"/>
                    </a:moveTo>
                    <a:lnTo>
                      <a:pt x="12" y="43"/>
                    </a:lnTo>
                    <a:lnTo>
                      <a:pt x="16" y="42"/>
                    </a:lnTo>
                    <a:lnTo>
                      <a:pt x="22" y="38"/>
                    </a:lnTo>
                    <a:lnTo>
                      <a:pt x="30" y="37"/>
                    </a:lnTo>
                    <a:lnTo>
                      <a:pt x="36" y="34"/>
                    </a:lnTo>
                    <a:lnTo>
                      <a:pt x="42" y="29"/>
                    </a:lnTo>
                    <a:lnTo>
                      <a:pt x="50" y="28"/>
                    </a:lnTo>
                    <a:lnTo>
                      <a:pt x="53" y="24"/>
                    </a:lnTo>
                    <a:lnTo>
                      <a:pt x="62" y="24"/>
                    </a:lnTo>
                    <a:lnTo>
                      <a:pt x="73" y="24"/>
                    </a:lnTo>
                    <a:lnTo>
                      <a:pt x="82" y="24"/>
                    </a:lnTo>
                    <a:lnTo>
                      <a:pt x="93" y="24"/>
                    </a:lnTo>
                    <a:lnTo>
                      <a:pt x="102" y="24"/>
                    </a:lnTo>
                    <a:lnTo>
                      <a:pt x="112" y="24"/>
                    </a:lnTo>
                    <a:lnTo>
                      <a:pt x="121" y="24"/>
                    </a:lnTo>
                    <a:lnTo>
                      <a:pt x="131" y="24"/>
                    </a:lnTo>
                    <a:lnTo>
                      <a:pt x="143" y="26"/>
                    </a:lnTo>
                    <a:lnTo>
                      <a:pt x="152" y="29"/>
                    </a:lnTo>
                    <a:lnTo>
                      <a:pt x="162" y="32"/>
                    </a:lnTo>
                    <a:lnTo>
                      <a:pt x="175" y="33"/>
                    </a:lnTo>
                    <a:lnTo>
                      <a:pt x="180" y="38"/>
                    </a:lnTo>
                    <a:lnTo>
                      <a:pt x="186" y="39"/>
                    </a:lnTo>
                    <a:lnTo>
                      <a:pt x="192" y="35"/>
                    </a:lnTo>
                    <a:lnTo>
                      <a:pt x="195" y="29"/>
                    </a:lnTo>
                    <a:lnTo>
                      <a:pt x="192" y="22"/>
                    </a:lnTo>
                    <a:lnTo>
                      <a:pt x="190" y="18"/>
                    </a:lnTo>
                    <a:lnTo>
                      <a:pt x="185" y="14"/>
                    </a:lnTo>
                    <a:lnTo>
                      <a:pt x="181" y="14"/>
                    </a:lnTo>
                    <a:lnTo>
                      <a:pt x="170" y="13"/>
                    </a:lnTo>
                    <a:lnTo>
                      <a:pt x="162" y="12"/>
                    </a:lnTo>
                    <a:lnTo>
                      <a:pt x="151" y="8"/>
                    </a:lnTo>
                    <a:lnTo>
                      <a:pt x="135" y="4"/>
                    </a:lnTo>
                    <a:lnTo>
                      <a:pt x="113" y="2"/>
                    </a:lnTo>
                    <a:lnTo>
                      <a:pt x="89" y="1"/>
                    </a:lnTo>
                    <a:lnTo>
                      <a:pt x="64" y="0"/>
                    </a:lnTo>
                    <a:lnTo>
                      <a:pt x="45" y="3"/>
                    </a:lnTo>
                    <a:lnTo>
                      <a:pt x="30" y="8"/>
                    </a:lnTo>
                    <a:lnTo>
                      <a:pt x="25" y="19"/>
                    </a:lnTo>
                    <a:lnTo>
                      <a:pt x="12" y="21"/>
                    </a:lnTo>
                    <a:lnTo>
                      <a:pt x="4" y="26"/>
                    </a:lnTo>
                    <a:lnTo>
                      <a:pt x="0" y="30"/>
                    </a:lnTo>
                    <a:lnTo>
                      <a:pt x="0" y="37"/>
                    </a:lnTo>
                    <a:lnTo>
                      <a:pt x="3" y="42"/>
                    </a:lnTo>
                    <a:lnTo>
                      <a:pt x="9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7" name="Freeform 427">
                <a:extLst>
                  <a:ext uri="{FF2B5EF4-FFF2-40B4-BE49-F238E27FC236}">
                    <a16:creationId xmlns:a16="http://schemas.microsoft.com/office/drawing/2014/main" id="{CBDF2735-2443-AC90-B498-841DEFF116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6" y="1492"/>
                <a:ext cx="39" cy="9"/>
              </a:xfrm>
              <a:custGeom>
                <a:avLst/>
                <a:gdLst>
                  <a:gd name="T0" fmla="*/ 0 w 194"/>
                  <a:gd name="T1" fmla="*/ 0 h 46"/>
                  <a:gd name="T2" fmla="*/ 0 w 194"/>
                  <a:gd name="T3" fmla="*/ 0 h 46"/>
                  <a:gd name="T4" fmla="*/ 0 w 194"/>
                  <a:gd name="T5" fmla="*/ 0 h 46"/>
                  <a:gd name="T6" fmla="*/ 0 w 194"/>
                  <a:gd name="T7" fmla="*/ 0 h 46"/>
                  <a:gd name="T8" fmla="*/ 0 w 194"/>
                  <a:gd name="T9" fmla="*/ 0 h 46"/>
                  <a:gd name="T10" fmla="*/ 0 w 194"/>
                  <a:gd name="T11" fmla="*/ 0 h 46"/>
                  <a:gd name="T12" fmla="*/ 0 w 194"/>
                  <a:gd name="T13" fmla="*/ 0 h 46"/>
                  <a:gd name="T14" fmla="*/ 0 w 194"/>
                  <a:gd name="T15" fmla="*/ 0 h 46"/>
                  <a:gd name="T16" fmla="*/ 0 w 194"/>
                  <a:gd name="T17" fmla="*/ 0 h 46"/>
                  <a:gd name="T18" fmla="*/ 0 w 194"/>
                  <a:gd name="T19" fmla="*/ 0 h 46"/>
                  <a:gd name="T20" fmla="*/ 0 w 194"/>
                  <a:gd name="T21" fmla="*/ 0 h 46"/>
                  <a:gd name="T22" fmla="*/ 0 w 194"/>
                  <a:gd name="T23" fmla="*/ 0 h 46"/>
                  <a:gd name="T24" fmla="*/ 0 w 194"/>
                  <a:gd name="T25" fmla="*/ 0 h 46"/>
                  <a:gd name="T26" fmla="*/ 0 w 194"/>
                  <a:gd name="T27" fmla="*/ 0 h 46"/>
                  <a:gd name="T28" fmla="*/ 0 w 194"/>
                  <a:gd name="T29" fmla="*/ 0 h 46"/>
                  <a:gd name="T30" fmla="*/ 0 w 194"/>
                  <a:gd name="T31" fmla="*/ 0 h 46"/>
                  <a:gd name="T32" fmla="*/ 0 w 194"/>
                  <a:gd name="T33" fmla="*/ 0 h 46"/>
                  <a:gd name="T34" fmla="*/ 0 w 194"/>
                  <a:gd name="T35" fmla="*/ 0 h 46"/>
                  <a:gd name="T36" fmla="*/ 0 w 194"/>
                  <a:gd name="T37" fmla="*/ 0 h 46"/>
                  <a:gd name="T38" fmla="*/ 0 w 194"/>
                  <a:gd name="T39" fmla="*/ 0 h 46"/>
                  <a:gd name="T40" fmla="*/ 0 w 194"/>
                  <a:gd name="T41" fmla="*/ 0 h 46"/>
                  <a:gd name="T42" fmla="*/ 0 w 194"/>
                  <a:gd name="T43" fmla="*/ 0 h 46"/>
                  <a:gd name="T44" fmla="*/ 0 w 194"/>
                  <a:gd name="T45" fmla="*/ 0 h 46"/>
                  <a:gd name="T46" fmla="*/ 0 w 194"/>
                  <a:gd name="T47" fmla="*/ 0 h 46"/>
                  <a:gd name="T48" fmla="*/ 0 w 194"/>
                  <a:gd name="T49" fmla="*/ 0 h 46"/>
                  <a:gd name="T50" fmla="*/ 0 w 194"/>
                  <a:gd name="T51" fmla="*/ 0 h 46"/>
                  <a:gd name="T52" fmla="*/ 0 w 194"/>
                  <a:gd name="T53" fmla="*/ 0 h 46"/>
                  <a:gd name="T54" fmla="*/ 0 w 194"/>
                  <a:gd name="T55" fmla="*/ 0 h 46"/>
                  <a:gd name="T56" fmla="*/ 0 w 194"/>
                  <a:gd name="T57" fmla="*/ 0 h 46"/>
                  <a:gd name="T58" fmla="*/ 0 w 194"/>
                  <a:gd name="T59" fmla="*/ 0 h 46"/>
                  <a:gd name="T60" fmla="*/ 0 w 194"/>
                  <a:gd name="T61" fmla="*/ 0 h 46"/>
                  <a:gd name="T62" fmla="*/ 0 w 194"/>
                  <a:gd name="T63" fmla="*/ 0 h 46"/>
                  <a:gd name="T64" fmla="*/ 0 w 194"/>
                  <a:gd name="T65" fmla="*/ 0 h 46"/>
                  <a:gd name="T66" fmla="*/ 0 w 194"/>
                  <a:gd name="T67" fmla="*/ 0 h 46"/>
                  <a:gd name="T68" fmla="*/ 0 w 194"/>
                  <a:gd name="T69" fmla="*/ 0 h 46"/>
                  <a:gd name="T70" fmla="*/ 0 w 194"/>
                  <a:gd name="T71" fmla="*/ 0 h 46"/>
                  <a:gd name="T72" fmla="*/ 0 w 194"/>
                  <a:gd name="T73" fmla="*/ 0 h 46"/>
                  <a:gd name="T74" fmla="*/ 0 w 194"/>
                  <a:gd name="T75" fmla="*/ 0 h 46"/>
                  <a:gd name="T76" fmla="*/ 0 w 194"/>
                  <a:gd name="T77" fmla="*/ 0 h 46"/>
                  <a:gd name="T78" fmla="*/ 0 w 194"/>
                  <a:gd name="T79" fmla="*/ 0 h 46"/>
                  <a:gd name="T80" fmla="*/ 0 w 194"/>
                  <a:gd name="T81" fmla="*/ 0 h 46"/>
                  <a:gd name="T82" fmla="*/ 0 w 194"/>
                  <a:gd name="T83" fmla="*/ 0 h 46"/>
                  <a:gd name="T84" fmla="*/ 0 w 194"/>
                  <a:gd name="T85" fmla="*/ 0 h 46"/>
                  <a:gd name="T86" fmla="*/ 0 w 194"/>
                  <a:gd name="T87" fmla="*/ 0 h 46"/>
                  <a:gd name="T88" fmla="*/ 0 w 194"/>
                  <a:gd name="T89" fmla="*/ 0 h 4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w 194"/>
                  <a:gd name="T136" fmla="*/ 0 h 46"/>
                  <a:gd name="T137" fmla="*/ 194 w 194"/>
                  <a:gd name="T138" fmla="*/ 46 h 46"/>
                </a:gdLst>
                <a:ahLst/>
                <a:cxnLst>
                  <a:cxn ang="T90">
                    <a:pos x="T0" y="T1"/>
                  </a:cxn>
                  <a:cxn ang="T91">
                    <a:pos x="T2" y="T3"/>
                  </a:cxn>
                  <a:cxn ang="T92">
                    <a:pos x="T4" y="T5"/>
                  </a:cxn>
                  <a:cxn ang="T93">
                    <a:pos x="T6" y="T7"/>
                  </a:cxn>
                  <a:cxn ang="T94">
                    <a:pos x="T8" y="T9"/>
                  </a:cxn>
                  <a:cxn ang="T95">
                    <a:pos x="T10" y="T11"/>
                  </a:cxn>
                  <a:cxn ang="T96">
                    <a:pos x="T12" y="T13"/>
                  </a:cxn>
                  <a:cxn ang="T97">
                    <a:pos x="T14" y="T15"/>
                  </a:cxn>
                  <a:cxn ang="T98">
                    <a:pos x="T16" y="T17"/>
                  </a:cxn>
                  <a:cxn ang="T99">
                    <a:pos x="T18" y="T19"/>
                  </a:cxn>
                  <a:cxn ang="T100">
                    <a:pos x="T20" y="T21"/>
                  </a:cxn>
                  <a:cxn ang="T101">
                    <a:pos x="T22" y="T23"/>
                  </a:cxn>
                  <a:cxn ang="T102">
                    <a:pos x="T24" y="T25"/>
                  </a:cxn>
                  <a:cxn ang="T103">
                    <a:pos x="T26" y="T27"/>
                  </a:cxn>
                  <a:cxn ang="T104">
                    <a:pos x="T28" y="T29"/>
                  </a:cxn>
                  <a:cxn ang="T105">
                    <a:pos x="T30" y="T31"/>
                  </a:cxn>
                  <a:cxn ang="T106">
                    <a:pos x="T32" y="T33"/>
                  </a:cxn>
                  <a:cxn ang="T107">
                    <a:pos x="T34" y="T35"/>
                  </a:cxn>
                  <a:cxn ang="T108">
                    <a:pos x="T36" y="T37"/>
                  </a:cxn>
                  <a:cxn ang="T109">
                    <a:pos x="T38" y="T39"/>
                  </a:cxn>
                  <a:cxn ang="T110">
                    <a:pos x="T40" y="T41"/>
                  </a:cxn>
                  <a:cxn ang="T111">
                    <a:pos x="T42" y="T43"/>
                  </a:cxn>
                  <a:cxn ang="T112">
                    <a:pos x="T44" y="T45"/>
                  </a:cxn>
                  <a:cxn ang="T113">
                    <a:pos x="T46" y="T47"/>
                  </a:cxn>
                  <a:cxn ang="T114">
                    <a:pos x="T48" y="T49"/>
                  </a:cxn>
                  <a:cxn ang="T115">
                    <a:pos x="T50" y="T51"/>
                  </a:cxn>
                  <a:cxn ang="T116">
                    <a:pos x="T52" y="T53"/>
                  </a:cxn>
                  <a:cxn ang="T117">
                    <a:pos x="T54" y="T55"/>
                  </a:cxn>
                  <a:cxn ang="T118">
                    <a:pos x="T56" y="T57"/>
                  </a:cxn>
                  <a:cxn ang="T119">
                    <a:pos x="T58" y="T59"/>
                  </a:cxn>
                  <a:cxn ang="T120">
                    <a:pos x="T60" y="T61"/>
                  </a:cxn>
                  <a:cxn ang="T121">
                    <a:pos x="T62" y="T63"/>
                  </a:cxn>
                  <a:cxn ang="T122">
                    <a:pos x="T64" y="T65"/>
                  </a:cxn>
                  <a:cxn ang="T123">
                    <a:pos x="T66" y="T67"/>
                  </a:cxn>
                  <a:cxn ang="T124">
                    <a:pos x="T68" y="T69"/>
                  </a:cxn>
                  <a:cxn ang="T125">
                    <a:pos x="T70" y="T71"/>
                  </a:cxn>
                  <a:cxn ang="T126">
                    <a:pos x="T72" y="T73"/>
                  </a:cxn>
                  <a:cxn ang="T127">
                    <a:pos x="T74" y="T75"/>
                  </a:cxn>
                  <a:cxn ang="T128">
                    <a:pos x="T76" y="T77"/>
                  </a:cxn>
                  <a:cxn ang="T129">
                    <a:pos x="T78" y="T79"/>
                  </a:cxn>
                  <a:cxn ang="T130">
                    <a:pos x="T80" y="T81"/>
                  </a:cxn>
                  <a:cxn ang="T131">
                    <a:pos x="T82" y="T83"/>
                  </a:cxn>
                  <a:cxn ang="T132">
                    <a:pos x="T84" y="T85"/>
                  </a:cxn>
                  <a:cxn ang="T133">
                    <a:pos x="T86" y="T87"/>
                  </a:cxn>
                  <a:cxn ang="T134">
                    <a:pos x="T88" y="T89"/>
                  </a:cxn>
                </a:cxnLst>
                <a:rect l="T135" t="T136" r="T137" b="T138"/>
                <a:pathLst>
                  <a:path w="194" h="46">
                    <a:moveTo>
                      <a:pt x="10" y="46"/>
                    </a:moveTo>
                    <a:lnTo>
                      <a:pt x="12" y="45"/>
                    </a:lnTo>
                    <a:lnTo>
                      <a:pt x="16" y="44"/>
                    </a:lnTo>
                    <a:lnTo>
                      <a:pt x="22" y="40"/>
                    </a:lnTo>
                    <a:lnTo>
                      <a:pt x="30" y="39"/>
                    </a:lnTo>
                    <a:lnTo>
                      <a:pt x="37" y="36"/>
                    </a:lnTo>
                    <a:lnTo>
                      <a:pt x="45" y="30"/>
                    </a:lnTo>
                    <a:lnTo>
                      <a:pt x="48" y="29"/>
                    </a:lnTo>
                    <a:lnTo>
                      <a:pt x="53" y="25"/>
                    </a:lnTo>
                    <a:lnTo>
                      <a:pt x="62" y="25"/>
                    </a:lnTo>
                    <a:lnTo>
                      <a:pt x="73" y="25"/>
                    </a:lnTo>
                    <a:lnTo>
                      <a:pt x="82" y="25"/>
                    </a:lnTo>
                    <a:lnTo>
                      <a:pt x="93" y="25"/>
                    </a:lnTo>
                    <a:lnTo>
                      <a:pt x="102" y="25"/>
                    </a:lnTo>
                    <a:lnTo>
                      <a:pt x="111" y="25"/>
                    </a:lnTo>
                    <a:lnTo>
                      <a:pt x="121" y="25"/>
                    </a:lnTo>
                    <a:lnTo>
                      <a:pt x="131" y="25"/>
                    </a:lnTo>
                    <a:lnTo>
                      <a:pt x="142" y="26"/>
                    </a:lnTo>
                    <a:lnTo>
                      <a:pt x="152" y="30"/>
                    </a:lnTo>
                    <a:lnTo>
                      <a:pt x="162" y="34"/>
                    </a:lnTo>
                    <a:lnTo>
                      <a:pt x="175" y="35"/>
                    </a:lnTo>
                    <a:lnTo>
                      <a:pt x="180" y="39"/>
                    </a:lnTo>
                    <a:lnTo>
                      <a:pt x="186" y="40"/>
                    </a:lnTo>
                    <a:lnTo>
                      <a:pt x="192" y="36"/>
                    </a:lnTo>
                    <a:lnTo>
                      <a:pt x="194" y="30"/>
                    </a:lnTo>
                    <a:lnTo>
                      <a:pt x="192" y="23"/>
                    </a:lnTo>
                    <a:lnTo>
                      <a:pt x="189" y="19"/>
                    </a:lnTo>
                    <a:lnTo>
                      <a:pt x="186" y="15"/>
                    </a:lnTo>
                    <a:lnTo>
                      <a:pt x="182" y="15"/>
                    </a:lnTo>
                    <a:lnTo>
                      <a:pt x="171" y="14"/>
                    </a:lnTo>
                    <a:lnTo>
                      <a:pt x="162" y="14"/>
                    </a:lnTo>
                    <a:lnTo>
                      <a:pt x="151" y="9"/>
                    </a:lnTo>
                    <a:lnTo>
                      <a:pt x="135" y="5"/>
                    </a:lnTo>
                    <a:lnTo>
                      <a:pt x="113" y="3"/>
                    </a:lnTo>
                    <a:lnTo>
                      <a:pt x="89" y="2"/>
                    </a:lnTo>
                    <a:lnTo>
                      <a:pt x="64" y="0"/>
                    </a:lnTo>
                    <a:lnTo>
                      <a:pt x="45" y="4"/>
                    </a:lnTo>
                    <a:lnTo>
                      <a:pt x="30" y="10"/>
                    </a:lnTo>
                    <a:lnTo>
                      <a:pt x="25" y="22"/>
                    </a:lnTo>
                    <a:lnTo>
                      <a:pt x="14" y="22"/>
                    </a:lnTo>
                    <a:lnTo>
                      <a:pt x="4" y="26"/>
                    </a:lnTo>
                    <a:lnTo>
                      <a:pt x="0" y="31"/>
                    </a:lnTo>
                    <a:lnTo>
                      <a:pt x="0" y="38"/>
                    </a:lnTo>
                    <a:lnTo>
                      <a:pt x="2" y="44"/>
                    </a:lnTo>
                    <a:lnTo>
                      <a:pt x="10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8" name="Freeform 428">
                <a:extLst>
                  <a:ext uri="{FF2B5EF4-FFF2-40B4-BE49-F238E27FC236}">
                    <a16:creationId xmlns:a16="http://schemas.microsoft.com/office/drawing/2014/main" id="{A915CB04-8916-EE92-6C04-D149B6FD331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41" y="1477"/>
                <a:ext cx="58" cy="34"/>
              </a:xfrm>
              <a:custGeom>
                <a:avLst/>
                <a:gdLst>
                  <a:gd name="T0" fmla="*/ 0 w 286"/>
                  <a:gd name="T1" fmla="*/ 0 h 169"/>
                  <a:gd name="T2" fmla="*/ 0 w 286"/>
                  <a:gd name="T3" fmla="*/ 0 h 169"/>
                  <a:gd name="T4" fmla="*/ 0 w 286"/>
                  <a:gd name="T5" fmla="*/ 0 h 169"/>
                  <a:gd name="T6" fmla="*/ 0 w 286"/>
                  <a:gd name="T7" fmla="*/ 0 h 169"/>
                  <a:gd name="T8" fmla="*/ 0 w 286"/>
                  <a:gd name="T9" fmla="*/ 0 h 169"/>
                  <a:gd name="T10" fmla="*/ 0 w 286"/>
                  <a:gd name="T11" fmla="*/ 0 h 169"/>
                  <a:gd name="T12" fmla="*/ 0 w 286"/>
                  <a:gd name="T13" fmla="*/ 0 h 169"/>
                  <a:gd name="T14" fmla="*/ 0 w 286"/>
                  <a:gd name="T15" fmla="*/ 0 h 169"/>
                  <a:gd name="T16" fmla="*/ 0 w 286"/>
                  <a:gd name="T17" fmla="*/ 0 h 169"/>
                  <a:gd name="T18" fmla="*/ 0 w 286"/>
                  <a:gd name="T19" fmla="*/ 0 h 169"/>
                  <a:gd name="T20" fmla="*/ 0 w 286"/>
                  <a:gd name="T21" fmla="*/ 0 h 169"/>
                  <a:gd name="T22" fmla="*/ 0 w 286"/>
                  <a:gd name="T23" fmla="*/ 0 h 169"/>
                  <a:gd name="T24" fmla="*/ 0 w 286"/>
                  <a:gd name="T25" fmla="*/ 0 h 169"/>
                  <a:gd name="T26" fmla="*/ 0 w 286"/>
                  <a:gd name="T27" fmla="*/ 0 h 169"/>
                  <a:gd name="T28" fmla="*/ 0 w 286"/>
                  <a:gd name="T29" fmla="*/ 0 h 169"/>
                  <a:gd name="T30" fmla="*/ 0 w 286"/>
                  <a:gd name="T31" fmla="*/ 0 h 169"/>
                  <a:gd name="T32" fmla="*/ 0 w 286"/>
                  <a:gd name="T33" fmla="*/ 0 h 169"/>
                  <a:gd name="T34" fmla="*/ 0 w 286"/>
                  <a:gd name="T35" fmla="*/ 0 h 169"/>
                  <a:gd name="T36" fmla="*/ 0 w 286"/>
                  <a:gd name="T37" fmla="*/ 0 h 169"/>
                  <a:gd name="T38" fmla="*/ 0 w 286"/>
                  <a:gd name="T39" fmla="*/ 0 h 169"/>
                  <a:gd name="T40" fmla="*/ 0 w 286"/>
                  <a:gd name="T41" fmla="*/ 0 h 169"/>
                  <a:gd name="T42" fmla="*/ 0 w 286"/>
                  <a:gd name="T43" fmla="*/ 0 h 169"/>
                  <a:gd name="T44" fmla="*/ 0 w 286"/>
                  <a:gd name="T45" fmla="*/ 0 h 169"/>
                  <a:gd name="T46" fmla="*/ 0 w 286"/>
                  <a:gd name="T47" fmla="*/ 0 h 169"/>
                  <a:gd name="T48" fmla="*/ 0 w 286"/>
                  <a:gd name="T49" fmla="*/ 0 h 169"/>
                  <a:gd name="T50" fmla="*/ 0 w 286"/>
                  <a:gd name="T51" fmla="*/ 0 h 169"/>
                  <a:gd name="T52" fmla="*/ 0 w 286"/>
                  <a:gd name="T53" fmla="*/ 0 h 169"/>
                  <a:gd name="T54" fmla="*/ 0 w 286"/>
                  <a:gd name="T55" fmla="*/ 0 h 169"/>
                  <a:gd name="T56" fmla="*/ 0 w 286"/>
                  <a:gd name="T57" fmla="*/ 0 h 169"/>
                  <a:gd name="T58" fmla="*/ 0 w 286"/>
                  <a:gd name="T59" fmla="*/ 0 h 169"/>
                  <a:gd name="T60" fmla="*/ 0 w 286"/>
                  <a:gd name="T61" fmla="*/ 0 h 169"/>
                  <a:gd name="T62" fmla="*/ 0 w 286"/>
                  <a:gd name="T63" fmla="*/ 0 h 169"/>
                  <a:gd name="T64" fmla="*/ 0 w 286"/>
                  <a:gd name="T65" fmla="*/ 0 h 169"/>
                  <a:gd name="T66" fmla="*/ 0 w 286"/>
                  <a:gd name="T67" fmla="*/ 0 h 169"/>
                  <a:gd name="T68" fmla="*/ 0 w 286"/>
                  <a:gd name="T69" fmla="*/ 0 h 169"/>
                  <a:gd name="T70" fmla="*/ 0 w 286"/>
                  <a:gd name="T71" fmla="*/ 0 h 169"/>
                  <a:gd name="T72" fmla="*/ 0 w 286"/>
                  <a:gd name="T73" fmla="*/ 0 h 169"/>
                  <a:gd name="T74" fmla="*/ 0 w 286"/>
                  <a:gd name="T75" fmla="*/ 0 h 169"/>
                  <a:gd name="T76" fmla="*/ 0 w 286"/>
                  <a:gd name="T77" fmla="*/ 0 h 169"/>
                  <a:gd name="T78" fmla="*/ 0 w 286"/>
                  <a:gd name="T79" fmla="*/ 0 h 169"/>
                  <a:gd name="T80" fmla="*/ 0 w 286"/>
                  <a:gd name="T81" fmla="*/ 0 h 169"/>
                  <a:gd name="T82" fmla="*/ 0 w 286"/>
                  <a:gd name="T83" fmla="*/ 0 h 16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286"/>
                  <a:gd name="T127" fmla="*/ 0 h 169"/>
                  <a:gd name="T128" fmla="*/ 286 w 286"/>
                  <a:gd name="T129" fmla="*/ 169 h 169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286" h="169">
                    <a:moveTo>
                      <a:pt x="134" y="124"/>
                    </a:moveTo>
                    <a:lnTo>
                      <a:pt x="134" y="106"/>
                    </a:lnTo>
                    <a:lnTo>
                      <a:pt x="134" y="124"/>
                    </a:lnTo>
                    <a:close/>
                    <a:moveTo>
                      <a:pt x="26" y="10"/>
                    </a:moveTo>
                    <a:lnTo>
                      <a:pt x="23" y="2"/>
                    </a:lnTo>
                    <a:lnTo>
                      <a:pt x="15" y="0"/>
                    </a:lnTo>
                    <a:lnTo>
                      <a:pt x="8" y="2"/>
                    </a:lnTo>
                    <a:lnTo>
                      <a:pt x="5" y="10"/>
                    </a:lnTo>
                    <a:lnTo>
                      <a:pt x="5" y="19"/>
                    </a:lnTo>
                    <a:lnTo>
                      <a:pt x="6" y="29"/>
                    </a:lnTo>
                    <a:lnTo>
                      <a:pt x="3" y="33"/>
                    </a:lnTo>
                    <a:lnTo>
                      <a:pt x="1" y="37"/>
                    </a:lnTo>
                    <a:lnTo>
                      <a:pt x="1" y="41"/>
                    </a:lnTo>
                    <a:lnTo>
                      <a:pt x="1" y="44"/>
                    </a:lnTo>
                    <a:lnTo>
                      <a:pt x="0" y="50"/>
                    </a:lnTo>
                    <a:lnTo>
                      <a:pt x="4" y="55"/>
                    </a:lnTo>
                    <a:lnTo>
                      <a:pt x="9" y="58"/>
                    </a:lnTo>
                    <a:lnTo>
                      <a:pt x="16" y="62"/>
                    </a:lnTo>
                    <a:lnTo>
                      <a:pt x="24" y="63"/>
                    </a:lnTo>
                    <a:lnTo>
                      <a:pt x="34" y="64"/>
                    </a:lnTo>
                    <a:lnTo>
                      <a:pt x="41" y="64"/>
                    </a:lnTo>
                    <a:lnTo>
                      <a:pt x="51" y="65"/>
                    </a:lnTo>
                    <a:lnTo>
                      <a:pt x="53" y="72"/>
                    </a:lnTo>
                    <a:lnTo>
                      <a:pt x="58" y="79"/>
                    </a:lnTo>
                    <a:lnTo>
                      <a:pt x="57" y="79"/>
                    </a:lnTo>
                    <a:lnTo>
                      <a:pt x="57" y="88"/>
                    </a:lnTo>
                    <a:lnTo>
                      <a:pt x="61" y="98"/>
                    </a:lnTo>
                    <a:lnTo>
                      <a:pt x="65" y="106"/>
                    </a:lnTo>
                    <a:lnTo>
                      <a:pt x="71" y="114"/>
                    </a:lnTo>
                    <a:lnTo>
                      <a:pt x="73" y="111"/>
                    </a:lnTo>
                    <a:lnTo>
                      <a:pt x="73" y="119"/>
                    </a:lnTo>
                    <a:lnTo>
                      <a:pt x="78" y="124"/>
                    </a:lnTo>
                    <a:lnTo>
                      <a:pt x="84" y="126"/>
                    </a:lnTo>
                    <a:lnTo>
                      <a:pt x="93" y="128"/>
                    </a:lnTo>
                    <a:lnTo>
                      <a:pt x="102" y="127"/>
                    </a:lnTo>
                    <a:lnTo>
                      <a:pt x="112" y="127"/>
                    </a:lnTo>
                    <a:lnTo>
                      <a:pt x="119" y="127"/>
                    </a:lnTo>
                    <a:lnTo>
                      <a:pt x="128" y="127"/>
                    </a:lnTo>
                    <a:lnTo>
                      <a:pt x="136" y="138"/>
                    </a:lnTo>
                    <a:lnTo>
                      <a:pt x="148" y="146"/>
                    </a:lnTo>
                    <a:lnTo>
                      <a:pt x="156" y="157"/>
                    </a:lnTo>
                    <a:lnTo>
                      <a:pt x="170" y="166"/>
                    </a:lnTo>
                    <a:lnTo>
                      <a:pt x="186" y="168"/>
                    </a:lnTo>
                    <a:lnTo>
                      <a:pt x="206" y="169"/>
                    </a:lnTo>
                    <a:lnTo>
                      <a:pt x="224" y="167"/>
                    </a:lnTo>
                    <a:lnTo>
                      <a:pt x="243" y="166"/>
                    </a:lnTo>
                    <a:lnTo>
                      <a:pt x="262" y="163"/>
                    </a:lnTo>
                    <a:lnTo>
                      <a:pt x="278" y="163"/>
                    </a:lnTo>
                    <a:lnTo>
                      <a:pt x="284" y="159"/>
                    </a:lnTo>
                    <a:lnTo>
                      <a:pt x="286" y="152"/>
                    </a:lnTo>
                    <a:lnTo>
                      <a:pt x="284" y="145"/>
                    </a:lnTo>
                    <a:lnTo>
                      <a:pt x="278" y="142"/>
                    </a:lnTo>
                    <a:lnTo>
                      <a:pt x="267" y="142"/>
                    </a:lnTo>
                    <a:lnTo>
                      <a:pt x="258" y="145"/>
                    </a:lnTo>
                    <a:lnTo>
                      <a:pt x="249" y="146"/>
                    </a:lnTo>
                    <a:lnTo>
                      <a:pt x="242" y="147"/>
                    </a:lnTo>
                    <a:lnTo>
                      <a:pt x="175" y="147"/>
                    </a:lnTo>
                    <a:lnTo>
                      <a:pt x="167" y="140"/>
                    </a:lnTo>
                    <a:lnTo>
                      <a:pt x="164" y="133"/>
                    </a:lnTo>
                    <a:lnTo>
                      <a:pt x="158" y="128"/>
                    </a:lnTo>
                    <a:lnTo>
                      <a:pt x="150" y="127"/>
                    </a:lnTo>
                    <a:lnTo>
                      <a:pt x="153" y="126"/>
                    </a:lnTo>
                    <a:lnTo>
                      <a:pt x="146" y="120"/>
                    </a:lnTo>
                    <a:lnTo>
                      <a:pt x="143" y="114"/>
                    </a:lnTo>
                    <a:lnTo>
                      <a:pt x="139" y="107"/>
                    </a:lnTo>
                    <a:lnTo>
                      <a:pt x="134" y="106"/>
                    </a:lnTo>
                    <a:lnTo>
                      <a:pt x="91" y="106"/>
                    </a:lnTo>
                    <a:lnTo>
                      <a:pt x="87" y="101"/>
                    </a:lnTo>
                    <a:lnTo>
                      <a:pt x="83" y="98"/>
                    </a:lnTo>
                    <a:lnTo>
                      <a:pt x="82" y="85"/>
                    </a:lnTo>
                    <a:lnTo>
                      <a:pt x="76" y="78"/>
                    </a:lnTo>
                    <a:lnTo>
                      <a:pt x="72" y="65"/>
                    </a:lnTo>
                    <a:lnTo>
                      <a:pt x="70" y="58"/>
                    </a:lnTo>
                    <a:lnTo>
                      <a:pt x="65" y="52"/>
                    </a:lnTo>
                    <a:lnTo>
                      <a:pt x="61" y="48"/>
                    </a:lnTo>
                    <a:lnTo>
                      <a:pt x="55" y="46"/>
                    </a:lnTo>
                    <a:lnTo>
                      <a:pt x="49" y="44"/>
                    </a:lnTo>
                    <a:lnTo>
                      <a:pt x="40" y="44"/>
                    </a:lnTo>
                    <a:lnTo>
                      <a:pt x="31" y="46"/>
                    </a:lnTo>
                    <a:lnTo>
                      <a:pt x="26" y="43"/>
                    </a:lnTo>
                    <a:lnTo>
                      <a:pt x="23" y="41"/>
                    </a:lnTo>
                    <a:lnTo>
                      <a:pt x="24" y="33"/>
                    </a:lnTo>
                    <a:lnTo>
                      <a:pt x="26" y="26"/>
                    </a:lnTo>
                    <a:lnTo>
                      <a:pt x="26" y="17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79" name="Freeform 429">
                <a:extLst>
                  <a:ext uri="{FF2B5EF4-FFF2-40B4-BE49-F238E27FC236}">
                    <a16:creationId xmlns:a16="http://schemas.microsoft.com/office/drawing/2014/main" id="{60BB1AA5-1239-ECAC-ADEB-68F866C281A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96" y="1473"/>
                <a:ext cx="57" cy="34"/>
              </a:xfrm>
              <a:custGeom>
                <a:avLst/>
                <a:gdLst>
                  <a:gd name="T0" fmla="*/ 0 w 285"/>
                  <a:gd name="T1" fmla="*/ 0 h 169"/>
                  <a:gd name="T2" fmla="*/ 0 w 285"/>
                  <a:gd name="T3" fmla="*/ 0 h 169"/>
                  <a:gd name="T4" fmla="*/ 0 w 285"/>
                  <a:gd name="T5" fmla="*/ 0 h 169"/>
                  <a:gd name="T6" fmla="*/ 0 w 285"/>
                  <a:gd name="T7" fmla="*/ 0 h 169"/>
                  <a:gd name="T8" fmla="*/ 0 w 285"/>
                  <a:gd name="T9" fmla="*/ 0 h 169"/>
                  <a:gd name="T10" fmla="*/ 0 w 285"/>
                  <a:gd name="T11" fmla="*/ 0 h 169"/>
                  <a:gd name="T12" fmla="*/ 0 w 285"/>
                  <a:gd name="T13" fmla="*/ 0 h 169"/>
                  <a:gd name="T14" fmla="*/ 0 w 285"/>
                  <a:gd name="T15" fmla="*/ 0 h 169"/>
                  <a:gd name="T16" fmla="*/ 0 w 285"/>
                  <a:gd name="T17" fmla="*/ 0 h 169"/>
                  <a:gd name="T18" fmla="*/ 0 w 285"/>
                  <a:gd name="T19" fmla="*/ 0 h 169"/>
                  <a:gd name="T20" fmla="*/ 0 w 285"/>
                  <a:gd name="T21" fmla="*/ 0 h 169"/>
                  <a:gd name="T22" fmla="*/ 0 w 285"/>
                  <a:gd name="T23" fmla="*/ 0 h 169"/>
                  <a:gd name="T24" fmla="*/ 0 w 285"/>
                  <a:gd name="T25" fmla="*/ 0 h 169"/>
                  <a:gd name="T26" fmla="*/ 0 w 285"/>
                  <a:gd name="T27" fmla="*/ 0 h 169"/>
                  <a:gd name="T28" fmla="*/ 0 w 285"/>
                  <a:gd name="T29" fmla="*/ 0 h 169"/>
                  <a:gd name="T30" fmla="*/ 0 w 285"/>
                  <a:gd name="T31" fmla="*/ 0 h 169"/>
                  <a:gd name="T32" fmla="*/ 0 w 285"/>
                  <a:gd name="T33" fmla="*/ 0 h 169"/>
                  <a:gd name="T34" fmla="*/ 0 w 285"/>
                  <a:gd name="T35" fmla="*/ 0 h 169"/>
                  <a:gd name="T36" fmla="*/ 0 w 285"/>
                  <a:gd name="T37" fmla="*/ 0 h 169"/>
                  <a:gd name="T38" fmla="*/ 0 w 285"/>
                  <a:gd name="T39" fmla="*/ 0 h 169"/>
                  <a:gd name="T40" fmla="*/ 0 w 285"/>
                  <a:gd name="T41" fmla="*/ 0 h 169"/>
                  <a:gd name="T42" fmla="*/ 0 w 285"/>
                  <a:gd name="T43" fmla="*/ 0 h 169"/>
                  <a:gd name="T44" fmla="*/ 0 w 285"/>
                  <a:gd name="T45" fmla="*/ 0 h 169"/>
                  <a:gd name="T46" fmla="*/ 0 w 285"/>
                  <a:gd name="T47" fmla="*/ 0 h 169"/>
                  <a:gd name="T48" fmla="*/ 0 w 285"/>
                  <a:gd name="T49" fmla="*/ 0 h 169"/>
                  <a:gd name="T50" fmla="*/ 0 w 285"/>
                  <a:gd name="T51" fmla="*/ 0 h 169"/>
                  <a:gd name="T52" fmla="*/ 0 w 285"/>
                  <a:gd name="T53" fmla="*/ 0 h 169"/>
                  <a:gd name="T54" fmla="*/ 0 w 285"/>
                  <a:gd name="T55" fmla="*/ 0 h 169"/>
                  <a:gd name="T56" fmla="*/ 0 w 285"/>
                  <a:gd name="T57" fmla="*/ 0 h 169"/>
                  <a:gd name="T58" fmla="*/ 0 w 285"/>
                  <a:gd name="T59" fmla="*/ 0 h 169"/>
                  <a:gd name="T60" fmla="*/ 0 w 285"/>
                  <a:gd name="T61" fmla="*/ 0 h 169"/>
                  <a:gd name="T62" fmla="*/ 0 w 285"/>
                  <a:gd name="T63" fmla="*/ 0 h 169"/>
                  <a:gd name="T64" fmla="*/ 0 w 285"/>
                  <a:gd name="T65" fmla="*/ 0 h 169"/>
                  <a:gd name="T66" fmla="*/ 0 w 285"/>
                  <a:gd name="T67" fmla="*/ 0 h 169"/>
                  <a:gd name="T68" fmla="*/ 0 w 285"/>
                  <a:gd name="T69" fmla="*/ 0 h 169"/>
                  <a:gd name="T70" fmla="*/ 0 w 285"/>
                  <a:gd name="T71" fmla="*/ 0 h 169"/>
                  <a:gd name="T72" fmla="*/ 0 w 285"/>
                  <a:gd name="T73" fmla="*/ 0 h 169"/>
                  <a:gd name="T74" fmla="*/ 0 w 285"/>
                  <a:gd name="T75" fmla="*/ 0 h 169"/>
                  <a:gd name="T76" fmla="*/ 0 w 285"/>
                  <a:gd name="T77" fmla="*/ 0 h 169"/>
                  <a:gd name="T78" fmla="*/ 0 w 285"/>
                  <a:gd name="T79" fmla="*/ 0 h 169"/>
                  <a:gd name="T80" fmla="*/ 0 w 285"/>
                  <a:gd name="T81" fmla="*/ 0 h 169"/>
                  <a:gd name="T82" fmla="*/ 0 w 285"/>
                  <a:gd name="T83" fmla="*/ 0 h 169"/>
                  <a:gd name="T84" fmla="*/ 0 w 285"/>
                  <a:gd name="T85" fmla="*/ 0 h 169"/>
                  <a:gd name="T86" fmla="*/ 0 w 285"/>
                  <a:gd name="T87" fmla="*/ 0 h 16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285"/>
                  <a:gd name="T133" fmla="*/ 0 h 169"/>
                  <a:gd name="T134" fmla="*/ 285 w 285"/>
                  <a:gd name="T135" fmla="*/ 169 h 16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285" h="169">
                    <a:moveTo>
                      <a:pt x="132" y="123"/>
                    </a:moveTo>
                    <a:lnTo>
                      <a:pt x="132" y="107"/>
                    </a:lnTo>
                    <a:lnTo>
                      <a:pt x="132" y="123"/>
                    </a:lnTo>
                    <a:close/>
                    <a:moveTo>
                      <a:pt x="0" y="45"/>
                    </a:moveTo>
                    <a:lnTo>
                      <a:pt x="0" y="45"/>
                    </a:lnTo>
                    <a:lnTo>
                      <a:pt x="0" y="42"/>
                    </a:lnTo>
                    <a:lnTo>
                      <a:pt x="0" y="38"/>
                    </a:lnTo>
                    <a:lnTo>
                      <a:pt x="3" y="33"/>
                    </a:lnTo>
                    <a:lnTo>
                      <a:pt x="5" y="29"/>
                    </a:lnTo>
                    <a:lnTo>
                      <a:pt x="5" y="19"/>
                    </a:lnTo>
                    <a:lnTo>
                      <a:pt x="5" y="10"/>
                    </a:lnTo>
                    <a:lnTo>
                      <a:pt x="8" y="2"/>
                    </a:lnTo>
                    <a:lnTo>
                      <a:pt x="15" y="0"/>
                    </a:lnTo>
                    <a:lnTo>
                      <a:pt x="21" y="2"/>
                    </a:lnTo>
                    <a:lnTo>
                      <a:pt x="25" y="10"/>
                    </a:lnTo>
                    <a:lnTo>
                      <a:pt x="25" y="17"/>
                    </a:lnTo>
                    <a:lnTo>
                      <a:pt x="25" y="26"/>
                    </a:lnTo>
                    <a:lnTo>
                      <a:pt x="23" y="33"/>
                    </a:lnTo>
                    <a:lnTo>
                      <a:pt x="21" y="42"/>
                    </a:lnTo>
                    <a:lnTo>
                      <a:pt x="24" y="42"/>
                    </a:lnTo>
                    <a:lnTo>
                      <a:pt x="30" y="45"/>
                    </a:lnTo>
                    <a:lnTo>
                      <a:pt x="30" y="47"/>
                    </a:lnTo>
                    <a:lnTo>
                      <a:pt x="39" y="45"/>
                    </a:lnTo>
                    <a:lnTo>
                      <a:pt x="47" y="45"/>
                    </a:lnTo>
                    <a:lnTo>
                      <a:pt x="54" y="47"/>
                    </a:lnTo>
                    <a:lnTo>
                      <a:pt x="60" y="49"/>
                    </a:lnTo>
                    <a:lnTo>
                      <a:pt x="63" y="52"/>
                    </a:lnTo>
                    <a:lnTo>
                      <a:pt x="68" y="58"/>
                    </a:lnTo>
                    <a:lnTo>
                      <a:pt x="71" y="65"/>
                    </a:lnTo>
                    <a:lnTo>
                      <a:pt x="75" y="78"/>
                    </a:lnTo>
                    <a:lnTo>
                      <a:pt x="78" y="80"/>
                    </a:lnTo>
                    <a:lnTo>
                      <a:pt x="81" y="85"/>
                    </a:lnTo>
                    <a:lnTo>
                      <a:pt x="81" y="90"/>
                    </a:lnTo>
                    <a:lnTo>
                      <a:pt x="82" y="97"/>
                    </a:lnTo>
                    <a:lnTo>
                      <a:pt x="85" y="101"/>
                    </a:lnTo>
                    <a:lnTo>
                      <a:pt x="89" y="107"/>
                    </a:lnTo>
                    <a:lnTo>
                      <a:pt x="132" y="107"/>
                    </a:lnTo>
                    <a:lnTo>
                      <a:pt x="138" y="109"/>
                    </a:lnTo>
                    <a:lnTo>
                      <a:pt x="143" y="114"/>
                    </a:lnTo>
                    <a:lnTo>
                      <a:pt x="146" y="120"/>
                    </a:lnTo>
                    <a:lnTo>
                      <a:pt x="151" y="126"/>
                    </a:lnTo>
                    <a:lnTo>
                      <a:pt x="148" y="127"/>
                    </a:lnTo>
                    <a:lnTo>
                      <a:pt x="156" y="128"/>
                    </a:lnTo>
                    <a:lnTo>
                      <a:pt x="163" y="133"/>
                    </a:lnTo>
                    <a:lnTo>
                      <a:pt x="166" y="141"/>
                    </a:lnTo>
                    <a:lnTo>
                      <a:pt x="174" y="148"/>
                    </a:lnTo>
                    <a:lnTo>
                      <a:pt x="241" y="148"/>
                    </a:lnTo>
                    <a:lnTo>
                      <a:pt x="248" y="147"/>
                    </a:lnTo>
                    <a:lnTo>
                      <a:pt x="257" y="146"/>
                    </a:lnTo>
                    <a:lnTo>
                      <a:pt x="265" y="143"/>
                    </a:lnTo>
                    <a:lnTo>
                      <a:pt x="277" y="143"/>
                    </a:lnTo>
                    <a:lnTo>
                      <a:pt x="283" y="146"/>
                    </a:lnTo>
                    <a:lnTo>
                      <a:pt x="285" y="153"/>
                    </a:lnTo>
                    <a:lnTo>
                      <a:pt x="283" y="159"/>
                    </a:lnTo>
                    <a:lnTo>
                      <a:pt x="277" y="163"/>
                    </a:lnTo>
                    <a:lnTo>
                      <a:pt x="260" y="163"/>
                    </a:lnTo>
                    <a:lnTo>
                      <a:pt x="242" y="166"/>
                    </a:lnTo>
                    <a:lnTo>
                      <a:pt x="223" y="167"/>
                    </a:lnTo>
                    <a:lnTo>
                      <a:pt x="205" y="169"/>
                    </a:lnTo>
                    <a:lnTo>
                      <a:pt x="185" y="168"/>
                    </a:lnTo>
                    <a:lnTo>
                      <a:pt x="169" y="166"/>
                    </a:lnTo>
                    <a:lnTo>
                      <a:pt x="155" y="158"/>
                    </a:lnTo>
                    <a:lnTo>
                      <a:pt x="146" y="147"/>
                    </a:lnTo>
                    <a:lnTo>
                      <a:pt x="134" y="138"/>
                    </a:lnTo>
                    <a:lnTo>
                      <a:pt x="127" y="127"/>
                    </a:lnTo>
                    <a:lnTo>
                      <a:pt x="118" y="127"/>
                    </a:lnTo>
                    <a:lnTo>
                      <a:pt x="109" y="127"/>
                    </a:lnTo>
                    <a:lnTo>
                      <a:pt x="99" y="127"/>
                    </a:lnTo>
                    <a:lnTo>
                      <a:pt x="92" y="128"/>
                    </a:lnTo>
                    <a:lnTo>
                      <a:pt x="82" y="126"/>
                    </a:lnTo>
                    <a:lnTo>
                      <a:pt x="76" y="123"/>
                    </a:lnTo>
                    <a:lnTo>
                      <a:pt x="71" y="119"/>
                    </a:lnTo>
                    <a:lnTo>
                      <a:pt x="71" y="111"/>
                    </a:lnTo>
                    <a:lnTo>
                      <a:pt x="70" y="115"/>
                    </a:lnTo>
                    <a:lnTo>
                      <a:pt x="63" y="107"/>
                    </a:lnTo>
                    <a:lnTo>
                      <a:pt x="60" y="97"/>
                    </a:lnTo>
                    <a:lnTo>
                      <a:pt x="56" y="88"/>
                    </a:lnTo>
                    <a:lnTo>
                      <a:pt x="55" y="79"/>
                    </a:lnTo>
                    <a:lnTo>
                      <a:pt x="57" y="81"/>
                    </a:lnTo>
                    <a:lnTo>
                      <a:pt x="52" y="73"/>
                    </a:lnTo>
                    <a:lnTo>
                      <a:pt x="50" y="65"/>
                    </a:lnTo>
                    <a:lnTo>
                      <a:pt x="40" y="64"/>
                    </a:lnTo>
                    <a:lnTo>
                      <a:pt x="33" y="64"/>
                    </a:lnTo>
                    <a:lnTo>
                      <a:pt x="24" y="63"/>
                    </a:lnTo>
                    <a:lnTo>
                      <a:pt x="16" y="63"/>
                    </a:lnTo>
                    <a:lnTo>
                      <a:pt x="9" y="59"/>
                    </a:lnTo>
                    <a:lnTo>
                      <a:pt x="4" y="57"/>
                    </a:lnTo>
                    <a:lnTo>
                      <a:pt x="0" y="52"/>
                    </a:lnTo>
                    <a:lnTo>
                      <a:pt x="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0" name="Freeform 430">
                <a:extLst>
                  <a:ext uri="{FF2B5EF4-FFF2-40B4-BE49-F238E27FC236}">
                    <a16:creationId xmlns:a16="http://schemas.microsoft.com/office/drawing/2014/main" id="{E25EB68A-8247-1EED-BD99-42DB41424A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" y="1264"/>
                <a:ext cx="26" cy="71"/>
              </a:xfrm>
              <a:custGeom>
                <a:avLst/>
                <a:gdLst>
                  <a:gd name="T0" fmla="*/ 0 w 130"/>
                  <a:gd name="T1" fmla="*/ 0 h 358"/>
                  <a:gd name="T2" fmla="*/ 0 w 130"/>
                  <a:gd name="T3" fmla="*/ 0 h 358"/>
                  <a:gd name="T4" fmla="*/ 0 w 130"/>
                  <a:gd name="T5" fmla="*/ 0 h 358"/>
                  <a:gd name="T6" fmla="*/ 0 w 130"/>
                  <a:gd name="T7" fmla="*/ 0 h 358"/>
                  <a:gd name="T8" fmla="*/ 0 w 130"/>
                  <a:gd name="T9" fmla="*/ 0 h 358"/>
                  <a:gd name="T10" fmla="*/ 0 w 130"/>
                  <a:gd name="T11" fmla="*/ 0 h 358"/>
                  <a:gd name="T12" fmla="*/ 0 w 130"/>
                  <a:gd name="T13" fmla="*/ 0 h 358"/>
                  <a:gd name="T14" fmla="*/ 0 w 130"/>
                  <a:gd name="T15" fmla="*/ 0 h 358"/>
                  <a:gd name="T16" fmla="*/ 0 w 130"/>
                  <a:gd name="T17" fmla="*/ 0 h 358"/>
                  <a:gd name="T18" fmla="*/ 0 w 130"/>
                  <a:gd name="T19" fmla="*/ 0 h 358"/>
                  <a:gd name="T20" fmla="*/ 0 w 130"/>
                  <a:gd name="T21" fmla="*/ 0 h 358"/>
                  <a:gd name="T22" fmla="*/ 0 w 130"/>
                  <a:gd name="T23" fmla="*/ 0 h 358"/>
                  <a:gd name="T24" fmla="*/ 0 w 130"/>
                  <a:gd name="T25" fmla="*/ 0 h 358"/>
                  <a:gd name="T26" fmla="*/ 0 w 130"/>
                  <a:gd name="T27" fmla="*/ 0 h 358"/>
                  <a:gd name="T28" fmla="*/ 0 w 130"/>
                  <a:gd name="T29" fmla="*/ 0 h 358"/>
                  <a:gd name="T30" fmla="*/ 0 w 130"/>
                  <a:gd name="T31" fmla="*/ 0 h 358"/>
                  <a:gd name="T32" fmla="*/ 0 w 130"/>
                  <a:gd name="T33" fmla="*/ 0 h 358"/>
                  <a:gd name="T34" fmla="*/ 0 w 130"/>
                  <a:gd name="T35" fmla="*/ 0 h 358"/>
                  <a:gd name="T36" fmla="*/ 0 w 130"/>
                  <a:gd name="T37" fmla="*/ 0 h 358"/>
                  <a:gd name="T38" fmla="*/ 0 w 130"/>
                  <a:gd name="T39" fmla="*/ 0 h 358"/>
                  <a:gd name="T40" fmla="*/ 0 w 130"/>
                  <a:gd name="T41" fmla="*/ 0 h 358"/>
                  <a:gd name="T42" fmla="*/ 0 w 130"/>
                  <a:gd name="T43" fmla="*/ 0 h 358"/>
                  <a:gd name="T44" fmla="*/ 0 w 130"/>
                  <a:gd name="T45" fmla="*/ 0 h 358"/>
                  <a:gd name="T46" fmla="*/ 0 w 130"/>
                  <a:gd name="T47" fmla="*/ 0 h 358"/>
                  <a:gd name="T48" fmla="*/ 0 w 130"/>
                  <a:gd name="T49" fmla="*/ 0 h 358"/>
                  <a:gd name="T50" fmla="*/ 0 w 130"/>
                  <a:gd name="T51" fmla="*/ 0 h 358"/>
                  <a:gd name="T52" fmla="*/ 0 w 130"/>
                  <a:gd name="T53" fmla="*/ 0 h 358"/>
                  <a:gd name="T54" fmla="*/ 0 w 130"/>
                  <a:gd name="T55" fmla="*/ 0 h 358"/>
                  <a:gd name="T56" fmla="*/ 0 w 130"/>
                  <a:gd name="T57" fmla="*/ 0 h 358"/>
                  <a:gd name="T58" fmla="*/ 0 w 130"/>
                  <a:gd name="T59" fmla="*/ 0 h 358"/>
                  <a:gd name="T60" fmla="*/ 0 w 130"/>
                  <a:gd name="T61" fmla="*/ 0 h 358"/>
                  <a:gd name="T62" fmla="*/ 0 w 130"/>
                  <a:gd name="T63" fmla="*/ 0 h 358"/>
                  <a:gd name="T64" fmla="*/ 0 w 130"/>
                  <a:gd name="T65" fmla="*/ 0 h 358"/>
                  <a:gd name="T66" fmla="*/ 0 w 130"/>
                  <a:gd name="T67" fmla="*/ 0 h 358"/>
                  <a:gd name="T68" fmla="*/ 0 w 130"/>
                  <a:gd name="T69" fmla="*/ 0 h 358"/>
                  <a:gd name="T70" fmla="*/ 0 w 130"/>
                  <a:gd name="T71" fmla="*/ 0 h 358"/>
                  <a:gd name="T72" fmla="*/ 0 w 130"/>
                  <a:gd name="T73" fmla="*/ 0 h 358"/>
                  <a:gd name="T74" fmla="*/ 0 w 130"/>
                  <a:gd name="T75" fmla="*/ 0 h 358"/>
                  <a:gd name="T76" fmla="*/ 0 w 130"/>
                  <a:gd name="T77" fmla="*/ 0 h 35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30"/>
                  <a:gd name="T118" fmla="*/ 0 h 358"/>
                  <a:gd name="T119" fmla="*/ 130 w 130"/>
                  <a:gd name="T120" fmla="*/ 358 h 35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30" h="358">
                    <a:moveTo>
                      <a:pt x="4" y="273"/>
                    </a:moveTo>
                    <a:lnTo>
                      <a:pt x="0" y="274"/>
                    </a:lnTo>
                    <a:lnTo>
                      <a:pt x="0" y="34"/>
                    </a:lnTo>
                    <a:lnTo>
                      <a:pt x="1" y="26"/>
                    </a:lnTo>
                    <a:lnTo>
                      <a:pt x="3" y="19"/>
                    </a:lnTo>
                    <a:lnTo>
                      <a:pt x="1" y="19"/>
                    </a:lnTo>
                    <a:lnTo>
                      <a:pt x="0" y="19"/>
                    </a:lnTo>
                    <a:lnTo>
                      <a:pt x="0" y="0"/>
                    </a:lnTo>
                    <a:lnTo>
                      <a:pt x="3" y="0"/>
                    </a:lnTo>
                    <a:lnTo>
                      <a:pt x="11" y="0"/>
                    </a:lnTo>
                    <a:lnTo>
                      <a:pt x="16" y="0"/>
                    </a:lnTo>
                    <a:lnTo>
                      <a:pt x="22" y="0"/>
                    </a:lnTo>
                    <a:lnTo>
                      <a:pt x="29" y="3"/>
                    </a:lnTo>
                    <a:lnTo>
                      <a:pt x="32" y="9"/>
                    </a:lnTo>
                    <a:lnTo>
                      <a:pt x="29" y="15"/>
                    </a:lnTo>
                    <a:lnTo>
                      <a:pt x="24" y="22"/>
                    </a:lnTo>
                    <a:lnTo>
                      <a:pt x="22" y="24"/>
                    </a:lnTo>
                    <a:lnTo>
                      <a:pt x="21" y="30"/>
                    </a:lnTo>
                    <a:lnTo>
                      <a:pt x="18" y="36"/>
                    </a:lnTo>
                    <a:lnTo>
                      <a:pt x="18" y="41"/>
                    </a:lnTo>
                    <a:lnTo>
                      <a:pt x="17" y="41"/>
                    </a:lnTo>
                    <a:lnTo>
                      <a:pt x="14" y="50"/>
                    </a:lnTo>
                    <a:lnTo>
                      <a:pt x="8" y="55"/>
                    </a:lnTo>
                    <a:lnTo>
                      <a:pt x="4" y="65"/>
                    </a:lnTo>
                    <a:lnTo>
                      <a:pt x="6" y="76"/>
                    </a:lnTo>
                    <a:lnTo>
                      <a:pt x="8" y="83"/>
                    </a:lnTo>
                    <a:lnTo>
                      <a:pt x="12" y="92"/>
                    </a:lnTo>
                    <a:lnTo>
                      <a:pt x="13" y="100"/>
                    </a:lnTo>
                    <a:lnTo>
                      <a:pt x="16" y="108"/>
                    </a:lnTo>
                    <a:lnTo>
                      <a:pt x="16" y="116"/>
                    </a:lnTo>
                    <a:lnTo>
                      <a:pt x="16" y="124"/>
                    </a:lnTo>
                    <a:lnTo>
                      <a:pt x="14" y="133"/>
                    </a:lnTo>
                    <a:lnTo>
                      <a:pt x="13" y="143"/>
                    </a:lnTo>
                    <a:lnTo>
                      <a:pt x="12" y="144"/>
                    </a:lnTo>
                    <a:lnTo>
                      <a:pt x="12" y="147"/>
                    </a:lnTo>
                    <a:lnTo>
                      <a:pt x="12" y="160"/>
                    </a:lnTo>
                    <a:lnTo>
                      <a:pt x="12" y="174"/>
                    </a:lnTo>
                    <a:lnTo>
                      <a:pt x="12" y="189"/>
                    </a:lnTo>
                    <a:lnTo>
                      <a:pt x="12" y="204"/>
                    </a:lnTo>
                    <a:lnTo>
                      <a:pt x="12" y="217"/>
                    </a:lnTo>
                    <a:lnTo>
                      <a:pt x="12" y="232"/>
                    </a:lnTo>
                    <a:lnTo>
                      <a:pt x="12" y="247"/>
                    </a:lnTo>
                    <a:lnTo>
                      <a:pt x="12" y="262"/>
                    </a:lnTo>
                    <a:lnTo>
                      <a:pt x="13" y="265"/>
                    </a:lnTo>
                    <a:lnTo>
                      <a:pt x="16" y="273"/>
                    </a:lnTo>
                    <a:lnTo>
                      <a:pt x="16" y="284"/>
                    </a:lnTo>
                    <a:lnTo>
                      <a:pt x="17" y="296"/>
                    </a:lnTo>
                    <a:lnTo>
                      <a:pt x="17" y="309"/>
                    </a:lnTo>
                    <a:lnTo>
                      <a:pt x="17" y="320"/>
                    </a:lnTo>
                    <a:lnTo>
                      <a:pt x="17" y="330"/>
                    </a:lnTo>
                    <a:lnTo>
                      <a:pt x="17" y="336"/>
                    </a:lnTo>
                    <a:lnTo>
                      <a:pt x="60" y="336"/>
                    </a:lnTo>
                    <a:lnTo>
                      <a:pt x="64" y="332"/>
                    </a:lnTo>
                    <a:lnTo>
                      <a:pt x="74" y="330"/>
                    </a:lnTo>
                    <a:lnTo>
                      <a:pt x="84" y="329"/>
                    </a:lnTo>
                    <a:lnTo>
                      <a:pt x="97" y="329"/>
                    </a:lnTo>
                    <a:lnTo>
                      <a:pt x="109" y="329"/>
                    </a:lnTo>
                    <a:lnTo>
                      <a:pt x="118" y="331"/>
                    </a:lnTo>
                    <a:lnTo>
                      <a:pt x="126" y="335"/>
                    </a:lnTo>
                    <a:lnTo>
                      <a:pt x="130" y="342"/>
                    </a:lnTo>
                    <a:lnTo>
                      <a:pt x="127" y="346"/>
                    </a:lnTo>
                    <a:lnTo>
                      <a:pt x="121" y="350"/>
                    </a:lnTo>
                    <a:lnTo>
                      <a:pt x="114" y="351"/>
                    </a:lnTo>
                    <a:lnTo>
                      <a:pt x="105" y="352"/>
                    </a:lnTo>
                    <a:lnTo>
                      <a:pt x="94" y="351"/>
                    </a:lnTo>
                    <a:lnTo>
                      <a:pt x="85" y="351"/>
                    </a:lnTo>
                    <a:lnTo>
                      <a:pt x="76" y="351"/>
                    </a:lnTo>
                    <a:lnTo>
                      <a:pt x="73" y="351"/>
                    </a:lnTo>
                    <a:lnTo>
                      <a:pt x="66" y="353"/>
                    </a:lnTo>
                    <a:lnTo>
                      <a:pt x="59" y="356"/>
                    </a:lnTo>
                    <a:lnTo>
                      <a:pt x="48" y="357"/>
                    </a:lnTo>
                    <a:lnTo>
                      <a:pt x="38" y="358"/>
                    </a:lnTo>
                    <a:lnTo>
                      <a:pt x="26" y="357"/>
                    </a:lnTo>
                    <a:lnTo>
                      <a:pt x="14" y="357"/>
                    </a:lnTo>
                    <a:lnTo>
                      <a:pt x="4" y="355"/>
                    </a:lnTo>
                    <a:lnTo>
                      <a:pt x="0" y="352"/>
                    </a:lnTo>
                    <a:lnTo>
                      <a:pt x="0" y="274"/>
                    </a:lnTo>
                    <a:lnTo>
                      <a:pt x="4" y="27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1" name="Freeform 431">
                <a:extLst>
                  <a:ext uri="{FF2B5EF4-FFF2-40B4-BE49-F238E27FC236}">
                    <a16:creationId xmlns:a16="http://schemas.microsoft.com/office/drawing/2014/main" id="{3A42E1FE-1BF4-C091-6576-DFCCBAD0562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3" y="1263"/>
                <a:ext cx="9" cy="71"/>
              </a:xfrm>
              <a:custGeom>
                <a:avLst/>
                <a:gdLst>
                  <a:gd name="T0" fmla="*/ 0 w 48"/>
                  <a:gd name="T1" fmla="*/ 0 h 354"/>
                  <a:gd name="T2" fmla="*/ 0 w 48"/>
                  <a:gd name="T3" fmla="*/ 0 h 354"/>
                  <a:gd name="T4" fmla="*/ 0 w 48"/>
                  <a:gd name="T5" fmla="*/ 0 h 354"/>
                  <a:gd name="T6" fmla="*/ 0 w 48"/>
                  <a:gd name="T7" fmla="*/ 0 h 354"/>
                  <a:gd name="T8" fmla="*/ 0 w 48"/>
                  <a:gd name="T9" fmla="*/ 0 h 354"/>
                  <a:gd name="T10" fmla="*/ 0 w 48"/>
                  <a:gd name="T11" fmla="*/ 0 h 354"/>
                  <a:gd name="T12" fmla="*/ 0 w 48"/>
                  <a:gd name="T13" fmla="*/ 0 h 354"/>
                  <a:gd name="T14" fmla="*/ 0 w 48"/>
                  <a:gd name="T15" fmla="*/ 0 h 354"/>
                  <a:gd name="T16" fmla="*/ 0 w 48"/>
                  <a:gd name="T17" fmla="*/ 0 h 354"/>
                  <a:gd name="T18" fmla="*/ 0 w 48"/>
                  <a:gd name="T19" fmla="*/ 0 h 354"/>
                  <a:gd name="T20" fmla="*/ 0 w 48"/>
                  <a:gd name="T21" fmla="*/ 0 h 354"/>
                  <a:gd name="T22" fmla="*/ 0 w 48"/>
                  <a:gd name="T23" fmla="*/ 0 h 354"/>
                  <a:gd name="T24" fmla="*/ 0 w 48"/>
                  <a:gd name="T25" fmla="*/ 0 h 354"/>
                  <a:gd name="T26" fmla="*/ 0 w 48"/>
                  <a:gd name="T27" fmla="*/ 0 h 354"/>
                  <a:gd name="T28" fmla="*/ 0 w 48"/>
                  <a:gd name="T29" fmla="*/ 0 h 354"/>
                  <a:gd name="T30" fmla="*/ 0 w 48"/>
                  <a:gd name="T31" fmla="*/ 0 h 354"/>
                  <a:gd name="T32" fmla="*/ 0 w 48"/>
                  <a:gd name="T33" fmla="*/ 0 h 354"/>
                  <a:gd name="T34" fmla="*/ 0 w 48"/>
                  <a:gd name="T35" fmla="*/ 0 h 354"/>
                  <a:gd name="T36" fmla="*/ 0 w 48"/>
                  <a:gd name="T37" fmla="*/ 0 h 354"/>
                  <a:gd name="T38" fmla="*/ 0 w 48"/>
                  <a:gd name="T39" fmla="*/ 0 h 354"/>
                  <a:gd name="T40" fmla="*/ 0 w 48"/>
                  <a:gd name="T41" fmla="*/ 0 h 354"/>
                  <a:gd name="T42" fmla="*/ 0 w 48"/>
                  <a:gd name="T43" fmla="*/ 0 h 354"/>
                  <a:gd name="T44" fmla="*/ 0 w 48"/>
                  <a:gd name="T45" fmla="*/ 0 h 354"/>
                  <a:gd name="T46" fmla="*/ 0 w 48"/>
                  <a:gd name="T47" fmla="*/ 0 h 354"/>
                  <a:gd name="T48" fmla="*/ 0 w 48"/>
                  <a:gd name="T49" fmla="*/ 0 h 354"/>
                  <a:gd name="T50" fmla="*/ 0 w 48"/>
                  <a:gd name="T51" fmla="*/ 0 h 354"/>
                  <a:gd name="T52" fmla="*/ 0 w 48"/>
                  <a:gd name="T53" fmla="*/ 0 h 354"/>
                  <a:gd name="T54" fmla="*/ 0 w 48"/>
                  <a:gd name="T55" fmla="*/ 0 h 354"/>
                  <a:gd name="T56" fmla="*/ 0 w 48"/>
                  <a:gd name="T57" fmla="*/ 0 h 354"/>
                  <a:gd name="T58" fmla="*/ 0 w 48"/>
                  <a:gd name="T59" fmla="*/ 0 h 354"/>
                  <a:gd name="T60" fmla="*/ 0 w 48"/>
                  <a:gd name="T61" fmla="*/ 0 h 354"/>
                  <a:gd name="T62" fmla="*/ 0 w 48"/>
                  <a:gd name="T63" fmla="*/ 0 h 354"/>
                  <a:gd name="T64" fmla="*/ 0 w 48"/>
                  <a:gd name="T65" fmla="*/ 0 h 354"/>
                  <a:gd name="T66" fmla="*/ 0 w 48"/>
                  <a:gd name="T67" fmla="*/ 0 h 354"/>
                  <a:gd name="T68" fmla="*/ 0 w 48"/>
                  <a:gd name="T69" fmla="*/ 0 h 354"/>
                  <a:gd name="T70" fmla="*/ 0 w 48"/>
                  <a:gd name="T71" fmla="*/ 0 h 354"/>
                  <a:gd name="T72" fmla="*/ 0 w 48"/>
                  <a:gd name="T73" fmla="*/ 0 h 354"/>
                  <a:gd name="T74" fmla="*/ 0 w 48"/>
                  <a:gd name="T75" fmla="*/ 0 h 354"/>
                  <a:gd name="T76" fmla="*/ 0 w 48"/>
                  <a:gd name="T77" fmla="*/ 0 h 354"/>
                  <a:gd name="T78" fmla="*/ 0 w 48"/>
                  <a:gd name="T79" fmla="*/ 0 h 354"/>
                  <a:gd name="T80" fmla="*/ 0 w 48"/>
                  <a:gd name="T81" fmla="*/ 0 h 354"/>
                  <a:gd name="T82" fmla="*/ 0 w 48"/>
                  <a:gd name="T83" fmla="*/ 0 h 354"/>
                  <a:gd name="T84" fmla="*/ 0 w 48"/>
                  <a:gd name="T85" fmla="*/ 0 h 354"/>
                  <a:gd name="T86" fmla="*/ 0 w 48"/>
                  <a:gd name="T87" fmla="*/ 0 h 354"/>
                  <a:gd name="T88" fmla="*/ 0 w 48"/>
                  <a:gd name="T89" fmla="*/ 0 h 354"/>
                  <a:gd name="T90" fmla="*/ 0 w 48"/>
                  <a:gd name="T91" fmla="*/ 0 h 354"/>
                  <a:gd name="T92" fmla="*/ 0 w 48"/>
                  <a:gd name="T93" fmla="*/ 0 h 354"/>
                  <a:gd name="T94" fmla="*/ 0 w 48"/>
                  <a:gd name="T95" fmla="*/ 0 h 354"/>
                  <a:gd name="T96" fmla="*/ 0 w 48"/>
                  <a:gd name="T97" fmla="*/ 0 h 354"/>
                  <a:gd name="T98" fmla="*/ 0 w 48"/>
                  <a:gd name="T99" fmla="*/ 0 h 354"/>
                  <a:gd name="T100" fmla="*/ 0 w 48"/>
                  <a:gd name="T101" fmla="*/ 0 h 354"/>
                  <a:gd name="T102" fmla="*/ 0 w 48"/>
                  <a:gd name="T103" fmla="*/ 0 h 354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48"/>
                  <a:gd name="T157" fmla="*/ 0 h 354"/>
                  <a:gd name="T158" fmla="*/ 48 w 48"/>
                  <a:gd name="T159" fmla="*/ 354 h 354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48" h="354">
                    <a:moveTo>
                      <a:pt x="48" y="276"/>
                    </a:moveTo>
                    <a:lnTo>
                      <a:pt x="41" y="280"/>
                    </a:lnTo>
                    <a:lnTo>
                      <a:pt x="48" y="276"/>
                    </a:lnTo>
                    <a:lnTo>
                      <a:pt x="48" y="354"/>
                    </a:lnTo>
                    <a:lnTo>
                      <a:pt x="44" y="352"/>
                    </a:lnTo>
                    <a:lnTo>
                      <a:pt x="44" y="349"/>
                    </a:lnTo>
                    <a:lnTo>
                      <a:pt x="44" y="339"/>
                    </a:lnTo>
                    <a:lnTo>
                      <a:pt x="44" y="331"/>
                    </a:lnTo>
                    <a:lnTo>
                      <a:pt x="44" y="322"/>
                    </a:lnTo>
                    <a:lnTo>
                      <a:pt x="44" y="315"/>
                    </a:lnTo>
                    <a:lnTo>
                      <a:pt x="44" y="306"/>
                    </a:lnTo>
                    <a:lnTo>
                      <a:pt x="44" y="297"/>
                    </a:lnTo>
                    <a:lnTo>
                      <a:pt x="44" y="289"/>
                    </a:lnTo>
                    <a:lnTo>
                      <a:pt x="45" y="281"/>
                    </a:lnTo>
                    <a:lnTo>
                      <a:pt x="41" y="274"/>
                    </a:lnTo>
                    <a:lnTo>
                      <a:pt x="39" y="258"/>
                    </a:lnTo>
                    <a:lnTo>
                      <a:pt x="36" y="237"/>
                    </a:lnTo>
                    <a:lnTo>
                      <a:pt x="36" y="213"/>
                    </a:lnTo>
                    <a:lnTo>
                      <a:pt x="36" y="187"/>
                    </a:lnTo>
                    <a:lnTo>
                      <a:pt x="38" y="163"/>
                    </a:lnTo>
                    <a:lnTo>
                      <a:pt x="40" y="145"/>
                    </a:lnTo>
                    <a:lnTo>
                      <a:pt x="44" y="134"/>
                    </a:lnTo>
                    <a:lnTo>
                      <a:pt x="44" y="128"/>
                    </a:lnTo>
                    <a:lnTo>
                      <a:pt x="44" y="119"/>
                    </a:lnTo>
                    <a:lnTo>
                      <a:pt x="44" y="109"/>
                    </a:lnTo>
                    <a:lnTo>
                      <a:pt x="44" y="104"/>
                    </a:lnTo>
                    <a:lnTo>
                      <a:pt x="40" y="95"/>
                    </a:lnTo>
                    <a:lnTo>
                      <a:pt x="36" y="88"/>
                    </a:lnTo>
                    <a:lnTo>
                      <a:pt x="34" y="78"/>
                    </a:lnTo>
                    <a:lnTo>
                      <a:pt x="34" y="68"/>
                    </a:lnTo>
                    <a:lnTo>
                      <a:pt x="33" y="57"/>
                    </a:lnTo>
                    <a:lnTo>
                      <a:pt x="35" y="50"/>
                    </a:lnTo>
                    <a:lnTo>
                      <a:pt x="39" y="42"/>
                    </a:lnTo>
                    <a:lnTo>
                      <a:pt x="48" y="40"/>
                    </a:lnTo>
                    <a:lnTo>
                      <a:pt x="48" y="36"/>
                    </a:lnTo>
                    <a:lnTo>
                      <a:pt x="48" y="276"/>
                    </a:lnTo>
                    <a:close/>
                    <a:moveTo>
                      <a:pt x="48" y="2"/>
                    </a:moveTo>
                    <a:lnTo>
                      <a:pt x="48" y="21"/>
                    </a:lnTo>
                    <a:lnTo>
                      <a:pt x="38" y="21"/>
                    </a:lnTo>
                    <a:lnTo>
                      <a:pt x="25" y="21"/>
                    </a:lnTo>
                    <a:lnTo>
                      <a:pt x="12" y="21"/>
                    </a:lnTo>
                    <a:lnTo>
                      <a:pt x="0" y="21"/>
                    </a:lnTo>
                    <a:lnTo>
                      <a:pt x="0" y="6"/>
                    </a:lnTo>
                    <a:lnTo>
                      <a:pt x="3" y="2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3" y="2"/>
                    </a:lnTo>
                    <a:lnTo>
                      <a:pt x="13" y="0"/>
                    </a:lnTo>
                    <a:lnTo>
                      <a:pt x="24" y="0"/>
                    </a:lnTo>
                    <a:lnTo>
                      <a:pt x="35" y="0"/>
                    </a:lnTo>
                    <a:lnTo>
                      <a:pt x="48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2" name="Freeform 432">
                <a:extLst>
                  <a:ext uri="{FF2B5EF4-FFF2-40B4-BE49-F238E27FC236}">
                    <a16:creationId xmlns:a16="http://schemas.microsoft.com/office/drawing/2014/main" id="{32D2F20D-E2BA-3438-978C-A6EC226ADB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8" y="1262"/>
                <a:ext cx="15" cy="5"/>
              </a:xfrm>
              <a:custGeom>
                <a:avLst/>
                <a:gdLst>
                  <a:gd name="T0" fmla="*/ 0 w 74"/>
                  <a:gd name="T1" fmla="*/ 0 h 28"/>
                  <a:gd name="T2" fmla="*/ 0 w 74"/>
                  <a:gd name="T3" fmla="*/ 0 h 28"/>
                  <a:gd name="T4" fmla="*/ 0 w 74"/>
                  <a:gd name="T5" fmla="*/ 0 h 28"/>
                  <a:gd name="T6" fmla="*/ 0 w 74"/>
                  <a:gd name="T7" fmla="*/ 0 h 28"/>
                  <a:gd name="T8" fmla="*/ 0 w 74"/>
                  <a:gd name="T9" fmla="*/ 0 h 28"/>
                  <a:gd name="T10" fmla="*/ 0 w 74"/>
                  <a:gd name="T11" fmla="*/ 0 h 28"/>
                  <a:gd name="T12" fmla="*/ 0 w 74"/>
                  <a:gd name="T13" fmla="*/ 0 h 28"/>
                  <a:gd name="T14" fmla="*/ 0 w 74"/>
                  <a:gd name="T15" fmla="*/ 0 h 28"/>
                  <a:gd name="T16" fmla="*/ 0 w 74"/>
                  <a:gd name="T17" fmla="*/ 0 h 28"/>
                  <a:gd name="T18" fmla="*/ 0 w 74"/>
                  <a:gd name="T19" fmla="*/ 0 h 28"/>
                  <a:gd name="T20" fmla="*/ 0 w 74"/>
                  <a:gd name="T21" fmla="*/ 0 h 28"/>
                  <a:gd name="T22" fmla="*/ 0 w 74"/>
                  <a:gd name="T23" fmla="*/ 0 h 28"/>
                  <a:gd name="T24" fmla="*/ 0 w 74"/>
                  <a:gd name="T25" fmla="*/ 0 h 28"/>
                  <a:gd name="T26" fmla="*/ 0 w 74"/>
                  <a:gd name="T27" fmla="*/ 0 h 28"/>
                  <a:gd name="T28" fmla="*/ 0 w 74"/>
                  <a:gd name="T29" fmla="*/ 0 h 28"/>
                  <a:gd name="T30" fmla="*/ 0 w 74"/>
                  <a:gd name="T31" fmla="*/ 0 h 28"/>
                  <a:gd name="T32" fmla="*/ 0 w 74"/>
                  <a:gd name="T33" fmla="*/ 0 h 28"/>
                  <a:gd name="T34" fmla="*/ 0 w 74"/>
                  <a:gd name="T35" fmla="*/ 0 h 28"/>
                  <a:gd name="T36" fmla="*/ 0 w 74"/>
                  <a:gd name="T37" fmla="*/ 0 h 28"/>
                  <a:gd name="T38" fmla="*/ 0 w 74"/>
                  <a:gd name="T39" fmla="*/ 0 h 28"/>
                  <a:gd name="T40" fmla="*/ 0 w 74"/>
                  <a:gd name="T41" fmla="*/ 0 h 28"/>
                  <a:gd name="T42" fmla="*/ 0 w 74"/>
                  <a:gd name="T43" fmla="*/ 0 h 28"/>
                  <a:gd name="T44" fmla="*/ 0 w 74"/>
                  <a:gd name="T45" fmla="*/ 0 h 2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74"/>
                  <a:gd name="T70" fmla="*/ 0 h 28"/>
                  <a:gd name="T71" fmla="*/ 74 w 74"/>
                  <a:gd name="T72" fmla="*/ 28 h 28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74" h="28">
                    <a:moveTo>
                      <a:pt x="74" y="7"/>
                    </a:moveTo>
                    <a:lnTo>
                      <a:pt x="74" y="13"/>
                    </a:lnTo>
                    <a:lnTo>
                      <a:pt x="71" y="16"/>
                    </a:lnTo>
                    <a:lnTo>
                      <a:pt x="74" y="13"/>
                    </a:lnTo>
                    <a:lnTo>
                      <a:pt x="74" y="28"/>
                    </a:lnTo>
                    <a:lnTo>
                      <a:pt x="63" y="27"/>
                    </a:lnTo>
                    <a:lnTo>
                      <a:pt x="58" y="23"/>
                    </a:lnTo>
                    <a:lnTo>
                      <a:pt x="52" y="23"/>
                    </a:lnTo>
                    <a:lnTo>
                      <a:pt x="45" y="23"/>
                    </a:lnTo>
                    <a:lnTo>
                      <a:pt x="35" y="23"/>
                    </a:lnTo>
                    <a:lnTo>
                      <a:pt x="25" y="24"/>
                    </a:lnTo>
                    <a:lnTo>
                      <a:pt x="14" y="23"/>
                    </a:lnTo>
                    <a:lnTo>
                      <a:pt x="6" y="22"/>
                    </a:lnTo>
                    <a:lnTo>
                      <a:pt x="1" y="17"/>
                    </a:lnTo>
                    <a:lnTo>
                      <a:pt x="0" y="13"/>
                    </a:lnTo>
                    <a:lnTo>
                      <a:pt x="3" y="6"/>
                    </a:lnTo>
                    <a:lnTo>
                      <a:pt x="9" y="2"/>
                    </a:lnTo>
                    <a:lnTo>
                      <a:pt x="19" y="0"/>
                    </a:lnTo>
                    <a:lnTo>
                      <a:pt x="31" y="0"/>
                    </a:lnTo>
                    <a:lnTo>
                      <a:pt x="43" y="0"/>
                    </a:lnTo>
                    <a:lnTo>
                      <a:pt x="56" y="1"/>
                    </a:lnTo>
                    <a:lnTo>
                      <a:pt x="66" y="3"/>
                    </a:lnTo>
                    <a:lnTo>
                      <a:pt x="74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3" name="Freeform 433">
                <a:extLst>
                  <a:ext uri="{FF2B5EF4-FFF2-40B4-BE49-F238E27FC236}">
                    <a16:creationId xmlns:a16="http://schemas.microsoft.com/office/drawing/2014/main" id="{991CECA3-A126-022A-41FF-EC3CDD4991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8" y="1266"/>
                <a:ext cx="26" cy="71"/>
              </a:xfrm>
              <a:custGeom>
                <a:avLst/>
                <a:gdLst>
                  <a:gd name="T0" fmla="*/ 0 w 131"/>
                  <a:gd name="T1" fmla="*/ 0 h 357"/>
                  <a:gd name="T2" fmla="*/ 0 w 131"/>
                  <a:gd name="T3" fmla="*/ 0 h 357"/>
                  <a:gd name="T4" fmla="*/ 0 w 131"/>
                  <a:gd name="T5" fmla="*/ 0 h 357"/>
                  <a:gd name="T6" fmla="*/ 0 w 131"/>
                  <a:gd name="T7" fmla="*/ 0 h 357"/>
                  <a:gd name="T8" fmla="*/ 0 w 131"/>
                  <a:gd name="T9" fmla="*/ 0 h 357"/>
                  <a:gd name="T10" fmla="*/ 0 w 131"/>
                  <a:gd name="T11" fmla="*/ 0 h 357"/>
                  <a:gd name="T12" fmla="*/ 0 w 131"/>
                  <a:gd name="T13" fmla="*/ 0 h 357"/>
                  <a:gd name="T14" fmla="*/ 0 w 131"/>
                  <a:gd name="T15" fmla="*/ 0 h 357"/>
                  <a:gd name="T16" fmla="*/ 0 w 131"/>
                  <a:gd name="T17" fmla="*/ 0 h 357"/>
                  <a:gd name="T18" fmla="*/ 0 w 131"/>
                  <a:gd name="T19" fmla="*/ 0 h 357"/>
                  <a:gd name="T20" fmla="*/ 0 w 131"/>
                  <a:gd name="T21" fmla="*/ 0 h 357"/>
                  <a:gd name="T22" fmla="*/ 0 w 131"/>
                  <a:gd name="T23" fmla="*/ 0 h 357"/>
                  <a:gd name="T24" fmla="*/ 0 w 131"/>
                  <a:gd name="T25" fmla="*/ 0 h 357"/>
                  <a:gd name="T26" fmla="*/ 0 w 131"/>
                  <a:gd name="T27" fmla="*/ 0 h 357"/>
                  <a:gd name="T28" fmla="*/ 0 w 131"/>
                  <a:gd name="T29" fmla="*/ 0 h 357"/>
                  <a:gd name="T30" fmla="*/ 0 w 131"/>
                  <a:gd name="T31" fmla="*/ 0 h 357"/>
                  <a:gd name="T32" fmla="*/ 0 w 131"/>
                  <a:gd name="T33" fmla="*/ 0 h 357"/>
                  <a:gd name="T34" fmla="*/ 0 w 131"/>
                  <a:gd name="T35" fmla="*/ 0 h 357"/>
                  <a:gd name="T36" fmla="*/ 0 w 131"/>
                  <a:gd name="T37" fmla="*/ 0 h 357"/>
                  <a:gd name="T38" fmla="*/ 0 w 131"/>
                  <a:gd name="T39" fmla="*/ 0 h 357"/>
                  <a:gd name="T40" fmla="*/ 0 w 131"/>
                  <a:gd name="T41" fmla="*/ 0 h 357"/>
                  <a:gd name="T42" fmla="*/ 0 w 131"/>
                  <a:gd name="T43" fmla="*/ 0 h 357"/>
                  <a:gd name="T44" fmla="*/ 0 w 131"/>
                  <a:gd name="T45" fmla="*/ 0 h 357"/>
                  <a:gd name="T46" fmla="*/ 0 w 131"/>
                  <a:gd name="T47" fmla="*/ 0 h 357"/>
                  <a:gd name="T48" fmla="*/ 0 w 131"/>
                  <a:gd name="T49" fmla="*/ 0 h 357"/>
                  <a:gd name="T50" fmla="*/ 0 w 131"/>
                  <a:gd name="T51" fmla="*/ 0 h 357"/>
                  <a:gd name="T52" fmla="*/ 0 w 131"/>
                  <a:gd name="T53" fmla="*/ 0 h 357"/>
                  <a:gd name="T54" fmla="*/ 0 w 131"/>
                  <a:gd name="T55" fmla="*/ 0 h 357"/>
                  <a:gd name="T56" fmla="*/ 0 w 131"/>
                  <a:gd name="T57" fmla="*/ 0 h 357"/>
                  <a:gd name="T58" fmla="*/ 0 w 131"/>
                  <a:gd name="T59" fmla="*/ 0 h 357"/>
                  <a:gd name="T60" fmla="*/ 0 w 131"/>
                  <a:gd name="T61" fmla="*/ 0 h 357"/>
                  <a:gd name="T62" fmla="*/ 0 w 131"/>
                  <a:gd name="T63" fmla="*/ 0 h 357"/>
                  <a:gd name="T64" fmla="*/ 0 w 131"/>
                  <a:gd name="T65" fmla="*/ 0 h 357"/>
                  <a:gd name="T66" fmla="*/ 0 w 131"/>
                  <a:gd name="T67" fmla="*/ 0 h 357"/>
                  <a:gd name="T68" fmla="*/ 0 w 131"/>
                  <a:gd name="T69" fmla="*/ 0 h 357"/>
                  <a:gd name="T70" fmla="*/ 0 w 131"/>
                  <a:gd name="T71" fmla="*/ 0 h 357"/>
                  <a:gd name="T72" fmla="*/ 0 w 131"/>
                  <a:gd name="T73" fmla="*/ 0 h 357"/>
                  <a:gd name="T74" fmla="*/ 0 w 131"/>
                  <a:gd name="T75" fmla="*/ 0 h 357"/>
                  <a:gd name="T76" fmla="*/ 0 w 131"/>
                  <a:gd name="T77" fmla="*/ 0 h 357"/>
                  <a:gd name="T78" fmla="*/ 0 w 131"/>
                  <a:gd name="T79" fmla="*/ 0 h 357"/>
                  <a:gd name="T80" fmla="*/ 0 w 131"/>
                  <a:gd name="T81" fmla="*/ 0 h 357"/>
                  <a:gd name="T82" fmla="*/ 0 w 131"/>
                  <a:gd name="T83" fmla="*/ 0 h 357"/>
                  <a:gd name="T84" fmla="*/ 0 w 131"/>
                  <a:gd name="T85" fmla="*/ 0 h 357"/>
                  <a:gd name="T86" fmla="*/ 0 w 131"/>
                  <a:gd name="T87" fmla="*/ 0 h 357"/>
                  <a:gd name="T88" fmla="*/ 0 w 131"/>
                  <a:gd name="T89" fmla="*/ 0 h 357"/>
                  <a:gd name="T90" fmla="*/ 0 w 131"/>
                  <a:gd name="T91" fmla="*/ 0 h 357"/>
                  <a:gd name="T92" fmla="*/ 0 w 131"/>
                  <a:gd name="T93" fmla="*/ 0 h 357"/>
                  <a:gd name="T94" fmla="*/ 0 w 131"/>
                  <a:gd name="T95" fmla="*/ 0 h 357"/>
                  <a:gd name="T96" fmla="*/ 0 w 131"/>
                  <a:gd name="T97" fmla="*/ 0 h 357"/>
                  <a:gd name="T98" fmla="*/ 0 w 131"/>
                  <a:gd name="T99" fmla="*/ 0 h 357"/>
                  <a:gd name="T100" fmla="*/ 0 w 131"/>
                  <a:gd name="T101" fmla="*/ 0 h 357"/>
                  <a:gd name="T102" fmla="*/ 0 w 131"/>
                  <a:gd name="T103" fmla="*/ 0 h 357"/>
                  <a:gd name="T104" fmla="*/ 0 w 131"/>
                  <a:gd name="T105" fmla="*/ 0 h 357"/>
                  <a:gd name="T106" fmla="*/ 0 w 131"/>
                  <a:gd name="T107" fmla="*/ 0 h 357"/>
                  <a:gd name="T108" fmla="*/ 0 w 131"/>
                  <a:gd name="T109" fmla="*/ 0 h 357"/>
                  <a:gd name="T110" fmla="*/ 0 w 131"/>
                  <a:gd name="T111" fmla="*/ 0 h 357"/>
                  <a:gd name="T112" fmla="*/ 0 w 131"/>
                  <a:gd name="T113" fmla="*/ 0 h 357"/>
                  <a:gd name="T114" fmla="*/ 0 w 131"/>
                  <a:gd name="T115" fmla="*/ 0 h 357"/>
                  <a:gd name="T116" fmla="*/ 0 w 131"/>
                  <a:gd name="T117" fmla="*/ 0 h 357"/>
                  <a:gd name="T118" fmla="*/ 0 w 131"/>
                  <a:gd name="T119" fmla="*/ 0 h 357"/>
                  <a:gd name="T120" fmla="*/ 0 w 131"/>
                  <a:gd name="T121" fmla="*/ 0 h 357"/>
                  <a:gd name="T122" fmla="*/ 0 w 131"/>
                  <a:gd name="T123" fmla="*/ 0 h 357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31"/>
                  <a:gd name="T187" fmla="*/ 0 h 357"/>
                  <a:gd name="T188" fmla="*/ 131 w 131"/>
                  <a:gd name="T189" fmla="*/ 357 h 357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31" h="357">
                    <a:moveTo>
                      <a:pt x="0" y="338"/>
                    </a:moveTo>
                    <a:lnTo>
                      <a:pt x="0" y="316"/>
                    </a:lnTo>
                    <a:lnTo>
                      <a:pt x="1" y="317"/>
                    </a:lnTo>
                    <a:lnTo>
                      <a:pt x="0" y="316"/>
                    </a:lnTo>
                    <a:lnTo>
                      <a:pt x="0" y="234"/>
                    </a:lnTo>
                    <a:lnTo>
                      <a:pt x="1" y="241"/>
                    </a:lnTo>
                    <a:lnTo>
                      <a:pt x="4" y="248"/>
                    </a:lnTo>
                    <a:lnTo>
                      <a:pt x="4" y="257"/>
                    </a:lnTo>
                    <a:lnTo>
                      <a:pt x="5" y="267"/>
                    </a:lnTo>
                    <a:lnTo>
                      <a:pt x="5" y="275"/>
                    </a:lnTo>
                    <a:lnTo>
                      <a:pt x="5" y="285"/>
                    </a:lnTo>
                    <a:lnTo>
                      <a:pt x="5" y="294"/>
                    </a:lnTo>
                    <a:lnTo>
                      <a:pt x="5" y="304"/>
                    </a:lnTo>
                    <a:lnTo>
                      <a:pt x="6" y="305"/>
                    </a:lnTo>
                    <a:lnTo>
                      <a:pt x="10" y="311"/>
                    </a:lnTo>
                    <a:lnTo>
                      <a:pt x="12" y="317"/>
                    </a:lnTo>
                    <a:lnTo>
                      <a:pt x="16" y="321"/>
                    </a:lnTo>
                    <a:lnTo>
                      <a:pt x="28" y="321"/>
                    </a:lnTo>
                    <a:lnTo>
                      <a:pt x="41" y="321"/>
                    </a:lnTo>
                    <a:lnTo>
                      <a:pt x="52" y="324"/>
                    </a:lnTo>
                    <a:lnTo>
                      <a:pt x="66" y="330"/>
                    </a:lnTo>
                    <a:lnTo>
                      <a:pt x="72" y="331"/>
                    </a:lnTo>
                    <a:lnTo>
                      <a:pt x="79" y="334"/>
                    </a:lnTo>
                    <a:lnTo>
                      <a:pt x="85" y="335"/>
                    </a:lnTo>
                    <a:lnTo>
                      <a:pt x="93" y="336"/>
                    </a:lnTo>
                    <a:lnTo>
                      <a:pt x="99" y="336"/>
                    </a:lnTo>
                    <a:lnTo>
                      <a:pt x="106" y="336"/>
                    </a:lnTo>
                    <a:lnTo>
                      <a:pt x="114" y="336"/>
                    </a:lnTo>
                    <a:lnTo>
                      <a:pt x="122" y="337"/>
                    </a:lnTo>
                    <a:lnTo>
                      <a:pt x="129" y="340"/>
                    </a:lnTo>
                    <a:lnTo>
                      <a:pt x="131" y="347"/>
                    </a:lnTo>
                    <a:lnTo>
                      <a:pt x="129" y="353"/>
                    </a:lnTo>
                    <a:lnTo>
                      <a:pt x="122" y="357"/>
                    </a:lnTo>
                    <a:lnTo>
                      <a:pt x="114" y="356"/>
                    </a:lnTo>
                    <a:lnTo>
                      <a:pt x="106" y="356"/>
                    </a:lnTo>
                    <a:lnTo>
                      <a:pt x="99" y="356"/>
                    </a:lnTo>
                    <a:lnTo>
                      <a:pt x="93" y="356"/>
                    </a:lnTo>
                    <a:lnTo>
                      <a:pt x="85" y="355"/>
                    </a:lnTo>
                    <a:lnTo>
                      <a:pt x="78" y="355"/>
                    </a:lnTo>
                    <a:lnTo>
                      <a:pt x="70" y="352"/>
                    </a:lnTo>
                    <a:lnTo>
                      <a:pt x="64" y="351"/>
                    </a:lnTo>
                    <a:lnTo>
                      <a:pt x="52" y="345"/>
                    </a:lnTo>
                    <a:lnTo>
                      <a:pt x="41" y="341"/>
                    </a:lnTo>
                    <a:lnTo>
                      <a:pt x="28" y="340"/>
                    </a:lnTo>
                    <a:lnTo>
                      <a:pt x="17" y="341"/>
                    </a:lnTo>
                    <a:lnTo>
                      <a:pt x="6" y="341"/>
                    </a:lnTo>
                    <a:lnTo>
                      <a:pt x="0" y="338"/>
                    </a:lnTo>
                    <a:close/>
                    <a:moveTo>
                      <a:pt x="0" y="158"/>
                    </a:moveTo>
                    <a:lnTo>
                      <a:pt x="0" y="0"/>
                    </a:lnTo>
                    <a:lnTo>
                      <a:pt x="0" y="2"/>
                    </a:lnTo>
                    <a:lnTo>
                      <a:pt x="1" y="3"/>
                    </a:lnTo>
                    <a:lnTo>
                      <a:pt x="2" y="8"/>
                    </a:lnTo>
                    <a:lnTo>
                      <a:pt x="5" y="21"/>
                    </a:lnTo>
                    <a:lnTo>
                      <a:pt x="5" y="39"/>
                    </a:lnTo>
                    <a:lnTo>
                      <a:pt x="6" y="61"/>
                    </a:lnTo>
                    <a:lnTo>
                      <a:pt x="5" y="82"/>
                    </a:lnTo>
                    <a:lnTo>
                      <a:pt x="5" y="104"/>
                    </a:lnTo>
                    <a:lnTo>
                      <a:pt x="5" y="123"/>
                    </a:lnTo>
                    <a:lnTo>
                      <a:pt x="5" y="138"/>
                    </a:lnTo>
                    <a:lnTo>
                      <a:pt x="4" y="148"/>
                    </a:lnTo>
                    <a:lnTo>
                      <a:pt x="0" y="159"/>
                    </a:lnTo>
                    <a:lnTo>
                      <a:pt x="0" y="15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4" name="Freeform 434">
                <a:extLst>
                  <a:ext uri="{FF2B5EF4-FFF2-40B4-BE49-F238E27FC236}">
                    <a16:creationId xmlns:a16="http://schemas.microsoft.com/office/drawing/2014/main" id="{97A1376C-BD79-93BA-1768-CFC80C20B85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27" y="1266"/>
                <a:ext cx="1" cy="67"/>
              </a:xfrm>
              <a:custGeom>
                <a:avLst/>
                <a:gdLst>
                  <a:gd name="T0" fmla="*/ 0 w 3"/>
                  <a:gd name="T1" fmla="*/ 0 h 338"/>
                  <a:gd name="T2" fmla="*/ 0 w 3"/>
                  <a:gd name="T3" fmla="*/ 0 h 338"/>
                  <a:gd name="T4" fmla="*/ 0 w 3"/>
                  <a:gd name="T5" fmla="*/ 0 h 338"/>
                  <a:gd name="T6" fmla="*/ 0 w 3"/>
                  <a:gd name="T7" fmla="*/ 0 h 338"/>
                  <a:gd name="T8" fmla="*/ 0 w 3"/>
                  <a:gd name="T9" fmla="*/ 0 h 338"/>
                  <a:gd name="T10" fmla="*/ 0 w 3"/>
                  <a:gd name="T11" fmla="*/ 0 h 338"/>
                  <a:gd name="T12" fmla="*/ 0 w 3"/>
                  <a:gd name="T13" fmla="*/ 0 h 338"/>
                  <a:gd name="T14" fmla="*/ 0 w 3"/>
                  <a:gd name="T15" fmla="*/ 0 h 338"/>
                  <a:gd name="T16" fmla="*/ 0 w 3"/>
                  <a:gd name="T17" fmla="*/ 0 h 338"/>
                  <a:gd name="T18" fmla="*/ 0 w 3"/>
                  <a:gd name="T19" fmla="*/ 0 h 338"/>
                  <a:gd name="T20" fmla="*/ 0 w 3"/>
                  <a:gd name="T21" fmla="*/ 0 h 338"/>
                  <a:gd name="T22" fmla="*/ 0 w 3"/>
                  <a:gd name="T23" fmla="*/ 0 h 338"/>
                  <a:gd name="T24" fmla="*/ 0 w 3"/>
                  <a:gd name="T25" fmla="*/ 0 h 338"/>
                  <a:gd name="T26" fmla="*/ 0 w 3"/>
                  <a:gd name="T27" fmla="*/ 0 h 338"/>
                  <a:gd name="T28" fmla="*/ 0 w 3"/>
                  <a:gd name="T29" fmla="*/ 0 h 338"/>
                  <a:gd name="T30" fmla="*/ 0 w 3"/>
                  <a:gd name="T31" fmla="*/ 0 h 338"/>
                  <a:gd name="T32" fmla="*/ 0 w 3"/>
                  <a:gd name="T33" fmla="*/ 0 h 338"/>
                  <a:gd name="T34" fmla="*/ 0 w 3"/>
                  <a:gd name="T35" fmla="*/ 0 h 338"/>
                  <a:gd name="T36" fmla="*/ 0 w 3"/>
                  <a:gd name="T37" fmla="*/ 0 h 338"/>
                  <a:gd name="T38" fmla="*/ 0 w 3"/>
                  <a:gd name="T39" fmla="*/ 0 h 338"/>
                  <a:gd name="T40" fmla="*/ 0 w 3"/>
                  <a:gd name="T41" fmla="*/ 0 h 3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3"/>
                  <a:gd name="T64" fmla="*/ 0 h 338"/>
                  <a:gd name="T65" fmla="*/ 3 w 3"/>
                  <a:gd name="T66" fmla="*/ 338 h 33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3" h="338">
                    <a:moveTo>
                      <a:pt x="0" y="316"/>
                    </a:moveTo>
                    <a:lnTo>
                      <a:pt x="0" y="316"/>
                    </a:lnTo>
                    <a:lnTo>
                      <a:pt x="0" y="225"/>
                    </a:lnTo>
                    <a:lnTo>
                      <a:pt x="2" y="229"/>
                    </a:lnTo>
                    <a:lnTo>
                      <a:pt x="3" y="234"/>
                    </a:lnTo>
                    <a:lnTo>
                      <a:pt x="3" y="316"/>
                    </a:lnTo>
                    <a:lnTo>
                      <a:pt x="0" y="316"/>
                    </a:lnTo>
                    <a:lnTo>
                      <a:pt x="3" y="316"/>
                    </a:lnTo>
                    <a:lnTo>
                      <a:pt x="3" y="338"/>
                    </a:lnTo>
                    <a:lnTo>
                      <a:pt x="2" y="338"/>
                    </a:lnTo>
                    <a:lnTo>
                      <a:pt x="0" y="338"/>
                    </a:lnTo>
                    <a:lnTo>
                      <a:pt x="0" y="316"/>
                    </a:lnTo>
                    <a:close/>
                    <a:moveTo>
                      <a:pt x="3" y="0"/>
                    </a:moveTo>
                    <a:lnTo>
                      <a:pt x="3" y="158"/>
                    </a:lnTo>
                    <a:lnTo>
                      <a:pt x="2" y="164"/>
                    </a:lnTo>
                    <a:lnTo>
                      <a:pt x="2" y="171"/>
                    </a:lnTo>
                    <a:lnTo>
                      <a:pt x="0" y="180"/>
                    </a:lnTo>
                    <a:lnTo>
                      <a:pt x="0" y="190"/>
                    </a:lnTo>
                    <a:lnTo>
                      <a:pt x="0" y="0"/>
                    </a:lnTo>
                    <a:lnTo>
                      <a:pt x="2" y="0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5" name="Freeform 435">
                <a:extLst>
                  <a:ext uri="{FF2B5EF4-FFF2-40B4-BE49-F238E27FC236}">
                    <a16:creationId xmlns:a16="http://schemas.microsoft.com/office/drawing/2014/main" id="{579D045E-BA68-BF6C-36B9-32D3D76270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9" y="1265"/>
                <a:ext cx="38" cy="68"/>
              </a:xfrm>
              <a:custGeom>
                <a:avLst/>
                <a:gdLst>
                  <a:gd name="T0" fmla="*/ 0 w 190"/>
                  <a:gd name="T1" fmla="*/ 0 h 343"/>
                  <a:gd name="T2" fmla="*/ 0 w 190"/>
                  <a:gd name="T3" fmla="*/ 0 h 343"/>
                  <a:gd name="T4" fmla="*/ 0 w 190"/>
                  <a:gd name="T5" fmla="*/ 0 h 343"/>
                  <a:gd name="T6" fmla="*/ 0 w 190"/>
                  <a:gd name="T7" fmla="*/ 0 h 343"/>
                  <a:gd name="T8" fmla="*/ 0 w 190"/>
                  <a:gd name="T9" fmla="*/ 0 h 343"/>
                  <a:gd name="T10" fmla="*/ 0 w 190"/>
                  <a:gd name="T11" fmla="*/ 0 h 343"/>
                  <a:gd name="T12" fmla="*/ 0 w 190"/>
                  <a:gd name="T13" fmla="*/ 0 h 343"/>
                  <a:gd name="T14" fmla="*/ 0 w 190"/>
                  <a:gd name="T15" fmla="*/ 0 h 343"/>
                  <a:gd name="T16" fmla="*/ 0 w 190"/>
                  <a:gd name="T17" fmla="*/ 0 h 343"/>
                  <a:gd name="T18" fmla="*/ 0 w 190"/>
                  <a:gd name="T19" fmla="*/ 0 h 343"/>
                  <a:gd name="T20" fmla="*/ 0 w 190"/>
                  <a:gd name="T21" fmla="*/ 0 h 343"/>
                  <a:gd name="T22" fmla="*/ 0 w 190"/>
                  <a:gd name="T23" fmla="*/ 0 h 343"/>
                  <a:gd name="T24" fmla="*/ 0 w 190"/>
                  <a:gd name="T25" fmla="*/ 0 h 343"/>
                  <a:gd name="T26" fmla="*/ 0 w 190"/>
                  <a:gd name="T27" fmla="*/ 0 h 343"/>
                  <a:gd name="T28" fmla="*/ 0 w 190"/>
                  <a:gd name="T29" fmla="*/ 0 h 343"/>
                  <a:gd name="T30" fmla="*/ 0 w 190"/>
                  <a:gd name="T31" fmla="*/ 0 h 343"/>
                  <a:gd name="T32" fmla="*/ 0 w 190"/>
                  <a:gd name="T33" fmla="*/ 0 h 343"/>
                  <a:gd name="T34" fmla="*/ 0 w 190"/>
                  <a:gd name="T35" fmla="*/ 0 h 343"/>
                  <a:gd name="T36" fmla="*/ 0 w 190"/>
                  <a:gd name="T37" fmla="*/ 0 h 343"/>
                  <a:gd name="T38" fmla="*/ 0 w 190"/>
                  <a:gd name="T39" fmla="*/ 0 h 343"/>
                  <a:gd name="T40" fmla="*/ 0 w 190"/>
                  <a:gd name="T41" fmla="*/ 0 h 343"/>
                  <a:gd name="T42" fmla="*/ 0 w 190"/>
                  <a:gd name="T43" fmla="*/ 0 h 343"/>
                  <a:gd name="T44" fmla="*/ 0 w 190"/>
                  <a:gd name="T45" fmla="*/ 0 h 343"/>
                  <a:gd name="T46" fmla="*/ 0 w 190"/>
                  <a:gd name="T47" fmla="*/ 0 h 343"/>
                  <a:gd name="T48" fmla="*/ 0 w 190"/>
                  <a:gd name="T49" fmla="*/ 0 h 343"/>
                  <a:gd name="T50" fmla="*/ 0 w 190"/>
                  <a:gd name="T51" fmla="*/ 0 h 343"/>
                  <a:gd name="T52" fmla="*/ 0 w 190"/>
                  <a:gd name="T53" fmla="*/ 0 h 343"/>
                  <a:gd name="T54" fmla="*/ 0 w 190"/>
                  <a:gd name="T55" fmla="*/ 0 h 343"/>
                  <a:gd name="T56" fmla="*/ 0 w 190"/>
                  <a:gd name="T57" fmla="*/ 0 h 343"/>
                  <a:gd name="T58" fmla="*/ 0 w 190"/>
                  <a:gd name="T59" fmla="*/ 0 h 343"/>
                  <a:gd name="T60" fmla="*/ 0 w 190"/>
                  <a:gd name="T61" fmla="*/ 0 h 343"/>
                  <a:gd name="T62" fmla="*/ 0 w 190"/>
                  <a:gd name="T63" fmla="*/ 0 h 343"/>
                  <a:gd name="T64" fmla="*/ 0 w 190"/>
                  <a:gd name="T65" fmla="*/ 0 h 343"/>
                  <a:gd name="T66" fmla="*/ 0 w 190"/>
                  <a:gd name="T67" fmla="*/ 0 h 343"/>
                  <a:gd name="T68" fmla="*/ 0 w 190"/>
                  <a:gd name="T69" fmla="*/ 0 h 343"/>
                  <a:gd name="T70" fmla="*/ 0 w 190"/>
                  <a:gd name="T71" fmla="*/ 0 h 343"/>
                  <a:gd name="T72" fmla="*/ 0 w 190"/>
                  <a:gd name="T73" fmla="*/ 0 h 343"/>
                  <a:gd name="T74" fmla="*/ 0 w 190"/>
                  <a:gd name="T75" fmla="*/ 0 h 34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190"/>
                  <a:gd name="T115" fmla="*/ 0 h 343"/>
                  <a:gd name="T116" fmla="*/ 190 w 190"/>
                  <a:gd name="T117" fmla="*/ 343 h 34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190" h="343">
                    <a:moveTo>
                      <a:pt x="190" y="321"/>
                    </a:moveTo>
                    <a:lnTo>
                      <a:pt x="190" y="321"/>
                    </a:lnTo>
                    <a:lnTo>
                      <a:pt x="190" y="343"/>
                    </a:lnTo>
                    <a:lnTo>
                      <a:pt x="189" y="339"/>
                    </a:lnTo>
                    <a:lnTo>
                      <a:pt x="189" y="335"/>
                    </a:lnTo>
                    <a:lnTo>
                      <a:pt x="182" y="329"/>
                    </a:lnTo>
                    <a:lnTo>
                      <a:pt x="179" y="319"/>
                    </a:lnTo>
                    <a:lnTo>
                      <a:pt x="177" y="306"/>
                    </a:lnTo>
                    <a:lnTo>
                      <a:pt x="177" y="294"/>
                    </a:lnTo>
                    <a:lnTo>
                      <a:pt x="177" y="280"/>
                    </a:lnTo>
                    <a:lnTo>
                      <a:pt x="177" y="268"/>
                    </a:lnTo>
                    <a:lnTo>
                      <a:pt x="177" y="257"/>
                    </a:lnTo>
                    <a:lnTo>
                      <a:pt x="177" y="249"/>
                    </a:lnTo>
                    <a:lnTo>
                      <a:pt x="173" y="239"/>
                    </a:lnTo>
                    <a:lnTo>
                      <a:pt x="172" y="228"/>
                    </a:lnTo>
                    <a:lnTo>
                      <a:pt x="171" y="213"/>
                    </a:lnTo>
                    <a:lnTo>
                      <a:pt x="171" y="200"/>
                    </a:lnTo>
                    <a:lnTo>
                      <a:pt x="171" y="185"/>
                    </a:lnTo>
                    <a:lnTo>
                      <a:pt x="172" y="171"/>
                    </a:lnTo>
                    <a:lnTo>
                      <a:pt x="173" y="159"/>
                    </a:lnTo>
                    <a:lnTo>
                      <a:pt x="177" y="152"/>
                    </a:lnTo>
                    <a:lnTo>
                      <a:pt x="177" y="149"/>
                    </a:lnTo>
                    <a:lnTo>
                      <a:pt x="178" y="148"/>
                    </a:lnTo>
                    <a:lnTo>
                      <a:pt x="177" y="133"/>
                    </a:lnTo>
                    <a:lnTo>
                      <a:pt x="177" y="118"/>
                    </a:lnTo>
                    <a:lnTo>
                      <a:pt x="177" y="103"/>
                    </a:lnTo>
                    <a:lnTo>
                      <a:pt x="177" y="88"/>
                    </a:lnTo>
                    <a:lnTo>
                      <a:pt x="177" y="73"/>
                    </a:lnTo>
                    <a:lnTo>
                      <a:pt x="177" y="59"/>
                    </a:lnTo>
                    <a:lnTo>
                      <a:pt x="177" y="44"/>
                    </a:lnTo>
                    <a:lnTo>
                      <a:pt x="177" y="29"/>
                    </a:lnTo>
                    <a:lnTo>
                      <a:pt x="166" y="30"/>
                    </a:lnTo>
                    <a:lnTo>
                      <a:pt x="154" y="30"/>
                    </a:lnTo>
                    <a:lnTo>
                      <a:pt x="145" y="29"/>
                    </a:lnTo>
                    <a:lnTo>
                      <a:pt x="136" y="29"/>
                    </a:lnTo>
                    <a:lnTo>
                      <a:pt x="125" y="26"/>
                    </a:lnTo>
                    <a:lnTo>
                      <a:pt x="116" y="26"/>
                    </a:lnTo>
                    <a:lnTo>
                      <a:pt x="105" y="25"/>
                    </a:lnTo>
                    <a:lnTo>
                      <a:pt x="96" y="25"/>
                    </a:lnTo>
                    <a:lnTo>
                      <a:pt x="85" y="25"/>
                    </a:lnTo>
                    <a:lnTo>
                      <a:pt x="74" y="25"/>
                    </a:lnTo>
                    <a:lnTo>
                      <a:pt x="63" y="25"/>
                    </a:lnTo>
                    <a:lnTo>
                      <a:pt x="52" y="25"/>
                    </a:lnTo>
                    <a:lnTo>
                      <a:pt x="40" y="24"/>
                    </a:lnTo>
                    <a:lnTo>
                      <a:pt x="29" y="24"/>
                    </a:lnTo>
                    <a:lnTo>
                      <a:pt x="18" y="21"/>
                    </a:lnTo>
                    <a:lnTo>
                      <a:pt x="8" y="20"/>
                    </a:lnTo>
                    <a:lnTo>
                      <a:pt x="2" y="15"/>
                    </a:lnTo>
                    <a:lnTo>
                      <a:pt x="0" y="12"/>
                    </a:lnTo>
                    <a:lnTo>
                      <a:pt x="0" y="9"/>
                    </a:lnTo>
                    <a:lnTo>
                      <a:pt x="2" y="2"/>
                    </a:lnTo>
                    <a:lnTo>
                      <a:pt x="11" y="0"/>
                    </a:lnTo>
                    <a:lnTo>
                      <a:pt x="24" y="2"/>
                    </a:lnTo>
                    <a:lnTo>
                      <a:pt x="39" y="3"/>
                    </a:lnTo>
                    <a:lnTo>
                      <a:pt x="53" y="3"/>
                    </a:lnTo>
                    <a:lnTo>
                      <a:pt x="66" y="4"/>
                    </a:lnTo>
                    <a:lnTo>
                      <a:pt x="79" y="4"/>
                    </a:lnTo>
                    <a:lnTo>
                      <a:pt x="92" y="5"/>
                    </a:lnTo>
                    <a:lnTo>
                      <a:pt x="106" y="7"/>
                    </a:lnTo>
                    <a:lnTo>
                      <a:pt x="120" y="12"/>
                    </a:lnTo>
                    <a:lnTo>
                      <a:pt x="121" y="10"/>
                    </a:lnTo>
                    <a:lnTo>
                      <a:pt x="127" y="10"/>
                    </a:lnTo>
                    <a:lnTo>
                      <a:pt x="135" y="10"/>
                    </a:lnTo>
                    <a:lnTo>
                      <a:pt x="145" y="10"/>
                    </a:lnTo>
                    <a:lnTo>
                      <a:pt x="153" y="9"/>
                    </a:lnTo>
                    <a:lnTo>
                      <a:pt x="162" y="9"/>
                    </a:lnTo>
                    <a:lnTo>
                      <a:pt x="168" y="9"/>
                    </a:lnTo>
                    <a:lnTo>
                      <a:pt x="172" y="9"/>
                    </a:lnTo>
                    <a:lnTo>
                      <a:pt x="180" y="5"/>
                    </a:lnTo>
                    <a:lnTo>
                      <a:pt x="190" y="5"/>
                    </a:lnTo>
                    <a:lnTo>
                      <a:pt x="190" y="195"/>
                    </a:lnTo>
                    <a:lnTo>
                      <a:pt x="190" y="204"/>
                    </a:lnTo>
                    <a:lnTo>
                      <a:pt x="190" y="213"/>
                    </a:lnTo>
                    <a:lnTo>
                      <a:pt x="190" y="221"/>
                    </a:lnTo>
                    <a:lnTo>
                      <a:pt x="190" y="230"/>
                    </a:lnTo>
                    <a:lnTo>
                      <a:pt x="190" y="3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6" name="Freeform 436">
                <a:extLst>
                  <a:ext uri="{FF2B5EF4-FFF2-40B4-BE49-F238E27FC236}">
                    <a16:creationId xmlns:a16="http://schemas.microsoft.com/office/drawing/2014/main" id="{15B39794-8CD2-5266-FEAB-E71D06AF6E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0" y="1367"/>
                <a:ext cx="1" cy="59"/>
              </a:xfrm>
              <a:custGeom>
                <a:avLst/>
                <a:gdLst>
                  <a:gd name="T0" fmla="*/ 0 w 8"/>
                  <a:gd name="T1" fmla="*/ 0 h 294"/>
                  <a:gd name="T2" fmla="*/ 0 w 8"/>
                  <a:gd name="T3" fmla="*/ 0 h 294"/>
                  <a:gd name="T4" fmla="*/ 0 w 8"/>
                  <a:gd name="T5" fmla="*/ 0 h 294"/>
                  <a:gd name="T6" fmla="*/ 0 w 8"/>
                  <a:gd name="T7" fmla="*/ 0 h 294"/>
                  <a:gd name="T8" fmla="*/ 0 w 8"/>
                  <a:gd name="T9" fmla="*/ 0 h 294"/>
                  <a:gd name="T10" fmla="*/ 0 w 8"/>
                  <a:gd name="T11" fmla="*/ 0 h 294"/>
                  <a:gd name="T12" fmla="*/ 0 w 8"/>
                  <a:gd name="T13" fmla="*/ 0 h 294"/>
                  <a:gd name="T14" fmla="*/ 0 w 8"/>
                  <a:gd name="T15" fmla="*/ 0 h 294"/>
                  <a:gd name="T16" fmla="*/ 0 w 8"/>
                  <a:gd name="T17" fmla="*/ 0 h 294"/>
                  <a:gd name="T18" fmla="*/ 0 w 8"/>
                  <a:gd name="T19" fmla="*/ 0 h 294"/>
                  <a:gd name="T20" fmla="*/ 0 w 8"/>
                  <a:gd name="T21" fmla="*/ 0 h 294"/>
                  <a:gd name="T22" fmla="*/ 0 w 8"/>
                  <a:gd name="T23" fmla="*/ 0 h 294"/>
                  <a:gd name="T24" fmla="*/ 0 w 8"/>
                  <a:gd name="T25" fmla="*/ 0 h 294"/>
                  <a:gd name="T26" fmla="*/ 0 w 8"/>
                  <a:gd name="T27" fmla="*/ 0 h 294"/>
                  <a:gd name="T28" fmla="*/ 0 w 8"/>
                  <a:gd name="T29" fmla="*/ 0 h 294"/>
                  <a:gd name="T30" fmla="*/ 0 w 8"/>
                  <a:gd name="T31" fmla="*/ 0 h 294"/>
                  <a:gd name="T32" fmla="*/ 0 w 8"/>
                  <a:gd name="T33" fmla="*/ 0 h 294"/>
                  <a:gd name="T34" fmla="*/ 0 w 8"/>
                  <a:gd name="T35" fmla="*/ 0 h 294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8"/>
                  <a:gd name="T55" fmla="*/ 0 h 294"/>
                  <a:gd name="T56" fmla="*/ 8 w 8"/>
                  <a:gd name="T57" fmla="*/ 294 h 294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8" h="294">
                    <a:moveTo>
                      <a:pt x="8" y="71"/>
                    </a:moveTo>
                    <a:lnTo>
                      <a:pt x="0" y="73"/>
                    </a:lnTo>
                    <a:lnTo>
                      <a:pt x="0" y="0"/>
                    </a:lnTo>
                    <a:lnTo>
                      <a:pt x="2" y="8"/>
                    </a:lnTo>
                    <a:lnTo>
                      <a:pt x="4" y="17"/>
                    </a:lnTo>
                    <a:lnTo>
                      <a:pt x="5" y="26"/>
                    </a:lnTo>
                    <a:lnTo>
                      <a:pt x="6" y="36"/>
                    </a:lnTo>
                    <a:lnTo>
                      <a:pt x="6" y="45"/>
                    </a:lnTo>
                    <a:lnTo>
                      <a:pt x="6" y="53"/>
                    </a:lnTo>
                    <a:lnTo>
                      <a:pt x="6" y="62"/>
                    </a:lnTo>
                    <a:lnTo>
                      <a:pt x="8" y="71"/>
                    </a:lnTo>
                    <a:lnTo>
                      <a:pt x="4" y="78"/>
                    </a:lnTo>
                    <a:lnTo>
                      <a:pt x="0" y="82"/>
                    </a:lnTo>
                    <a:lnTo>
                      <a:pt x="2" y="289"/>
                    </a:lnTo>
                    <a:lnTo>
                      <a:pt x="0" y="291"/>
                    </a:lnTo>
                    <a:lnTo>
                      <a:pt x="0" y="294"/>
                    </a:lnTo>
                    <a:lnTo>
                      <a:pt x="0" y="73"/>
                    </a:lnTo>
                    <a:lnTo>
                      <a:pt x="8" y="7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7" name="Freeform 437">
                <a:extLst>
                  <a:ext uri="{FF2B5EF4-FFF2-40B4-BE49-F238E27FC236}">
                    <a16:creationId xmlns:a16="http://schemas.microsoft.com/office/drawing/2014/main" id="{97A758E9-191D-6542-543B-49D2F96E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8" y="1356"/>
                <a:ext cx="12" cy="71"/>
              </a:xfrm>
              <a:custGeom>
                <a:avLst/>
                <a:gdLst>
                  <a:gd name="T0" fmla="*/ 0 w 57"/>
                  <a:gd name="T1" fmla="*/ 0 h 355"/>
                  <a:gd name="T2" fmla="*/ 0 w 57"/>
                  <a:gd name="T3" fmla="*/ 0 h 355"/>
                  <a:gd name="T4" fmla="*/ 0 w 57"/>
                  <a:gd name="T5" fmla="*/ 0 h 355"/>
                  <a:gd name="T6" fmla="*/ 0 w 57"/>
                  <a:gd name="T7" fmla="*/ 0 h 355"/>
                  <a:gd name="T8" fmla="*/ 0 w 57"/>
                  <a:gd name="T9" fmla="*/ 0 h 355"/>
                  <a:gd name="T10" fmla="*/ 0 w 57"/>
                  <a:gd name="T11" fmla="*/ 0 h 355"/>
                  <a:gd name="T12" fmla="*/ 0 w 57"/>
                  <a:gd name="T13" fmla="*/ 0 h 355"/>
                  <a:gd name="T14" fmla="*/ 0 w 57"/>
                  <a:gd name="T15" fmla="*/ 0 h 355"/>
                  <a:gd name="T16" fmla="*/ 0 w 57"/>
                  <a:gd name="T17" fmla="*/ 0 h 355"/>
                  <a:gd name="T18" fmla="*/ 0 w 57"/>
                  <a:gd name="T19" fmla="*/ 0 h 355"/>
                  <a:gd name="T20" fmla="*/ 0 w 57"/>
                  <a:gd name="T21" fmla="*/ 0 h 355"/>
                  <a:gd name="T22" fmla="*/ 0 w 57"/>
                  <a:gd name="T23" fmla="*/ 0 h 355"/>
                  <a:gd name="T24" fmla="*/ 0 w 57"/>
                  <a:gd name="T25" fmla="*/ 0 h 355"/>
                  <a:gd name="T26" fmla="*/ 0 w 57"/>
                  <a:gd name="T27" fmla="*/ 0 h 355"/>
                  <a:gd name="T28" fmla="*/ 0 w 57"/>
                  <a:gd name="T29" fmla="*/ 0 h 355"/>
                  <a:gd name="T30" fmla="*/ 0 w 57"/>
                  <a:gd name="T31" fmla="*/ 0 h 355"/>
                  <a:gd name="T32" fmla="*/ 0 w 57"/>
                  <a:gd name="T33" fmla="*/ 0 h 355"/>
                  <a:gd name="T34" fmla="*/ 0 w 57"/>
                  <a:gd name="T35" fmla="*/ 0 h 355"/>
                  <a:gd name="T36" fmla="*/ 0 w 57"/>
                  <a:gd name="T37" fmla="*/ 0 h 355"/>
                  <a:gd name="T38" fmla="*/ 0 w 57"/>
                  <a:gd name="T39" fmla="*/ 0 h 355"/>
                  <a:gd name="T40" fmla="*/ 0 w 57"/>
                  <a:gd name="T41" fmla="*/ 0 h 355"/>
                  <a:gd name="T42" fmla="*/ 0 w 57"/>
                  <a:gd name="T43" fmla="*/ 0 h 355"/>
                  <a:gd name="T44" fmla="*/ 0 w 57"/>
                  <a:gd name="T45" fmla="*/ 0 h 355"/>
                  <a:gd name="T46" fmla="*/ 0 w 57"/>
                  <a:gd name="T47" fmla="*/ 0 h 355"/>
                  <a:gd name="T48" fmla="*/ 0 w 57"/>
                  <a:gd name="T49" fmla="*/ 0 h 355"/>
                  <a:gd name="T50" fmla="*/ 0 w 57"/>
                  <a:gd name="T51" fmla="*/ 0 h 355"/>
                  <a:gd name="T52" fmla="*/ 0 w 57"/>
                  <a:gd name="T53" fmla="*/ 0 h 355"/>
                  <a:gd name="T54" fmla="*/ 0 w 57"/>
                  <a:gd name="T55" fmla="*/ 0 h 355"/>
                  <a:gd name="T56" fmla="*/ 0 w 57"/>
                  <a:gd name="T57" fmla="*/ 0 h 355"/>
                  <a:gd name="T58" fmla="*/ 0 w 57"/>
                  <a:gd name="T59" fmla="*/ 0 h 355"/>
                  <a:gd name="T60" fmla="*/ 0 w 57"/>
                  <a:gd name="T61" fmla="*/ 0 h 355"/>
                  <a:gd name="T62" fmla="*/ 0 w 57"/>
                  <a:gd name="T63" fmla="*/ 0 h 355"/>
                  <a:gd name="T64" fmla="*/ 0 w 57"/>
                  <a:gd name="T65" fmla="*/ 0 h 355"/>
                  <a:gd name="T66" fmla="*/ 0 w 57"/>
                  <a:gd name="T67" fmla="*/ 0 h 355"/>
                  <a:gd name="T68" fmla="*/ 0 w 57"/>
                  <a:gd name="T69" fmla="*/ 0 h 355"/>
                  <a:gd name="T70" fmla="*/ 0 w 57"/>
                  <a:gd name="T71" fmla="*/ 0 h 355"/>
                  <a:gd name="T72" fmla="*/ 0 w 57"/>
                  <a:gd name="T73" fmla="*/ 0 h 355"/>
                  <a:gd name="T74" fmla="*/ 0 w 57"/>
                  <a:gd name="T75" fmla="*/ 0 h 355"/>
                  <a:gd name="T76" fmla="*/ 0 w 57"/>
                  <a:gd name="T77" fmla="*/ 0 h 355"/>
                  <a:gd name="T78" fmla="*/ 0 w 57"/>
                  <a:gd name="T79" fmla="*/ 0 h 355"/>
                  <a:gd name="T80" fmla="*/ 0 w 57"/>
                  <a:gd name="T81" fmla="*/ 0 h 355"/>
                  <a:gd name="T82" fmla="*/ 0 w 57"/>
                  <a:gd name="T83" fmla="*/ 0 h 355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w 57"/>
                  <a:gd name="T127" fmla="*/ 0 h 355"/>
                  <a:gd name="T128" fmla="*/ 57 w 57"/>
                  <a:gd name="T129" fmla="*/ 355 h 355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T126" t="T127" r="T128" b="T129"/>
                <a:pathLst>
                  <a:path w="57" h="355">
                    <a:moveTo>
                      <a:pt x="57" y="131"/>
                    </a:moveTo>
                    <a:lnTo>
                      <a:pt x="52" y="131"/>
                    </a:lnTo>
                    <a:lnTo>
                      <a:pt x="57" y="131"/>
                    </a:lnTo>
                    <a:lnTo>
                      <a:pt x="57" y="352"/>
                    </a:lnTo>
                    <a:lnTo>
                      <a:pt x="51" y="355"/>
                    </a:lnTo>
                    <a:lnTo>
                      <a:pt x="45" y="355"/>
                    </a:lnTo>
                    <a:lnTo>
                      <a:pt x="39" y="352"/>
                    </a:lnTo>
                    <a:lnTo>
                      <a:pt x="37" y="347"/>
                    </a:lnTo>
                    <a:lnTo>
                      <a:pt x="37" y="173"/>
                    </a:lnTo>
                    <a:lnTo>
                      <a:pt x="36" y="166"/>
                    </a:lnTo>
                    <a:lnTo>
                      <a:pt x="36" y="160"/>
                    </a:lnTo>
                    <a:lnTo>
                      <a:pt x="36" y="152"/>
                    </a:lnTo>
                    <a:lnTo>
                      <a:pt x="36" y="146"/>
                    </a:lnTo>
                    <a:lnTo>
                      <a:pt x="36" y="139"/>
                    </a:lnTo>
                    <a:lnTo>
                      <a:pt x="37" y="132"/>
                    </a:lnTo>
                    <a:lnTo>
                      <a:pt x="39" y="126"/>
                    </a:lnTo>
                    <a:lnTo>
                      <a:pt x="44" y="124"/>
                    </a:lnTo>
                    <a:lnTo>
                      <a:pt x="44" y="75"/>
                    </a:lnTo>
                    <a:lnTo>
                      <a:pt x="35" y="64"/>
                    </a:lnTo>
                    <a:lnTo>
                      <a:pt x="29" y="52"/>
                    </a:lnTo>
                    <a:lnTo>
                      <a:pt x="24" y="40"/>
                    </a:lnTo>
                    <a:lnTo>
                      <a:pt x="24" y="30"/>
                    </a:lnTo>
                    <a:lnTo>
                      <a:pt x="16" y="28"/>
                    </a:lnTo>
                    <a:lnTo>
                      <a:pt x="13" y="27"/>
                    </a:lnTo>
                    <a:lnTo>
                      <a:pt x="10" y="23"/>
                    </a:lnTo>
                    <a:lnTo>
                      <a:pt x="8" y="18"/>
                    </a:lnTo>
                    <a:lnTo>
                      <a:pt x="0" y="18"/>
                    </a:lnTo>
                    <a:lnTo>
                      <a:pt x="0" y="6"/>
                    </a:lnTo>
                    <a:lnTo>
                      <a:pt x="9" y="15"/>
                    </a:lnTo>
                    <a:lnTo>
                      <a:pt x="0" y="6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5" y="1"/>
                    </a:lnTo>
                    <a:lnTo>
                      <a:pt x="19" y="4"/>
                    </a:lnTo>
                    <a:lnTo>
                      <a:pt x="24" y="10"/>
                    </a:lnTo>
                    <a:lnTo>
                      <a:pt x="33" y="11"/>
                    </a:lnTo>
                    <a:lnTo>
                      <a:pt x="40" y="17"/>
                    </a:lnTo>
                    <a:lnTo>
                      <a:pt x="42" y="26"/>
                    </a:lnTo>
                    <a:lnTo>
                      <a:pt x="44" y="37"/>
                    </a:lnTo>
                    <a:lnTo>
                      <a:pt x="51" y="46"/>
                    </a:lnTo>
                    <a:lnTo>
                      <a:pt x="57" y="58"/>
                    </a:lnTo>
                    <a:lnTo>
                      <a:pt x="57" y="13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8" name="Freeform 438">
                <a:extLst>
                  <a:ext uri="{FF2B5EF4-FFF2-40B4-BE49-F238E27FC236}">
                    <a16:creationId xmlns:a16="http://schemas.microsoft.com/office/drawing/2014/main" id="{88962C96-B548-4F61-1417-C94C121E3E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6" y="1356"/>
                <a:ext cx="12" cy="10"/>
              </a:xfrm>
              <a:custGeom>
                <a:avLst/>
                <a:gdLst>
                  <a:gd name="T0" fmla="*/ 0 w 64"/>
                  <a:gd name="T1" fmla="*/ 0 h 54"/>
                  <a:gd name="T2" fmla="*/ 0 w 64"/>
                  <a:gd name="T3" fmla="*/ 0 h 54"/>
                  <a:gd name="T4" fmla="*/ 0 w 64"/>
                  <a:gd name="T5" fmla="*/ 0 h 54"/>
                  <a:gd name="T6" fmla="*/ 0 w 64"/>
                  <a:gd name="T7" fmla="*/ 0 h 54"/>
                  <a:gd name="T8" fmla="*/ 0 w 64"/>
                  <a:gd name="T9" fmla="*/ 0 h 54"/>
                  <a:gd name="T10" fmla="*/ 0 w 64"/>
                  <a:gd name="T11" fmla="*/ 0 h 54"/>
                  <a:gd name="T12" fmla="*/ 0 w 64"/>
                  <a:gd name="T13" fmla="*/ 0 h 54"/>
                  <a:gd name="T14" fmla="*/ 0 w 64"/>
                  <a:gd name="T15" fmla="*/ 0 h 54"/>
                  <a:gd name="T16" fmla="*/ 0 w 64"/>
                  <a:gd name="T17" fmla="*/ 0 h 54"/>
                  <a:gd name="T18" fmla="*/ 0 w 64"/>
                  <a:gd name="T19" fmla="*/ 0 h 54"/>
                  <a:gd name="T20" fmla="*/ 0 w 64"/>
                  <a:gd name="T21" fmla="*/ 0 h 54"/>
                  <a:gd name="T22" fmla="*/ 0 w 64"/>
                  <a:gd name="T23" fmla="*/ 0 h 54"/>
                  <a:gd name="T24" fmla="*/ 0 w 64"/>
                  <a:gd name="T25" fmla="*/ 0 h 54"/>
                  <a:gd name="T26" fmla="*/ 0 w 64"/>
                  <a:gd name="T27" fmla="*/ 0 h 54"/>
                  <a:gd name="T28" fmla="*/ 0 w 64"/>
                  <a:gd name="T29" fmla="*/ 0 h 54"/>
                  <a:gd name="T30" fmla="*/ 0 w 64"/>
                  <a:gd name="T31" fmla="*/ 0 h 54"/>
                  <a:gd name="T32" fmla="*/ 0 w 64"/>
                  <a:gd name="T33" fmla="*/ 0 h 54"/>
                  <a:gd name="T34" fmla="*/ 0 w 64"/>
                  <a:gd name="T35" fmla="*/ 0 h 54"/>
                  <a:gd name="T36" fmla="*/ 0 w 64"/>
                  <a:gd name="T37" fmla="*/ 0 h 54"/>
                  <a:gd name="T38" fmla="*/ 0 w 64"/>
                  <a:gd name="T39" fmla="*/ 0 h 54"/>
                  <a:gd name="T40" fmla="*/ 0 w 64"/>
                  <a:gd name="T41" fmla="*/ 0 h 54"/>
                  <a:gd name="T42" fmla="*/ 0 w 64"/>
                  <a:gd name="T43" fmla="*/ 0 h 54"/>
                  <a:gd name="T44" fmla="*/ 0 w 64"/>
                  <a:gd name="T45" fmla="*/ 0 h 54"/>
                  <a:gd name="T46" fmla="*/ 0 w 64"/>
                  <a:gd name="T47" fmla="*/ 0 h 54"/>
                  <a:gd name="T48" fmla="*/ 0 w 64"/>
                  <a:gd name="T49" fmla="*/ 0 h 54"/>
                  <a:gd name="T50" fmla="*/ 0 w 64"/>
                  <a:gd name="T51" fmla="*/ 0 h 54"/>
                  <a:gd name="T52" fmla="*/ 0 w 64"/>
                  <a:gd name="T53" fmla="*/ 0 h 54"/>
                  <a:gd name="T54" fmla="*/ 0 w 64"/>
                  <a:gd name="T55" fmla="*/ 0 h 54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64"/>
                  <a:gd name="T85" fmla="*/ 0 h 54"/>
                  <a:gd name="T86" fmla="*/ 64 w 64"/>
                  <a:gd name="T87" fmla="*/ 54 h 54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64" h="54">
                    <a:moveTo>
                      <a:pt x="64" y="0"/>
                    </a:moveTo>
                    <a:lnTo>
                      <a:pt x="64" y="6"/>
                    </a:lnTo>
                    <a:lnTo>
                      <a:pt x="57" y="0"/>
                    </a:lnTo>
                    <a:lnTo>
                      <a:pt x="64" y="6"/>
                    </a:lnTo>
                    <a:lnTo>
                      <a:pt x="64" y="18"/>
                    </a:lnTo>
                    <a:lnTo>
                      <a:pt x="41" y="18"/>
                    </a:lnTo>
                    <a:lnTo>
                      <a:pt x="36" y="26"/>
                    </a:lnTo>
                    <a:lnTo>
                      <a:pt x="28" y="30"/>
                    </a:lnTo>
                    <a:lnTo>
                      <a:pt x="26" y="31"/>
                    </a:lnTo>
                    <a:lnTo>
                      <a:pt x="23" y="37"/>
                    </a:lnTo>
                    <a:lnTo>
                      <a:pt x="21" y="43"/>
                    </a:lnTo>
                    <a:lnTo>
                      <a:pt x="20" y="47"/>
                    </a:lnTo>
                    <a:lnTo>
                      <a:pt x="14" y="53"/>
                    </a:lnTo>
                    <a:lnTo>
                      <a:pt x="9" y="54"/>
                    </a:lnTo>
                    <a:lnTo>
                      <a:pt x="2" y="52"/>
                    </a:lnTo>
                    <a:lnTo>
                      <a:pt x="0" y="47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5" y="31"/>
                    </a:lnTo>
                    <a:lnTo>
                      <a:pt x="10" y="22"/>
                    </a:lnTo>
                    <a:lnTo>
                      <a:pt x="14" y="15"/>
                    </a:lnTo>
                    <a:lnTo>
                      <a:pt x="20" y="10"/>
                    </a:lnTo>
                    <a:lnTo>
                      <a:pt x="26" y="5"/>
                    </a:lnTo>
                    <a:lnTo>
                      <a:pt x="35" y="1"/>
                    </a:lnTo>
                    <a:lnTo>
                      <a:pt x="43" y="0"/>
                    </a:lnTo>
                    <a:lnTo>
                      <a:pt x="57" y="0"/>
                    </a:lnTo>
                    <a:lnTo>
                      <a:pt x="61" y="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89" name="Freeform 439">
                <a:extLst>
                  <a:ext uri="{FF2B5EF4-FFF2-40B4-BE49-F238E27FC236}">
                    <a16:creationId xmlns:a16="http://schemas.microsoft.com/office/drawing/2014/main" id="{565FFC47-A441-C168-B6A6-F083ACEF9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4" y="1368"/>
                <a:ext cx="1" cy="59"/>
              </a:xfrm>
              <a:custGeom>
                <a:avLst/>
                <a:gdLst>
                  <a:gd name="T0" fmla="*/ 0 w 6"/>
                  <a:gd name="T1" fmla="*/ 0 h 292"/>
                  <a:gd name="T2" fmla="*/ 0 w 6"/>
                  <a:gd name="T3" fmla="*/ 0 h 292"/>
                  <a:gd name="T4" fmla="*/ 0 w 6"/>
                  <a:gd name="T5" fmla="*/ 0 h 292"/>
                  <a:gd name="T6" fmla="*/ 0 w 6"/>
                  <a:gd name="T7" fmla="*/ 0 h 292"/>
                  <a:gd name="T8" fmla="*/ 0 w 6"/>
                  <a:gd name="T9" fmla="*/ 0 h 292"/>
                  <a:gd name="T10" fmla="*/ 0 w 6"/>
                  <a:gd name="T11" fmla="*/ 0 h 292"/>
                  <a:gd name="T12" fmla="*/ 0 w 6"/>
                  <a:gd name="T13" fmla="*/ 0 h 292"/>
                  <a:gd name="T14" fmla="*/ 0 w 6"/>
                  <a:gd name="T15" fmla="*/ 0 h 292"/>
                  <a:gd name="T16" fmla="*/ 0 w 6"/>
                  <a:gd name="T17" fmla="*/ 0 h 292"/>
                  <a:gd name="T18" fmla="*/ 0 w 6"/>
                  <a:gd name="T19" fmla="*/ 0 h 292"/>
                  <a:gd name="T20" fmla="*/ 0 w 6"/>
                  <a:gd name="T21" fmla="*/ 0 h 292"/>
                  <a:gd name="T22" fmla="*/ 0 w 6"/>
                  <a:gd name="T23" fmla="*/ 0 h 292"/>
                  <a:gd name="T24" fmla="*/ 0 w 6"/>
                  <a:gd name="T25" fmla="*/ 0 h 292"/>
                  <a:gd name="T26" fmla="*/ 0 w 6"/>
                  <a:gd name="T27" fmla="*/ 0 h 292"/>
                  <a:gd name="T28" fmla="*/ 0 w 6"/>
                  <a:gd name="T29" fmla="*/ 0 h 292"/>
                  <a:gd name="T30" fmla="*/ 0 w 6"/>
                  <a:gd name="T31" fmla="*/ 0 h 292"/>
                  <a:gd name="T32" fmla="*/ 0 w 6"/>
                  <a:gd name="T33" fmla="*/ 0 h 292"/>
                  <a:gd name="T34" fmla="*/ 0 w 6"/>
                  <a:gd name="T35" fmla="*/ 0 h 29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6"/>
                  <a:gd name="T55" fmla="*/ 0 h 292"/>
                  <a:gd name="T56" fmla="*/ 6 w 6"/>
                  <a:gd name="T57" fmla="*/ 292 h 292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6" h="292">
                    <a:moveTo>
                      <a:pt x="5" y="72"/>
                    </a:moveTo>
                    <a:lnTo>
                      <a:pt x="0" y="72"/>
                    </a:lnTo>
                    <a:lnTo>
                      <a:pt x="0" y="0"/>
                    </a:lnTo>
                    <a:lnTo>
                      <a:pt x="2" y="7"/>
                    </a:lnTo>
                    <a:lnTo>
                      <a:pt x="4" y="17"/>
                    </a:lnTo>
                    <a:lnTo>
                      <a:pt x="5" y="26"/>
                    </a:lnTo>
                    <a:lnTo>
                      <a:pt x="6" y="36"/>
                    </a:lnTo>
                    <a:lnTo>
                      <a:pt x="5" y="45"/>
                    </a:lnTo>
                    <a:lnTo>
                      <a:pt x="5" y="53"/>
                    </a:lnTo>
                    <a:lnTo>
                      <a:pt x="5" y="62"/>
                    </a:lnTo>
                    <a:lnTo>
                      <a:pt x="5" y="72"/>
                    </a:lnTo>
                    <a:lnTo>
                      <a:pt x="4" y="78"/>
                    </a:lnTo>
                    <a:lnTo>
                      <a:pt x="0" y="82"/>
                    </a:lnTo>
                    <a:lnTo>
                      <a:pt x="0" y="289"/>
                    </a:lnTo>
                    <a:lnTo>
                      <a:pt x="0" y="290"/>
                    </a:lnTo>
                    <a:lnTo>
                      <a:pt x="0" y="292"/>
                    </a:lnTo>
                    <a:lnTo>
                      <a:pt x="0" y="72"/>
                    </a:lnTo>
                    <a:lnTo>
                      <a:pt x="5" y="7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0" name="Freeform 440">
                <a:extLst>
                  <a:ext uri="{FF2B5EF4-FFF2-40B4-BE49-F238E27FC236}">
                    <a16:creationId xmlns:a16="http://schemas.microsoft.com/office/drawing/2014/main" id="{DE2D717B-BFCF-B93A-44C2-DCD350C2F9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1356"/>
                <a:ext cx="12" cy="72"/>
              </a:xfrm>
              <a:custGeom>
                <a:avLst/>
                <a:gdLst>
                  <a:gd name="T0" fmla="*/ 0 w 57"/>
                  <a:gd name="T1" fmla="*/ 0 h 358"/>
                  <a:gd name="T2" fmla="*/ 0 w 57"/>
                  <a:gd name="T3" fmla="*/ 0 h 358"/>
                  <a:gd name="T4" fmla="*/ 0 w 57"/>
                  <a:gd name="T5" fmla="*/ 0 h 358"/>
                  <a:gd name="T6" fmla="*/ 0 w 57"/>
                  <a:gd name="T7" fmla="*/ 0 h 358"/>
                  <a:gd name="T8" fmla="*/ 0 w 57"/>
                  <a:gd name="T9" fmla="*/ 0 h 358"/>
                  <a:gd name="T10" fmla="*/ 0 w 57"/>
                  <a:gd name="T11" fmla="*/ 0 h 358"/>
                  <a:gd name="T12" fmla="*/ 0 w 57"/>
                  <a:gd name="T13" fmla="*/ 0 h 358"/>
                  <a:gd name="T14" fmla="*/ 0 w 57"/>
                  <a:gd name="T15" fmla="*/ 0 h 358"/>
                  <a:gd name="T16" fmla="*/ 0 w 57"/>
                  <a:gd name="T17" fmla="*/ 0 h 358"/>
                  <a:gd name="T18" fmla="*/ 0 w 57"/>
                  <a:gd name="T19" fmla="*/ 0 h 358"/>
                  <a:gd name="T20" fmla="*/ 0 w 57"/>
                  <a:gd name="T21" fmla="*/ 0 h 358"/>
                  <a:gd name="T22" fmla="*/ 0 w 57"/>
                  <a:gd name="T23" fmla="*/ 0 h 358"/>
                  <a:gd name="T24" fmla="*/ 0 w 57"/>
                  <a:gd name="T25" fmla="*/ 0 h 358"/>
                  <a:gd name="T26" fmla="*/ 0 w 57"/>
                  <a:gd name="T27" fmla="*/ 0 h 358"/>
                  <a:gd name="T28" fmla="*/ 0 w 57"/>
                  <a:gd name="T29" fmla="*/ 0 h 358"/>
                  <a:gd name="T30" fmla="*/ 0 w 57"/>
                  <a:gd name="T31" fmla="*/ 0 h 358"/>
                  <a:gd name="T32" fmla="*/ 0 w 57"/>
                  <a:gd name="T33" fmla="*/ 0 h 358"/>
                  <a:gd name="T34" fmla="*/ 0 w 57"/>
                  <a:gd name="T35" fmla="*/ 0 h 358"/>
                  <a:gd name="T36" fmla="*/ 0 w 57"/>
                  <a:gd name="T37" fmla="*/ 0 h 358"/>
                  <a:gd name="T38" fmla="*/ 0 w 57"/>
                  <a:gd name="T39" fmla="*/ 0 h 358"/>
                  <a:gd name="T40" fmla="*/ 0 w 57"/>
                  <a:gd name="T41" fmla="*/ 0 h 358"/>
                  <a:gd name="T42" fmla="*/ 0 w 57"/>
                  <a:gd name="T43" fmla="*/ 0 h 358"/>
                  <a:gd name="T44" fmla="*/ 0 w 57"/>
                  <a:gd name="T45" fmla="*/ 0 h 358"/>
                  <a:gd name="T46" fmla="*/ 0 w 57"/>
                  <a:gd name="T47" fmla="*/ 0 h 358"/>
                  <a:gd name="T48" fmla="*/ 0 w 57"/>
                  <a:gd name="T49" fmla="*/ 0 h 358"/>
                  <a:gd name="T50" fmla="*/ 0 w 57"/>
                  <a:gd name="T51" fmla="*/ 0 h 358"/>
                  <a:gd name="T52" fmla="*/ 0 w 57"/>
                  <a:gd name="T53" fmla="*/ 0 h 358"/>
                  <a:gd name="T54" fmla="*/ 0 w 57"/>
                  <a:gd name="T55" fmla="*/ 0 h 358"/>
                  <a:gd name="T56" fmla="*/ 0 w 57"/>
                  <a:gd name="T57" fmla="*/ 0 h 358"/>
                  <a:gd name="T58" fmla="*/ 0 w 57"/>
                  <a:gd name="T59" fmla="*/ 0 h 358"/>
                  <a:gd name="T60" fmla="*/ 0 w 57"/>
                  <a:gd name="T61" fmla="*/ 0 h 358"/>
                  <a:gd name="T62" fmla="*/ 0 w 57"/>
                  <a:gd name="T63" fmla="*/ 0 h 358"/>
                  <a:gd name="T64" fmla="*/ 0 w 57"/>
                  <a:gd name="T65" fmla="*/ 0 h 358"/>
                  <a:gd name="T66" fmla="*/ 0 w 57"/>
                  <a:gd name="T67" fmla="*/ 0 h 358"/>
                  <a:gd name="T68" fmla="*/ 0 w 57"/>
                  <a:gd name="T69" fmla="*/ 0 h 358"/>
                  <a:gd name="T70" fmla="*/ 0 w 57"/>
                  <a:gd name="T71" fmla="*/ 0 h 358"/>
                  <a:gd name="T72" fmla="*/ 0 w 57"/>
                  <a:gd name="T73" fmla="*/ 0 h 358"/>
                  <a:gd name="T74" fmla="*/ 0 w 57"/>
                  <a:gd name="T75" fmla="*/ 0 h 358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57"/>
                  <a:gd name="T115" fmla="*/ 0 h 358"/>
                  <a:gd name="T116" fmla="*/ 57 w 57"/>
                  <a:gd name="T117" fmla="*/ 358 h 358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57" h="358">
                    <a:moveTo>
                      <a:pt x="57" y="133"/>
                    </a:moveTo>
                    <a:lnTo>
                      <a:pt x="50" y="133"/>
                    </a:lnTo>
                    <a:lnTo>
                      <a:pt x="57" y="133"/>
                    </a:lnTo>
                    <a:lnTo>
                      <a:pt x="57" y="353"/>
                    </a:lnTo>
                    <a:lnTo>
                      <a:pt x="51" y="357"/>
                    </a:lnTo>
                    <a:lnTo>
                      <a:pt x="45" y="358"/>
                    </a:lnTo>
                    <a:lnTo>
                      <a:pt x="39" y="356"/>
                    </a:lnTo>
                    <a:lnTo>
                      <a:pt x="37" y="350"/>
                    </a:lnTo>
                    <a:lnTo>
                      <a:pt x="37" y="177"/>
                    </a:lnTo>
                    <a:lnTo>
                      <a:pt x="36" y="170"/>
                    </a:lnTo>
                    <a:lnTo>
                      <a:pt x="36" y="163"/>
                    </a:lnTo>
                    <a:lnTo>
                      <a:pt x="35" y="155"/>
                    </a:lnTo>
                    <a:lnTo>
                      <a:pt x="35" y="149"/>
                    </a:lnTo>
                    <a:lnTo>
                      <a:pt x="36" y="135"/>
                    </a:lnTo>
                    <a:lnTo>
                      <a:pt x="42" y="127"/>
                    </a:lnTo>
                    <a:lnTo>
                      <a:pt x="42" y="80"/>
                    </a:lnTo>
                    <a:lnTo>
                      <a:pt x="35" y="67"/>
                    </a:lnTo>
                    <a:lnTo>
                      <a:pt x="28" y="55"/>
                    </a:lnTo>
                    <a:lnTo>
                      <a:pt x="23" y="42"/>
                    </a:lnTo>
                    <a:lnTo>
                      <a:pt x="21" y="31"/>
                    </a:lnTo>
                    <a:lnTo>
                      <a:pt x="11" y="29"/>
                    </a:lnTo>
                    <a:lnTo>
                      <a:pt x="6" y="23"/>
                    </a:lnTo>
                    <a:lnTo>
                      <a:pt x="0" y="23"/>
                    </a:lnTo>
                    <a:lnTo>
                      <a:pt x="0" y="10"/>
                    </a:lnTo>
                    <a:lnTo>
                      <a:pt x="9" y="19"/>
                    </a:lnTo>
                    <a:lnTo>
                      <a:pt x="0" y="10"/>
                    </a:lnTo>
                    <a:lnTo>
                      <a:pt x="0" y="0"/>
                    </a:lnTo>
                    <a:lnTo>
                      <a:pt x="8" y="0"/>
                    </a:lnTo>
                    <a:lnTo>
                      <a:pt x="14" y="2"/>
                    </a:lnTo>
                    <a:lnTo>
                      <a:pt x="18" y="4"/>
                    </a:lnTo>
                    <a:lnTo>
                      <a:pt x="23" y="12"/>
                    </a:lnTo>
                    <a:lnTo>
                      <a:pt x="31" y="14"/>
                    </a:lnTo>
                    <a:lnTo>
                      <a:pt x="37" y="20"/>
                    </a:lnTo>
                    <a:lnTo>
                      <a:pt x="41" y="29"/>
                    </a:lnTo>
                    <a:lnTo>
                      <a:pt x="42" y="39"/>
                    </a:lnTo>
                    <a:lnTo>
                      <a:pt x="51" y="49"/>
                    </a:lnTo>
                    <a:lnTo>
                      <a:pt x="57" y="61"/>
                    </a:lnTo>
                    <a:lnTo>
                      <a:pt x="57" y="1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1" name="Freeform 441">
                <a:extLst>
                  <a:ext uri="{FF2B5EF4-FFF2-40B4-BE49-F238E27FC236}">
                    <a16:creationId xmlns:a16="http://schemas.microsoft.com/office/drawing/2014/main" id="{525B3CC4-BDA4-00E7-E6F4-F6EDD85686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" y="1356"/>
                <a:ext cx="12" cy="11"/>
              </a:xfrm>
              <a:custGeom>
                <a:avLst/>
                <a:gdLst>
                  <a:gd name="T0" fmla="*/ 0 w 64"/>
                  <a:gd name="T1" fmla="*/ 0 h 57"/>
                  <a:gd name="T2" fmla="*/ 0 w 64"/>
                  <a:gd name="T3" fmla="*/ 0 h 57"/>
                  <a:gd name="T4" fmla="*/ 0 w 64"/>
                  <a:gd name="T5" fmla="*/ 0 h 57"/>
                  <a:gd name="T6" fmla="*/ 0 w 64"/>
                  <a:gd name="T7" fmla="*/ 0 h 57"/>
                  <a:gd name="T8" fmla="*/ 0 w 64"/>
                  <a:gd name="T9" fmla="*/ 0 h 57"/>
                  <a:gd name="T10" fmla="*/ 0 w 64"/>
                  <a:gd name="T11" fmla="*/ 0 h 57"/>
                  <a:gd name="T12" fmla="*/ 0 w 64"/>
                  <a:gd name="T13" fmla="*/ 0 h 57"/>
                  <a:gd name="T14" fmla="*/ 0 w 64"/>
                  <a:gd name="T15" fmla="*/ 0 h 57"/>
                  <a:gd name="T16" fmla="*/ 0 w 64"/>
                  <a:gd name="T17" fmla="*/ 0 h 57"/>
                  <a:gd name="T18" fmla="*/ 0 w 64"/>
                  <a:gd name="T19" fmla="*/ 0 h 57"/>
                  <a:gd name="T20" fmla="*/ 0 w 64"/>
                  <a:gd name="T21" fmla="*/ 0 h 57"/>
                  <a:gd name="T22" fmla="*/ 0 w 64"/>
                  <a:gd name="T23" fmla="*/ 0 h 57"/>
                  <a:gd name="T24" fmla="*/ 0 w 64"/>
                  <a:gd name="T25" fmla="*/ 0 h 57"/>
                  <a:gd name="T26" fmla="*/ 0 w 64"/>
                  <a:gd name="T27" fmla="*/ 0 h 57"/>
                  <a:gd name="T28" fmla="*/ 0 w 64"/>
                  <a:gd name="T29" fmla="*/ 0 h 57"/>
                  <a:gd name="T30" fmla="*/ 0 w 64"/>
                  <a:gd name="T31" fmla="*/ 0 h 57"/>
                  <a:gd name="T32" fmla="*/ 0 w 64"/>
                  <a:gd name="T33" fmla="*/ 0 h 57"/>
                  <a:gd name="T34" fmla="*/ 0 w 64"/>
                  <a:gd name="T35" fmla="*/ 0 h 57"/>
                  <a:gd name="T36" fmla="*/ 0 w 64"/>
                  <a:gd name="T37" fmla="*/ 0 h 57"/>
                  <a:gd name="T38" fmla="*/ 0 w 64"/>
                  <a:gd name="T39" fmla="*/ 0 h 57"/>
                  <a:gd name="T40" fmla="*/ 0 w 64"/>
                  <a:gd name="T41" fmla="*/ 0 h 57"/>
                  <a:gd name="T42" fmla="*/ 0 w 64"/>
                  <a:gd name="T43" fmla="*/ 0 h 57"/>
                  <a:gd name="T44" fmla="*/ 0 w 64"/>
                  <a:gd name="T45" fmla="*/ 0 h 57"/>
                  <a:gd name="T46" fmla="*/ 0 w 64"/>
                  <a:gd name="T47" fmla="*/ 0 h 57"/>
                  <a:gd name="T48" fmla="*/ 0 w 64"/>
                  <a:gd name="T49" fmla="*/ 0 h 57"/>
                  <a:gd name="T50" fmla="*/ 0 w 64"/>
                  <a:gd name="T51" fmla="*/ 0 h 57"/>
                  <a:gd name="T52" fmla="*/ 0 w 64"/>
                  <a:gd name="T53" fmla="*/ 0 h 57"/>
                  <a:gd name="T54" fmla="*/ 0 w 64"/>
                  <a:gd name="T55" fmla="*/ 0 h 5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w 64"/>
                  <a:gd name="T85" fmla="*/ 0 h 57"/>
                  <a:gd name="T86" fmla="*/ 64 w 64"/>
                  <a:gd name="T87" fmla="*/ 57 h 57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T84" t="T85" r="T86" b="T87"/>
                <a:pathLst>
                  <a:path w="64" h="57">
                    <a:moveTo>
                      <a:pt x="64" y="0"/>
                    </a:moveTo>
                    <a:lnTo>
                      <a:pt x="64" y="10"/>
                    </a:lnTo>
                    <a:lnTo>
                      <a:pt x="54" y="0"/>
                    </a:lnTo>
                    <a:lnTo>
                      <a:pt x="64" y="10"/>
                    </a:lnTo>
                    <a:lnTo>
                      <a:pt x="64" y="23"/>
                    </a:lnTo>
                    <a:lnTo>
                      <a:pt x="38" y="23"/>
                    </a:lnTo>
                    <a:lnTo>
                      <a:pt x="36" y="29"/>
                    </a:lnTo>
                    <a:lnTo>
                      <a:pt x="28" y="31"/>
                    </a:lnTo>
                    <a:lnTo>
                      <a:pt x="25" y="34"/>
                    </a:lnTo>
                    <a:lnTo>
                      <a:pt x="22" y="40"/>
                    </a:lnTo>
                    <a:lnTo>
                      <a:pt x="20" y="45"/>
                    </a:lnTo>
                    <a:lnTo>
                      <a:pt x="20" y="51"/>
                    </a:lnTo>
                    <a:lnTo>
                      <a:pt x="13" y="56"/>
                    </a:lnTo>
                    <a:lnTo>
                      <a:pt x="7" y="57"/>
                    </a:lnTo>
                    <a:lnTo>
                      <a:pt x="1" y="55"/>
                    </a:lnTo>
                    <a:lnTo>
                      <a:pt x="0" y="49"/>
                    </a:lnTo>
                    <a:lnTo>
                      <a:pt x="0" y="47"/>
                    </a:lnTo>
                    <a:lnTo>
                      <a:pt x="0" y="45"/>
                    </a:lnTo>
                    <a:lnTo>
                      <a:pt x="4" y="34"/>
                    </a:lnTo>
                    <a:lnTo>
                      <a:pt x="9" y="25"/>
                    </a:lnTo>
                    <a:lnTo>
                      <a:pt x="12" y="16"/>
                    </a:lnTo>
                    <a:lnTo>
                      <a:pt x="20" y="12"/>
                    </a:lnTo>
                    <a:lnTo>
                      <a:pt x="25" y="5"/>
                    </a:lnTo>
                    <a:lnTo>
                      <a:pt x="33" y="3"/>
                    </a:lnTo>
                    <a:lnTo>
                      <a:pt x="42" y="0"/>
                    </a:lnTo>
                    <a:lnTo>
                      <a:pt x="54" y="0"/>
                    </a:lnTo>
                    <a:lnTo>
                      <a:pt x="59" y="0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2" name="Freeform 442">
                <a:extLst>
                  <a:ext uri="{FF2B5EF4-FFF2-40B4-BE49-F238E27FC236}">
                    <a16:creationId xmlns:a16="http://schemas.microsoft.com/office/drawing/2014/main" id="{FB031D2E-F2D9-1317-3D99-7E870FD5A0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02" y="1775"/>
                <a:ext cx="86" cy="6"/>
              </a:xfrm>
              <a:custGeom>
                <a:avLst/>
                <a:gdLst>
                  <a:gd name="T0" fmla="*/ 0 w 426"/>
                  <a:gd name="T1" fmla="*/ 0 h 33"/>
                  <a:gd name="T2" fmla="*/ 0 w 426"/>
                  <a:gd name="T3" fmla="*/ 0 h 33"/>
                  <a:gd name="T4" fmla="*/ 0 w 426"/>
                  <a:gd name="T5" fmla="*/ 0 h 33"/>
                  <a:gd name="T6" fmla="*/ 0 w 426"/>
                  <a:gd name="T7" fmla="*/ 0 h 33"/>
                  <a:gd name="T8" fmla="*/ 0 w 426"/>
                  <a:gd name="T9" fmla="*/ 0 h 33"/>
                  <a:gd name="T10" fmla="*/ 0 w 426"/>
                  <a:gd name="T11" fmla="*/ 0 h 33"/>
                  <a:gd name="T12" fmla="*/ 0 w 426"/>
                  <a:gd name="T13" fmla="*/ 0 h 33"/>
                  <a:gd name="T14" fmla="*/ 0 w 426"/>
                  <a:gd name="T15" fmla="*/ 0 h 33"/>
                  <a:gd name="T16" fmla="*/ 0 w 426"/>
                  <a:gd name="T17" fmla="*/ 0 h 33"/>
                  <a:gd name="T18" fmla="*/ 0 w 426"/>
                  <a:gd name="T19" fmla="*/ 0 h 33"/>
                  <a:gd name="T20" fmla="*/ 0 w 426"/>
                  <a:gd name="T21" fmla="*/ 0 h 33"/>
                  <a:gd name="T22" fmla="*/ 0 w 426"/>
                  <a:gd name="T23" fmla="*/ 0 h 33"/>
                  <a:gd name="T24" fmla="*/ 0 w 426"/>
                  <a:gd name="T25" fmla="*/ 0 h 33"/>
                  <a:gd name="T26" fmla="*/ 0 w 426"/>
                  <a:gd name="T27" fmla="*/ 0 h 33"/>
                  <a:gd name="T28" fmla="*/ 0 w 426"/>
                  <a:gd name="T29" fmla="*/ 0 h 33"/>
                  <a:gd name="T30" fmla="*/ 0 w 426"/>
                  <a:gd name="T31" fmla="*/ 0 h 33"/>
                  <a:gd name="T32" fmla="*/ 0 w 426"/>
                  <a:gd name="T33" fmla="*/ 0 h 33"/>
                  <a:gd name="T34" fmla="*/ 0 w 426"/>
                  <a:gd name="T35" fmla="*/ 0 h 33"/>
                  <a:gd name="T36" fmla="*/ 0 w 426"/>
                  <a:gd name="T37" fmla="*/ 0 h 33"/>
                  <a:gd name="T38" fmla="*/ 0 w 426"/>
                  <a:gd name="T39" fmla="*/ 0 h 33"/>
                  <a:gd name="T40" fmla="*/ 0 w 426"/>
                  <a:gd name="T41" fmla="*/ 0 h 33"/>
                  <a:gd name="T42" fmla="*/ 0 w 426"/>
                  <a:gd name="T43" fmla="*/ 0 h 33"/>
                  <a:gd name="T44" fmla="*/ 0 w 426"/>
                  <a:gd name="T45" fmla="*/ 0 h 33"/>
                  <a:gd name="T46" fmla="*/ 0 w 426"/>
                  <a:gd name="T47" fmla="*/ 0 h 33"/>
                  <a:gd name="T48" fmla="*/ 0 w 426"/>
                  <a:gd name="T49" fmla="*/ 0 h 33"/>
                  <a:gd name="T50" fmla="*/ 0 w 426"/>
                  <a:gd name="T51" fmla="*/ 0 h 33"/>
                  <a:gd name="T52" fmla="*/ 0 w 426"/>
                  <a:gd name="T53" fmla="*/ 0 h 33"/>
                  <a:gd name="T54" fmla="*/ 0 w 426"/>
                  <a:gd name="T55" fmla="*/ 0 h 33"/>
                  <a:gd name="T56" fmla="*/ 0 w 426"/>
                  <a:gd name="T57" fmla="*/ 0 h 33"/>
                  <a:gd name="T58" fmla="*/ 0 w 426"/>
                  <a:gd name="T59" fmla="*/ 0 h 33"/>
                  <a:gd name="T60" fmla="*/ 0 w 426"/>
                  <a:gd name="T61" fmla="*/ 0 h 33"/>
                  <a:gd name="T62" fmla="*/ 0 w 426"/>
                  <a:gd name="T63" fmla="*/ 0 h 33"/>
                  <a:gd name="T64" fmla="*/ 0 w 426"/>
                  <a:gd name="T65" fmla="*/ 0 h 33"/>
                  <a:gd name="T66" fmla="*/ 0 w 426"/>
                  <a:gd name="T67" fmla="*/ 0 h 33"/>
                  <a:gd name="T68" fmla="*/ 0 w 426"/>
                  <a:gd name="T69" fmla="*/ 0 h 33"/>
                  <a:gd name="T70" fmla="*/ 0 w 426"/>
                  <a:gd name="T71" fmla="*/ 0 h 33"/>
                  <a:gd name="T72" fmla="*/ 0 w 426"/>
                  <a:gd name="T73" fmla="*/ 0 h 33"/>
                  <a:gd name="T74" fmla="*/ 0 w 426"/>
                  <a:gd name="T75" fmla="*/ 0 h 33"/>
                  <a:gd name="T76" fmla="*/ 0 w 426"/>
                  <a:gd name="T77" fmla="*/ 0 h 33"/>
                  <a:gd name="T78" fmla="*/ 0 w 426"/>
                  <a:gd name="T79" fmla="*/ 0 h 33"/>
                  <a:gd name="T80" fmla="*/ 0 w 426"/>
                  <a:gd name="T81" fmla="*/ 0 h 33"/>
                  <a:gd name="T82" fmla="*/ 0 w 426"/>
                  <a:gd name="T83" fmla="*/ 0 h 33"/>
                  <a:gd name="T84" fmla="*/ 0 w 426"/>
                  <a:gd name="T85" fmla="*/ 0 h 33"/>
                  <a:gd name="T86" fmla="*/ 0 w 426"/>
                  <a:gd name="T87" fmla="*/ 0 h 33"/>
                  <a:gd name="T88" fmla="*/ 0 w 426"/>
                  <a:gd name="T89" fmla="*/ 0 h 33"/>
                  <a:gd name="T90" fmla="*/ 0 w 426"/>
                  <a:gd name="T91" fmla="*/ 0 h 33"/>
                  <a:gd name="T92" fmla="*/ 0 w 426"/>
                  <a:gd name="T93" fmla="*/ 0 h 33"/>
                  <a:gd name="T94" fmla="*/ 0 w 426"/>
                  <a:gd name="T95" fmla="*/ 0 h 33"/>
                  <a:gd name="T96" fmla="*/ 0 w 426"/>
                  <a:gd name="T97" fmla="*/ 0 h 33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w 426"/>
                  <a:gd name="T148" fmla="*/ 0 h 33"/>
                  <a:gd name="T149" fmla="*/ 426 w 426"/>
                  <a:gd name="T150" fmla="*/ 33 h 33"/>
                </a:gdLst>
                <a:ahLst/>
                <a:cxnLst>
                  <a:cxn ang="T98">
                    <a:pos x="T0" y="T1"/>
                  </a:cxn>
                  <a:cxn ang="T99">
                    <a:pos x="T2" y="T3"/>
                  </a:cxn>
                  <a:cxn ang="T100">
                    <a:pos x="T4" y="T5"/>
                  </a:cxn>
                  <a:cxn ang="T101">
                    <a:pos x="T6" y="T7"/>
                  </a:cxn>
                  <a:cxn ang="T102">
                    <a:pos x="T8" y="T9"/>
                  </a:cxn>
                  <a:cxn ang="T103">
                    <a:pos x="T10" y="T11"/>
                  </a:cxn>
                  <a:cxn ang="T104">
                    <a:pos x="T12" y="T13"/>
                  </a:cxn>
                  <a:cxn ang="T105">
                    <a:pos x="T14" y="T15"/>
                  </a:cxn>
                  <a:cxn ang="T106">
                    <a:pos x="T16" y="T17"/>
                  </a:cxn>
                  <a:cxn ang="T107">
                    <a:pos x="T18" y="T19"/>
                  </a:cxn>
                  <a:cxn ang="T108">
                    <a:pos x="T20" y="T21"/>
                  </a:cxn>
                  <a:cxn ang="T109">
                    <a:pos x="T22" y="T23"/>
                  </a:cxn>
                  <a:cxn ang="T110">
                    <a:pos x="T24" y="T25"/>
                  </a:cxn>
                  <a:cxn ang="T111">
                    <a:pos x="T26" y="T27"/>
                  </a:cxn>
                  <a:cxn ang="T112">
                    <a:pos x="T28" y="T29"/>
                  </a:cxn>
                  <a:cxn ang="T113">
                    <a:pos x="T30" y="T31"/>
                  </a:cxn>
                  <a:cxn ang="T114">
                    <a:pos x="T32" y="T33"/>
                  </a:cxn>
                  <a:cxn ang="T115">
                    <a:pos x="T34" y="T35"/>
                  </a:cxn>
                  <a:cxn ang="T116">
                    <a:pos x="T36" y="T37"/>
                  </a:cxn>
                  <a:cxn ang="T117">
                    <a:pos x="T38" y="T39"/>
                  </a:cxn>
                  <a:cxn ang="T118">
                    <a:pos x="T40" y="T41"/>
                  </a:cxn>
                  <a:cxn ang="T119">
                    <a:pos x="T42" y="T43"/>
                  </a:cxn>
                  <a:cxn ang="T120">
                    <a:pos x="T44" y="T45"/>
                  </a:cxn>
                  <a:cxn ang="T121">
                    <a:pos x="T46" y="T47"/>
                  </a:cxn>
                  <a:cxn ang="T122">
                    <a:pos x="T48" y="T49"/>
                  </a:cxn>
                  <a:cxn ang="T123">
                    <a:pos x="T50" y="T51"/>
                  </a:cxn>
                  <a:cxn ang="T124">
                    <a:pos x="T52" y="T53"/>
                  </a:cxn>
                  <a:cxn ang="T125">
                    <a:pos x="T54" y="T55"/>
                  </a:cxn>
                  <a:cxn ang="T126">
                    <a:pos x="T56" y="T57"/>
                  </a:cxn>
                  <a:cxn ang="T127">
                    <a:pos x="T58" y="T59"/>
                  </a:cxn>
                  <a:cxn ang="T128">
                    <a:pos x="T60" y="T61"/>
                  </a:cxn>
                  <a:cxn ang="T129">
                    <a:pos x="T62" y="T63"/>
                  </a:cxn>
                  <a:cxn ang="T130">
                    <a:pos x="T64" y="T65"/>
                  </a:cxn>
                  <a:cxn ang="T131">
                    <a:pos x="T66" y="T67"/>
                  </a:cxn>
                  <a:cxn ang="T132">
                    <a:pos x="T68" y="T69"/>
                  </a:cxn>
                  <a:cxn ang="T133">
                    <a:pos x="T70" y="T71"/>
                  </a:cxn>
                  <a:cxn ang="T134">
                    <a:pos x="T72" y="T73"/>
                  </a:cxn>
                  <a:cxn ang="T135">
                    <a:pos x="T74" y="T75"/>
                  </a:cxn>
                  <a:cxn ang="T136">
                    <a:pos x="T76" y="T77"/>
                  </a:cxn>
                  <a:cxn ang="T137">
                    <a:pos x="T78" y="T79"/>
                  </a:cxn>
                  <a:cxn ang="T138">
                    <a:pos x="T80" y="T81"/>
                  </a:cxn>
                  <a:cxn ang="T139">
                    <a:pos x="T82" y="T83"/>
                  </a:cxn>
                  <a:cxn ang="T140">
                    <a:pos x="T84" y="T85"/>
                  </a:cxn>
                  <a:cxn ang="T141">
                    <a:pos x="T86" y="T87"/>
                  </a:cxn>
                  <a:cxn ang="T142">
                    <a:pos x="T88" y="T89"/>
                  </a:cxn>
                  <a:cxn ang="T143">
                    <a:pos x="T90" y="T91"/>
                  </a:cxn>
                  <a:cxn ang="T144">
                    <a:pos x="T92" y="T93"/>
                  </a:cxn>
                  <a:cxn ang="T145">
                    <a:pos x="T94" y="T95"/>
                  </a:cxn>
                  <a:cxn ang="T146">
                    <a:pos x="T96" y="T97"/>
                  </a:cxn>
                </a:cxnLst>
                <a:rect l="T147" t="T148" r="T149" b="T150"/>
                <a:pathLst>
                  <a:path w="426" h="33">
                    <a:moveTo>
                      <a:pt x="416" y="33"/>
                    </a:moveTo>
                    <a:lnTo>
                      <a:pt x="422" y="30"/>
                    </a:lnTo>
                    <a:lnTo>
                      <a:pt x="426" y="24"/>
                    </a:lnTo>
                    <a:lnTo>
                      <a:pt x="425" y="18"/>
                    </a:lnTo>
                    <a:lnTo>
                      <a:pt x="421" y="13"/>
                    </a:lnTo>
                    <a:lnTo>
                      <a:pt x="418" y="12"/>
                    </a:lnTo>
                    <a:lnTo>
                      <a:pt x="416" y="13"/>
                    </a:lnTo>
                    <a:lnTo>
                      <a:pt x="397" y="8"/>
                    </a:lnTo>
                    <a:lnTo>
                      <a:pt x="379" y="7"/>
                    </a:lnTo>
                    <a:lnTo>
                      <a:pt x="360" y="5"/>
                    </a:lnTo>
                    <a:lnTo>
                      <a:pt x="342" y="5"/>
                    </a:lnTo>
                    <a:lnTo>
                      <a:pt x="322" y="5"/>
                    </a:lnTo>
                    <a:lnTo>
                      <a:pt x="303" y="7"/>
                    </a:lnTo>
                    <a:lnTo>
                      <a:pt x="285" y="7"/>
                    </a:lnTo>
                    <a:lnTo>
                      <a:pt x="267" y="8"/>
                    </a:lnTo>
                    <a:lnTo>
                      <a:pt x="255" y="5"/>
                    </a:lnTo>
                    <a:lnTo>
                      <a:pt x="244" y="4"/>
                    </a:lnTo>
                    <a:lnTo>
                      <a:pt x="233" y="2"/>
                    </a:lnTo>
                    <a:lnTo>
                      <a:pt x="222" y="2"/>
                    </a:lnTo>
                    <a:lnTo>
                      <a:pt x="52" y="2"/>
                    </a:lnTo>
                    <a:lnTo>
                      <a:pt x="39" y="0"/>
                    </a:lnTo>
                    <a:lnTo>
                      <a:pt x="27" y="0"/>
                    </a:lnTo>
                    <a:lnTo>
                      <a:pt x="16" y="3"/>
                    </a:lnTo>
                    <a:lnTo>
                      <a:pt x="5" y="9"/>
                    </a:lnTo>
                    <a:lnTo>
                      <a:pt x="0" y="15"/>
                    </a:lnTo>
                    <a:lnTo>
                      <a:pt x="3" y="23"/>
                    </a:lnTo>
                    <a:lnTo>
                      <a:pt x="8" y="26"/>
                    </a:lnTo>
                    <a:lnTo>
                      <a:pt x="18" y="25"/>
                    </a:lnTo>
                    <a:lnTo>
                      <a:pt x="25" y="21"/>
                    </a:lnTo>
                    <a:lnTo>
                      <a:pt x="33" y="21"/>
                    </a:lnTo>
                    <a:lnTo>
                      <a:pt x="42" y="20"/>
                    </a:lnTo>
                    <a:lnTo>
                      <a:pt x="52" y="21"/>
                    </a:lnTo>
                    <a:lnTo>
                      <a:pt x="222" y="21"/>
                    </a:lnTo>
                    <a:lnTo>
                      <a:pt x="233" y="21"/>
                    </a:lnTo>
                    <a:lnTo>
                      <a:pt x="244" y="24"/>
                    </a:lnTo>
                    <a:lnTo>
                      <a:pt x="255" y="25"/>
                    </a:lnTo>
                    <a:lnTo>
                      <a:pt x="267" y="26"/>
                    </a:lnTo>
                    <a:lnTo>
                      <a:pt x="283" y="25"/>
                    </a:lnTo>
                    <a:lnTo>
                      <a:pt x="302" y="25"/>
                    </a:lnTo>
                    <a:lnTo>
                      <a:pt x="321" y="24"/>
                    </a:lnTo>
                    <a:lnTo>
                      <a:pt x="339" y="24"/>
                    </a:lnTo>
                    <a:lnTo>
                      <a:pt x="357" y="24"/>
                    </a:lnTo>
                    <a:lnTo>
                      <a:pt x="375" y="25"/>
                    </a:lnTo>
                    <a:lnTo>
                      <a:pt x="394" y="26"/>
                    </a:lnTo>
                    <a:lnTo>
                      <a:pt x="412" y="30"/>
                    </a:lnTo>
                    <a:lnTo>
                      <a:pt x="414" y="31"/>
                    </a:lnTo>
                    <a:lnTo>
                      <a:pt x="416" y="33"/>
                    </a:lnTo>
                    <a:lnTo>
                      <a:pt x="5" y="9"/>
                    </a:lnTo>
                    <a:lnTo>
                      <a:pt x="416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3" name="Freeform 443">
                <a:extLst>
                  <a:ext uri="{FF2B5EF4-FFF2-40B4-BE49-F238E27FC236}">
                    <a16:creationId xmlns:a16="http://schemas.microsoft.com/office/drawing/2014/main" id="{F6376DDF-3097-535D-F753-9AF3F1093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" y="1777"/>
                <a:ext cx="81" cy="6"/>
              </a:xfrm>
              <a:custGeom>
                <a:avLst/>
                <a:gdLst>
                  <a:gd name="T0" fmla="*/ 0 w 405"/>
                  <a:gd name="T1" fmla="*/ 0 h 32"/>
                  <a:gd name="T2" fmla="*/ 0 w 405"/>
                  <a:gd name="T3" fmla="*/ 0 h 32"/>
                  <a:gd name="T4" fmla="*/ 0 w 405"/>
                  <a:gd name="T5" fmla="*/ 0 h 32"/>
                  <a:gd name="T6" fmla="*/ 0 w 405"/>
                  <a:gd name="T7" fmla="*/ 0 h 32"/>
                  <a:gd name="T8" fmla="*/ 0 w 405"/>
                  <a:gd name="T9" fmla="*/ 0 h 32"/>
                  <a:gd name="T10" fmla="*/ 0 w 405"/>
                  <a:gd name="T11" fmla="*/ 0 h 32"/>
                  <a:gd name="T12" fmla="*/ 0 w 405"/>
                  <a:gd name="T13" fmla="*/ 0 h 32"/>
                  <a:gd name="T14" fmla="*/ 0 w 405"/>
                  <a:gd name="T15" fmla="*/ 0 h 32"/>
                  <a:gd name="T16" fmla="*/ 0 w 405"/>
                  <a:gd name="T17" fmla="*/ 0 h 32"/>
                  <a:gd name="T18" fmla="*/ 0 w 405"/>
                  <a:gd name="T19" fmla="*/ 0 h 32"/>
                  <a:gd name="T20" fmla="*/ 0 w 405"/>
                  <a:gd name="T21" fmla="*/ 0 h 32"/>
                  <a:gd name="T22" fmla="*/ 0 w 405"/>
                  <a:gd name="T23" fmla="*/ 0 h 32"/>
                  <a:gd name="T24" fmla="*/ 0 w 405"/>
                  <a:gd name="T25" fmla="*/ 0 h 32"/>
                  <a:gd name="T26" fmla="*/ 0 w 405"/>
                  <a:gd name="T27" fmla="*/ 0 h 32"/>
                  <a:gd name="T28" fmla="*/ 0 w 405"/>
                  <a:gd name="T29" fmla="*/ 0 h 32"/>
                  <a:gd name="T30" fmla="*/ 0 w 405"/>
                  <a:gd name="T31" fmla="*/ 0 h 32"/>
                  <a:gd name="T32" fmla="*/ 0 w 405"/>
                  <a:gd name="T33" fmla="*/ 0 h 32"/>
                  <a:gd name="T34" fmla="*/ 0 w 405"/>
                  <a:gd name="T35" fmla="*/ 0 h 32"/>
                  <a:gd name="T36" fmla="*/ 0 w 405"/>
                  <a:gd name="T37" fmla="*/ 0 h 32"/>
                  <a:gd name="T38" fmla="*/ 0 w 405"/>
                  <a:gd name="T39" fmla="*/ 0 h 32"/>
                  <a:gd name="T40" fmla="*/ 0 w 405"/>
                  <a:gd name="T41" fmla="*/ 0 h 32"/>
                  <a:gd name="T42" fmla="*/ 0 w 405"/>
                  <a:gd name="T43" fmla="*/ 0 h 32"/>
                  <a:gd name="T44" fmla="*/ 0 w 405"/>
                  <a:gd name="T45" fmla="*/ 0 h 32"/>
                  <a:gd name="T46" fmla="*/ 0 w 405"/>
                  <a:gd name="T47" fmla="*/ 0 h 32"/>
                  <a:gd name="T48" fmla="*/ 0 w 405"/>
                  <a:gd name="T49" fmla="*/ 0 h 32"/>
                  <a:gd name="T50" fmla="*/ 0 w 405"/>
                  <a:gd name="T51" fmla="*/ 0 h 32"/>
                  <a:gd name="T52" fmla="*/ 0 w 405"/>
                  <a:gd name="T53" fmla="*/ 0 h 32"/>
                  <a:gd name="T54" fmla="*/ 0 w 405"/>
                  <a:gd name="T55" fmla="*/ 0 h 32"/>
                  <a:gd name="T56" fmla="*/ 0 w 405"/>
                  <a:gd name="T57" fmla="*/ 0 h 32"/>
                  <a:gd name="T58" fmla="*/ 0 w 405"/>
                  <a:gd name="T59" fmla="*/ 0 h 32"/>
                  <a:gd name="T60" fmla="*/ 0 w 405"/>
                  <a:gd name="T61" fmla="*/ 0 h 32"/>
                  <a:gd name="T62" fmla="*/ 0 w 405"/>
                  <a:gd name="T63" fmla="*/ 0 h 32"/>
                  <a:gd name="T64" fmla="*/ 0 w 405"/>
                  <a:gd name="T65" fmla="*/ 0 h 32"/>
                  <a:gd name="T66" fmla="*/ 0 w 405"/>
                  <a:gd name="T67" fmla="*/ 0 h 32"/>
                  <a:gd name="T68" fmla="*/ 0 w 405"/>
                  <a:gd name="T69" fmla="*/ 0 h 32"/>
                  <a:gd name="T70" fmla="*/ 0 w 405"/>
                  <a:gd name="T71" fmla="*/ 0 h 32"/>
                  <a:gd name="T72" fmla="*/ 0 w 405"/>
                  <a:gd name="T73" fmla="*/ 0 h 32"/>
                  <a:gd name="T74" fmla="*/ 0 w 405"/>
                  <a:gd name="T75" fmla="*/ 0 h 32"/>
                  <a:gd name="T76" fmla="*/ 0 w 405"/>
                  <a:gd name="T77" fmla="*/ 0 h 32"/>
                  <a:gd name="T78" fmla="*/ 0 w 405"/>
                  <a:gd name="T79" fmla="*/ 0 h 32"/>
                  <a:gd name="T80" fmla="*/ 0 w 405"/>
                  <a:gd name="T81" fmla="*/ 0 h 32"/>
                  <a:gd name="T82" fmla="*/ 0 w 405"/>
                  <a:gd name="T83" fmla="*/ 0 h 32"/>
                  <a:gd name="T84" fmla="*/ 0 w 405"/>
                  <a:gd name="T85" fmla="*/ 0 h 32"/>
                  <a:gd name="T86" fmla="*/ 0 w 405"/>
                  <a:gd name="T87" fmla="*/ 0 h 32"/>
                  <a:gd name="T88" fmla="*/ 0 w 405"/>
                  <a:gd name="T89" fmla="*/ 0 h 32"/>
                  <a:gd name="T90" fmla="*/ 0 w 405"/>
                  <a:gd name="T91" fmla="*/ 0 h 32"/>
                  <a:gd name="T92" fmla="*/ 0 w 405"/>
                  <a:gd name="T93" fmla="*/ 0 h 32"/>
                  <a:gd name="T94" fmla="*/ 0 w 405"/>
                  <a:gd name="T95" fmla="*/ 0 h 32"/>
                  <a:gd name="T96" fmla="*/ 0 w 405"/>
                  <a:gd name="T97" fmla="*/ 0 h 32"/>
                  <a:gd name="T98" fmla="*/ 0 w 405"/>
                  <a:gd name="T99" fmla="*/ 0 h 32"/>
                  <a:gd name="T100" fmla="*/ 0 w 405"/>
                  <a:gd name="T101" fmla="*/ 0 h 32"/>
                  <a:gd name="T102" fmla="*/ 0 w 405"/>
                  <a:gd name="T103" fmla="*/ 0 h 32"/>
                  <a:gd name="T104" fmla="*/ 0 w 405"/>
                  <a:gd name="T105" fmla="*/ 0 h 32"/>
                  <a:gd name="T106" fmla="*/ 0 w 405"/>
                  <a:gd name="T107" fmla="*/ 0 h 32"/>
                  <a:gd name="T108" fmla="*/ 0 w 405"/>
                  <a:gd name="T109" fmla="*/ 0 h 32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405"/>
                  <a:gd name="T166" fmla="*/ 0 h 32"/>
                  <a:gd name="T167" fmla="*/ 405 w 405"/>
                  <a:gd name="T168" fmla="*/ 32 h 32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405" h="32">
                    <a:moveTo>
                      <a:pt x="394" y="32"/>
                    </a:moveTo>
                    <a:lnTo>
                      <a:pt x="401" y="29"/>
                    </a:lnTo>
                    <a:lnTo>
                      <a:pt x="405" y="21"/>
                    </a:lnTo>
                    <a:lnTo>
                      <a:pt x="401" y="14"/>
                    </a:lnTo>
                    <a:lnTo>
                      <a:pt x="394" y="11"/>
                    </a:lnTo>
                    <a:lnTo>
                      <a:pt x="309" y="11"/>
                    </a:lnTo>
                    <a:lnTo>
                      <a:pt x="296" y="10"/>
                    </a:lnTo>
                    <a:lnTo>
                      <a:pt x="285" y="9"/>
                    </a:lnTo>
                    <a:lnTo>
                      <a:pt x="274" y="8"/>
                    </a:lnTo>
                    <a:lnTo>
                      <a:pt x="264" y="6"/>
                    </a:lnTo>
                    <a:lnTo>
                      <a:pt x="253" y="4"/>
                    </a:lnTo>
                    <a:lnTo>
                      <a:pt x="243" y="3"/>
                    </a:lnTo>
                    <a:lnTo>
                      <a:pt x="232" y="3"/>
                    </a:lnTo>
                    <a:lnTo>
                      <a:pt x="222" y="3"/>
                    </a:lnTo>
                    <a:lnTo>
                      <a:pt x="204" y="2"/>
                    </a:lnTo>
                    <a:lnTo>
                      <a:pt x="187" y="2"/>
                    </a:lnTo>
                    <a:lnTo>
                      <a:pt x="170" y="0"/>
                    </a:lnTo>
                    <a:lnTo>
                      <a:pt x="152" y="0"/>
                    </a:lnTo>
                    <a:lnTo>
                      <a:pt x="134" y="0"/>
                    </a:lnTo>
                    <a:lnTo>
                      <a:pt x="117" y="0"/>
                    </a:lnTo>
                    <a:lnTo>
                      <a:pt x="99" y="0"/>
                    </a:lnTo>
                    <a:lnTo>
                      <a:pt x="84" y="4"/>
                    </a:lnTo>
                    <a:lnTo>
                      <a:pt x="74" y="4"/>
                    </a:lnTo>
                    <a:lnTo>
                      <a:pt x="66" y="5"/>
                    </a:lnTo>
                    <a:lnTo>
                      <a:pt x="56" y="5"/>
                    </a:lnTo>
                    <a:lnTo>
                      <a:pt x="47" y="6"/>
                    </a:lnTo>
                    <a:lnTo>
                      <a:pt x="37" y="6"/>
                    </a:lnTo>
                    <a:lnTo>
                      <a:pt x="29" y="6"/>
                    </a:lnTo>
                    <a:lnTo>
                      <a:pt x="20" y="6"/>
                    </a:lnTo>
                    <a:lnTo>
                      <a:pt x="11" y="8"/>
                    </a:lnTo>
                    <a:lnTo>
                      <a:pt x="3" y="10"/>
                    </a:lnTo>
                    <a:lnTo>
                      <a:pt x="0" y="18"/>
                    </a:lnTo>
                    <a:lnTo>
                      <a:pt x="3" y="24"/>
                    </a:lnTo>
                    <a:lnTo>
                      <a:pt x="11" y="28"/>
                    </a:lnTo>
                    <a:lnTo>
                      <a:pt x="27" y="26"/>
                    </a:lnTo>
                    <a:lnTo>
                      <a:pt x="45" y="26"/>
                    </a:lnTo>
                    <a:lnTo>
                      <a:pt x="61" y="25"/>
                    </a:lnTo>
                    <a:lnTo>
                      <a:pt x="78" y="25"/>
                    </a:lnTo>
                    <a:lnTo>
                      <a:pt x="94" y="24"/>
                    </a:lnTo>
                    <a:lnTo>
                      <a:pt x="112" y="23"/>
                    </a:lnTo>
                    <a:lnTo>
                      <a:pt x="129" y="23"/>
                    </a:lnTo>
                    <a:lnTo>
                      <a:pt x="146" y="23"/>
                    </a:lnTo>
                    <a:lnTo>
                      <a:pt x="162" y="23"/>
                    </a:lnTo>
                    <a:lnTo>
                      <a:pt x="180" y="23"/>
                    </a:lnTo>
                    <a:lnTo>
                      <a:pt x="196" y="23"/>
                    </a:lnTo>
                    <a:lnTo>
                      <a:pt x="213" y="23"/>
                    </a:lnTo>
                    <a:lnTo>
                      <a:pt x="228" y="23"/>
                    </a:lnTo>
                    <a:lnTo>
                      <a:pt x="244" y="25"/>
                    </a:lnTo>
                    <a:lnTo>
                      <a:pt x="261" y="28"/>
                    </a:lnTo>
                    <a:lnTo>
                      <a:pt x="280" y="31"/>
                    </a:lnTo>
                    <a:lnTo>
                      <a:pt x="286" y="31"/>
                    </a:lnTo>
                    <a:lnTo>
                      <a:pt x="294" y="31"/>
                    </a:lnTo>
                    <a:lnTo>
                      <a:pt x="301" y="31"/>
                    </a:lnTo>
                    <a:lnTo>
                      <a:pt x="309" y="32"/>
                    </a:lnTo>
                    <a:lnTo>
                      <a:pt x="394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4" name="Freeform 444">
                <a:extLst>
                  <a:ext uri="{FF2B5EF4-FFF2-40B4-BE49-F238E27FC236}">
                    <a16:creationId xmlns:a16="http://schemas.microsoft.com/office/drawing/2014/main" id="{4D9D933E-7E6F-15BF-1395-A2B00B5D48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" y="1480"/>
                <a:ext cx="45" cy="7"/>
              </a:xfrm>
              <a:custGeom>
                <a:avLst/>
                <a:gdLst>
                  <a:gd name="T0" fmla="*/ 0 w 224"/>
                  <a:gd name="T1" fmla="*/ 0 h 34"/>
                  <a:gd name="T2" fmla="*/ 0 w 224"/>
                  <a:gd name="T3" fmla="*/ 0 h 34"/>
                  <a:gd name="T4" fmla="*/ 0 w 224"/>
                  <a:gd name="T5" fmla="*/ 0 h 34"/>
                  <a:gd name="T6" fmla="*/ 0 w 224"/>
                  <a:gd name="T7" fmla="*/ 0 h 34"/>
                  <a:gd name="T8" fmla="*/ 0 w 224"/>
                  <a:gd name="T9" fmla="*/ 0 h 34"/>
                  <a:gd name="T10" fmla="*/ 0 w 224"/>
                  <a:gd name="T11" fmla="*/ 0 h 34"/>
                  <a:gd name="T12" fmla="*/ 0 w 224"/>
                  <a:gd name="T13" fmla="*/ 0 h 34"/>
                  <a:gd name="T14" fmla="*/ 0 w 224"/>
                  <a:gd name="T15" fmla="*/ 0 h 34"/>
                  <a:gd name="T16" fmla="*/ 0 w 224"/>
                  <a:gd name="T17" fmla="*/ 0 h 34"/>
                  <a:gd name="T18" fmla="*/ 0 w 224"/>
                  <a:gd name="T19" fmla="*/ 0 h 34"/>
                  <a:gd name="T20" fmla="*/ 0 w 224"/>
                  <a:gd name="T21" fmla="*/ 0 h 34"/>
                  <a:gd name="T22" fmla="*/ 0 w 224"/>
                  <a:gd name="T23" fmla="*/ 0 h 34"/>
                  <a:gd name="T24" fmla="*/ 0 w 224"/>
                  <a:gd name="T25" fmla="*/ 0 h 34"/>
                  <a:gd name="T26" fmla="*/ 0 w 224"/>
                  <a:gd name="T27" fmla="*/ 0 h 34"/>
                  <a:gd name="T28" fmla="*/ 0 w 224"/>
                  <a:gd name="T29" fmla="*/ 0 h 34"/>
                  <a:gd name="T30" fmla="*/ 0 w 224"/>
                  <a:gd name="T31" fmla="*/ 0 h 34"/>
                  <a:gd name="T32" fmla="*/ 0 w 224"/>
                  <a:gd name="T33" fmla="*/ 0 h 34"/>
                  <a:gd name="T34" fmla="*/ 0 w 224"/>
                  <a:gd name="T35" fmla="*/ 0 h 34"/>
                  <a:gd name="T36" fmla="*/ 0 w 224"/>
                  <a:gd name="T37" fmla="*/ 0 h 34"/>
                  <a:gd name="T38" fmla="*/ 0 w 224"/>
                  <a:gd name="T39" fmla="*/ 0 h 34"/>
                  <a:gd name="T40" fmla="*/ 0 w 224"/>
                  <a:gd name="T41" fmla="*/ 0 h 34"/>
                  <a:gd name="T42" fmla="*/ 0 w 224"/>
                  <a:gd name="T43" fmla="*/ 0 h 34"/>
                  <a:gd name="T44" fmla="*/ 0 w 224"/>
                  <a:gd name="T45" fmla="*/ 0 h 34"/>
                  <a:gd name="T46" fmla="*/ 0 w 224"/>
                  <a:gd name="T47" fmla="*/ 0 h 34"/>
                  <a:gd name="T48" fmla="*/ 0 w 224"/>
                  <a:gd name="T49" fmla="*/ 0 h 34"/>
                  <a:gd name="T50" fmla="*/ 0 w 224"/>
                  <a:gd name="T51" fmla="*/ 0 h 34"/>
                  <a:gd name="T52" fmla="*/ 0 w 224"/>
                  <a:gd name="T53" fmla="*/ 0 h 34"/>
                  <a:gd name="T54" fmla="*/ 0 w 224"/>
                  <a:gd name="T55" fmla="*/ 0 h 34"/>
                  <a:gd name="T56" fmla="*/ 0 w 224"/>
                  <a:gd name="T57" fmla="*/ 0 h 34"/>
                  <a:gd name="T58" fmla="*/ 0 w 224"/>
                  <a:gd name="T59" fmla="*/ 0 h 34"/>
                  <a:gd name="T60" fmla="*/ 0 w 224"/>
                  <a:gd name="T61" fmla="*/ 0 h 34"/>
                  <a:gd name="T62" fmla="*/ 0 w 224"/>
                  <a:gd name="T63" fmla="*/ 0 h 34"/>
                  <a:gd name="T64" fmla="*/ 0 w 224"/>
                  <a:gd name="T65" fmla="*/ 0 h 34"/>
                  <a:gd name="T66" fmla="*/ 0 w 224"/>
                  <a:gd name="T67" fmla="*/ 0 h 34"/>
                  <a:gd name="T68" fmla="*/ 0 w 224"/>
                  <a:gd name="T69" fmla="*/ 0 h 34"/>
                  <a:gd name="T70" fmla="*/ 0 w 224"/>
                  <a:gd name="T71" fmla="*/ 0 h 34"/>
                  <a:gd name="T72" fmla="*/ 0 w 224"/>
                  <a:gd name="T73" fmla="*/ 0 h 34"/>
                  <a:gd name="T74" fmla="*/ 0 w 224"/>
                  <a:gd name="T75" fmla="*/ 0 h 34"/>
                  <a:gd name="T76" fmla="*/ 0 w 224"/>
                  <a:gd name="T77" fmla="*/ 0 h 34"/>
                  <a:gd name="T78" fmla="*/ 0 w 224"/>
                  <a:gd name="T79" fmla="*/ 0 h 34"/>
                  <a:gd name="T80" fmla="*/ 0 w 224"/>
                  <a:gd name="T81" fmla="*/ 0 h 3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224"/>
                  <a:gd name="T124" fmla="*/ 0 h 34"/>
                  <a:gd name="T125" fmla="*/ 224 w 224"/>
                  <a:gd name="T126" fmla="*/ 34 h 3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224" h="34">
                    <a:moveTo>
                      <a:pt x="215" y="34"/>
                    </a:moveTo>
                    <a:lnTo>
                      <a:pt x="221" y="31"/>
                    </a:lnTo>
                    <a:lnTo>
                      <a:pt x="224" y="25"/>
                    </a:lnTo>
                    <a:lnTo>
                      <a:pt x="221" y="18"/>
                    </a:lnTo>
                    <a:lnTo>
                      <a:pt x="215" y="16"/>
                    </a:lnTo>
                    <a:lnTo>
                      <a:pt x="204" y="15"/>
                    </a:lnTo>
                    <a:lnTo>
                      <a:pt x="195" y="15"/>
                    </a:lnTo>
                    <a:lnTo>
                      <a:pt x="187" y="15"/>
                    </a:lnTo>
                    <a:lnTo>
                      <a:pt x="179" y="15"/>
                    </a:lnTo>
                    <a:lnTo>
                      <a:pt x="171" y="13"/>
                    </a:lnTo>
                    <a:lnTo>
                      <a:pt x="162" y="13"/>
                    </a:lnTo>
                    <a:lnTo>
                      <a:pt x="153" y="11"/>
                    </a:lnTo>
                    <a:lnTo>
                      <a:pt x="146" y="10"/>
                    </a:lnTo>
                    <a:lnTo>
                      <a:pt x="135" y="7"/>
                    </a:lnTo>
                    <a:lnTo>
                      <a:pt x="117" y="5"/>
                    </a:lnTo>
                    <a:lnTo>
                      <a:pt x="93" y="1"/>
                    </a:lnTo>
                    <a:lnTo>
                      <a:pt x="68" y="1"/>
                    </a:lnTo>
                    <a:lnTo>
                      <a:pt x="42" y="0"/>
                    </a:lnTo>
                    <a:lnTo>
                      <a:pt x="21" y="2"/>
                    </a:lnTo>
                    <a:lnTo>
                      <a:pt x="5" y="7"/>
                    </a:lnTo>
                    <a:lnTo>
                      <a:pt x="0" y="16"/>
                    </a:lnTo>
                    <a:lnTo>
                      <a:pt x="1" y="18"/>
                    </a:lnTo>
                    <a:lnTo>
                      <a:pt x="5" y="22"/>
                    </a:lnTo>
                    <a:lnTo>
                      <a:pt x="7" y="23"/>
                    </a:lnTo>
                    <a:lnTo>
                      <a:pt x="10" y="25"/>
                    </a:lnTo>
                    <a:lnTo>
                      <a:pt x="25" y="23"/>
                    </a:lnTo>
                    <a:lnTo>
                      <a:pt x="42" y="23"/>
                    </a:lnTo>
                    <a:lnTo>
                      <a:pt x="58" y="22"/>
                    </a:lnTo>
                    <a:lnTo>
                      <a:pt x="75" y="22"/>
                    </a:lnTo>
                    <a:lnTo>
                      <a:pt x="91" y="22"/>
                    </a:lnTo>
                    <a:lnTo>
                      <a:pt x="109" y="23"/>
                    </a:lnTo>
                    <a:lnTo>
                      <a:pt x="125" y="25"/>
                    </a:lnTo>
                    <a:lnTo>
                      <a:pt x="141" y="30"/>
                    </a:lnTo>
                    <a:lnTo>
                      <a:pt x="150" y="31"/>
                    </a:lnTo>
                    <a:lnTo>
                      <a:pt x="160" y="33"/>
                    </a:lnTo>
                    <a:lnTo>
                      <a:pt x="168" y="33"/>
                    </a:lnTo>
                    <a:lnTo>
                      <a:pt x="178" y="34"/>
                    </a:lnTo>
                    <a:lnTo>
                      <a:pt x="187" y="34"/>
                    </a:lnTo>
                    <a:lnTo>
                      <a:pt x="197" y="34"/>
                    </a:lnTo>
                    <a:lnTo>
                      <a:pt x="205" y="34"/>
                    </a:lnTo>
                    <a:lnTo>
                      <a:pt x="215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5" name="Freeform 445">
                <a:extLst>
                  <a:ext uri="{FF2B5EF4-FFF2-40B4-BE49-F238E27FC236}">
                    <a16:creationId xmlns:a16="http://schemas.microsoft.com/office/drawing/2014/main" id="{F77B86BB-613A-898A-EDCE-E1383B4A5D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481"/>
                <a:ext cx="38" cy="5"/>
              </a:xfrm>
              <a:custGeom>
                <a:avLst/>
                <a:gdLst>
                  <a:gd name="T0" fmla="*/ 0 w 187"/>
                  <a:gd name="T1" fmla="*/ 0 h 28"/>
                  <a:gd name="T2" fmla="*/ 0 w 187"/>
                  <a:gd name="T3" fmla="*/ 0 h 28"/>
                  <a:gd name="T4" fmla="*/ 0 w 187"/>
                  <a:gd name="T5" fmla="*/ 0 h 28"/>
                  <a:gd name="T6" fmla="*/ 0 w 187"/>
                  <a:gd name="T7" fmla="*/ 0 h 28"/>
                  <a:gd name="T8" fmla="*/ 0 w 187"/>
                  <a:gd name="T9" fmla="*/ 0 h 28"/>
                  <a:gd name="T10" fmla="*/ 0 w 187"/>
                  <a:gd name="T11" fmla="*/ 0 h 28"/>
                  <a:gd name="T12" fmla="*/ 0 w 187"/>
                  <a:gd name="T13" fmla="*/ 0 h 28"/>
                  <a:gd name="T14" fmla="*/ 0 w 187"/>
                  <a:gd name="T15" fmla="*/ 0 h 28"/>
                  <a:gd name="T16" fmla="*/ 0 w 187"/>
                  <a:gd name="T17" fmla="*/ 0 h 28"/>
                  <a:gd name="T18" fmla="*/ 0 w 187"/>
                  <a:gd name="T19" fmla="*/ 0 h 28"/>
                  <a:gd name="T20" fmla="*/ 0 w 187"/>
                  <a:gd name="T21" fmla="*/ 0 h 28"/>
                  <a:gd name="T22" fmla="*/ 0 w 187"/>
                  <a:gd name="T23" fmla="*/ 0 h 28"/>
                  <a:gd name="T24" fmla="*/ 0 w 187"/>
                  <a:gd name="T25" fmla="*/ 0 h 28"/>
                  <a:gd name="T26" fmla="*/ 0 w 187"/>
                  <a:gd name="T27" fmla="*/ 0 h 28"/>
                  <a:gd name="T28" fmla="*/ 0 w 187"/>
                  <a:gd name="T29" fmla="*/ 0 h 28"/>
                  <a:gd name="T30" fmla="*/ 0 w 187"/>
                  <a:gd name="T31" fmla="*/ 0 h 28"/>
                  <a:gd name="T32" fmla="*/ 0 w 187"/>
                  <a:gd name="T33" fmla="*/ 0 h 28"/>
                  <a:gd name="T34" fmla="*/ 0 w 187"/>
                  <a:gd name="T35" fmla="*/ 0 h 28"/>
                  <a:gd name="T36" fmla="*/ 0 w 187"/>
                  <a:gd name="T37" fmla="*/ 0 h 28"/>
                  <a:gd name="T38" fmla="*/ 0 w 187"/>
                  <a:gd name="T39" fmla="*/ 0 h 28"/>
                  <a:gd name="T40" fmla="*/ 0 w 187"/>
                  <a:gd name="T41" fmla="*/ 0 h 28"/>
                  <a:gd name="T42" fmla="*/ 0 w 187"/>
                  <a:gd name="T43" fmla="*/ 0 h 28"/>
                  <a:gd name="T44" fmla="*/ 0 w 187"/>
                  <a:gd name="T45" fmla="*/ 0 h 28"/>
                  <a:gd name="T46" fmla="*/ 0 w 187"/>
                  <a:gd name="T47" fmla="*/ 0 h 28"/>
                  <a:gd name="T48" fmla="*/ 0 w 187"/>
                  <a:gd name="T49" fmla="*/ 0 h 28"/>
                  <a:gd name="T50" fmla="*/ 0 w 187"/>
                  <a:gd name="T51" fmla="*/ 0 h 28"/>
                  <a:gd name="T52" fmla="*/ 0 w 187"/>
                  <a:gd name="T53" fmla="*/ 0 h 28"/>
                  <a:gd name="T54" fmla="*/ 0 w 187"/>
                  <a:gd name="T55" fmla="*/ 0 h 28"/>
                  <a:gd name="T56" fmla="*/ 0 w 187"/>
                  <a:gd name="T57" fmla="*/ 0 h 28"/>
                  <a:gd name="T58" fmla="*/ 0 w 187"/>
                  <a:gd name="T59" fmla="*/ 0 h 28"/>
                  <a:gd name="T60" fmla="*/ 0 w 187"/>
                  <a:gd name="T61" fmla="*/ 0 h 28"/>
                  <a:gd name="T62" fmla="*/ 0 w 187"/>
                  <a:gd name="T63" fmla="*/ 0 h 28"/>
                  <a:gd name="T64" fmla="*/ 0 w 187"/>
                  <a:gd name="T65" fmla="*/ 0 h 28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187"/>
                  <a:gd name="T100" fmla="*/ 0 h 28"/>
                  <a:gd name="T101" fmla="*/ 187 w 187"/>
                  <a:gd name="T102" fmla="*/ 28 h 28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187" h="28">
                    <a:moveTo>
                      <a:pt x="1" y="3"/>
                    </a:moveTo>
                    <a:lnTo>
                      <a:pt x="0" y="8"/>
                    </a:lnTo>
                    <a:lnTo>
                      <a:pt x="0" y="3"/>
                    </a:lnTo>
                    <a:lnTo>
                      <a:pt x="10" y="0"/>
                    </a:lnTo>
                    <a:lnTo>
                      <a:pt x="23" y="0"/>
                    </a:lnTo>
                    <a:lnTo>
                      <a:pt x="37" y="0"/>
                    </a:lnTo>
                    <a:lnTo>
                      <a:pt x="53" y="1"/>
                    </a:lnTo>
                    <a:lnTo>
                      <a:pt x="67" y="1"/>
                    </a:lnTo>
                    <a:lnTo>
                      <a:pt x="80" y="4"/>
                    </a:lnTo>
                    <a:lnTo>
                      <a:pt x="90" y="5"/>
                    </a:lnTo>
                    <a:lnTo>
                      <a:pt x="98" y="8"/>
                    </a:lnTo>
                    <a:lnTo>
                      <a:pt x="102" y="8"/>
                    </a:lnTo>
                    <a:lnTo>
                      <a:pt x="109" y="8"/>
                    </a:lnTo>
                    <a:lnTo>
                      <a:pt x="115" y="8"/>
                    </a:lnTo>
                    <a:lnTo>
                      <a:pt x="121" y="8"/>
                    </a:lnTo>
                    <a:lnTo>
                      <a:pt x="176" y="8"/>
                    </a:lnTo>
                    <a:lnTo>
                      <a:pt x="183" y="10"/>
                    </a:lnTo>
                    <a:lnTo>
                      <a:pt x="187" y="18"/>
                    </a:lnTo>
                    <a:lnTo>
                      <a:pt x="185" y="24"/>
                    </a:lnTo>
                    <a:lnTo>
                      <a:pt x="178" y="28"/>
                    </a:lnTo>
                    <a:lnTo>
                      <a:pt x="121" y="28"/>
                    </a:lnTo>
                    <a:lnTo>
                      <a:pt x="106" y="26"/>
                    </a:lnTo>
                    <a:lnTo>
                      <a:pt x="92" y="26"/>
                    </a:lnTo>
                    <a:lnTo>
                      <a:pt x="77" y="25"/>
                    </a:lnTo>
                    <a:lnTo>
                      <a:pt x="63" y="25"/>
                    </a:lnTo>
                    <a:lnTo>
                      <a:pt x="48" y="24"/>
                    </a:lnTo>
                    <a:lnTo>
                      <a:pt x="35" y="23"/>
                    </a:lnTo>
                    <a:lnTo>
                      <a:pt x="20" y="23"/>
                    </a:lnTo>
                    <a:lnTo>
                      <a:pt x="6" y="23"/>
                    </a:lnTo>
                    <a:lnTo>
                      <a:pt x="4" y="25"/>
                    </a:lnTo>
                    <a:lnTo>
                      <a:pt x="0" y="28"/>
                    </a:lnTo>
                    <a:lnTo>
                      <a:pt x="0" y="8"/>
                    </a:lnTo>
                    <a:lnTo>
                      <a:pt x="1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6" name="Freeform 446">
                <a:extLst>
                  <a:ext uri="{FF2B5EF4-FFF2-40B4-BE49-F238E27FC236}">
                    <a16:creationId xmlns:a16="http://schemas.microsoft.com/office/drawing/2014/main" id="{2ECA18B3-FE33-DBAB-F85B-4AF6F083E8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" y="1481"/>
                <a:ext cx="4" cy="5"/>
              </a:xfrm>
              <a:custGeom>
                <a:avLst/>
                <a:gdLst>
                  <a:gd name="T0" fmla="*/ 0 w 24"/>
                  <a:gd name="T1" fmla="*/ 0 h 25"/>
                  <a:gd name="T2" fmla="*/ 0 w 24"/>
                  <a:gd name="T3" fmla="*/ 0 h 25"/>
                  <a:gd name="T4" fmla="*/ 0 w 24"/>
                  <a:gd name="T5" fmla="*/ 0 h 25"/>
                  <a:gd name="T6" fmla="*/ 0 w 24"/>
                  <a:gd name="T7" fmla="*/ 0 h 25"/>
                  <a:gd name="T8" fmla="*/ 0 w 24"/>
                  <a:gd name="T9" fmla="*/ 0 h 25"/>
                  <a:gd name="T10" fmla="*/ 0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0 w 24"/>
                  <a:gd name="T23" fmla="*/ 0 h 25"/>
                  <a:gd name="T24" fmla="*/ 0 w 24"/>
                  <a:gd name="T25" fmla="*/ 0 h 2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4"/>
                  <a:gd name="T40" fmla="*/ 0 h 25"/>
                  <a:gd name="T41" fmla="*/ 24 w 24"/>
                  <a:gd name="T42" fmla="*/ 25 h 25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4" h="25">
                    <a:moveTo>
                      <a:pt x="24" y="5"/>
                    </a:moveTo>
                    <a:lnTo>
                      <a:pt x="24" y="12"/>
                    </a:lnTo>
                    <a:lnTo>
                      <a:pt x="24" y="5"/>
                    </a:lnTo>
                    <a:lnTo>
                      <a:pt x="24" y="25"/>
                    </a:lnTo>
                    <a:lnTo>
                      <a:pt x="18" y="25"/>
                    </a:lnTo>
                    <a:lnTo>
                      <a:pt x="12" y="25"/>
                    </a:lnTo>
                    <a:lnTo>
                      <a:pt x="3" y="21"/>
                    </a:lnTo>
                    <a:lnTo>
                      <a:pt x="0" y="13"/>
                    </a:lnTo>
                    <a:lnTo>
                      <a:pt x="3" y="6"/>
                    </a:lnTo>
                    <a:lnTo>
                      <a:pt x="13" y="5"/>
                    </a:lnTo>
                    <a:lnTo>
                      <a:pt x="16" y="1"/>
                    </a:lnTo>
                    <a:lnTo>
                      <a:pt x="24" y="0"/>
                    </a:lnTo>
                    <a:lnTo>
                      <a:pt x="24" y="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7" name="Freeform 447">
                <a:extLst>
                  <a:ext uri="{FF2B5EF4-FFF2-40B4-BE49-F238E27FC236}">
                    <a16:creationId xmlns:a16="http://schemas.microsoft.com/office/drawing/2014/main" id="{EFA04E59-974E-0581-1F16-42275FD5FF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6" y="1481"/>
                <a:ext cx="62" cy="6"/>
              </a:xfrm>
              <a:custGeom>
                <a:avLst/>
                <a:gdLst>
                  <a:gd name="T0" fmla="*/ 0 w 313"/>
                  <a:gd name="T1" fmla="*/ 0 h 32"/>
                  <a:gd name="T2" fmla="*/ 0 w 313"/>
                  <a:gd name="T3" fmla="*/ 0 h 32"/>
                  <a:gd name="T4" fmla="*/ 0 w 313"/>
                  <a:gd name="T5" fmla="*/ 0 h 32"/>
                  <a:gd name="T6" fmla="*/ 0 w 313"/>
                  <a:gd name="T7" fmla="*/ 0 h 32"/>
                  <a:gd name="T8" fmla="*/ 0 w 313"/>
                  <a:gd name="T9" fmla="*/ 0 h 32"/>
                  <a:gd name="T10" fmla="*/ 0 w 313"/>
                  <a:gd name="T11" fmla="*/ 0 h 32"/>
                  <a:gd name="T12" fmla="*/ 0 w 313"/>
                  <a:gd name="T13" fmla="*/ 0 h 32"/>
                  <a:gd name="T14" fmla="*/ 0 w 313"/>
                  <a:gd name="T15" fmla="*/ 0 h 32"/>
                  <a:gd name="T16" fmla="*/ 0 w 313"/>
                  <a:gd name="T17" fmla="*/ 0 h 32"/>
                  <a:gd name="T18" fmla="*/ 0 w 313"/>
                  <a:gd name="T19" fmla="*/ 0 h 32"/>
                  <a:gd name="T20" fmla="*/ 0 w 313"/>
                  <a:gd name="T21" fmla="*/ 0 h 32"/>
                  <a:gd name="T22" fmla="*/ 0 w 313"/>
                  <a:gd name="T23" fmla="*/ 0 h 32"/>
                  <a:gd name="T24" fmla="*/ 0 w 313"/>
                  <a:gd name="T25" fmla="*/ 0 h 32"/>
                  <a:gd name="T26" fmla="*/ 0 w 313"/>
                  <a:gd name="T27" fmla="*/ 0 h 32"/>
                  <a:gd name="T28" fmla="*/ 0 w 313"/>
                  <a:gd name="T29" fmla="*/ 0 h 32"/>
                  <a:gd name="T30" fmla="*/ 0 w 313"/>
                  <a:gd name="T31" fmla="*/ 0 h 32"/>
                  <a:gd name="T32" fmla="*/ 0 w 313"/>
                  <a:gd name="T33" fmla="*/ 0 h 32"/>
                  <a:gd name="T34" fmla="*/ 0 w 313"/>
                  <a:gd name="T35" fmla="*/ 0 h 32"/>
                  <a:gd name="T36" fmla="*/ 0 w 313"/>
                  <a:gd name="T37" fmla="*/ 0 h 32"/>
                  <a:gd name="T38" fmla="*/ 0 w 313"/>
                  <a:gd name="T39" fmla="*/ 0 h 32"/>
                  <a:gd name="T40" fmla="*/ 0 w 313"/>
                  <a:gd name="T41" fmla="*/ 0 h 32"/>
                  <a:gd name="T42" fmla="*/ 0 w 313"/>
                  <a:gd name="T43" fmla="*/ 0 h 32"/>
                  <a:gd name="T44" fmla="*/ 0 w 313"/>
                  <a:gd name="T45" fmla="*/ 0 h 32"/>
                  <a:gd name="T46" fmla="*/ 0 w 313"/>
                  <a:gd name="T47" fmla="*/ 0 h 32"/>
                  <a:gd name="T48" fmla="*/ 0 w 313"/>
                  <a:gd name="T49" fmla="*/ 0 h 32"/>
                  <a:gd name="T50" fmla="*/ 0 w 313"/>
                  <a:gd name="T51" fmla="*/ 0 h 32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w 313"/>
                  <a:gd name="T79" fmla="*/ 0 h 32"/>
                  <a:gd name="T80" fmla="*/ 313 w 313"/>
                  <a:gd name="T81" fmla="*/ 32 h 32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T78" t="T79" r="T80" b="T81"/>
                <a:pathLst>
                  <a:path w="313" h="32">
                    <a:moveTo>
                      <a:pt x="304" y="32"/>
                    </a:moveTo>
                    <a:lnTo>
                      <a:pt x="309" y="31"/>
                    </a:lnTo>
                    <a:lnTo>
                      <a:pt x="313" y="29"/>
                    </a:lnTo>
                    <a:lnTo>
                      <a:pt x="313" y="25"/>
                    </a:lnTo>
                    <a:lnTo>
                      <a:pt x="313" y="23"/>
                    </a:lnTo>
                    <a:lnTo>
                      <a:pt x="308" y="16"/>
                    </a:lnTo>
                    <a:lnTo>
                      <a:pt x="306" y="14"/>
                    </a:lnTo>
                    <a:lnTo>
                      <a:pt x="298" y="11"/>
                    </a:lnTo>
                    <a:lnTo>
                      <a:pt x="290" y="10"/>
                    </a:lnTo>
                    <a:lnTo>
                      <a:pt x="282" y="1"/>
                    </a:lnTo>
                    <a:lnTo>
                      <a:pt x="269" y="0"/>
                    </a:lnTo>
                    <a:lnTo>
                      <a:pt x="261" y="0"/>
                    </a:lnTo>
                    <a:lnTo>
                      <a:pt x="253" y="1"/>
                    </a:lnTo>
                    <a:lnTo>
                      <a:pt x="246" y="1"/>
                    </a:lnTo>
                    <a:lnTo>
                      <a:pt x="241" y="3"/>
                    </a:lnTo>
                    <a:lnTo>
                      <a:pt x="10" y="3"/>
                    </a:lnTo>
                    <a:lnTo>
                      <a:pt x="3" y="5"/>
                    </a:lnTo>
                    <a:lnTo>
                      <a:pt x="0" y="13"/>
                    </a:lnTo>
                    <a:lnTo>
                      <a:pt x="3" y="19"/>
                    </a:lnTo>
                    <a:lnTo>
                      <a:pt x="10" y="23"/>
                    </a:lnTo>
                    <a:lnTo>
                      <a:pt x="276" y="23"/>
                    </a:lnTo>
                    <a:lnTo>
                      <a:pt x="278" y="26"/>
                    </a:lnTo>
                    <a:lnTo>
                      <a:pt x="284" y="29"/>
                    </a:lnTo>
                    <a:lnTo>
                      <a:pt x="290" y="30"/>
                    </a:lnTo>
                    <a:lnTo>
                      <a:pt x="300" y="31"/>
                    </a:lnTo>
                    <a:lnTo>
                      <a:pt x="304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8" name="Freeform 448">
                <a:extLst>
                  <a:ext uri="{FF2B5EF4-FFF2-40B4-BE49-F238E27FC236}">
                    <a16:creationId xmlns:a16="http://schemas.microsoft.com/office/drawing/2014/main" id="{FF8F9C94-D5A9-FBFD-B5F7-FB33FAA3A1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91" y="1476"/>
                <a:ext cx="34" cy="6"/>
              </a:xfrm>
              <a:custGeom>
                <a:avLst/>
                <a:gdLst>
                  <a:gd name="T0" fmla="*/ 0 w 174"/>
                  <a:gd name="T1" fmla="*/ 0 h 31"/>
                  <a:gd name="T2" fmla="*/ 0 w 174"/>
                  <a:gd name="T3" fmla="*/ 0 h 31"/>
                  <a:gd name="T4" fmla="*/ 0 w 174"/>
                  <a:gd name="T5" fmla="*/ 0 h 31"/>
                  <a:gd name="T6" fmla="*/ 0 w 174"/>
                  <a:gd name="T7" fmla="*/ 0 h 31"/>
                  <a:gd name="T8" fmla="*/ 0 w 174"/>
                  <a:gd name="T9" fmla="*/ 0 h 31"/>
                  <a:gd name="T10" fmla="*/ 0 w 174"/>
                  <a:gd name="T11" fmla="*/ 0 h 31"/>
                  <a:gd name="T12" fmla="*/ 0 w 174"/>
                  <a:gd name="T13" fmla="*/ 0 h 31"/>
                  <a:gd name="T14" fmla="*/ 0 w 174"/>
                  <a:gd name="T15" fmla="*/ 0 h 31"/>
                  <a:gd name="T16" fmla="*/ 0 w 174"/>
                  <a:gd name="T17" fmla="*/ 0 h 31"/>
                  <a:gd name="T18" fmla="*/ 0 w 174"/>
                  <a:gd name="T19" fmla="*/ 0 h 31"/>
                  <a:gd name="T20" fmla="*/ 0 w 174"/>
                  <a:gd name="T21" fmla="*/ 0 h 31"/>
                  <a:gd name="T22" fmla="*/ 0 w 174"/>
                  <a:gd name="T23" fmla="*/ 0 h 31"/>
                  <a:gd name="T24" fmla="*/ 0 w 174"/>
                  <a:gd name="T25" fmla="*/ 0 h 31"/>
                  <a:gd name="T26" fmla="*/ 0 w 174"/>
                  <a:gd name="T27" fmla="*/ 0 h 31"/>
                  <a:gd name="T28" fmla="*/ 0 w 174"/>
                  <a:gd name="T29" fmla="*/ 0 h 31"/>
                  <a:gd name="T30" fmla="*/ 0 w 174"/>
                  <a:gd name="T31" fmla="*/ 0 h 31"/>
                  <a:gd name="T32" fmla="*/ 0 w 174"/>
                  <a:gd name="T33" fmla="*/ 0 h 31"/>
                  <a:gd name="T34" fmla="*/ 0 w 174"/>
                  <a:gd name="T35" fmla="*/ 0 h 31"/>
                  <a:gd name="T36" fmla="*/ 0 w 174"/>
                  <a:gd name="T37" fmla="*/ 0 h 31"/>
                  <a:gd name="T38" fmla="*/ 0 w 174"/>
                  <a:gd name="T39" fmla="*/ 0 h 31"/>
                  <a:gd name="T40" fmla="*/ 0 w 174"/>
                  <a:gd name="T41" fmla="*/ 0 h 31"/>
                  <a:gd name="T42" fmla="*/ 0 w 174"/>
                  <a:gd name="T43" fmla="*/ 0 h 31"/>
                  <a:gd name="T44" fmla="*/ 0 w 174"/>
                  <a:gd name="T45" fmla="*/ 0 h 31"/>
                  <a:gd name="T46" fmla="*/ 0 w 174"/>
                  <a:gd name="T47" fmla="*/ 0 h 31"/>
                  <a:gd name="T48" fmla="*/ 0 w 174"/>
                  <a:gd name="T49" fmla="*/ 0 h 31"/>
                  <a:gd name="T50" fmla="*/ 0 w 174"/>
                  <a:gd name="T51" fmla="*/ 0 h 31"/>
                  <a:gd name="T52" fmla="*/ 0 w 174"/>
                  <a:gd name="T53" fmla="*/ 0 h 31"/>
                  <a:gd name="T54" fmla="*/ 0 w 174"/>
                  <a:gd name="T55" fmla="*/ 0 h 31"/>
                  <a:gd name="T56" fmla="*/ 0 w 174"/>
                  <a:gd name="T57" fmla="*/ 0 h 31"/>
                  <a:gd name="T58" fmla="*/ 0 w 174"/>
                  <a:gd name="T59" fmla="*/ 0 h 31"/>
                  <a:gd name="T60" fmla="*/ 0 w 174"/>
                  <a:gd name="T61" fmla="*/ 0 h 31"/>
                  <a:gd name="T62" fmla="*/ 0 w 174"/>
                  <a:gd name="T63" fmla="*/ 0 h 31"/>
                  <a:gd name="T64" fmla="*/ 0 w 174"/>
                  <a:gd name="T65" fmla="*/ 0 h 31"/>
                  <a:gd name="T66" fmla="*/ 0 w 174"/>
                  <a:gd name="T67" fmla="*/ 0 h 31"/>
                  <a:gd name="T68" fmla="*/ 0 w 174"/>
                  <a:gd name="T69" fmla="*/ 0 h 31"/>
                  <a:gd name="T70" fmla="*/ 0 w 174"/>
                  <a:gd name="T71" fmla="*/ 0 h 31"/>
                  <a:gd name="T72" fmla="*/ 0 w 174"/>
                  <a:gd name="T73" fmla="*/ 0 h 31"/>
                  <a:gd name="T74" fmla="*/ 0 w 174"/>
                  <a:gd name="T75" fmla="*/ 0 h 31"/>
                  <a:gd name="T76" fmla="*/ 0 w 174"/>
                  <a:gd name="T77" fmla="*/ 0 h 31"/>
                  <a:gd name="T78" fmla="*/ 0 w 174"/>
                  <a:gd name="T79" fmla="*/ 0 h 31"/>
                  <a:gd name="T80" fmla="*/ 0 w 174"/>
                  <a:gd name="T81" fmla="*/ 0 h 31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174"/>
                  <a:gd name="T124" fmla="*/ 0 h 31"/>
                  <a:gd name="T125" fmla="*/ 174 w 174"/>
                  <a:gd name="T126" fmla="*/ 31 h 31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174" h="31">
                    <a:moveTo>
                      <a:pt x="165" y="23"/>
                    </a:moveTo>
                    <a:lnTo>
                      <a:pt x="171" y="19"/>
                    </a:lnTo>
                    <a:lnTo>
                      <a:pt x="174" y="13"/>
                    </a:lnTo>
                    <a:lnTo>
                      <a:pt x="171" y="5"/>
                    </a:lnTo>
                    <a:lnTo>
                      <a:pt x="165" y="3"/>
                    </a:lnTo>
                    <a:lnTo>
                      <a:pt x="156" y="2"/>
                    </a:lnTo>
                    <a:lnTo>
                      <a:pt x="146" y="2"/>
                    </a:lnTo>
                    <a:lnTo>
                      <a:pt x="135" y="0"/>
                    </a:lnTo>
                    <a:lnTo>
                      <a:pt x="125" y="0"/>
                    </a:lnTo>
                    <a:lnTo>
                      <a:pt x="114" y="0"/>
                    </a:lnTo>
                    <a:lnTo>
                      <a:pt x="104" y="2"/>
                    </a:lnTo>
                    <a:lnTo>
                      <a:pt x="94" y="3"/>
                    </a:lnTo>
                    <a:lnTo>
                      <a:pt x="88" y="7"/>
                    </a:lnTo>
                    <a:lnTo>
                      <a:pt x="79" y="5"/>
                    </a:lnTo>
                    <a:lnTo>
                      <a:pt x="68" y="5"/>
                    </a:lnTo>
                    <a:lnTo>
                      <a:pt x="53" y="4"/>
                    </a:lnTo>
                    <a:lnTo>
                      <a:pt x="38" y="5"/>
                    </a:lnTo>
                    <a:lnTo>
                      <a:pt x="23" y="5"/>
                    </a:lnTo>
                    <a:lnTo>
                      <a:pt x="11" y="9"/>
                    </a:lnTo>
                    <a:lnTo>
                      <a:pt x="2" y="14"/>
                    </a:lnTo>
                    <a:lnTo>
                      <a:pt x="0" y="23"/>
                    </a:lnTo>
                    <a:lnTo>
                      <a:pt x="1" y="28"/>
                    </a:lnTo>
                    <a:lnTo>
                      <a:pt x="7" y="31"/>
                    </a:lnTo>
                    <a:lnTo>
                      <a:pt x="13" y="31"/>
                    </a:lnTo>
                    <a:lnTo>
                      <a:pt x="20" y="28"/>
                    </a:lnTo>
                    <a:lnTo>
                      <a:pt x="26" y="28"/>
                    </a:lnTo>
                    <a:lnTo>
                      <a:pt x="37" y="28"/>
                    </a:lnTo>
                    <a:lnTo>
                      <a:pt x="49" y="26"/>
                    </a:lnTo>
                    <a:lnTo>
                      <a:pt x="63" y="25"/>
                    </a:lnTo>
                    <a:lnTo>
                      <a:pt x="75" y="23"/>
                    </a:lnTo>
                    <a:lnTo>
                      <a:pt x="89" y="22"/>
                    </a:lnTo>
                    <a:lnTo>
                      <a:pt x="99" y="20"/>
                    </a:lnTo>
                    <a:lnTo>
                      <a:pt x="108" y="20"/>
                    </a:lnTo>
                    <a:lnTo>
                      <a:pt x="114" y="20"/>
                    </a:lnTo>
                    <a:lnTo>
                      <a:pt x="121" y="20"/>
                    </a:lnTo>
                    <a:lnTo>
                      <a:pt x="129" y="20"/>
                    </a:lnTo>
                    <a:lnTo>
                      <a:pt x="136" y="22"/>
                    </a:lnTo>
                    <a:lnTo>
                      <a:pt x="142" y="22"/>
                    </a:lnTo>
                    <a:lnTo>
                      <a:pt x="150" y="22"/>
                    </a:lnTo>
                    <a:lnTo>
                      <a:pt x="157" y="22"/>
                    </a:lnTo>
                    <a:lnTo>
                      <a:pt x="165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99" name="Freeform 449">
                <a:extLst>
                  <a:ext uri="{FF2B5EF4-FFF2-40B4-BE49-F238E27FC236}">
                    <a16:creationId xmlns:a16="http://schemas.microsoft.com/office/drawing/2014/main" id="{5837CE9C-624A-4539-27AC-29E483B8B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42" y="1478"/>
                <a:ext cx="47" cy="5"/>
              </a:xfrm>
              <a:custGeom>
                <a:avLst/>
                <a:gdLst>
                  <a:gd name="T0" fmla="*/ 0 w 237"/>
                  <a:gd name="T1" fmla="*/ 0 h 26"/>
                  <a:gd name="T2" fmla="*/ 0 w 237"/>
                  <a:gd name="T3" fmla="*/ 0 h 26"/>
                  <a:gd name="T4" fmla="*/ 0 w 237"/>
                  <a:gd name="T5" fmla="*/ 0 h 26"/>
                  <a:gd name="T6" fmla="*/ 0 w 237"/>
                  <a:gd name="T7" fmla="*/ 0 h 26"/>
                  <a:gd name="T8" fmla="*/ 0 w 237"/>
                  <a:gd name="T9" fmla="*/ 0 h 26"/>
                  <a:gd name="T10" fmla="*/ 0 w 237"/>
                  <a:gd name="T11" fmla="*/ 0 h 26"/>
                  <a:gd name="T12" fmla="*/ 0 w 237"/>
                  <a:gd name="T13" fmla="*/ 0 h 26"/>
                  <a:gd name="T14" fmla="*/ 0 w 237"/>
                  <a:gd name="T15" fmla="*/ 0 h 26"/>
                  <a:gd name="T16" fmla="*/ 0 w 237"/>
                  <a:gd name="T17" fmla="*/ 0 h 26"/>
                  <a:gd name="T18" fmla="*/ 0 w 237"/>
                  <a:gd name="T19" fmla="*/ 0 h 26"/>
                  <a:gd name="T20" fmla="*/ 0 w 237"/>
                  <a:gd name="T21" fmla="*/ 0 h 26"/>
                  <a:gd name="T22" fmla="*/ 0 w 237"/>
                  <a:gd name="T23" fmla="*/ 0 h 26"/>
                  <a:gd name="T24" fmla="*/ 0 w 237"/>
                  <a:gd name="T25" fmla="*/ 0 h 26"/>
                  <a:gd name="T26" fmla="*/ 0 w 237"/>
                  <a:gd name="T27" fmla="*/ 0 h 26"/>
                  <a:gd name="T28" fmla="*/ 0 w 237"/>
                  <a:gd name="T29" fmla="*/ 0 h 26"/>
                  <a:gd name="T30" fmla="*/ 0 w 237"/>
                  <a:gd name="T31" fmla="*/ 0 h 26"/>
                  <a:gd name="T32" fmla="*/ 0 w 237"/>
                  <a:gd name="T33" fmla="*/ 0 h 26"/>
                  <a:gd name="T34" fmla="*/ 0 w 237"/>
                  <a:gd name="T35" fmla="*/ 0 h 26"/>
                  <a:gd name="T36" fmla="*/ 0 w 237"/>
                  <a:gd name="T37" fmla="*/ 0 h 26"/>
                  <a:gd name="T38" fmla="*/ 0 w 237"/>
                  <a:gd name="T39" fmla="*/ 0 h 26"/>
                  <a:gd name="T40" fmla="*/ 0 w 237"/>
                  <a:gd name="T41" fmla="*/ 0 h 26"/>
                  <a:gd name="T42" fmla="*/ 0 w 237"/>
                  <a:gd name="T43" fmla="*/ 0 h 26"/>
                  <a:gd name="T44" fmla="*/ 0 w 237"/>
                  <a:gd name="T45" fmla="*/ 0 h 26"/>
                  <a:gd name="T46" fmla="*/ 0 w 237"/>
                  <a:gd name="T47" fmla="*/ 0 h 26"/>
                  <a:gd name="T48" fmla="*/ 0 w 237"/>
                  <a:gd name="T49" fmla="*/ 0 h 26"/>
                  <a:gd name="T50" fmla="*/ 0 w 237"/>
                  <a:gd name="T51" fmla="*/ 0 h 26"/>
                  <a:gd name="T52" fmla="*/ 0 w 237"/>
                  <a:gd name="T53" fmla="*/ 0 h 2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w 237"/>
                  <a:gd name="T82" fmla="*/ 0 h 26"/>
                  <a:gd name="T83" fmla="*/ 237 w 237"/>
                  <a:gd name="T84" fmla="*/ 26 h 2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T81" t="T82" r="T83" b="T84"/>
                <a:pathLst>
                  <a:path w="237" h="26">
                    <a:moveTo>
                      <a:pt x="226" y="23"/>
                    </a:moveTo>
                    <a:lnTo>
                      <a:pt x="233" y="19"/>
                    </a:lnTo>
                    <a:lnTo>
                      <a:pt x="237" y="12"/>
                    </a:lnTo>
                    <a:lnTo>
                      <a:pt x="233" y="4"/>
                    </a:lnTo>
                    <a:lnTo>
                      <a:pt x="226" y="2"/>
                    </a:lnTo>
                    <a:lnTo>
                      <a:pt x="215" y="0"/>
                    </a:lnTo>
                    <a:lnTo>
                      <a:pt x="205" y="0"/>
                    </a:lnTo>
                    <a:lnTo>
                      <a:pt x="194" y="0"/>
                    </a:lnTo>
                    <a:lnTo>
                      <a:pt x="184" y="2"/>
                    </a:lnTo>
                    <a:lnTo>
                      <a:pt x="175" y="2"/>
                    </a:lnTo>
                    <a:lnTo>
                      <a:pt x="169" y="4"/>
                    </a:lnTo>
                    <a:lnTo>
                      <a:pt x="163" y="5"/>
                    </a:lnTo>
                    <a:lnTo>
                      <a:pt x="155" y="7"/>
                    </a:lnTo>
                    <a:lnTo>
                      <a:pt x="11" y="7"/>
                    </a:lnTo>
                    <a:lnTo>
                      <a:pt x="3" y="9"/>
                    </a:lnTo>
                    <a:lnTo>
                      <a:pt x="0" y="16"/>
                    </a:lnTo>
                    <a:lnTo>
                      <a:pt x="3" y="23"/>
                    </a:lnTo>
                    <a:lnTo>
                      <a:pt x="11" y="26"/>
                    </a:lnTo>
                    <a:lnTo>
                      <a:pt x="155" y="26"/>
                    </a:lnTo>
                    <a:lnTo>
                      <a:pt x="163" y="25"/>
                    </a:lnTo>
                    <a:lnTo>
                      <a:pt x="171" y="24"/>
                    </a:lnTo>
                    <a:lnTo>
                      <a:pt x="179" y="23"/>
                    </a:lnTo>
                    <a:lnTo>
                      <a:pt x="187" y="23"/>
                    </a:lnTo>
                    <a:lnTo>
                      <a:pt x="196" y="21"/>
                    </a:lnTo>
                    <a:lnTo>
                      <a:pt x="206" y="21"/>
                    </a:lnTo>
                    <a:lnTo>
                      <a:pt x="216" y="21"/>
                    </a:lnTo>
                    <a:lnTo>
                      <a:pt x="226" y="2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0" name="Freeform 450">
                <a:extLst>
                  <a:ext uri="{FF2B5EF4-FFF2-40B4-BE49-F238E27FC236}">
                    <a16:creationId xmlns:a16="http://schemas.microsoft.com/office/drawing/2014/main" id="{7C22DF5F-A771-8C52-9BAC-382697E147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5" y="1477"/>
                <a:ext cx="56" cy="6"/>
              </a:xfrm>
              <a:custGeom>
                <a:avLst/>
                <a:gdLst>
                  <a:gd name="T0" fmla="*/ 0 w 282"/>
                  <a:gd name="T1" fmla="*/ 0 h 29"/>
                  <a:gd name="T2" fmla="*/ 0 w 282"/>
                  <a:gd name="T3" fmla="*/ 0 h 29"/>
                  <a:gd name="T4" fmla="*/ 0 w 282"/>
                  <a:gd name="T5" fmla="*/ 0 h 29"/>
                  <a:gd name="T6" fmla="*/ 0 w 282"/>
                  <a:gd name="T7" fmla="*/ 0 h 29"/>
                  <a:gd name="T8" fmla="*/ 0 w 282"/>
                  <a:gd name="T9" fmla="*/ 0 h 29"/>
                  <a:gd name="T10" fmla="*/ 0 w 282"/>
                  <a:gd name="T11" fmla="*/ 0 h 29"/>
                  <a:gd name="T12" fmla="*/ 0 w 282"/>
                  <a:gd name="T13" fmla="*/ 0 h 29"/>
                  <a:gd name="T14" fmla="*/ 0 w 282"/>
                  <a:gd name="T15" fmla="*/ 0 h 29"/>
                  <a:gd name="T16" fmla="*/ 0 w 282"/>
                  <a:gd name="T17" fmla="*/ 0 h 29"/>
                  <a:gd name="T18" fmla="*/ 0 w 282"/>
                  <a:gd name="T19" fmla="*/ 0 h 29"/>
                  <a:gd name="T20" fmla="*/ 0 w 282"/>
                  <a:gd name="T21" fmla="*/ 0 h 29"/>
                  <a:gd name="T22" fmla="*/ 0 w 282"/>
                  <a:gd name="T23" fmla="*/ 0 h 29"/>
                  <a:gd name="T24" fmla="*/ 0 w 282"/>
                  <a:gd name="T25" fmla="*/ 0 h 29"/>
                  <a:gd name="T26" fmla="*/ 0 w 282"/>
                  <a:gd name="T27" fmla="*/ 0 h 29"/>
                  <a:gd name="T28" fmla="*/ 0 w 282"/>
                  <a:gd name="T29" fmla="*/ 0 h 29"/>
                  <a:gd name="T30" fmla="*/ 0 w 282"/>
                  <a:gd name="T31" fmla="*/ 0 h 29"/>
                  <a:gd name="T32" fmla="*/ 0 w 282"/>
                  <a:gd name="T33" fmla="*/ 0 h 29"/>
                  <a:gd name="T34" fmla="*/ 0 w 282"/>
                  <a:gd name="T35" fmla="*/ 0 h 29"/>
                  <a:gd name="T36" fmla="*/ 0 w 282"/>
                  <a:gd name="T37" fmla="*/ 0 h 29"/>
                  <a:gd name="T38" fmla="*/ 0 w 282"/>
                  <a:gd name="T39" fmla="*/ 0 h 29"/>
                  <a:gd name="T40" fmla="*/ 0 w 282"/>
                  <a:gd name="T41" fmla="*/ 0 h 29"/>
                  <a:gd name="T42" fmla="*/ 0 w 282"/>
                  <a:gd name="T43" fmla="*/ 0 h 29"/>
                  <a:gd name="T44" fmla="*/ 0 w 282"/>
                  <a:gd name="T45" fmla="*/ 0 h 29"/>
                  <a:gd name="T46" fmla="*/ 0 w 282"/>
                  <a:gd name="T47" fmla="*/ 0 h 29"/>
                  <a:gd name="T48" fmla="*/ 0 w 282"/>
                  <a:gd name="T49" fmla="*/ 0 h 29"/>
                  <a:gd name="T50" fmla="*/ 0 w 282"/>
                  <a:gd name="T51" fmla="*/ 0 h 29"/>
                  <a:gd name="T52" fmla="*/ 0 w 282"/>
                  <a:gd name="T53" fmla="*/ 0 h 29"/>
                  <a:gd name="T54" fmla="*/ 0 w 282"/>
                  <a:gd name="T55" fmla="*/ 0 h 29"/>
                  <a:gd name="T56" fmla="*/ 0 w 282"/>
                  <a:gd name="T57" fmla="*/ 0 h 29"/>
                  <a:gd name="T58" fmla="*/ 0 w 282"/>
                  <a:gd name="T59" fmla="*/ 0 h 29"/>
                  <a:gd name="T60" fmla="*/ 0 w 282"/>
                  <a:gd name="T61" fmla="*/ 0 h 29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282"/>
                  <a:gd name="T94" fmla="*/ 0 h 29"/>
                  <a:gd name="T95" fmla="*/ 282 w 282"/>
                  <a:gd name="T96" fmla="*/ 29 h 29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282" h="29">
                    <a:moveTo>
                      <a:pt x="273" y="21"/>
                    </a:moveTo>
                    <a:lnTo>
                      <a:pt x="279" y="17"/>
                    </a:lnTo>
                    <a:lnTo>
                      <a:pt x="282" y="10"/>
                    </a:lnTo>
                    <a:lnTo>
                      <a:pt x="279" y="2"/>
                    </a:lnTo>
                    <a:lnTo>
                      <a:pt x="273" y="0"/>
                    </a:lnTo>
                    <a:lnTo>
                      <a:pt x="264" y="0"/>
                    </a:lnTo>
                    <a:lnTo>
                      <a:pt x="257" y="0"/>
                    </a:lnTo>
                    <a:lnTo>
                      <a:pt x="248" y="0"/>
                    </a:lnTo>
                    <a:lnTo>
                      <a:pt x="241" y="1"/>
                    </a:lnTo>
                    <a:lnTo>
                      <a:pt x="232" y="1"/>
                    </a:lnTo>
                    <a:lnTo>
                      <a:pt x="223" y="3"/>
                    </a:lnTo>
                    <a:lnTo>
                      <a:pt x="216" y="6"/>
                    </a:lnTo>
                    <a:lnTo>
                      <a:pt x="210" y="10"/>
                    </a:lnTo>
                    <a:lnTo>
                      <a:pt x="10" y="10"/>
                    </a:lnTo>
                    <a:lnTo>
                      <a:pt x="3" y="12"/>
                    </a:lnTo>
                    <a:lnTo>
                      <a:pt x="0" y="19"/>
                    </a:lnTo>
                    <a:lnTo>
                      <a:pt x="3" y="26"/>
                    </a:lnTo>
                    <a:lnTo>
                      <a:pt x="10" y="29"/>
                    </a:lnTo>
                    <a:lnTo>
                      <a:pt x="175" y="29"/>
                    </a:lnTo>
                    <a:lnTo>
                      <a:pt x="184" y="29"/>
                    </a:lnTo>
                    <a:lnTo>
                      <a:pt x="192" y="29"/>
                    </a:lnTo>
                    <a:lnTo>
                      <a:pt x="201" y="29"/>
                    </a:lnTo>
                    <a:lnTo>
                      <a:pt x="210" y="29"/>
                    </a:lnTo>
                    <a:lnTo>
                      <a:pt x="216" y="27"/>
                    </a:lnTo>
                    <a:lnTo>
                      <a:pt x="222" y="26"/>
                    </a:lnTo>
                    <a:lnTo>
                      <a:pt x="233" y="22"/>
                    </a:lnTo>
                    <a:lnTo>
                      <a:pt x="246" y="21"/>
                    </a:lnTo>
                    <a:lnTo>
                      <a:pt x="252" y="21"/>
                    </a:lnTo>
                    <a:lnTo>
                      <a:pt x="258" y="21"/>
                    </a:lnTo>
                    <a:lnTo>
                      <a:pt x="266" y="21"/>
                    </a:lnTo>
                    <a:lnTo>
                      <a:pt x="273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1" name="Freeform 451">
                <a:extLst>
                  <a:ext uri="{FF2B5EF4-FFF2-40B4-BE49-F238E27FC236}">
                    <a16:creationId xmlns:a16="http://schemas.microsoft.com/office/drawing/2014/main" id="{E28CD37C-753B-58F5-6827-E2C70BE7FA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" y="1528"/>
                <a:ext cx="32" cy="113"/>
              </a:xfrm>
              <a:custGeom>
                <a:avLst/>
                <a:gdLst>
                  <a:gd name="T0" fmla="*/ 0 w 160"/>
                  <a:gd name="T1" fmla="*/ 0 h 565"/>
                  <a:gd name="T2" fmla="*/ 0 w 160"/>
                  <a:gd name="T3" fmla="*/ 0 h 565"/>
                  <a:gd name="T4" fmla="*/ 0 w 160"/>
                  <a:gd name="T5" fmla="*/ 0 h 565"/>
                  <a:gd name="T6" fmla="*/ 0 w 160"/>
                  <a:gd name="T7" fmla="*/ 0 h 565"/>
                  <a:gd name="T8" fmla="*/ 0 w 160"/>
                  <a:gd name="T9" fmla="*/ 0 h 565"/>
                  <a:gd name="T10" fmla="*/ 0 w 160"/>
                  <a:gd name="T11" fmla="*/ 0 h 565"/>
                  <a:gd name="T12" fmla="*/ 0 w 160"/>
                  <a:gd name="T13" fmla="*/ 0 h 565"/>
                  <a:gd name="T14" fmla="*/ 0 w 160"/>
                  <a:gd name="T15" fmla="*/ 0 h 565"/>
                  <a:gd name="T16" fmla="*/ 0 w 160"/>
                  <a:gd name="T17" fmla="*/ 0 h 565"/>
                  <a:gd name="T18" fmla="*/ 0 w 160"/>
                  <a:gd name="T19" fmla="*/ 0 h 565"/>
                  <a:gd name="T20" fmla="*/ 0 w 160"/>
                  <a:gd name="T21" fmla="*/ 0 h 565"/>
                  <a:gd name="T22" fmla="*/ 0 w 160"/>
                  <a:gd name="T23" fmla="*/ 0 h 565"/>
                  <a:gd name="T24" fmla="*/ 0 w 160"/>
                  <a:gd name="T25" fmla="*/ 0 h 565"/>
                  <a:gd name="T26" fmla="*/ 0 w 160"/>
                  <a:gd name="T27" fmla="*/ 0 h 565"/>
                  <a:gd name="T28" fmla="*/ 0 w 160"/>
                  <a:gd name="T29" fmla="*/ 0 h 565"/>
                  <a:gd name="T30" fmla="*/ 0 w 160"/>
                  <a:gd name="T31" fmla="*/ 0 h 565"/>
                  <a:gd name="T32" fmla="*/ 0 w 160"/>
                  <a:gd name="T33" fmla="*/ 0 h 565"/>
                  <a:gd name="T34" fmla="*/ 0 w 160"/>
                  <a:gd name="T35" fmla="*/ 0 h 565"/>
                  <a:gd name="T36" fmla="*/ 0 w 160"/>
                  <a:gd name="T37" fmla="*/ 0 h 565"/>
                  <a:gd name="T38" fmla="*/ 0 w 160"/>
                  <a:gd name="T39" fmla="*/ 0 h 565"/>
                  <a:gd name="T40" fmla="*/ 0 w 160"/>
                  <a:gd name="T41" fmla="*/ 0 h 565"/>
                  <a:gd name="T42" fmla="*/ 0 w 160"/>
                  <a:gd name="T43" fmla="*/ 0 h 565"/>
                  <a:gd name="T44" fmla="*/ 0 w 160"/>
                  <a:gd name="T45" fmla="*/ 0 h 565"/>
                  <a:gd name="T46" fmla="*/ 0 w 160"/>
                  <a:gd name="T47" fmla="*/ 0 h 565"/>
                  <a:gd name="T48" fmla="*/ 0 w 160"/>
                  <a:gd name="T49" fmla="*/ 0 h 565"/>
                  <a:gd name="T50" fmla="*/ 0 w 160"/>
                  <a:gd name="T51" fmla="*/ 0 h 565"/>
                  <a:gd name="T52" fmla="*/ 0 w 160"/>
                  <a:gd name="T53" fmla="*/ 0 h 565"/>
                  <a:gd name="T54" fmla="*/ 0 w 160"/>
                  <a:gd name="T55" fmla="*/ 0 h 565"/>
                  <a:gd name="T56" fmla="*/ 0 w 160"/>
                  <a:gd name="T57" fmla="*/ 0 h 565"/>
                  <a:gd name="T58" fmla="*/ 0 w 160"/>
                  <a:gd name="T59" fmla="*/ 0 h 565"/>
                  <a:gd name="T60" fmla="*/ 0 w 160"/>
                  <a:gd name="T61" fmla="*/ 0 h 565"/>
                  <a:gd name="T62" fmla="*/ 0 w 160"/>
                  <a:gd name="T63" fmla="*/ 0 h 565"/>
                  <a:gd name="T64" fmla="*/ 0 w 160"/>
                  <a:gd name="T65" fmla="*/ 0 h 565"/>
                  <a:gd name="T66" fmla="*/ 0 w 160"/>
                  <a:gd name="T67" fmla="*/ 0 h 565"/>
                  <a:gd name="T68" fmla="*/ 0 w 160"/>
                  <a:gd name="T69" fmla="*/ 0 h 565"/>
                  <a:gd name="T70" fmla="*/ 0 w 160"/>
                  <a:gd name="T71" fmla="*/ 0 h 565"/>
                  <a:gd name="T72" fmla="*/ 0 w 160"/>
                  <a:gd name="T73" fmla="*/ 0 h 565"/>
                  <a:gd name="T74" fmla="*/ 0 w 160"/>
                  <a:gd name="T75" fmla="*/ 0 h 565"/>
                  <a:gd name="T76" fmla="*/ 0 w 160"/>
                  <a:gd name="T77" fmla="*/ 0 h 565"/>
                  <a:gd name="T78" fmla="*/ 0 w 160"/>
                  <a:gd name="T79" fmla="*/ 0 h 565"/>
                  <a:gd name="T80" fmla="*/ 0 w 160"/>
                  <a:gd name="T81" fmla="*/ 0 h 565"/>
                  <a:gd name="T82" fmla="*/ 0 w 160"/>
                  <a:gd name="T83" fmla="*/ 0 h 565"/>
                  <a:gd name="T84" fmla="*/ 0 w 160"/>
                  <a:gd name="T85" fmla="*/ 0 h 565"/>
                  <a:gd name="T86" fmla="*/ 0 w 160"/>
                  <a:gd name="T87" fmla="*/ 0 h 565"/>
                  <a:gd name="T88" fmla="*/ 0 w 160"/>
                  <a:gd name="T89" fmla="*/ 0 h 565"/>
                  <a:gd name="T90" fmla="*/ 0 w 160"/>
                  <a:gd name="T91" fmla="*/ 0 h 565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160"/>
                  <a:gd name="T139" fmla="*/ 0 h 565"/>
                  <a:gd name="T140" fmla="*/ 160 w 160"/>
                  <a:gd name="T141" fmla="*/ 565 h 565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160" h="565">
                    <a:moveTo>
                      <a:pt x="15" y="60"/>
                    </a:moveTo>
                    <a:lnTo>
                      <a:pt x="20" y="57"/>
                    </a:lnTo>
                    <a:lnTo>
                      <a:pt x="23" y="54"/>
                    </a:lnTo>
                    <a:lnTo>
                      <a:pt x="25" y="47"/>
                    </a:lnTo>
                    <a:lnTo>
                      <a:pt x="26" y="44"/>
                    </a:lnTo>
                    <a:lnTo>
                      <a:pt x="38" y="34"/>
                    </a:lnTo>
                    <a:lnTo>
                      <a:pt x="36" y="32"/>
                    </a:lnTo>
                    <a:lnTo>
                      <a:pt x="44" y="31"/>
                    </a:lnTo>
                    <a:lnTo>
                      <a:pt x="51" y="27"/>
                    </a:lnTo>
                    <a:lnTo>
                      <a:pt x="57" y="25"/>
                    </a:lnTo>
                    <a:lnTo>
                      <a:pt x="64" y="24"/>
                    </a:lnTo>
                    <a:lnTo>
                      <a:pt x="70" y="24"/>
                    </a:lnTo>
                    <a:lnTo>
                      <a:pt x="78" y="24"/>
                    </a:lnTo>
                    <a:lnTo>
                      <a:pt x="85" y="30"/>
                    </a:lnTo>
                    <a:lnTo>
                      <a:pt x="93" y="40"/>
                    </a:lnTo>
                    <a:lnTo>
                      <a:pt x="101" y="50"/>
                    </a:lnTo>
                    <a:lnTo>
                      <a:pt x="111" y="57"/>
                    </a:lnTo>
                    <a:lnTo>
                      <a:pt x="114" y="63"/>
                    </a:lnTo>
                    <a:lnTo>
                      <a:pt x="117" y="72"/>
                    </a:lnTo>
                    <a:lnTo>
                      <a:pt x="121" y="80"/>
                    </a:lnTo>
                    <a:lnTo>
                      <a:pt x="127" y="84"/>
                    </a:lnTo>
                    <a:lnTo>
                      <a:pt x="130" y="97"/>
                    </a:lnTo>
                    <a:lnTo>
                      <a:pt x="132" y="109"/>
                    </a:lnTo>
                    <a:lnTo>
                      <a:pt x="132" y="114"/>
                    </a:lnTo>
                    <a:lnTo>
                      <a:pt x="134" y="120"/>
                    </a:lnTo>
                    <a:lnTo>
                      <a:pt x="135" y="128"/>
                    </a:lnTo>
                    <a:lnTo>
                      <a:pt x="139" y="135"/>
                    </a:lnTo>
                    <a:lnTo>
                      <a:pt x="139" y="136"/>
                    </a:lnTo>
                    <a:lnTo>
                      <a:pt x="140" y="139"/>
                    </a:lnTo>
                    <a:lnTo>
                      <a:pt x="139" y="172"/>
                    </a:lnTo>
                    <a:lnTo>
                      <a:pt x="139" y="207"/>
                    </a:lnTo>
                    <a:lnTo>
                      <a:pt x="139" y="242"/>
                    </a:lnTo>
                    <a:lnTo>
                      <a:pt x="140" y="276"/>
                    </a:lnTo>
                    <a:lnTo>
                      <a:pt x="139" y="310"/>
                    </a:lnTo>
                    <a:lnTo>
                      <a:pt x="137" y="345"/>
                    </a:lnTo>
                    <a:lnTo>
                      <a:pt x="135" y="379"/>
                    </a:lnTo>
                    <a:lnTo>
                      <a:pt x="132" y="414"/>
                    </a:lnTo>
                    <a:lnTo>
                      <a:pt x="132" y="431"/>
                    </a:lnTo>
                    <a:lnTo>
                      <a:pt x="132" y="449"/>
                    </a:lnTo>
                    <a:lnTo>
                      <a:pt x="132" y="466"/>
                    </a:lnTo>
                    <a:lnTo>
                      <a:pt x="132" y="483"/>
                    </a:lnTo>
                    <a:lnTo>
                      <a:pt x="132" y="501"/>
                    </a:lnTo>
                    <a:lnTo>
                      <a:pt x="132" y="518"/>
                    </a:lnTo>
                    <a:lnTo>
                      <a:pt x="132" y="535"/>
                    </a:lnTo>
                    <a:lnTo>
                      <a:pt x="132" y="554"/>
                    </a:lnTo>
                    <a:lnTo>
                      <a:pt x="135" y="561"/>
                    </a:lnTo>
                    <a:lnTo>
                      <a:pt x="143" y="565"/>
                    </a:lnTo>
                    <a:lnTo>
                      <a:pt x="151" y="561"/>
                    </a:lnTo>
                    <a:lnTo>
                      <a:pt x="155" y="554"/>
                    </a:lnTo>
                    <a:lnTo>
                      <a:pt x="155" y="535"/>
                    </a:lnTo>
                    <a:lnTo>
                      <a:pt x="155" y="518"/>
                    </a:lnTo>
                    <a:lnTo>
                      <a:pt x="155" y="501"/>
                    </a:lnTo>
                    <a:lnTo>
                      <a:pt x="155" y="483"/>
                    </a:lnTo>
                    <a:lnTo>
                      <a:pt x="155" y="465"/>
                    </a:lnTo>
                    <a:lnTo>
                      <a:pt x="155" y="447"/>
                    </a:lnTo>
                    <a:lnTo>
                      <a:pt x="155" y="430"/>
                    </a:lnTo>
                    <a:lnTo>
                      <a:pt x="155" y="414"/>
                    </a:lnTo>
                    <a:lnTo>
                      <a:pt x="156" y="379"/>
                    </a:lnTo>
                    <a:lnTo>
                      <a:pt x="158" y="345"/>
                    </a:lnTo>
                    <a:lnTo>
                      <a:pt x="158" y="310"/>
                    </a:lnTo>
                    <a:lnTo>
                      <a:pt x="160" y="276"/>
                    </a:lnTo>
                    <a:lnTo>
                      <a:pt x="158" y="242"/>
                    </a:lnTo>
                    <a:lnTo>
                      <a:pt x="158" y="208"/>
                    </a:lnTo>
                    <a:lnTo>
                      <a:pt x="158" y="175"/>
                    </a:lnTo>
                    <a:lnTo>
                      <a:pt x="160" y="141"/>
                    </a:lnTo>
                    <a:lnTo>
                      <a:pt x="157" y="133"/>
                    </a:lnTo>
                    <a:lnTo>
                      <a:pt x="155" y="125"/>
                    </a:lnTo>
                    <a:lnTo>
                      <a:pt x="152" y="113"/>
                    </a:lnTo>
                    <a:lnTo>
                      <a:pt x="153" y="102"/>
                    </a:lnTo>
                    <a:lnTo>
                      <a:pt x="153" y="89"/>
                    </a:lnTo>
                    <a:lnTo>
                      <a:pt x="148" y="78"/>
                    </a:lnTo>
                    <a:lnTo>
                      <a:pt x="141" y="68"/>
                    </a:lnTo>
                    <a:lnTo>
                      <a:pt x="134" y="56"/>
                    </a:lnTo>
                    <a:lnTo>
                      <a:pt x="126" y="44"/>
                    </a:lnTo>
                    <a:lnTo>
                      <a:pt x="120" y="40"/>
                    </a:lnTo>
                    <a:lnTo>
                      <a:pt x="112" y="32"/>
                    </a:lnTo>
                    <a:lnTo>
                      <a:pt x="105" y="24"/>
                    </a:lnTo>
                    <a:lnTo>
                      <a:pt x="98" y="14"/>
                    </a:lnTo>
                    <a:lnTo>
                      <a:pt x="91" y="8"/>
                    </a:lnTo>
                    <a:lnTo>
                      <a:pt x="83" y="1"/>
                    </a:lnTo>
                    <a:lnTo>
                      <a:pt x="73" y="0"/>
                    </a:lnTo>
                    <a:lnTo>
                      <a:pt x="60" y="1"/>
                    </a:lnTo>
                    <a:lnTo>
                      <a:pt x="48" y="8"/>
                    </a:lnTo>
                    <a:lnTo>
                      <a:pt x="33" y="13"/>
                    </a:lnTo>
                    <a:lnTo>
                      <a:pt x="22" y="20"/>
                    </a:lnTo>
                    <a:lnTo>
                      <a:pt x="12" y="26"/>
                    </a:lnTo>
                    <a:lnTo>
                      <a:pt x="6" y="34"/>
                    </a:lnTo>
                    <a:lnTo>
                      <a:pt x="0" y="40"/>
                    </a:lnTo>
                    <a:lnTo>
                      <a:pt x="1" y="47"/>
                    </a:lnTo>
                    <a:lnTo>
                      <a:pt x="6" y="52"/>
                    </a:lnTo>
                    <a:lnTo>
                      <a:pt x="13" y="57"/>
                    </a:lnTo>
                    <a:lnTo>
                      <a:pt x="13" y="58"/>
                    </a:lnTo>
                    <a:lnTo>
                      <a:pt x="15" y="6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2" name="Freeform 452">
                <a:extLst>
                  <a:ext uri="{FF2B5EF4-FFF2-40B4-BE49-F238E27FC236}">
                    <a16:creationId xmlns:a16="http://schemas.microsoft.com/office/drawing/2014/main" id="{8DB5E159-D253-52D3-6C3A-5E3126603B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9" y="1526"/>
                <a:ext cx="27" cy="113"/>
              </a:xfrm>
              <a:custGeom>
                <a:avLst/>
                <a:gdLst>
                  <a:gd name="T0" fmla="*/ 0 w 137"/>
                  <a:gd name="T1" fmla="*/ 0 h 564"/>
                  <a:gd name="T2" fmla="*/ 0 w 137"/>
                  <a:gd name="T3" fmla="*/ 0 h 564"/>
                  <a:gd name="T4" fmla="*/ 0 w 137"/>
                  <a:gd name="T5" fmla="*/ 0 h 564"/>
                  <a:gd name="T6" fmla="*/ 0 w 137"/>
                  <a:gd name="T7" fmla="*/ 0 h 564"/>
                  <a:gd name="T8" fmla="*/ 0 w 137"/>
                  <a:gd name="T9" fmla="*/ 0 h 564"/>
                  <a:gd name="T10" fmla="*/ 0 w 137"/>
                  <a:gd name="T11" fmla="*/ 0 h 564"/>
                  <a:gd name="T12" fmla="*/ 0 w 137"/>
                  <a:gd name="T13" fmla="*/ 0 h 564"/>
                  <a:gd name="T14" fmla="*/ 0 w 137"/>
                  <a:gd name="T15" fmla="*/ 0 h 564"/>
                  <a:gd name="T16" fmla="*/ 0 w 137"/>
                  <a:gd name="T17" fmla="*/ 0 h 564"/>
                  <a:gd name="T18" fmla="*/ 0 w 137"/>
                  <a:gd name="T19" fmla="*/ 0 h 564"/>
                  <a:gd name="T20" fmla="*/ 0 w 137"/>
                  <a:gd name="T21" fmla="*/ 0 h 564"/>
                  <a:gd name="T22" fmla="*/ 0 w 137"/>
                  <a:gd name="T23" fmla="*/ 0 h 564"/>
                  <a:gd name="T24" fmla="*/ 0 w 137"/>
                  <a:gd name="T25" fmla="*/ 0 h 564"/>
                  <a:gd name="T26" fmla="*/ 0 w 137"/>
                  <a:gd name="T27" fmla="*/ 0 h 564"/>
                  <a:gd name="T28" fmla="*/ 0 w 137"/>
                  <a:gd name="T29" fmla="*/ 0 h 564"/>
                  <a:gd name="T30" fmla="*/ 0 w 137"/>
                  <a:gd name="T31" fmla="*/ 0 h 564"/>
                  <a:gd name="T32" fmla="*/ 0 w 137"/>
                  <a:gd name="T33" fmla="*/ 0 h 564"/>
                  <a:gd name="T34" fmla="*/ 0 w 137"/>
                  <a:gd name="T35" fmla="*/ 0 h 564"/>
                  <a:gd name="T36" fmla="*/ 0 w 137"/>
                  <a:gd name="T37" fmla="*/ 0 h 564"/>
                  <a:gd name="T38" fmla="*/ 0 w 137"/>
                  <a:gd name="T39" fmla="*/ 0 h 564"/>
                  <a:gd name="T40" fmla="*/ 0 w 137"/>
                  <a:gd name="T41" fmla="*/ 0 h 564"/>
                  <a:gd name="T42" fmla="*/ 0 w 137"/>
                  <a:gd name="T43" fmla="*/ 0 h 564"/>
                  <a:gd name="T44" fmla="*/ 0 w 137"/>
                  <a:gd name="T45" fmla="*/ 0 h 564"/>
                  <a:gd name="T46" fmla="*/ 0 w 137"/>
                  <a:gd name="T47" fmla="*/ 0 h 564"/>
                  <a:gd name="T48" fmla="*/ 0 w 137"/>
                  <a:gd name="T49" fmla="*/ 0 h 564"/>
                  <a:gd name="T50" fmla="*/ 0 w 137"/>
                  <a:gd name="T51" fmla="*/ 0 h 564"/>
                  <a:gd name="T52" fmla="*/ 0 w 137"/>
                  <a:gd name="T53" fmla="*/ 0 h 564"/>
                  <a:gd name="T54" fmla="*/ 0 w 137"/>
                  <a:gd name="T55" fmla="*/ 0 h 564"/>
                  <a:gd name="T56" fmla="*/ 0 w 137"/>
                  <a:gd name="T57" fmla="*/ 0 h 564"/>
                  <a:gd name="T58" fmla="*/ 0 w 137"/>
                  <a:gd name="T59" fmla="*/ 0 h 564"/>
                  <a:gd name="T60" fmla="*/ 0 w 137"/>
                  <a:gd name="T61" fmla="*/ 0 h 564"/>
                  <a:gd name="T62" fmla="*/ 0 w 137"/>
                  <a:gd name="T63" fmla="*/ 0 h 564"/>
                  <a:gd name="T64" fmla="*/ 0 w 137"/>
                  <a:gd name="T65" fmla="*/ 0 h 564"/>
                  <a:gd name="T66" fmla="*/ 0 w 137"/>
                  <a:gd name="T67" fmla="*/ 0 h 564"/>
                  <a:gd name="T68" fmla="*/ 0 w 137"/>
                  <a:gd name="T69" fmla="*/ 0 h 564"/>
                  <a:gd name="T70" fmla="*/ 0 w 137"/>
                  <a:gd name="T71" fmla="*/ 0 h 56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37"/>
                  <a:gd name="T109" fmla="*/ 0 h 564"/>
                  <a:gd name="T110" fmla="*/ 137 w 137"/>
                  <a:gd name="T111" fmla="*/ 564 h 56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37" h="564">
                    <a:moveTo>
                      <a:pt x="0" y="42"/>
                    </a:moveTo>
                    <a:lnTo>
                      <a:pt x="2" y="36"/>
                    </a:lnTo>
                    <a:lnTo>
                      <a:pt x="5" y="31"/>
                    </a:lnTo>
                    <a:lnTo>
                      <a:pt x="13" y="26"/>
                    </a:lnTo>
                    <a:lnTo>
                      <a:pt x="23" y="25"/>
                    </a:lnTo>
                    <a:lnTo>
                      <a:pt x="28" y="21"/>
                    </a:lnTo>
                    <a:lnTo>
                      <a:pt x="41" y="21"/>
                    </a:lnTo>
                    <a:lnTo>
                      <a:pt x="54" y="23"/>
                    </a:lnTo>
                    <a:lnTo>
                      <a:pt x="59" y="29"/>
                    </a:lnTo>
                    <a:lnTo>
                      <a:pt x="68" y="37"/>
                    </a:lnTo>
                    <a:lnTo>
                      <a:pt x="75" y="44"/>
                    </a:lnTo>
                    <a:lnTo>
                      <a:pt x="83" y="50"/>
                    </a:lnTo>
                    <a:lnTo>
                      <a:pt x="86" y="59"/>
                    </a:lnTo>
                    <a:lnTo>
                      <a:pt x="91" y="67"/>
                    </a:lnTo>
                    <a:lnTo>
                      <a:pt x="95" y="75"/>
                    </a:lnTo>
                    <a:lnTo>
                      <a:pt x="102" y="83"/>
                    </a:lnTo>
                    <a:lnTo>
                      <a:pt x="107" y="92"/>
                    </a:lnTo>
                    <a:lnTo>
                      <a:pt x="111" y="103"/>
                    </a:lnTo>
                    <a:lnTo>
                      <a:pt x="111" y="114"/>
                    </a:lnTo>
                    <a:lnTo>
                      <a:pt x="112" y="125"/>
                    </a:lnTo>
                    <a:lnTo>
                      <a:pt x="111" y="137"/>
                    </a:lnTo>
                    <a:lnTo>
                      <a:pt x="111" y="149"/>
                    </a:lnTo>
                    <a:lnTo>
                      <a:pt x="112" y="160"/>
                    </a:lnTo>
                    <a:lnTo>
                      <a:pt x="117" y="171"/>
                    </a:lnTo>
                    <a:lnTo>
                      <a:pt x="117" y="554"/>
                    </a:lnTo>
                    <a:lnTo>
                      <a:pt x="120" y="560"/>
                    </a:lnTo>
                    <a:lnTo>
                      <a:pt x="127" y="564"/>
                    </a:lnTo>
                    <a:lnTo>
                      <a:pt x="133" y="560"/>
                    </a:lnTo>
                    <a:lnTo>
                      <a:pt x="137" y="554"/>
                    </a:lnTo>
                    <a:lnTo>
                      <a:pt x="137" y="197"/>
                    </a:lnTo>
                    <a:lnTo>
                      <a:pt x="137" y="186"/>
                    </a:lnTo>
                    <a:lnTo>
                      <a:pt x="137" y="177"/>
                    </a:lnTo>
                    <a:lnTo>
                      <a:pt x="135" y="169"/>
                    </a:lnTo>
                    <a:lnTo>
                      <a:pt x="133" y="160"/>
                    </a:lnTo>
                    <a:lnTo>
                      <a:pt x="131" y="154"/>
                    </a:lnTo>
                    <a:lnTo>
                      <a:pt x="131" y="148"/>
                    </a:lnTo>
                    <a:lnTo>
                      <a:pt x="131" y="140"/>
                    </a:lnTo>
                    <a:lnTo>
                      <a:pt x="131" y="133"/>
                    </a:lnTo>
                    <a:lnTo>
                      <a:pt x="131" y="124"/>
                    </a:lnTo>
                    <a:lnTo>
                      <a:pt x="132" y="117"/>
                    </a:lnTo>
                    <a:lnTo>
                      <a:pt x="132" y="109"/>
                    </a:lnTo>
                    <a:lnTo>
                      <a:pt x="133" y="104"/>
                    </a:lnTo>
                    <a:lnTo>
                      <a:pt x="131" y="94"/>
                    </a:lnTo>
                    <a:lnTo>
                      <a:pt x="128" y="87"/>
                    </a:lnTo>
                    <a:lnTo>
                      <a:pt x="124" y="80"/>
                    </a:lnTo>
                    <a:lnTo>
                      <a:pt x="120" y="72"/>
                    </a:lnTo>
                    <a:lnTo>
                      <a:pt x="114" y="65"/>
                    </a:lnTo>
                    <a:lnTo>
                      <a:pt x="110" y="57"/>
                    </a:lnTo>
                    <a:lnTo>
                      <a:pt x="105" y="50"/>
                    </a:lnTo>
                    <a:lnTo>
                      <a:pt x="102" y="42"/>
                    </a:lnTo>
                    <a:lnTo>
                      <a:pt x="99" y="36"/>
                    </a:lnTo>
                    <a:lnTo>
                      <a:pt x="95" y="34"/>
                    </a:lnTo>
                    <a:lnTo>
                      <a:pt x="91" y="31"/>
                    </a:lnTo>
                    <a:lnTo>
                      <a:pt x="85" y="29"/>
                    </a:lnTo>
                    <a:lnTo>
                      <a:pt x="86" y="30"/>
                    </a:lnTo>
                    <a:lnTo>
                      <a:pt x="84" y="23"/>
                    </a:lnTo>
                    <a:lnTo>
                      <a:pt x="81" y="19"/>
                    </a:lnTo>
                    <a:lnTo>
                      <a:pt x="76" y="18"/>
                    </a:lnTo>
                    <a:lnTo>
                      <a:pt x="70" y="18"/>
                    </a:lnTo>
                    <a:lnTo>
                      <a:pt x="74" y="15"/>
                    </a:lnTo>
                    <a:lnTo>
                      <a:pt x="70" y="8"/>
                    </a:lnTo>
                    <a:lnTo>
                      <a:pt x="68" y="4"/>
                    </a:lnTo>
                    <a:lnTo>
                      <a:pt x="63" y="2"/>
                    </a:lnTo>
                    <a:lnTo>
                      <a:pt x="57" y="2"/>
                    </a:lnTo>
                    <a:lnTo>
                      <a:pt x="43" y="0"/>
                    </a:lnTo>
                    <a:lnTo>
                      <a:pt x="31" y="0"/>
                    </a:lnTo>
                    <a:lnTo>
                      <a:pt x="19" y="2"/>
                    </a:lnTo>
                    <a:lnTo>
                      <a:pt x="12" y="9"/>
                    </a:lnTo>
                    <a:lnTo>
                      <a:pt x="6" y="9"/>
                    </a:lnTo>
                    <a:lnTo>
                      <a:pt x="0" y="13"/>
                    </a:lnTo>
                    <a:lnTo>
                      <a:pt x="0" y="41"/>
                    </a:lnTo>
                    <a:lnTo>
                      <a:pt x="0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3" name="Freeform 453">
                <a:extLst>
                  <a:ext uri="{FF2B5EF4-FFF2-40B4-BE49-F238E27FC236}">
                    <a16:creationId xmlns:a16="http://schemas.microsoft.com/office/drawing/2014/main" id="{8431BE17-03D2-A3BA-43DE-50C8A8B6BE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4" y="1529"/>
                <a:ext cx="5" cy="7"/>
              </a:xfrm>
              <a:custGeom>
                <a:avLst/>
                <a:gdLst>
                  <a:gd name="T0" fmla="*/ 0 w 21"/>
                  <a:gd name="T1" fmla="*/ 0 h 34"/>
                  <a:gd name="T2" fmla="*/ 0 w 21"/>
                  <a:gd name="T3" fmla="*/ 0 h 34"/>
                  <a:gd name="T4" fmla="*/ 0 w 21"/>
                  <a:gd name="T5" fmla="*/ 0 h 34"/>
                  <a:gd name="T6" fmla="*/ 0 w 21"/>
                  <a:gd name="T7" fmla="*/ 0 h 34"/>
                  <a:gd name="T8" fmla="*/ 0 w 21"/>
                  <a:gd name="T9" fmla="*/ 0 h 34"/>
                  <a:gd name="T10" fmla="*/ 0 w 21"/>
                  <a:gd name="T11" fmla="*/ 0 h 34"/>
                  <a:gd name="T12" fmla="*/ 0 w 21"/>
                  <a:gd name="T13" fmla="*/ 0 h 34"/>
                  <a:gd name="T14" fmla="*/ 0 w 21"/>
                  <a:gd name="T15" fmla="*/ 0 h 34"/>
                  <a:gd name="T16" fmla="*/ 0 w 21"/>
                  <a:gd name="T17" fmla="*/ 0 h 34"/>
                  <a:gd name="T18" fmla="*/ 0 w 21"/>
                  <a:gd name="T19" fmla="*/ 0 h 34"/>
                  <a:gd name="T20" fmla="*/ 0 w 21"/>
                  <a:gd name="T21" fmla="*/ 0 h 34"/>
                  <a:gd name="T22" fmla="*/ 0 w 21"/>
                  <a:gd name="T23" fmla="*/ 0 h 34"/>
                  <a:gd name="T24" fmla="*/ 0 w 21"/>
                  <a:gd name="T25" fmla="*/ 0 h 3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1"/>
                  <a:gd name="T40" fmla="*/ 0 h 34"/>
                  <a:gd name="T41" fmla="*/ 21 w 21"/>
                  <a:gd name="T42" fmla="*/ 34 h 3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1" h="34">
                    <a:moveTo>
                      <a:pt x="9" y="34"/>
                    </a:moveTo>
                    <a:lnTo>
                      <a:pt x="14" y="33"/>
                    </a:lnTo>
                    <a:lnTo>
                      <a:pt x="21" y="29"/>
                    </a:lnTo>
                    <a:lnTo>
                      <a:pt x="21" y="28"/>
                    </a:lnTo>
                    <a:lnTo>
                      <a:pt x="21" y="0"/>
                    </a:lnTo>
                    <a:lnTo>
                      <a:pt x="13" y="1"/>
                    </a:lnTo>
                    <a:lnTo>
                      <a:pt x="8" y="6"/>
                    </a:lnTo>
                    <a:lnTo>
                      <a:pt x="5" y="10"/>
                    </a:lnTo>
                    <a:lnTo>
                      <a:pt x="5" y="17"/>
                    </a:lnTo>
                    <a:lnTo>
                      <a:pt x="0" y="21"/>
                    </a:lnTo>
                    <a:lnTo>
                      <a:pt x="0" y="27"/>
                    </a:lnTo>
                    <a:lnTo>
                      <a:pt x="2" y="32"/>
                    </a:lnTo>
                    <a:lnTo>
                      <a:pt x="9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4" name="Freeform 454">
                <a:extLst>
                  <a:ext uri="{FF2B5EF4-FFF2-40B4-BE49-F238E27FC236}">
                    <a16:creationId xmlns:a16="http://schemas.microsoft.com/office/drawing/2014/main" id="{53E49758-C1D5-B068-55CB-FD65DB9322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30" y="1547"/>
                <a:ext cx="4" cy="34"/>
              </a:xfrm>
              <a:custGeom>
                <a:avLst/>
                <a:gdLst>
                  <a:gd name="T0" fmla="*/ 0 w 19"/>
                  <a:gd name="T1" fmla="*/ 0 h 171"/>
                  <a:gd name="T2" fmla="*/ 0 w 19"/>
                  <a:gd name="T3" fmla="*/ 0 h 171"/>
                  <a:gd name="T4" fmla="*/ 0 w 19"/>
                  <a:gd name="T5" fmla="*/ 0 h 171"/>
                  <a:gd name="T6" fmla="*/ 0 w 19"/>
                  <a:gd name="T7" fmla="*/ 0 h 171"/>
                  <a:gd name="T8" fmla="*/ 0 w 19"/>
                  <a:gd name="T9" fmla="*/ 0 h 171"/>
                  <a:gd name="T10" fmla="*/ 0 w 19"/>
                  <a:gd name="T11" fmla="*/ 0 h 171"/>
                  <a:gd name="T12" fmla="*/ 0 w 19"/>
                  <a:gd name="T13" fmla="*/ 0 h 171"/>
                  <a:gd name="T14" fmla="*/ 0 w 19"/>
                  <a:gd name="T15" fmla="*/ 0 h 171"/>
                  <a:gd name="T16" fmla="*/ 0 w 19"/>
                  <a:gd name="T17" fmla="*/ 0 h 171"/>
                  <a:gd name="T18" fmla="*/ 0 w 19"/>
                  <a:gd name="T19" fmla="*/ 0 h 171"/>
                  <a:gd name="T20" fmla="*/ 0 w 19"/>
                  <a:gd name="T21" fmla="*/ 0 h 171"/>
                  <a:gd name="T22" fmla="*/ 0 w 19"/>
                  <a:gd name="T23" fmla="*/ 0 h 171"/>
                  <a:gd name="T24" fmla="*/ 0 w 19"/>
                  <a:gd name="T25" fmla="*/ 0 h 171"/>
                  <a:gd name="T26" fmla="*/ 0 w 19"/>
                  <a:gd name="T27" fmla="*/ 0 h 171"/>
                  <a:gd name="T28" fmla="*/ 0 w 19"/>
                  <a:gd name="T29" fmla="*/ 0 h 171"/>
                  <a:gd name="T30" fmla="*/ 0 w 19"/>
                  <a:gd name="T31" fmla="*/ 0 h 171"/>
                  <a:gd name="T32" fmla="*/ 0 w 19"/>
                  <a:gd name="T33" fmla="*/ 0 h 171"/>
                  <a:gd name="T34" fmla="*/ 0 w 19"/>
                  <a:gd name="T35" fmla="*/ 0 h 171"/>
                  <a:gd name="T36" fmla="*/ 0 w 19"/>
                  <a:gd name="T37" fmla="*/ 0 h 171"/>
                  <a:gd name="T38" fmla="*/ 0 w 19"/>
                  <a:gd name="T39" fmla="*/ 0 h 171"/>
                  <a:gd name="T40" fmla="*/ 0 w 19"/>
                  <a:gd name="T41" fmla="*/ 0 h 171"/>
                  <a:gd name="T42" fmla="*/ 0 w 19"/>
                  <a:gd name="T43" fmla="*/ 0 h 171"/>
                  <a:gd name="T44" fmla="*/ 0 w 19"/>
                  <a:gd name="T45" fmla="*/ 0 h 171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19"/>
                  <a:gd name="T70" fmla="*/ 0 h 171"/>
                  <a:gd name="T71" fmla="*/ 19 w 19"/>
                  <a:gd name="T72" fmla="*/ 171 h 171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19" h="171">
                    <a:moveTo>
                      <a:pt x="0" y="140"/>
                    </a:moveTo>
                    <a:lnTo>
                      <a:pt x="6" y="141"/>
                    </a:lnTo>
                    <a:lnTo>
                      <a:pt x="0" y="140"/>
                    </a:lnTo>
                    <a:lnTo>
                      <a:pt x="0" y="0"/>
                    </a:lnTo>
                    <a:lnTo>
                      <a:pt x="8" y="8"/>
                    </a:lnTo>
                    <a:lnTo>
                      <a:pt x="13" y="16"/>
                    </a:lnTo>
                    <a:lnTo>
                      <a:pt x="13" y="29"/>
                    </a:lnTo>
                    <a:lnTo>
                      <a:pt x="13" y="44"/>
                    </a:lnTo>
                    <a:lnTo>
                      <a:pt x="13" y="59"/>
                    </a:lnTo>
                    <a:lnTo>
                      <a:pt x="13" y="74"/>
                    </a:lnTo>
                    <a:lnTo>
                      <a:pt x="13" y="89"/>
                    </a:lnTo>
                    <a:lnTo>
                      <a:pt x="13" y="104"/>
                    </a:lnTo>
                    <a:lnTo>
                      <a:pt x="13" y="119"/>
                    </a:lnTo>
                    <a:lnTo>
                      <a:pt x="13" y="133"/>
                    </a:lnTo>
                    <a:lnTo>
                      <a:pt x="14" y="136"/>
                    </a:lnTo>
                    <a:lnTo>
                      <a:pt x="17" y="141"/>
                    </a:lnTo>
                    <a:lnTo>
                      <a:pt x="18" y="147"/>
                    </a:lnTo>
                    <a:lnTo>
                      <a:pt x="19" y="153"/>
                    </a:lnTo>
                    <a:lnTo>
                      <a:pt x="16" y="164"/>
                    </a:lnTo>
                    <a:lnTo>
                      <a:pt x="8" y="171"/>
                    </a:lnTo>
                    <a:lnTo>
                      <a:pt x="2" y="169"/>
                    </a:lnTo>
                    <a:lnTo>
                      <a:pt x="0" y="166"/>
                    </a:lnTo>
                    <a:lnTo>
                      <a:pt x="0" y="14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5" name="Freeform 455">
                <a:extLst>
                  <a:ext uri="{FF2B5EF4-FFF2-40B4-BE49-F238E27FC236}">
                    <a16:creationId xmlns:a16="http://schemas.microsoft.com/office/drawing/2014/main" id="{0BEEED65-E74F-F49C-91C0-931FF70C48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13" y="1541"/>
                <a:ext cx="17" cy="39"/>
              </a:xfrm>
              <a:custGeom>
                <a:avLst/>
                <a:gdLst>
                  <a:gd name="T0" fmla="*/ 0 w 85"/>
                  <a:gd name="T1" fmla="*/ 0 h 195"/>
                  <a:gd name="T2" fmla="*/ 0 w 85"/>
                  <a:gd name="T3" fmla="*/ 0 h 195"/>
                  <a:gd name="T4" fmla="*/ 0 w 85"/>
                  <a:gd name="T5" fmla="*/ 0 h 195"/>
                  <a:gd name="T6" fmla="*/ 0 w 85"/>
                  <a:gd name="T7" fmla="*/ 0 h 195"/>
                  <a:gd name="T8" fmla="*/ 0 w 85"/>
                  <a:gd name="T9" fmla="*/ 0 h 195"/>
                  <a:gd name="T10" fmla="*/ 0 w 85"/>
                  <a:gd name="T11" fmla="*/ 0 h 195"/>
                  <a:gd name="T12" fmla="*/ 0 w 85"/>
                  <a:gd name="T13" fmla="*/ 0 h 195"/>
                  <a:gd name="T14" fmla="*/ 0 w 85"/>
                  <a:gd name="T15" fmla="*/ 0 h 195"/>
                  <a:gd name="T16" fmla="*/ 0 w 85"/>
                  <a:gd name="T17" fmla="*/ 0 h 195"/>
                  <a:gd name="T18" fmla="*/ 0 w 85"/>
                  <a:gd name="T19" fmla="*/ 0 h 195"/>
                  <a:gd name="T20" fmla="*/ 0 w 85"/>
                  <a:gd name="T21" fmla="*/ 0 h 195"/>
                  <a:gd name="T22" fmla="*/ 0 w 85"/>
                  <a:gd name="T23" fmla="*/ 0 h 195"/>
                  <a:gd name="T24" fmla="*/ 0 w 85"/>
                  <a:gd name="T25" fmla="*/ 0 h 195"/>
                  <a:gd name="T26" fmla="*/ 0 w 85"/>
                  <a:gd name="T27" fmla="*/ 0 h 195"/>
                  <a:gd name="T28" fmla="*/ 0 w 85"/>
                  <a:gd name="T29" fmla="*/ 0 h 195"/>
                  <a:gd name="T30" fmla="*/ 0 w 85"/>
                  <a:gd name="T31" fmla="*/ 0 h 195"/>
                  <a:gd name="T32" fmla="*/ 0 w 85"/>
                  <a:gd name="T33" fmla="*/ 0 h 195"/>
                  <a:gd name="T34" fmla="*/ 0 w 85"/>
                  <a:gd name="T35" fmla="*/ 0 h 195"/>
                  <a:gd name="T36" fmla="*/ 0 w 85"/>
                  <a:gd name="T37" fmla="*/ 0 h 195"/>
                  <a:gd name="T38" fmla="*/ 0 w 85"/>
                  <a:gd name="T39" fmla="*/ 0 h 195"/>
                  <a:gd name="T40" fmla="*/ 0 w 85"/>
                  <a:gd name="T41" fmla="*/ 0 h 195"/>
                  <a:gd name="T42" fmla="*/ 0 w 85"/>
                  <a:gd name="T43" fmla="*/ 0 h 195"/>
                  <a:gd name="T44" fmla="*/ 0 w 85"/>
                  <a:gd name="T45" fmla="*/ 0 h 195"/>
                  <a:gd name="T46" fmla="*/ 0 w 85"/>
                  <a:gd name="T47" fmla="*/ 0 h 195"/>
                  <a:gd name="T48" fmla="*/ 0 w 85"/>
                  <a:gd name="T49" fmla="*/ 0 h 195"/>
                  <a:gd name="T50" fmla="*/ 0 w 85"/>
                  <a:gd name="T51" fmla="*/ 0 h 195"/>
                  <a:gd name="T52" fmla="*/ 0 w 85"/>
                  <a:gd name="T53" fmla="*/ 0 h 195"/>
                  <a:gd name="T54" fmla="*/ 0 w 85"/>
                  <a:gd name="T55" fmla="*/ 0 h 195"/>
                  <a:gd name="T56" fmla="*/ 0 w 85"/>
                  <a:gd name="T57" fmla="*/ 0 h 195"/>
                  <a:gd name="T58" fmla="*/ 0 w 85"/>
                  <a:gd name="T59" fmla="*/ 0 h 195"/>
                  <a:gd name="T60" fmla="*/ 0 w 85"/>
                  <a:gd name="T61" fmla="*/ 0 h 195"/>
                  <a:gd name="T62" fmla="*/ 0 w 85"/>
                  <a:gd name="T63" fmla="*/ 0 h 195"/>
                  <a:gd name="T64" fmla="*/ 0 w 85"/>
                  <a:gd name="T65" fmla="*/ 0 h 195"/>
                  <a:gd name="T66" fmla="*/ 0 w 85"/>
                  <a:gd name="T67" fmla="*/ 0 h 195"/>
                  <a:gd name="T68" fmla="*/ 0 w 85"/>
                  <a:gd name="T69" fmla="*/ 0 h 195"/>
                  <a:gd name="T70" fmla="*/ 0 w 85"/>
                  <a:gd name="T71" fmla="*/ 0 h 195"/>
                  <a:gd name="T72" fmla="*/ 0 w 85"/>
                  <a:gd name="T73" fmla="*/ 0 h 195"/>
                  <a:gd name="T74" fmla="*/ 0 w 85"/>
                  <a:gd name="T75" fmla="*/ 0 h 195"/>
                  <a:gd name="T76" fmla="*/ 0 w 85"/>
                  <a:gd name="T77" fmla="*/ 0 h 195"/>
                  <a:gd name="T78" fmla="*/ 0 w 85"/>
                  <a:gd name="T79" fmla="*/ 0 h 195"/>
                  <a:gd name="T80" fmla="*/ 0 w 85"/>
                  <a:gd name="T81" fmla="*/ 0 h 19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85"/>
                  <a:gd name="T124" fmla="*/ 0 h 195"/>
                  <a:gd name="T125" fmla="*/ 85 w 85"/>
                  <a:gd name="T126" fmla="*/ 195 h 195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85" h="195">
                    <a:moveTo>
                      <a:pt x="78" y="169"/>
                    </a:moveTo>
                    <a:lnTo>
                      <a:pt x="85" y="169"/>
                    </a:lnTo>
                    <a:lnTo>
                      <a:pt x="85" y="195"/>
                    </a:lnTo>
                    <a:lnTo>
                      <a:pt x="83" y="186"/>
                    </a:lnTo>
                    <a:lnTo>
                      <a:pt x="85" y="178"/>
                    </a:lnTo>
                    <a:lnTo>
                      <a:pt x="80" y="171"/>
                    </a:lnTo>
                    <a:lnTo>
                      <a:pt x="77" y="157"/>
                    </a:lnTo>
                    <a:lnTo>
                      <a:pt x="76" y="139"/>
                    </a:lnTo>
                    <a:lnTo>
                      <a:pt x="76" y="119"/>
                    </a:lnTo>
                    <a:lnTo>
                      <a:pt x="76" y="97"/>
                    </a:lnTo>
                    <a:lnTo>
                      <a:pt x="77" y="77"/>
                    </a:lnTo>
                    <a:lnTo>
                      <a:pt x="77" y="61"/>
                    </a:lnTo>
                    <a:lnTo>
                      <a:pt x="78" y="52"/>
                    </a:lnTo>
                    <a:lnTo>
                      <a:pt x="67" y="40"/>
                    </a:lnTo>
                    <a:lnTo>
                      <a:pt x="59" y="30"/>
                    </a:lnTo>
                    <a:lnTo>
                      <a:pt x="52" y="26"/>
                    </a:lnTo>
                    <a:lnTo>
                      <a:pt x="47" y="24"/>
                    </a:lnTo>
                    <a:lnTo>
                      <a:pt x="40" y="22"/>
                    </a:lnTo>
                    <a:lnTo>
                      <a:pt x="32" y="22"/>
                    </a:lnTo>
                    <a:lnTo>
                      <a:pt x="28" y="29"/>
                    </a:lnTo>
                    <a:lnTo>
                      <a:pt x="21" y="31"/>
                    </a:lnTo>
                    <a:lnTo>
                      <a:pt x="19" y="39"/>
                    </a:lnTo>
                    <a:lnTo>
                      <a:pt x="13" y="42"/>
                    </a:lnTo>
                    <a:lnTo>
                      <a:pt x="3" y="37"/>
                    </a:lnTo>
                    <a:lnTo>
                      <a:pt x="0" y="27"/>
                    </a:lnTo>
                    <a:lnTo>
                      <a:pt x="0" y="21"/>
                    </a:lnTo>
                    <a:lnTo>
                      <a:pt x="4" y="16"/>
                    </a:lnTo>
                    <a:lnTo>
                      <a:pt x="8" y="13"/>
                    </a:lnTo>
                    <a:lnTo>
                      <a:pt x="16" y="11"/>
                    </a:lnTo>
                    <a:lnTo>
                      <a:pt x="23" y="3"/>
                    </a:lnTo>
                    <a:lnTo>
                      <a:pt x="32" y="0"/>
                    </a:lnTo>
                    <a:lnTo>
                      <a:pt x="44" y="0"/>
                    </a:lnTo>
                    <a:lnTo>
                      <a:pt x="57" y="4"/>
                    </a:lnTo>
                    <a:lnTo>
                      <a:pt x="57" y="8"/>
                    </a:lnTo>
                    <a:lnTo>
                      <a:pt x="66" y="8"/>
                    </a:lnTo>
                    <a:lnTo>
                      <a:pt x="71" y="13"/>
                    </a:lnTo>
                    <a:lnTo>
                      <a:pt x="73" y="18"/>
                    </a:lnTo>
                    <a:lnTo>
                      <a:pt x="81" y="26"/>
                    </a:lnTo>
                    <a:lnTo>
                      <a:pt x="85" y="29"/>
                    </a:lnTo>
                    <a:lnTo>
                      <a:pt x="85" y="169"/>
                    </a:lnTo>
                    <a:lnTo>
                      <a:pt x="78" y="16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6" name="Freeform 456">
                <a:extLst>
                  <a:ext uri="{FF2B5EF4-FFF2-40B4-BE49-F238E27FC236}">
                    <a16:creationId xmlns:a16="http://schemas.microsoft.com/office/drawing/2014/main" id="{CFA7C05D-DE34-AE51-B1AE-61FA02CA80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25" y="1543"/>
                <a:ext cx="24" cy="44"/>
              </a:xfrm>
              <a:custGeom>
                <a:avLst/>
                <a:gdLst>
                  <a:gd name="T0" fmla="*/ 0 w 119"/>
                  <a:gd name="T1" fmla="*/ 0 h 219"/>
                  <a:gd name="T2" fmla="*/ 0 w 119"/>
                  <a:gd name="T3" fmla="*/ 0 h 219"/>
                  <a:gd name="T4" fmla="*/ 0 w 119"/>
                  <a:gd name="T5" fmla="*/ 0 h 219"/>
                  <a:gd name="T6" fmla="*/ 0 w 119"/>
                  <a:gd name="T7" fmla="*/ 0 h 219"/>
                  <a:gd name="T8" fmla="*/ 0 w 119"/>
                  <a:gd name="T9" fmla="*/ 0 h 219"/>
                  <a:gd name="T10" fmla="*/ 0 w 119"/>
                  <a:gd name="T11" fmla="*/ 0 h 219"/>
                  <a:gd name="T12" fmla="*/ 0 w 119"/>
                  <a:gd name="T13" fmla="*/ 0 h 219"/>
                  <a:gd name="T14" fmla="*/ 0 w 119"/>
                  <a:gd name="T15" fmla="*/ 0 h 219"/>
                  <a:gd name="T16" fmla="*/ 0 w 119"/>
                  <a:gd name="T17" fmla="*/ 0 h 219"/>
                  <a:gd name="T18" fmla="*/ 0 w 119"/>
                  <a:gd name="T19" fmla="*/ 0 h 219"/>
                  <a:gd name="T20" fmla="*/ 0 w 119"/>
                  <a:gd name="T21" fmla="*/ 0 h 219"/>
                  <a:gd name="T22" fmla="*/ 0 w 119"/>
                  <a:gd name="T23" fmla="*/ 0 h 219"/>
                  <a:gd name="T24" fmla="*/ 0 w 119"/>
                  <a:gd name="T25" fmla="*/ 0 h 219"/>
                  <a:gd name="T26" fmla="*/ 0 w 119"/>
                  <a:gd name="T27" fmla="*/ 0 h 219"/>
                  <a:gd name="T28" fmla="*/ 0 w 119"/>
                  <a:gd name="T29" fmla="*/ 0 h 219"/>
                  <a:gd name="T30" fmla="*/ 0 w 119"/>
                  <a:gd name="T31" fmla="*/ 0 h 219"/>
                  <a:gd name="T32" fmla="*/ 0 w 119"/>
                  <a:gd name="T33" fmla="*/ 0 h 219"/>
                  <a:gd name="T34" fmla="*/ 0 w 119"/>
                  <a:gd name="T35" fmla="*/ 0 h 219"/>
                  <a:gd name="T36" fmla="*/ 0 w 119"/>
                  <a:gd name="T37" fmla="*/ 0 h 219"/>
                  <a:gd name="T38" fmla="*/ 0 w 119"/>
                  <a:gd name="T39" fmla="*/ 0 h 219"/>
                  <a:gd name="T40" fmla="*/ 0 w 119"/>
                  <a:gd name="T41" fmla="*/ 0 h 219"/>
                  <a:gd name="T42" fmla="*/ 0 w 119"/>
                  <a:gd name="T43" fmla="*/ 0 h 219"/>
                  <a:gd name="T44" fmla="*/ 0 w 119"/>
                  <a:gd name="T45" fmla="*/ 0 h 219"/>
                  <a:gd name="T46" fmla="*/ 0 w 119"/>
                  <a:gd name="T47" fmla="*/ 0 h 219"/>
                  <a:gd name="T48" fmla="*/ 0 w 119"/>
                  <a:gd name="T49" fmla="*/ 0 h 219"/>
                  <a:gd name="T50" fmla="*/ 0 w 119"/>
                  <a:gd name="T51" fmla="*/ 0 h 219"/>
                  <a:gd name="T52" fmla="*/ 0 w 119"/>
                  <a:gd name="T53" fmla="*/ 0 h 219"/>
                  <a:gd name="T54" fmla="*/ 0 w 119"/>
                  <a:gd name="T55" fmla="*/ 0 h 219"/>
                  <a:gd name="T56" fmla="*/ 0 w 119"/>
                  <a:gd name="T57" fmla="*/ 0 h 219"/>
                  <a:gd name="T58" fmla="*/ 0 w 119"/>
                  <a:gd name="T59" fmla="*/ 0 h 219"/>
                  <a:gd name="T60" fmla="*/ 0 w 119"/>
                  <a:gd name="T61" fmla="*/ 0 h 219"/>
                  <a:gd name="T62" fmla="*/ 0 w 119"/>
                  <a:gd name="T63" fmla="*/ 0 h 219"/>
                  <a:gd name="T64" fmla="*/ 0 w 119"/>
                  <a:gd name="T65" fmla="*/ 0 h 219"/>
                  <a:gd name="T66" fmla="*/ 0 w 119"/>
                  <a:gd name="T67" fmla="*/ 0 h 219"/>
                  <a:gd name="T68" fmla="*/ 0 w 119"/>
                  <a:gd name="T69" fmla="*/ 0 h 219"/>
                  <a:gd name="T70" fmla="*/ 0 w 119"/>
                  <a:gd name="T71" fmla="*/ 0 h 219"/>
                  <a:gd name="T72" fmla="*/ 0 w 119"/>
                  <a:gd name="T73" fmla="*/ 0 h 219"/>
                  <a:gd name="T74" fmla="*/ 0 w 119"/>
                  <a:gd name="T75" fmla="*/ 0 h 219"/>
                  <a:gd name="T76" fmla="*/ 0 w 119"/>
                  <a:gd name="T77" fmla="*/ 0 h 219"/>
                  <a:gd name="T78" fmla="*/ 0 w 119"/>
                  <a:gd name="T79" fmla="*/ 0 h 219"/>
                  <a:gd name="T80" fmla="*/ 0 w 119"/>
                  <a:gd name="T81" fmla="*/ 0 h 219"/>
                  <a:gd name="T82" fmla="*/ 0 w 119"/>
                  <a:gd name="T83" fmla="*/ 0 h 219"/>
                  <a:gd name="T84" fmla="*/ 0 w 119"/>
                  <a:gd name="T85" fmla="*/ 0 h 219"/>
                  <a:gd name="T86" fmla="*/ 0 w 119"/>
                  <a:gd name="T87" fmla="*/ 0 h 219"/>
                  <a:gd name="T88" fmla="*/ 0 w 119"/>
                  <a:gd name="T89" fmla="*/ 0 h 219"/>
                  <a:gd name="T90" fmla="*/ 0 w 119"/>
                  <a:gd name="T91" fmla="*/ 0 h 219"/>
                  <a:gd name="T92" fmla="*/ 0 w 119"/>
                  <a:gd name="T93" fmla="*/ 0 h 219"/>
                  <a:gd name="T94" fmla="*/ 0 w 119"/>
                  <a:gd name="T95" fmla="*/ 0 h 219"/>
                  <a:gd name="T96" fmla="*/ 0 w 119"/>
                  <a:gd name="T97" fmla="*/ 0 h 219"/>
                  <a:gd name="T98" fmla="*/ 0 w 119"/>
                  <a:gd name="T99" fmla="*/ 0 h 219"/>
                  <a:gd name="T100" fmla="*/ 0 w 119"/>
                  <a:gd name="T101" fmla="*/ 0 h 219"/>
                  <a:gd name="T102" fmla="*/ 0 w 119"/>
                  <a:gd name="T103" fmla="*/ 0 h 219"/>
                  <a:gd name="T104" fmla="*/ 0 w 119"/>
                  <a:gd name="T105" fmla="*/ 0 h 219"/>
                  <a:gd name="T106" fmla="*/ 0 w 119"/>
                  <a:gd name="T107" fmla="*/ 0 h 219"/>
                  <a:gd name="T108" fmla="*/ 0 w 119"/>
                  <a:gd name="T109" fmla="*/ 0 h 219"/>
                  <a:gd name="T110" fmla="*/ 0 w 119"/>
                  <a:gd name="T111" fmla="*/ 0 h 219"/>
                  <a:gd name="T112" fmla="*/ 0 w 119"/>
                  <a:gd name="T113" fmla="*/ 0 h 219"/>
                  <a:gd name="T114" fmla="*/ 0 w 119"/>
                  <a:gd name="T115" fmla="*/ 0 h 219"/>
                  <a:gd name="T116" fmla="*/ 0 w 119"/>
                  <a:gd name="T117" fmla="*/ 0 h 219"/>
                  <a:gd name="T118" fmla="*/ 0 w 119"/>
                  <a:gd name="T119" fmla="*/ 0 h 219"/>
                  <a:gd name="T120" fmla="*/ 0 w 119"/>
                  <a:gd name="T121" fmla="*/ 0 h 219"/>
                  <a:gd name="T122" fmla="*/ 0 w 119"/>
                  <a:gd name="T123" fmla="*/ 0 h 219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w 119"/>
                  <a:gd name="T187" fmla="*/ 0 h 219"/>
                  <a:gd name="T188" fmla="*/ 119 w 119"/>
                  <a:gd name="T189" fmla="*/ 219 h 219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T186" t="T187" r="T188" b="T189"/>
                <a:pathLst>
                  <a:path w="119" h="219">
                    <a:moveTo>
                      <a:pt x="20" y="34"/>
                    </a:moveTo>
                    <a:lnTo>
                      <a:pt x="26" y="32"/>
                    </a:lnTo>
                    <a:lnTo>
                      <a:pt x="31" y="29"/>
                    </a:lnTo>
                    <a:lnTo>
                      <a:pt x="38" y="24"/>
                    </a:lnTo>
                    <a:lnTo>
                      <a:pt x="45" y="21"/>
                    </a:lnTo>
                    <a:lnTo>
                      <a:pt x="51" y="19"/>
                    </a:lnTo>
                    <a:lnTo>
                      <a:pt x="60" y="19"/>
                    </a:lnTo>
                    <a:lnTo>
                      <a:pt x="61" y="19"/>
                    </a:lnTo>
                    <a:lnTo>
                      <a:pt x="62" y="21"/>
                    </a:lnTo>
                    <a:lnTo>
                      <a:pt x="64" y="27"/>
                    </a:lnTo>
                    <a:lnTo>
                      <a:pt x="64" y="29"/>
                    </a:lnTo>
                    <a:lnTo>
                      <a:pt x="69" y="32"/>
                    </a:lnTo>
                    <a:lnTo>
                      <a:pt x="72" y="33"/>
                    </a:lnTo>
                    <a:lnTo>
                      <a:pt x="81" y="34"/>
                    </a:lnTo>
                    <a:lnTo>
                      <a:pt x="87" y="47"/>
                    </a:lnTo>
                    <a:lnTo>
                      <a:pt x="93" y="60"/>
                    </a:lnTo>
                    <a:lnTo>
                      <a:pt x="96" y="75"/>
                    </a:lnTo>
                    <a:lnTo>
                      <a:pt x="98" y="90"/>
                    </a:lnTo>
                    <a:lnTo>
                      <a:pt x="98" y="104"/>
                    </a:lnTo>
                    <a:lnTo>
                      <a:pt x="100" y="118"/>
                    </a:lnTo>
                    <a:lnTo>
                      <a:pt x="100" y="133"/>
                    </a:lnTo>
                    <a:lnTo>
                      <a:pt x="100" y="149"/>
                    </a:lnTo>
                    <a:lnTo>
                      <a:pt x="98" y="154"/>
                    </a:lnTo>
                    <a:lnTo>
                      <a:pt x="97" y="164"/>
                    </a:lnTo>
                    <a:lnTo>
                      <a:pt x="96" y="175"/>
                    </a:lnTo>
                    <a:lnTo>
                      <a:pt x="96" y="188"/>
                    </a:lnTo>
                    <a:lnTo>
                      <a:pt x="96" y="198"/>
                    </a:lnTo>
                    <a:lnTo>
                      <a:pt x="98" y="209"/>
                    </a:lnTo>
                    <a:lnTo>
                      <a:pt x="101" y="215"/>
                    </a:lnTo>
                    <a:lnTo>
                      <a:pt x="108" y="219"/>
                    </a:lnTo>
                    <a:lnTo>
                      <a:pt x="116" y="215"/>
                    </a:lnTo>
                    <a:lnTo>
                      <a:pt x="119" y="209"/>
                    </a:lnTo>
                    <a:lnTo>
                      <a:pt x="119" y="109"/>
                    </a:lnTo>
                    <a:lnTo>
                      <a:pt x="118" y="97"/>
                    </a:lnTo>
                    <a:lnTo>
                      <a:pt x="118" y="89"/>
                    </a:lnTo>
                    <a:lnTo>
                      <a:pt x="116" y="80"/>
                    </a:lnTo>
                    <a:lnTo>
                      <a:pt x="113" y="70"/>
                    </a:lnTo>
                    <a:lnTo>
                      <a:pt x="111" y="61"/>
                    </a:lnTo>
                    <a:lnTo>
                      <a:pt x="109" y="54"/>
                    </a:lnTo>
                    <a:lnTo>
                      <a:pt x="108" y="44"/>
                    </a:lnTo>
                    <a:lnTo>
                      <a:pt x="107" y="35"/>
                    </a:lnTo>
                    <a:lnTo>
                      <a:pt x="102" y="26"/>
                    </a:lnTo>
                    <a:lnTo>
                      <a:pt x="98" y="19"/>
                    </a:lnTo>
                    <a:lnTo>
                      <a:pt x="91" y="14"/>
                    </a:lnTo>
                    <a:lnTo>
                      <a:pt x="81" y="14"/>
                    </a:lnTo>
                    <a:lnTo>
                      <a:pt x="77" y="6"/>
                    </a:lnTo>
                    <a:lnTo>
                      <a:pt x="74" y="2"/>
                    </a:lnTo>
                    <a:lnTo>
                      <a:pt x="67" y="0"/>
                    </a:lnTo>
                    <a:lnTo>
                      <a:pt x="62" y="0"/>
                    </a:lnTo>
                    <a:lnTo>
                      <a:pt x="55" y="0"/>
                    </a:lnTo>
                    <a:lnTo>
                      <a:pt x="48" y="1"/>
                    </a:lnTo>
                    <a:lnTo>
                      <a:pt x="40" y="1"/>
                    </a:lnTo>
                    <a:lnTo>
                      <a:pt x="33" y="3"/>
                    </a:lnTo>
                    <a:lnTo>
                      <a:pt x="24" y="3"/>
                    </a:lnTo>
                    <a:lnTo>
                      <a:pt x="17" y="6"/>
                    </a:lnTo>
                    <a:lnTo>
                      <a:pt x="9" y="8"/>
                    </a:lnTo>
                    <a:lnTo>
                      <a:pt x="4" y="12"/>
                    </a:lnTo>
                    <a:lnTo>
                      <a:pt x="0" y="16"/>
                    </a:lnTo>
                    <a:lnTo>
                      <a:pt x="2" y="21"/>
                    </a:lnTo>
                    <a:lnTo>
                      <a:pt x="7" y="27"/>
                    </a:lnTo>
                    <a:lnTo>
                      <a:pt x="19" y="34"/>
                    </a:lnTo>
                    <a:lnTo>
                      <a:pt x="20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7" name="Freeform 457">
                <a:extLst>
                  <a:ext uri="{FF2B5EF4-FFF2-40B4-BE49-F238E27FC236}">
                    <a16:creationId xmlns:a16="http://schemas.microsoft.com/office/drawing/2014/main" id="{976BD733-28D9-4D72-4D96-5F4A758FBF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" y="1686"/>
                <a:ext cx="92" cy="92"/>
              </a:xfrm>
              <a:custGeom>
                <a:avLst/>
                <a:gdLst>
                  <a:gd name="T0" fmla="*/ 0 w 461"/>
                  <a:gd name="T1" fmla="*/ 0 h 461"/>
                  <a:gd name="T2" fmla="*/ 0 w 461"/>
                  <a:gd name="T3" fmla="*/ 0 h 461"/>
                  <a:gd name="T4" fmla="*/ 0 w 461"/>
                  <a:gd name="T5" fmla="*/ 0 h 461"/>
                  <a:gd name="T6" fmla="*/ 0 w 461"/>
                  <a:gd name="T7" fmla="*/ 0 h 461"/>
                  <a:gd name="T8" fmla="*/ 0 w 461"/>
                  <a:gd name="T9" fmla="*/ 0 h 461"/>
                  <a:gd name="T10" fmla="*/ 0 w 461"/>
                  <a:gd name="T11" fmla="*/ 0 h 461"/>
                  <a:gd name="T12" fmla="*/ 0 w 461"/>
                  <a:gd name="T13" fmla="*/ 0 h 461"/>
                  <a:gd name="T14" fmla="*/ 0 w 461"/>
                  <a:gd name="T15" fmla="*/ 0 h 461"/>
                  <a:gd name="T16" fmla="*/ 0 w 461"/>
                  <a:gd name="T17" fmla="*/ 0 h 461"/>
                  <a:gd name="T18" fmla="*/ 0 w 461"/>
                  <a:gd name="T19" fmla="*/ 0 h 461"/>
                  <a:gd name="T20" fmla="*/ 0 w 461"/>
                  <a:gd name="T21" fmla="*/ 0 h 461"/>
                  <a:gd name="T22" fmla="*/ 0 w 461"/>
                  <a:gd name="T23" fmla="*/ 0 h 461"/>
                  <a:gd name="T24" fmla="*/ 0 w 461"/>
                  <a:gd name="T25" fmla="*/ 0 h 461"/>
                  <a:gd name="T26" fmla="*/ 0 w 461"/>
                  <a:gd name="T27" fmla="*/ 0 h 461"/>
                  <a:gd name="T28" fmla="*/ 0 w 461"/>
                  <a:gd name="T29" fmla="*/ 0 h 461"/>
                  <a:gd name="T30" fmla="*/ 0 w 461"/>
                  <a:gd name="T31" fmla="*/ 0 h 461"/>
                  <a:gd name="T32" fmla="*/ 0 w 461"/>
                  <a:gd name="T33" fmla="*/ 0 h 461"/>
                  <a:gd name="T34" fmla="*/ 0 w 461"/>
                  <a:gd name="T35" fmla="*/ 0 h 461"/>
                  <a:gd name="T36" fmla="*/ 0 w 461"/>
                  <a:gd name="T37" fmla="*/ 0 h 461"/>
                  <a:gd name="T38" fmla="*/ 0 w 461"/>
                  <a:gd name="T39" fmla="*/ 0 h 461"/>
                  <a:gd name="T40" fmla="*/ 0 w 461"/>
                  <a:gd name="T41" fmla="*/ 0 h 461"/>
                  <a:gd name="T42" fmla="*/ 0 w 461"/>
                  <a:gd name="T43" fmla="*/ 0 h 461"/>
                  <a:gd name="T44" fmla="*/ 0 w 461"/>
                  <a:gd name="T45" fmla="*/ 0 h 461"/>
                  <a:gd name="T46" fmla="*/ 0 w 461"/>
                  <a:gd name="T47" fmla="*/ 0 h 461"/>
                  <a:gd name="T48" fmla="*/ 0 w 461"/>
                  <a:gd name="T49" fmla="*/ 0 h 461"/>
                  <a:gd name="T50" fmla="*/ 0 w 461"/>
                  <a:gd name="T51" fmla="*/ 0 h 461"/>
                  <a:gd name="T52" fmla="*/ 0 w 461"/>
                  <a:gd name="T53" fmla="*/ 0 h 461"/>
                  <a:gd name="T54" fmla="*/ 0 w 461"/>
                  <a:gd name="T55" fmla="*/ 0 h 461"/>
                  <a:gd name="T56" fmla="*/ 0 w 461"/>
                  <a:gd name="T57" fmla="*/ 0 h 461"/>
                  <a:gd name="T58" fmla="*/ 0 w 461"/>
                  <a:gd name="T59" fmla="*/ 0 h 461"/>
                  <a:gd name="T60" fmla="*/ 0 w 461"/>
                  <a:gd name="T61" fmla="*/ 0 h 461"/>
                  <a:gd name="T62" fmla="*/ 0 w 461"/>
                  <a:gd name="T63" fmla="*/ 0 h 461"/>
                  <a:gd name="T64" fmla="*/ 0 w 461"/>
                  <a:gd name="T65" fmla="*/ 0 h 461"/>
                  <a:gd name="T66" fmla="*/ 0 w 461"/>
                  <a:gd name="T67" fmla="*/ 0 h 461"/>
                  <a:gd name="T68" fmla="*/ 0 w 461"/>
                  <a:gd name="T69" fmla="*/ 0 h 461"/>
                  <a:gd name="T70" fmla="*/ 0 w 461"/>
                  <a:gd name="T71" fmla="*/ 0 h 461"/>
                  <a:gd name="T72" fmla="*/ 0 w 461"/>
                  <a:gd name="T73" fmla="*/ 0 h 461"/>
                  <a:gd name="T74" fmla="*/ 0 w 461"/>
                  <a:gd name="T75" fmla="*/ 0 h 461"/>
                  <a:gd name="T76" fmla="*/ 0 w 461"/>
                  <a:gd name="T77" fmla="*/ 0 h 461"/>
                  <a:gd name="T78" fmla="*/ 0 w 461"/>
                  <a:gd name="T79" fmla="*/ 0 h 461"/>
                  <a:gd name="T80" fmla="*/ 0 w 461"/>
                  <a:gd name="T81" fmla="*/ 0 h 461"/>
                  <a:gd name="T82" fmla="*/ 0 w 461"/>
                  <a:gd name="T83" fmla="*/ 0 h 461"/>
                  <a:gd name="T84" fmla="*/ 0 w 461"/>
                  <a:gd name="T85" fmla="*/ 0 h 46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w 461"/>
                  <a:gd name="T130" fmla="*/ 0 h 461"/>
                  <a:gd name="T131" fmla="*/ 461 w 461"/>
                  <a:gd name="T132" fmla="*/ 461 h 461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T129" t="T130" r="T131" b="T132"/>
                <a:pathLst>
                  <a:path w="461" h="461">
                    <a:moveTo>
                      <a:pt x="12" y="43"/>
                    </a:moveTo>
                    <a:lnTo>
                      <a:pt x="17" y="42"/>
                    </a:lnTo>
                    <a:lnTo>
                      <a:pt x="20" y="38"/>
                    </a:lnTo>
                    <a:lnTo>
                      <a:pt x="26" y="38"/>
                    </a:lnTo>
                    <a:lnTo>
                      <a:pt x="34" y="38"/>
                    </a:lnTo>
                    <a:lnTo>
                      <a:pt x="41" y="38"/>
                    </a:lnTo>
                    <a:lnTo>
                      <a:pt x="50" y="38"/>
                    </a:lnTo>
                    <a:lnTo>
                      <a:pt x="56" y="37"/>
                    </a:lnTo>
                    <a:lnTo>
                      <a:pt x="64" y="37"/>
                    </a:lnTo>
                    <a:lnTo>
                      <a:pt x="70" y="34"/>
                    </a:lnTo>
                    <a:lnTo>
                      <a:pt x="77" y="32"/>
                    </a:lnTo>
                    <a:lnTo>
                      <a:pt x="86" y="32"/>
                    </a:lnTo>
                    <a:lnTo>
                      <a:pt x="96" y="31"/>
                    </a:lnTo>
                    <a:lnTo>
                      <a:pt x="98" y="27"/>
                    </a:lnTo>
                    <a:lnTo>
                      <a:pt x="106" y="26"/>
                    </a:lnTo>
                    <a:lnTo>
                      <a:pt x="113" y="26"/>
                    </a:lnTo>
                    <a:lnTo>
                      <a:pt x="122" y="27"/>
                    </a:lnTo>
                    <a:lnTo>
                      <a:pt x="129" y="26"/>
                    </a:lnTo>
                    <a:lnTo>
                      <a:pt x="138" y="26"/>
                    </a:lnTo>
                    <a:lnTo>
                      <a:pt x="145" y="24"/>
                    </a:lnTo>
                    <a:lnTo>
                      <a:pt x="154" y="23"/>
                    </a:lnTo>
                    <a:lnTo>
                      <a:pt x="154" y="22"/>
                    </a:lnTo>
                    <a:lnTo>
                      <a:pt x="262" y="22"/>
                    </a:lnTo>
                    <a:lnTo>
                      <a:pt x="269" y="22"/>
                    </a:lnTo>
                    <a:lnTo>
                      <a:pt x="277" y="23"/>
                    </a:lnTo>
                    <a:lnTo>
                      <a:pt x="284" y="24"/>
                    </a:lnTo>
                    <a:lnTo>
                      <a:pt x="293" y="27"/>
                    </a:lnTo>
                    <a:lnTo>
                      <a:pt x="300" y="28"/>
                    </a:lnTo>
                    <a:lnTo>
                      <a:pt x="309" y="29"/>
                    </a:lnTo>
                    <a:lnTo>
                      <a:pt x="318" y="31"/>
                    </a:lnTo>
                    <a:lnTo>
                      <a:pt x="326" y="32"/>
                    </a:lnTo>
                    <a:lnTo>
                      <a:pt x="339" y="33"/>
                    </a:lnTo>
                    <a:lnTo>
                      <a:pt x="351" y="37"/>
                    </a:lnTo>
                    <a:lnTo>
                      <a:pt x="363" y="40"/>
                    </a:lnTo>
                    <a:lnTo>
                      <a:pt x="376" y="43"/>
                    </a:lnTo>
                    <a:lnTo>
                      <a:pt x="380" y="47"/>
                    </a:lnTo>
                    <a:lnTo>
                      <a:pt x="386" y="52"/>
                    </a:lnTo>
                    <a:lnTo>
                      <a:pt x="393" y="54"/>
                    </a:lnTo>
                    <a:lnTo>
                      <a:pt x="401" y="58"/>
                    </a:lnTo>
                    <a:lnTo>
                      <a:pt x="408" y="59"/>
                    </a:lnTo>
                    <a:lnTo>
                      <a:pt x="415" y="62"/>
                    </a:lnTo>
                    <a:lnTo>
                      <a:pt x="423" y="63"/>
                    </a:lnTo>
                    <a:lnTo>
                      <a:pt x="432" y="66"/>
                    </a:lnTo>
                    <a:lnTo>
                      <a:pt x="432" y="73"/>
                    </a:lnTo>
                    <a:lnTo>
                      <a:pt x="437" y="79"/>
                    </a:lnTo>
                    <a:lnTo>
                      <a:pt x="437" y="230"/>
                    </a:lnTo>
                    <a:lnTo>
                      <a:pt x="439" y="241"/>
                    </a:lnTo>
                    <a:lnTo>
                      <a:pt x="441" y="251"/>
                    </a:lnTo>
                    <a:lnTo>
                      <a:pt x="441" y="276"/>
                    </a:lnTo>
                    <a:lnTo>
                      <a:pt x="441" y="301"/>
                    </a:lnTo>
                    <a:lnTo>
                      <a:pt x="441" y="325"/>
                    </a:lnTo>
                    <a:lnTo>
                      <a:pt x="441" y="351"/>
                    </a:lnTo>
                    <a:lnTo>
                      <a:pt x="441" y="376"/>
                    </a:lnTo>
                    <a:lnTo>
                      <a:pt x="441" y="401"/>
                    </a:lnTo>
                    <a:lnTo>
                      <a:pt x="441" y="427"/>
                    </a:lnTo>
                    <a:lnTo>
                      <a:pt x="441" y="453"/>
                    </a:lnTo>
                    <a:lnTo>
                      <a:pt x="444" y="459"/>
                    </a:lnTo>
                    <a:lnTo>
                      <a:pt x="451" y="461"/>
                    </a:lnTo>
                    <a:lnTo>
                      <a:pt x="458" y="459"/>
                    </a:lnTo>
                    <a:lnTo>
                      <a:pt x="461" y="453"/>
                    </a:lnTo>
                    <a:lnTo>
                      <a:pt x="461" y="288"/>
                    </a:lnTo>
                    <a:lnTo>
                      <a:pt x="460" y="278"/>
                    </a:lnTo>
                    <a:lnTo>
                      <a:pt x="460" y="270"/>
                    </a:lnTo>
                    <a:lnTo>
                      <a:pt x="459" y="260"/>
                    </a:lnTo>
                    <a:lnTo>
                      <a:pt x="459" y="252"/>
                    </a:lnTo>
                    <a:lnTo>
                      <a:pt x="458" y="244"/>
                    </a:lnTo>
                    <a:lnTo>
                      <a:pt x="456" y="235"/>
                    </a:lnTo>
                    <a:lnTo>
                      <a:pt x="456" y="226"/>
                    </a:lnTo>
                    <a:lnTo>
                      <a:pt x="456" y="219"/>
                    </a:lnTo>
                    <a:lnTo>
                      <a:pt x="456" y="136"/>
                    </a:lnTo>
                    <a:lnTo>
                      <a:pt x="456" y="125"/>
                    </a:lnTo>
                    <a:lnTo>
                      <a:pt x="456" y="114"/>
                    </a:lnTo>
                    <a:lnTo>
                      <a:pt x="456" y="100"/>
                    </a:lnTo>
                    <a:lnTo>
                      <a:pt x="456" y="86"/>
                    </a:lnTo>
                    <a:lnTo>
                      <a:pt x="454" y="71"/>
                    </a:lnTo>
                    <a:lnTo>
                      <a:pt x="451" y="60"/>
                    </a:lnTo>
                    <a:lnTo>
                      <a:pt x="445" y="50"/>
                    </a:lnTo>
                    <a:lnTo>
                      <a:pt x="438" y="47"/>
                    </a:lnTo>
                    <a:lnTo>
                      <a:pt x="425" y="43"/>
                    </a:lnTo>
                    <a:lnTo>
                      <a:pt x="413" y="40"/>
                    </a:lnTo>
                    <a:lnTo>
                      <a:pt x="401" y="36"/>
                    </a:lnTo>
                    <a:lnTo>
                      <a:pt x="392" y="32"/>
                    </a:lnTo>
                    <a:lnTo>
                      <a:pt x="387" y="27"/>
                    </a:lnTo>
                    <a:lnTo>
                      <a:pt x="383" y="23"/>
                    </a:lnTo>
                    <a:lnTo>
                      <a:pt x="376" y="21"/>
                    </a:lnTo>
                    <a:lnTo>
                      <a:pt x="368" y="19"/>
                    </a:lnTo>
                    <a:lnTo>
                      <a:pt x="361" y="17"/>
                    </a:lnTo>
                    <a:lnTo>
                      <a:pt x="355" y="16"/>
                    </a:lnTo>
                    <a:lnTo>
                      <a:pt x="347" y="14"/>
                    </a:lnTo>
                    <a:lnTo>
                      <a:pt x="340" y="13"/>
                    </a:lnTo>
                    <a:lnTo>
                      <a:pt x="332" y="13"/>
                    </a:lnTo>
                    <a:lnTo>
                      <a:pt x="326" y="13"/>
                    </a:lnTo>
                    <a:lnTo>
                      <a:pt x="315" y="12"/>
                    </a:lnTo>
                    <a:lnTo>
                      <a:pt x="306" y="11"/>
                    </a:lnTo>
                    <a:lnTo>
                      <a:pt x="295" y="8"/>
                    </a:lnTo>
                    <a:lnTo>
                      <a:pt x="287" y="7"/>
                    </a:lnTo>
                    <a:lnTo>
                      <a:pt x="275" y="5"/>
                    </a:lnTo>
                    <a:lnTo>
                      <a:pt x="267" y="3"/>
                    </a:lnTo>
                    <a:lnTo>
                      <a:pt x="256" y="2"/>
                    </a:lnTo>
                    <a:lnTo>
                      <a:pt x="247" y="2"/>
                    </a:lnTo>
                    <a:lnTo>
                      <a:pt x="235" y="1"/>
                    </a:lnTo>
                    <a:lnTo>
                      <a:pt x="222" y="1"/>
                    </a:lnTo>
                    <a:lnTo>
                      <a:pt x="209" y="0"/>
                    </a:lnTo>
                    <a:lnTo>
                      <a:pt x="195" y="0"/>
                    </a:lnTo>
                    <a:lnTo>
                      <a:pt x="180" y="0"/>
                    </a:lnTo>
                    <a:lnTo>
                      <a:pt x="168" y="1"/>
                    </a:lnTo>
                    <a:lnTo>
                      <a:pt x="154" y="2"/>
                    </a:lnTo>
                    <a:lnTo>
                      <a:pt x="144" y="6"/>
                    </a:lnTo>
                    <a:lnTo>
                      <a:pt x="135" y="7"/>
                    </a:lnTo>
                    <a:lnTo>
                      <a:pt x="128" y="8"/>
                    </a:lnTo>
                    <a:lnTo>
                      <a:pt x="121" y="7"/>
                    </a:lnTo>
                    <a:lnTo>
                      <a:pt x="113" y="7"/>
                    </a:lnTo>
                    <a:lnTo>
                      <a:pt x="106" y="7"/>
                    </a:lnTo>
                    <a:lnTo>
                      <a:pt x="98" y="7"/>
                    </a:lnTo>
                    <a:lnTo>
                      <a:pt x="91" y="8"/>
                    </a:lnTo>
                    <a:lnTo>
                      <a:pt x="85" y="13"/>
                    </a:lnTo>
                    <a:lnTo>
                      <a:pt x="77" y="13"/>
                    </a:lnTo>
                    <a:lnTo>
                      <a:pt x="71" y="16"/>
                    </a:lnTo>
                    <a:lnTo>
                      <a:pt x="64" y="17"/>
                    </a:lnTo>
                    <a:lnTo>
                      <a:pt x="57" y="18"/>
                    </a:lnTo>
                    <a:lnTo>
                      <a:pt x="50" y="17"/>
                    </a:lnTo>
                    <a:lnTo>
                      <a:pt x="43" y="17"/>
                    </a:lnTo>
                    <a:lnTo>
                      <a:pt x="34" y="16"/>
                    </a:lnTo>
                    <a:lnTo>
                      <a:pt x="26" y="16"/>
                    </a:lnTo>
                    <a:lnTo>
                      <a:pt x="18" y="16"/>
                    </a:lnTo>
                    <a:lnTo>
                      <a:pt x="10" y="18"/>
                    </a:lnTo>
                    <a:lnTo>
                      <a:pt x="4" y="22"/>
                    </a:lnTo>
                    <a:lnTo>
                      <a:pt x="0" y="29"/>
                    </a:lnTo>
                    <a:lnTo>
                      <a:pt x="2" y="38"/>
                    </a:lnTo>
                    <a:lnTo>
                      <a:pt x="12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8" name="Freeform 458">
                <a:extLst>
                  <a:ext uri="{FF2B5EF4-FFF2-40B4-BE49-F238E27FC236}">
                    <a16:creationId xmlns:a16="http://schemas.microsoft.com/office/drawing/2014/main" id="{D4524499-5C83-BAE8-90BA-1A125B070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01" y="1621"/>
                <a:ext cx="85" cy="26"/>
              </a:xfrm>
              <a:custGeom>
                <a:avLst/>
                <a:gdLst>
                  <a:gd name="T0" fmla="*/ 0 w 425"/>
                  <a:gd name="T1" fmla="*/ 0 h 134"/>
                  <a:gd name="T2" fmla="*/ 0 w 425"/>
                  <a:gd name="T3" fmla="*/ 0 h 134"/>
                  <a:gd name="T4" fmla="*/ 0 w 425"/>
                  <a:gd name="T5" fmla="*/ 0 h 134"/>
                  <a:gd name="T6" fmla="*/ 0 w 425"/>
                  <a:gd name="T7" fmla="*/ 0 h 134"/>
                  <a:gd name="T8" fmla="*/ 0 w 425"/>
                  <a:gd name="T9" fmla="*/ 0 h 134"/>
                  <a:gd name="T10" fmla="*/ 0 w 425"/>
                  <a:gd name="T11" fmla="*/ 0 h 134"/>
                  <a:gd name="T12" fmla="*/ 0 w 425"/>
                  <a:gd name="T13" fmla="*/ 0 h 134"/>
                  <a:gd name="T14" fmla="*/ 0 w 425"/>
                  <a:gd name="T15" fmla="*/ 0 h 134"/>
                  <a:gd name="T16" fmla="*/ 0 w 425"/>
                  <a:gd name="T17" fmla="*/ 0 h 134"/>
                  <a:gd name="T18" fmla="*/ 0 w 425"/>
                  <a:gd name="T19" fmla="*/ 0 h 134"/>
                  <a:gd name="T20" fmla="*/ 0 w 425"/>
                  <a:gd name="T21" fmla="*/ 0 h 134"/>
                  <a:gd name="T22" fmla="*/ 0 w 425"/>
                  <a:gd name="T23" fmla="*/ 0 h 134"/>
                  <a:gd name="T24" fmla="*/ 0 w 425"/>
                  <a:gd name="T25" fmla="*/ 0 h 134"/>
                  <a:gd name="T26" fmla="*/ 0 w 425"/>
                  <a:gd name="T27" fmla="*/ 0 h 134"/>
                  <a:gd name="T28" fmla="*/ 0 w 425"/>
                  <a:gd name="T29" fmla="*/ 0 h 134"/>
                  <a:gd name="T30" fmla="*/ 0 w 425"/>
                  <a:gd name="T31" fmla="*/ 0 h 134"/>
                  <a:gd name="T32" fmla="*/ 0 w 425"/>
                  <a:gd name="T33" fmla="*/ 0 h 134"/>
                  <a:gd name="T34" fmla="*/ 0 w 425"/>
                  <a:gd name="T35" fmla="*/ 0 h 134"/>
                  <a:gd name="T36" fmla="*/ 0 w 425"/>
                  <a:gd name="T37" fmla="*/ 0 h 134"/>
                  <a:gd name="T38" fmla="*/ 0 w 425"/>
                  <a:gd name="T39" fmla="*/ 0 h 134"/>
                  <a:gd name="T40" fmla="*/ 0 w 425"/>
                  <a:gd name="T41" fmla="*/ 0 h 134"/>
                  <a:gd name="T42" fmla="*/ 0 w 425"/>
                  <a:gd name="T43" fmla="*/ 0 h 134"/>
                  <a:gd name="T44" fmla="*/ 0 w 425"/>
                  <a:gd name="T45" fmla="*/ 0 h 134"/>
                  <a:gd name="T46" fmla="*/ 0 w 425"/>
                  <a:gd name="T47" fmla="*/ 0 h 134"/>
                  <a:gd name="T48" fmla="*/ 0 w 425"/>
                  <a:gd name="T49" fmla="*/ 0 h 134"/>
                  <a:gd name="T50" fmla="*/ 0 w 425"/>
                  <a:gd name="T51" fmla="*/ 0 h 134"/>
                  <a:gd name="T52" fmla="*/ 0 w 425"/>
                  <a:gd name="T53" fmla="*/ 0 h 134"/>
                  <a:gd name="T54" fmla="*/ 0 w 425"/>
                  <a:gd name="T55" fmla="*/ 0 h 134"/>
                  <a:gd name="T56" fmla="*/ 0 w 425"/>
                  <a:gd name="T57" fmla="*/ 0 h 134"/>
                  <a:gd name="T58" fmla="*/ 0 w 425"/>
                  <a:gd name="T59" fmla="*/ 0 h 134"/>
                  <a:gd name="T60" fmla="*/ 0 w 425"/>
                  <a:gd name="T61" fmla="*/ 0 h 134"/>
                  <a:gd name="T62" fmla="*/ 0 w 425"/>
                  <a:gd name="T63" fmla="*/ 0 h 134"/>
                  <a:gd name="T64" fmla="*/ 0 w 425"/>
                  <a:gd name="T65" fmla="*/ 0 h 134"/>
                  <a:gd name="T66" fmla="*/ 0 w 425"/>
                  <a:gd name="T67" fmla="*/ 0 h 134"/>
                  <a:gd name="T68" fmla="*/ 0 w 425"/>
                  <a:gd name="T69" fmla="*/ 0 h 134"/>
                  <a:gd name="T70" fmla="*/ 0 w 425"/>
                  <a:gd name="T71" fmla="*/ 0 h 134"/>
                  <a:gd name="T72" fmla="*/ 0 w 425"/>
                  <a:gd name="T73" fmla="*/ 0 h 134"/>
                  <a:gd name="T74" fmla="*/ 0 w 425"/>
                  <a:gd name="T75" fmla="*/ 0 h 134"/>
                  <a:gd name="T76" fmla="*/ 0 w 425"/>
                  <a:gd name="T77" fmla="*/ 0 h 134"/>
                  <a:gd name="T78" fmla="*/ 0 w 425"/>
                  <a:gd name="T79" fmla="*/ 0 h 134"/>
                  <a:gd name="T80" fmla="*/ 0 w 425"/>
                  <a:gd name="T81" fmla="*/ 0 h 134"/>
                  <a:gd name="T82" fmla="*/ 0 w 425"/>
                  <a:gd name="T83" fmla="*/ 0 h 134"/>
                  <a:gd name="T84" fmla="*/ 0 w 425"/>
                  <a:gd name="T85" fmla="*/ 0 h 134"/>
                  <a:gd name="T86" fmla="*/ 0 w 425"/>
                  <a:gd name="T87" fmla="*/ 0 h 134"/>
                  <a:gd name="T88" fmla="*/ 0 w 425"/>
                  <a:gd name="T89" fmla="*/ 0 h 134"/>
                  <a:gd name="T90" fmla="*/ 0 w 425"/>
                  <a:gd name="T91" fmla="*/ 0 h 134"/>
                  <a:gd name="T92" fmla="*/ 0 w 425"/>
                  <a:gd name="T93" fmla="*/ 0 h 134"/>
                  <a:gd name="T94" fmla="*/ 0 w 425"/>
                  <a:gd name="T95" fmla="*/ 0 h 134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w 425"/>
                  <a:gd name="T145" fmla="*/ 0 h 134"/>
                  <a:gd name="T146" fmla="*/ 425 w 425"/>
                  <a:gd name="T147" fmla="*/ 134 h 134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T144" t="T145" r="T146" b="T147"/>
                <a:pathLst>
                  <a:path w="425" h="134">
                    <a:moveTo>
                      <a:pt x="0" y="36"/>
                    </a:moveTo>
                    <a:lnTo>
                      <a:pt x="8" y="35"/>
                    </a:lnTo>
                    <a:lnTo>
                      <a:pt x="16" y="33"/>
                    </a:lnTo>
                    <a:lnTo>
                      <a:pt x="23" y="31"/>
                    </a:lnTo>
                    <a:lnTo>
                      <a:pt x="29" y="27"/>
                    </a:lnTo>
                    <a:lnTo>
                      <a:pt x="37" y="26"/>
                    </a:lnTo>
                    <a:lnTo>
                      <a:pt x="47" y="25"/>
                    </a:lnTo>
                    <a:lnTo>
                      <a:pt x="56" y="23"/>
                    </a:lnTo>
                    <a:lnTo>
                      <a:pt x="66" y="23"/>
                    </a:lnTo>
                    <a:lnTo>
                      <a:pt x="76" y="22"/>
                    </a:lnTo>
                    <a:lnTo>
                      <a:pt x="86" y="22"/>
                    </a:lnTo>
                    <a:lnTo>
                      <a:pt x="97" y="22"/>
                    </a:lnTo>
                    <a:lnTo>
                      <a:pt x="108" y="22"/>
                    </a:lnTo>
                    <a:lnTo>
                      <a:pt x="116" y="21"/>
                    </a:lnTo>
                    <a:lnTo>
                      <a:pt x="124" y="21"/>
                    </a:lnTo>
                    <a:lnTo>
                      <a:pt x="134" y="21"/>
                    </a:lnTo>
                    <a:lnTo>
                      <a:pt x="144" y="21"/>
                    </a:lnTo>
                    <a:lnTo>
                      <a:pt x="154" y="21"/>
                    </a:lnTo>
                    <a:lnTo>
                      <a:pt x="164" y="21"/>
                    </a:lnTo>
                    <a:lnTo>
                      <a:pt x="172" y="22"/>
                    </a:lnTo>
                    <a:lnTo>
                      <a:pt x="181" y="26"/>
                    </a:lnTo>
                    <a:lnTo>
                      <a:pt x="190" y="27"/>
                    </a:lnTo>
                    <a:lnTo>
                      <a:pt x="196" y="32"/>
                    </a:lnTo>
                    <a:lnTo>
                      <a:pt x="202" y="37"/>
                    </a:lnTo>
                    <a:lnTo>
                      <a:pt x="210" y="40"/>
                    </a:lnTo>
                    <a:lnTo>
                      <a:pt x="217" y="42"/>
                    </a:lnTo>
                    <a:lnTo>
                      <a:pt x="225" y="42"/>
                    </a:lnTo>
                    <a:lnTo>
                      <a:pt x="233" y="42"/>
                    </a:lnTo>
                    <a:lnTo>
                      <a:pt x="243" y="42"/>
                    </a:lnTo>
                    <a:lnTo>
                      <a:pt x="254" y="42"/>
                    </a:lnTo>
                    <a:lnTo>
                      <a:pt x="260" y="42"/>
                    </a:lnTo>
                    <a:lnTo>
                      <a:pt x="268" y="44"/>
                    </a:lnTo>
                    <a:lnTo>
                      <a:pt x="274" y="48"/>
                    </a:lnTo>
                    <a:lnTo>
                      <a:pt x="282" y="52"/>
                    </a:lnTo>
                    <a:lnTo>
                      <a:pt x="294" y="59"/>
                    </a:lnTo>
                    <a:lnTo>
                      <a:pt x="308" y="68"/>
                    </a:lnTo>
                    <a:lnTo>
                      <a:pt x="316" y="74"/>
                    </a:lnTo>
                    <a:lnTo>
                      <a:pt x="325" y="82"/>
                    </a:lnTo>
                    <a:lnTo>
                      <a:pt x="332" y="88"/>
                    </a:lnTo>
                    <a:lnTo>
                      <a:pt x="343" y="93"/>
                    </a:lnTo>
                    <a:lnTo>
                      <a:pt x="348" y="97"/>
                    </a:lnTo>
                    <a:lnTo>
                      <a:pt x="356" y="100"/>
                    </a:lnTo>
                    <a:lnTo>
                      <a:pt x="366" y="104"/>
                    </a:lnTo>
                    <a:lnTo>
                      <a:pt x="377" y="109"/>
                    </a:lnTo>
                    <a:lnTo>
                      <a:pt x="387" y="113"/>
                    </a:lnTo>
                    <a:lnTo>
                      <a:pt x="395" y="116"/>
                    </a:lnTo>
                    <a:lnTo>
                      <a:pt x="402" y="120"/>
                    </a:lnTo>
                    <a:lnTo>
                      <a:pt x="404" y="124"/>
                    </a:lnTo>
                    <a:lnTo>
                      <a:pt x="407" y="130"/>
                    </a:lnTo>
                    <a:lnTo>
                      <a:pt x="414" y="134"/>
                    </a:lnTo>
                    <a:lnTo>
                      <a:pt x="422" y="130"/>
                    </a:lnTo>
                    <a:lnTo>
                      <a:pt x="425" y="124"/>
                    </a:lnTo>
                    <a:lnTo>
                      <a:pt x="422" y="113"/>
                    </a:lnTo>
                    <a:lnTo>
                      <a:pt x="415" y="105"/>
                    </a:lnTo>
                    <a:lnTo>
                      <a:pt x="407" y="99"/>
                    </a:lnTo>
                    <a:lnTo>
                      <a:pt x="398" y="95"/>
                    </a:lnTo>
                    <a:lnTo>
                      <a:pt x="387" y="92"/>
                    </a:lnTo>
                    <a:lnTo>
                      <a:pt x="377" y="89"/>
                    </a:lnTo>
                    <a:lnTo>
                      <a:pt x="367" y="85"/>
                    </a:lnTo>
                    <a:lnTo>
                      <a:pt x="361" y="83"/>
                    </a:lnTo>
                    <a:lnTo>
                      <a:pt x="356" y="78"/>
                    </a:lnTo>
                    <a:lnTo>
                      <a:pt x="355" y="75"/>
                    </a:lnTo>
                    <a:lnTo>
                      <a:pt x="347" y="72"/>
                    </a:lnTo>
                    <a:lnTo>
                      <a:pt x="340" y="70"/>
                    </a:lnTo>
                    <a:lnTo>
                      <a:pt x="330" y="62"/>
                    </a:lnTo>
                    <a:lnTo>
                      <a:pt x="321" y="54"/>
                    </a:lnTo>
                    <a:lnTo>
                      <a:pt x="310" y="46"/>
                    </a:lnTo>
                    <a:lnTo>
                      <a:pt x="299" y="38"/>
                    </a:lnTo>
                    <a:lnTo>
                      <a:pt x="286" y="31"/>
                    </a:lnTo>
                    <a:lnTo>
                      <a:pt x="275" y="26"/>
                    </a:lnTo>
                    <a:lnTo>
                      <a:pt x="264" y="22"/>
                    </a:lnTo>
                    <a:lnTo>
                      <a:pt x="254" y="22"/>
                    </a:lnTo>
                    <a:lnTo>
                      <a:pt x="244" y="22"/>
                    </a:lnTo>
                    <a:lnTo>
                      <a:pt x="237" y="22"/>
                    </a:lnTo>
                    <a:lnTo>
                      <a:pt x="229" y="22"/>
                    </a:lnTo>
                    <a:lnTo>
                      <a:pt x="225" y="22"/>
                    </a:lnTo>
                    <a:lnTo>
                      <a:pt x="213" y="18"/>
                    </a:lnTo>
                    <a:lnTo>
                      <a:pt x="202" y="10"/>
                    </a:lnTo>
                    <a:lnTo>
                      <a:pt x="190" y="4"/>
                    </a:lnTo>
                    <a:lnTo>
                      <a:pt x="170" y="1"/>
                    </a:lnTo>
                    <a:lnTo>
                      <a:pt x="144" y="0"/>
                    </a:lnTo>
                    <a:lnTo>
                      <a:pt x="117" y="0"/>
                    </a:lnTo>
                    <a:lnTo>
                      <a:pt x="87" y="0"/>
                    </a:lnTo>
                    <a:lnTo>
                      <a:pt x="61" y="2"/>
                    </a:lnTo>
                    <a:lnTo>
                      <a:pt x="40" y="4"/>
                    </a:lnTo>
                    <a:lnTo>
                      <a:pt x="29" y="6"/>
                    </a:lnTo>
                    <a:lnTo>
                      <a:pt x="21" y="6"/>
                    </a:lnTo>
                    <a:lnTo>
                      <a:pt x="16" y="7"/>
                    </a:lnTo>
                    <a:lnTo>
                      <a:pt x="13" y="10"/>
                    </a:lnTo>
                    <a:lnTo>
                      <a:pt x="11" y="15"/>
                    </a:lnTo>
                    <a:lnTo>
                      <a:pt x="5" y="15"/>
                    </a:lnTo>
                    <a:lnTo>
                      <a:pt x="0" y="16"/>
                    </a:lnTo>
                    <a:lnTo>
                      <a:pt x="0" y="26"/>
                    </a:lnTo>
                    <a:lnTo>
                      <a:pt x="8" y="20"/>
                    </a:lnTo>
                    <a:lnTo>
                      <a:pt x="11" y="16"/>
                    </a:lnTo>
                    <a:lnTo>
                      <a:pt x="0" y="26"/>
                    </a:lnTo>
                    <a:lnTo>
                      <a:pt x="0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09" name="Freeform 459">
                <a:extLst>
                  <a:ext uri="{FF2B5EF4-FFF2-40B4-BE49-F238E27FC236}">
                    <a16:creationId xmlns:a16="http://schemas.microsoft.com/office/drawing/2014/main" id="{7847BDF0-FDDF-6683-7D44-9EC94A051A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" y="1624"/>
                <a:ext cx="6" cy="5"/>
              </a:xfrm>
              <a:custGeom>
                <a:avLst/>
                <a:gdLst>
                  <a:gd name="T0" fmla="*/ 0 w 29"/>
                  <a:gd name="T1" fmla="*/ 0 h 26"/>
                  <a:gd name="T2" fmla="*/ 0 w 29"/>
                  <a:gd name="T3" fmla="*/ 0 h 26"/>
                  <a:gd name="T4" fmla="*/ 0 w 29"/>
                  <a:gd name="T5" fmla="*/ 0 h 26"/>
                  <a:gd name="T6" fmla="*/ 0 w 29"/>
                  <a:gd name="T7" fmla="*/ 0 h 26"/>
                  <a:gd name="T8" fmla="*/ 0 w 29"/>
                  <a:gd name="T9" fmla="*/ 0 h 26"/>
                  <a:gd name="T10" fmla="*/ 0 w 29"/>
                  <a:gd name="T11" fmla="*/ 0 h 26"/>
                  <a:gd name="T12" fmla="*/ 0 w 29"/>
                  <a:gd name="T13" fmla="*/ 0 h 26"/>
                  <a:gd name="T14" fmla="*/ 0 w 29"/>
                  <a:gd name="T15" fmla="*/ 0 h 26"/>
                  <a:gd name="T16" fmla="*/ 0 w 29"/>
                  <a:gd name="T17" fmla="*/ 0 h 26"/>
                  <a:gd name="T18" fmla="*/ 0 w 29"/>
                  <a:gd name="T19" fmla="*/ 0 h 26"/>
                  <a:gd name="T20" fmla="*/ 0 w 29"/>
                  <a:gd name="T21" fmla="*/ 0 h 26"/>
                  <a:gd name="T22" fmla="*/ 0 w 29"/>
                  <a:gd name="T23" fmla="*/ 0 h 26"/>
                  <a:gd name="T24" fmla="*/ 0 w 29"/>
                  <a:gd name="T25" fmla="*/ 0 h 26"/>
                  <a:gd name="T26" fmla="*/ 0 w 29"/>
                  <a:gd name="T27" fmla="*/ 0 h 26"/>
                  <a:gd name="T28" fmla="*/ 0 w 29"/>
                  <a:gd name="T29" fmla="*/ 0 h 26"/>
                  <a:gd name="T30" fmla="*/ 0 w 29"/>
                  <a:gd name="T31" fmla="*/ 0 h 2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9"/>
                  <a:gd name="T49" fmla="*/ 0 h 26"/>
                  <a:gd name="T50" fmla="*/ 29 w 29"/>
                  <a:gd name="T51" fmla="*/ 26 h 2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9" h="26">
                    <a:moveTo>
                      <a:pt x="9" y="26"/>
                    </a:moveTo>
                    <a:lnTo>
                      <a:pt x="14" y="24"/>
                    </a:lnTo>
                    <a:lnTo>
                      <a:pt x="19" y="20"/>
                    </a:lnTo>
                    <a:lnTo>
                      <a:pt x="23" y="20"/>
                    </a:lnTo>
                    <a:lnTo>
                      <a:pt x="29" y="20"/>
                    </a:lnTo>
                    <a:lnTo>
                      <a:pt x="29" y="10"/>
                    </a:lnTo>
                    <a:lnTo>
                      <a:pt x="19" y="19"/>
                    </a:lnTo>
                    <a:lnTo>
                      <a:pt x="22" y="15"/>
                    </a:lnTo>
                    <a:lnTo>
                      <a:pt x="29" y="10"/>
                    </a:lnTo>
                    <a:lnTo>
                      <a:pt x="29" y="0"/>
                    </a:lnTo>
                    <a:lnTo>
                      <a:pt x="21" y="0"/>
                    </a:lnTo>
                    <a:lnTo>
                      <a:pt x="12" y="1"/>
                    </a:lnTo>
                    <a:lnTo>
                      <a:pt x="5" y="5"/>
                    </a:lnTo>
                    <a:lnTo>
                      <a:pt x="0" y="12"/>
                    </a:lnTo>
                    <a:lnTo>
                      <a:pt x="1" y="21"/>
                    </a:lnTo>
                    <a:lnTo>
                      <a:pt x="9" y="2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0" name="Freeform 460">
                <a:extLst>
                  <a:ext uri="{FF2B5EF4-FFF2-40B4-BE49-F238E27FC236}">
                    <a16:creationId xmlns:a16="http://schemas.microsoft.com/office/drawing/2014/main" id="{4195F7AB-F187-9789-993C-7F7CEE4FD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6" y="1644"/>
                <a:ext cx="9" cy="133"/>
              </a:xfrm>
              <a:custGeom>
                <a:avLst/>
                <a:gdLst>
                  <a:gd name="T0" fmla="*/ 0 w 43"/>
                  <a:gd name="T1" fmla="*/ 0 h 664"/>
                  <a:gd name="T2" fmla="*/ 0 w 43"/>
                  <a:gd name="T3" fmla="*/ 0 h 664"/>
                  <a:gd name="T4" fmla="*/ 0 w 43"/>
                  <a:gd name="T5" fmla="*/ 0 h 664"/>
                  <a:gd name="T6" fmla="*/ 0 w 43"/>
                  <a:gd name="T7" fmla="*/ 0 h 664"/>
                  <a:gd name="T8" fmla="*/ 0 w 43"/>
                  <a:gd name="T9" fmla="*/ 0 h 664"/>
                  <a:gd name="T10" fmla="*/ 0 w 43"/>
                  <a:gd name="T11" fmla="*/ 0 h 664"/>
                  <a:gd name="T12" fmla="*/ 0 w 43"/>
                  <a:gd name="T13" fmla="*/ 0 h 664"/>
                  <a:gd name="T14" fmla="*/ 0 w 43"/>
                  <a:gd name="T15" fmla="*/ 0 h 664"/>
                  <a:gd name="T16" fmla="*/ 0 w 43"/>
                  <a:gd name="T17" fmla="*/ 0 h 664"/>
                  <a:gd name="T18" fmla="*/ 0 w 43"/>
                  <a:gd name="T19" fmla="*/ 0 h 664"/>
                  <a:gd name="T20" fmla="*/ 0 w 43"/>
                  <a:gd name="T21" fmla="*/ 0 h 664"/>
                  <a:gd name="T22" fmla="*/ 0 w 43"/>
                  <a:gd name="T23" fmla="*/ 0 h 664"/>
                  <a:gd name="T24" fmla="*/ 0 w 43"/>
                  <a:gd name="T25" fmla="*/ 0 h 664"/>
                  <a:gd name="T26" fmla="*/ 0 w 43"/>
                  <a:gd name="T27" fmla="*/ 0 h 664"/>
                  <a:gd name="T28" fmla="*/ 0 w 43"/>
                  <a:gd name="T29" fmla="*/ 0 h 664"/>
                  <a:gd name="T30" fmla="*/ 0 w 43"/>
                  <a:gd name="T31" fmla="*/ 0 h 664"/>
                  <a:gd name="T32" fmla="*/ 0 w 43"/>
                  <a:gd name="T33" fmla="*/ 0 h 664"/>
                  <a:gd name="T34" fmla="*/ 0 w 43"/>
                  <a:gd name="T35" fmla="*/ 0 h 664"/>
                  <a:gd name="T36" fmla="*/ 0 w 43"/>
                  <a:gd name="T37" fmla="*/ 0 h 664"/>
                  <a:gd name="T38" fmla="*/ 0 w 43"/>
                  <a:gd name="T39" fmla="*/ 0 h 664"/>
                  <a:gd name="T40" fmla="*/ 0 w 43"/>
                  <a:gd name="T41" fmla="*/ 0 h 664"/>
                  <a:gd name="T42" fmla="*/ 0 w 43"/>
                  <a:gd name="T43" fmla="*/ 0 h 664"/>
                  <a:gd name="T44" fmla="*/ 0 w 43"/>
                  <a:gd name="T45" fmla="*/ 0 h 664"/>
                  <a:gd name="T46" fmla="*/ 0 w 43"/>
                  <a:gd name="T47" fmla="*/ 0 h 664"/>
                  <a:gd name="T48" fmla="*/ 0 w 43"/>
                  <a:gd name="T49" fmla="*/ 0 h 664"/>
                  <a:gd name="T50" fmla="*/ 0 w 43"/>
                  <a:gd name="T51" fmla="*/ 0 h 664"/>
                  <a:gd name="T52" fmla="*/ 0 w 43"/>
                  <a:gd name="T53" fmla="*/ 0 h 664"/>
                  <a:gd name="T54" fmla="*/ 0 w 43"/>
                  <a:gd name="T55" fmla="*/ 0 h 664"/>
                  <a:gd name="T56" fmla="*/ 0 w 43"/>
                  <a:gd name="T57" fmla="*/ 0 h 664"/>
                  <a:gd name="T58" fmla="*/ 0 w 43"/>
                  <a:gd name="T59" fmla="*/ 0 h 664"/>
                  <a:gd name="T60" fmla="*/ 0 w 43"/>
                  <a:gd name="T61" fmla="*/ 0 h 664"/>
                  <a:gd name="T62" fmla="*/ 0 w 43"/>
                  <a:gd name="T63" fmla="*/ 0 h 664"/>
                  <a:gd name="T64" fmla="*/ 0 w 43"/>
                  <a:gd name="T65" fmla="*/ 0 h 664"/>
                  <a:gd name="T66" fmla="*/ 0 w 43"/>
                  <a:gd name="T67" fmla="*/ 0 h 664"/>
                  <a:gd name="T68" fmla="*/ 0 w 43"/>
                  <a:gd name="T69" fmla="*/ 0 h 664"/>
                  <a:gd name="T70" fmla="*/ 0 w 43"/>
                  <a:gd name="T71" fmla="*/ 0 h 664"/>
                  <a:gd name="T72" fmla="*/ 0 w 43"/>
                  <a:gd name="T73" fmla="*/ 0 h 664"/>
                  <a:gd name="T74" fmla="*/ 0 w 43"/>
                  <a:gd name="T75" fmla="*/ 0 h 664"/>
                  <a:gd name="T76" fmla="*/ 0 w 43"/>
                  <a:gd name="T77" fmla="*/ 0 h 664"/>
                  <a:gd name="T78" fmla="*/ 0 w 43"/>
                  <a:gd name="T79" fmla="*/ 0 h 664"/>
                  <a:gd name="T80" fmla="*/ 0 w 43"/>
                  <a:gd name="T81" fmla="*/ 0 h 664"/>
                  <a:gd name="T82" fmla="*/ 0 w 43"/>
                  <a:gd name="T83" fmla="*/ 0 h 664"/>
                  <a:gd name="T84" fmla="*/ 0 w 43"/>
                  <a:gd name="T85" fmla="*/ 0 h 664"/>
                  <a:gd name="T86" fmla="*/ 0 w 43"/>
                  <a:gd name="T87" fmla="*/ 0 h 664"/>
                  <a:gd name="T88" fmla="*/ 0 w 43"/>
                  <a:gd name="T89" fmla="*/ 0 h 664"/>
                  <a:gd name="T90" fmla="*/ 0 w 43"/>
                  <a:gd name="T91" fmla="*/ 0 h 664"/>
                  <a:gd name="T92" fmla="*/ 0 w 43"/>
                  <a:gd name="T93" fmla="*/ 0 h 664"/>
                  <a:gd name="T94" fmla="*/ 0 w 43"/>
                  <a:gd name="T95" fmla="*/ 0 h 664"/>
                  <a:gd name="T96" fmla="*/ 0 w 43"/>
                  <a:gd name="T97" fmla="*/ 0 h 664"/>
                  <a:gd name="T98" fmla="*/ 0 w 43"/>
                  <a:gd name="T99" fmla="*/ 0 h 664"/>
                  <a:gd name="T100" fmla="*/ 0 w 43"/>
                  <a:gd name="T101" fmla="*/ 0 h 664"/>
                  <a:gd name="T102" fmla="*/ 0 w 43"/>
                  <a:gd name="T103" fmla="*/ 0 h 664"/>
                  <a:gd name="T104" fmla="*/ 0 w 43"/>
                  <a:gd name="T105" fmla="*/ 0 h 664"/>
                  <a:gd name="T106" fmla="*/ 0 w 43"/>
                  <a:gd name="T107" fmla="*/ 0 h 664"/>
                  <a:gd name="T108" fmla="*/ 0 w 43"/>
                  <a:gd name="T109" fmla="*/ 0 h 664"/>
                  <a:gd name="T110" fmla="*/ 0 w 43"/>
                  <a:gd name="T111" fmla="*/ 0 h 664"/>
                  <a:gd name="T112" fmla="*/ 0 w 43"/>
                  <a:gd name="T113" fmla="*/ 0 h 664"/>
                  <a:gd name="T114" fmla="*/ 0 w 43"/>
                  <a:gd name="T115" fmla="*/ 0 h 664"/>
                  <a:gd name="T116" fmla="*/ 0 w 43"/>
                  <a:gd name="T117" fmla="*/ 0 h 664"/>
                  <a:gd name="T118" fmla="*/ 0 w 43"/>
                  <a:gd name="T119" fmla="*/ 0 h 664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w 43"/>
                  <a:gd name="T181" fmla="*/ 0 h 664"/>
                  <a:gd name="T182" fmla="*/ 43 w 43"/>
                  <a:gd name="T183" fmla="*/ 664 h 664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T180" t="T181" r="T182" b="T183"/>
                <a:pathLst>
                  <a:path w="43" h="664">
                    <a:moveTo>
                      <a:pt x="37" y="15"/>
                    </a:moveTo>
                    <a:lnTo>
                      <a:pt x="37" y="5"/>
                    </a:lnTo>
                    <a:lnTo>
                      <a:pt x="31" y="0"/>
                    </a:lnTo>
                    <a:lnTo>
                      <a:pt x="22" y="0"/>
                    </a:lnTo>
                    <a:lnTo>
                      <a:pt x="17" y="8"/>
                    </a:lnTo>
                    <a:lnTo>
                      <a:pt x="13" y="16"/>
                    </a:lnTo>
                    <a:lnTo>
                      <a:pt x="12" y="25"/>
                    </a:lnTo>
                    <a:lnTo>
                      <a:pt x="12" y="32"/>
                    </a:lnTo>
                    <a:lnTo>
                      <a:pt x="12" y="41"/>
                    </a:lnTo>
                    <a:lnTo>
                      <a:pt x="12" y="48"/>
                    </a:lnTo>
                    <a:lnTo>
                      <a:pt x="12" y="57"/>
                    </a:lnTo>
                    <a:lnTo>
                      <a:pt x="12" y="65"/>
                    </a:lnTo>
                    <a:lnTo>
                      <a:pt x="13" y="75"/>
                    </a:lnTo>
                    <a:lnTo>
                      <a:pt x="12" y="83"/>
                    </a:lnTo>
                    <a:lnTo>
                      <a:pt x="11" y="91"/>
                    </a:lnTo>
                    <a:lnTo>
                      <a:pt x="8" y="99"/>
                    </a:lnTo>
                    <a:lnTo>
                      <a:pt x="8" y="108"/>
                    </a:lnTo>
                    <a:lnTo>
                      <a:pt x="8" y="194"/>
                    </a:lnTo>
                    <a:lnTo>
                      <a:pt x="7" y="202"/>
                    </a:lnTo>
                    <a:lnTo>
                      <a:pt x="7" y="209"/>
                    </a:lnTo>
                    <a:lnTo>
                      <a:pt x="6" y="216"/>
                    </a:lnTo>
                    <a:lnTo>
                      <a:pt x="6" y="224"/>
                    </a:lnTo>
                    <a:lnTo>
                      <a:pt x="5" y="231"/>
                    </a:lnTo>
                    <a:lnTo>
                      <a:pt x="3" y="239"/>
                    </a:lnTo>
                    <a:lnTo>
                      <a:pt x="3" y="246"/>
                    </a:lnTo>
                    <a:lnTo>
                      <a:pt x="3" y="255"/>
                    </a:lnTo>
                    <a:lnTo>
                      <a:pt x="2" y="265"/>
                    </a:lnTo>
                    <a:lnTo>
                      <a:pt x="2" y="277"/>
                    </a:lnTo>
                    <a:lnTo>
                      <a:pt x="1" y="288"/>
                    </a:lnTo>
                    <a:lnTo>
                      <a:pt x="1" y="302"/>
                    </a:lnTo>
                    <a:lnTo>
                      <a:pt x="0" y="314"/>
                    </a:lnTo>
                    <a:lnTo>
                      <a:pt x="0" y="327"/>
                    </a:lnTo>
                    <a:lnTo>
                      <a:pt x="0" y="338"/>
                    </a:lnTo>
                    <a:lnTo>
                      <a:pt x="3" y="350"/>
                    </a:lnTo>
                    <a:lnTo>
                      <a:pt x="5" y="370"/>
                    </a:lnTo>
                    <a:lnTo>
                      <a:pt x="7" y="391"/>
                    </a:lnTo>
                    <a:lnTo>
                      <a:pt x="8" y="411"/>
                    </a:lnTo>
                    <a:lnTo>
                      <a:pt x="11" y="432"/>
                    </a:lnTo>
                    <a:lnTo>
                      <a:pt x="11" y="452"/>
                    </a:lnTo>
                    <a:lnTo>
                      <a:pt x="12" y="473"/>
                    </a:lnTo>
                    <a:lnTo>
                      <a:pt x="12" y="493"/>
                    </a:lnTo>
                    <a:lnTo>
                      <a:pt x="13" y="515"/>
                    </a:lnTo>
                    <a:lnTo>
                      <a:pt x="13" y="525"/>
                    </a:lnTo>
                    <a:lnTo>
                      <a:pt x="16" y="534"/>
                    </a:lnTo>
                    <a:lnTo>
                      <a:pt x="17" y="542"/>
                    </a:lnTo>
                    <a:lnTo>
                      <a:pt x="17" y="551"/>
                    </a:lnTo>
                    <a:lnTo>
                      <a:pt x="16" y="558"/>
                    </a:lnTo>
                    <a:lnTo>
                      <a:pt x="16" y="567"/>
                    </a:lnTo>
                    <a:lnTo>
                      <a:pt x="16" y="576"/>
                    </a:lnTo>
                    <a:lnTo>
                      <a:pt x="16" y="586"/>
                    </a:lnTo>
                    <a:lnTo>
                      <a:pt x="16" y="594"/>
                    </a:lnTo>
                    <a:lnTo>
                      <a:pt x="17" y="603"/>
                    </a:lnTo>
                    <a:lnTo>
                      <a:pt x="17" y="612"/>
                    </a:lnTo>
                    <a:lnTo>
                      <a:pt x="19" y="620"/>
                    </a:lnTo>
                    <a:lnTo>
                      <a:pt x="19" y="623"/>
                    </a:lnTo>
                    <a:lnTo>
                      <a:pt x="19" y="630"/>
                    </a:lnTo>
                    <a:lnTo>
                      <a:pt x="19" y="636"/>
                    </a:lnTo>
                    <a:lnTo>
                      <a:pt x="22" y="645"/>
                    </a:lnTo>
                    <a:lnTo>
                      <a:pt x="22" y="651"/>
                    </a:lnTo>
                    <a:lnTo>
                      <a:pt x="26" y="657"/>
                    </a:lnTo>
                    <a:lnTo>
                      <a:pt x="28" y="661"/>
                    </a:lnTo>
                    <a:lnTo>
                      <a:pt x="33" y="664"/>
                    </a:lnTo>
                    <a:lnTo>
                      <a:pt x="38" y="661"/>
                    </a:lnTo>
                    <a:lnTo>
                      <a:pt x="42" y="655"/>
                    </a:lnTo>
                    <a:lnTo>
                      <a:pt x="42" y="646"/>
                    </a:lnTo>
                    <a:lnTo>
                      <a:pt x="43" y="638"/>
                    </a:lnTo>
                    <a:lnTo>
                      <a:pt x="41" y="626"/>
                    </a:lnTo>
                    <a:lnTo>
                      <a:pt x="41" y="616"/>
                    </a:lnTo>
                    <a:lnTo>
                      <a:pt x="39" y="608"/>
                    </a:lnTo>
                    <a:lnTo>
                      <a:pt x="39" y="603"/>
                    </a:lnTo>
                    <a:lnTo>
                      <a:pt x="39" y="594"/>
                    </a:lnTo>
                    <a:lnTo>
                      <a:pt x="39" y="586"/>
                    </a:lnTo>
                    <a:lnTo>
                      <a:pt x="39" y="577"/>
                    </a:lnTo>
                    <a:lnTo>
                      <a:pt x="39" y="568"/>
                    </a:lnTo>
                    <a:lnTo>
                      <a:pt x="38" y="560"/>
                    </a:lnTo>
                    <a:lnTo>
                      <a:pt x="38" y="551"/>
                    </a:lnTo>
                    <a:lnTo>
                      <a:pt x="37" y="543"/>
                    </a:lnTo>
                    <a:lnTo>
                      <a:pt x="37" y="538"/>
                    </a:lnTo>
                    <a:lnTo>
                      <a:pt x="34" y="534"/>
                    </a:lnTo>
                    <a:lnTo>
                      <a:pt x="33" y="530"/>
                    </a:lnTo>
                    <a:lnTo>
                      <a:pt x="31" y="515"/>
                    </a:lnTo>
                    <a:lnTo>
                      <a:pt x="31" y="501"/>
                    </a:lnTo>
                    <a:lnTo>
                      <a:pt x="32" y="488"/>
                    </a:lnTo>
                    <a:lnTo>
                      <a:pt x="33" y="474"/>
                    </a:lnTo>
                    <a:lnTo>
                      <a:pt x="33" y="459"/>
                    </a:lnTo>
                    <a:lnTo>
                      <a:pt x="34" y="446"/>
                    </a:lnTo>
                    <a:lnTo>
                      <a:pt x="33" y="432"/>
                    </a:lnTo>
                    <a:lnTo>
                      <a:pt x="33" y="420"/>
                    </a:lnTo>
                    <a:lnTo>
                      <a:pt x="31" y="405"/>
                    </a:lnTo>
                    <a:lnTo>
                      <a:pt x="29" y="392"/>
                    </a:lnTo>
                    <a:lnTo>
                      <a:pt x="27" y="379"/>
                    </a:lnTo>
                    <a:lnTo>
                      <a:pt x="26" y="368"/>
                    </a:lnTo>
                    <a:lnTo>
                      <a:pt x="24" y="354"/>
                    </a:lnTo>
                    <a:lnTo>
                      <a:pt x="23" y="342"/>
                    </a:lnTo>
                    <a:lnTo>
                      <a:pt x="23" y="328"/>
                    </a:lnTo>
                    <a:lnTo>
                      <a:pt x="23" y="316"/>
                    </a:lnTo>
                    <a:lnTo>
                      <a:pt x="23" y="255"/>
                    </a:lnTo>
                    <a:lnTo>
                      <a:pt x="23" y="246"/>
                    </a:lnTo>
                    <a:lnTo>
                      <a:pt x="23" y="239"/>
                    </a:lnTo>
                    <a:lnTo>
                      <a:pt x="24" y="231"/>
                    </a:lnTo>
                    <a:lnTo>
                      <a:pt x="26" y="224"/>
                    </a:lnTo>
                    <a:lnTo>
                      <a:pt x="26" y="216"/>
                    </a:lnTo>
                    <a:lnTo>
                      <a:pt x="27" y="209"/>
                    </a:lnTo>
                    <a:lnTo>
                      <a:pt x="27" y="202"/>
                    </a:lnTo>
                    <a:lnTo>
                      <a:pt x="28" y="194"/>
                    </a:lnTo>
                    <a:lnTo>
                      <a:pt x="27" y="179"/>
                    </a:lnTo>
                    <a:lnTo>
                      <a:pt x="27" y="166"/>
                    </a:lnTo>
                    <a:lnTo>
                      <a:pt x="27" y="152"/>
                    </a:lnTo>
                    <a:lnTo>
                      <a:pt x="27" y="140"/>
                    </a:lnTo>
                    <a:lnTo>
                      <a:pt x="27" y="126"/>
                    </a:lnTo>
                    <a:lnTo>
                      <a:pt x="28" y="115"/>
                    </a:lnTo>
                    <a:lnTo>
                      <a:pt x="29" y="101"/>
                    </a:lnTo>
                    <a:lnTo>
                      <a:pt x="33" y="90"/>
                    </a:lnTo>
                    <a:lnTo>
                      <a:pt x="33" y="80"/>
                    </a:lnTo>
                    <a:lnTo>
                      <a:pt x="33" y="70"/>
                    </a:lnTo>
                    <a:lnTo>
                      <a:pt x="33" y="60"/>
                    </a:lnTo>
                    <a:lnTo>
                      <a:pt x="33" y="52"/>
                    </a:lnTo>
                    <a:lnTo>
                      <a:pt x="32" y="41"/>
                    </a:lnTo>
                    <a:lnTo>
                      <a:pt x="32" y="32"/>
                    </a:lnTo>
                    <a:lnTo>
                      <a:pt x="33" y="22"/>
                    </a:lnTo>
                    <a:lnTo>
                      <a:pt x="37" y="1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1" name="Freeform 461">
                <a:extLst>
                  <a:ext uri="{FF2B5EF4-FFF2-40B4-BE49-F238E27FC236}">
                    <a16:creationId xmlns:a16="http://schemas.microsoft.com/office/drawing/2014/main" id="{650E7408-39FF-1575-1F2A-AA8F80B48F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4" y="1642"/>
                <a:ext cx="19" cy="137"/>
              </a:xfrm>
              <a:custGeom>
                <a:avLst/>
                <a:gdLst>
                  <a:gd name="T0" fmla="*/ 0 w 91"/>
                  <a:gd name="T1" fmla="*/ 0 h 684"/>
                  <a:gd name="T2" fmla="*/ 0 w 91"/>
                  <a:gd name="T3" fmla="*/ 0 h 684"/>
                  <a:gd name="T4" fmla="*/ 0 w 91"/>
                  <a:gd name="T5" fmla="*/ 0 h 684"/>
                  <a:gd name="T6" fmla="*/ 0 w 91"/>
                  <a:gd name="T7" fmla="*/ 0 h 684"/>
                  <a:gd name="T8" fmla="*/ 0 w 91"/>
                  <a:gd name="T9" fmla="*/ 0 h 684"/>
                  <a:gd name="T10" fmla="*/ 0 w 91"/>
                  <a:gd name="T11" fmla="*/ 0 h 684"/>
                  <a:gd name="T12" fmla="*/ 0 w 91"/>
                  <a:gd name="T13" fmla="*/ 0 h 684"/>
                  <a:gd name="T14" fmla="*/ 0 w 91"/>
                  <a:gd name="T15" fmla="*/ 0 h 684"/>
                  <a:gd name="T16" fmla="*/ 0 w 91"/>
                  <a:gd name="T17" fmla="*/ 0 h 684"/>
                  <a:gd name="T18" fmla="*/ 0 w 91"/>
                  <a:gd name="T19" fmla="*/ 0 h 684"/>
                  <a:gd name="T20" fmla="*/ 0 w 91"/>
                  <a:gd name="T21" fmla="*/ 0 h 684"/>
                  <a:gd name="T22" fmla="*/ 0 w 91"/>
                  <a:gd name="T23" fmla="*/ 0 h 684"/>
                  <a:gd name="T24" fmla="*/ 0 w 91"/>
                  <a:gd name="T25" fmla="*/ 0 h 684"/>
                  <a:gd name="T26" fmla="*/ 0 w 91"/>
                  <a:gd name="T27" fmla="*/ 0 h 684"/>
                  <a:gd name="T28" fmla="*/ 0 w 91"/>
                  <a:gd name="T29" fmla="*/ 0 h 684"/>
                  <a:gd name="T30" fmla="*/ 0 w 91"/>
                  <a:gd name="T31" fmla="*/ 0 h 684"/>
                  <a:gd name="T32" fmla="*/ 0 w 91"/>
                  <a:gd name="T33" fmla="*/ 0 h 684"/>
                  <a:gd name="T34" fmla="*/ 0 w 91"/>
                  <a:gd name="T35" fmla="*/ 0 h 684"/>
                  <a:gd name="T36" fmla="*/ 0 w 91"/>
                  <a:gd name="T37" fmla="*/ 0 h 684"/>
                  <a:gd name="T38" fmla="*/ 0 w 91"/>
                  <a:gd name="T39" fmla="*/ 0 h 684"/>
                  <a:gd name="T40" fmla="*/ 0 w 91"/>
                  <a:gd name="T41" fmla="*/ 0 h 684"/>
                  <a:gd name="T42" fmla="*/ 0 w 91"/>
                  <a:gd name="T43" fmla="*/ 0 h 684"/>
                  <a:gd name="T44" fmla="*/ 0 w 91"/>
                  <a:gd name="T45" fmla="*/ 0 h 684"/>
                  <a:gd name="T46" fmla="*/ 0 w 91"/>
                  <a:gd name="T47" fmla="*/ 0 h 684"/>
                  <a:gd name="T48" fmla="*/ 0 w 91"/>
                  <a:gd name="T49" fmla="*/ 0 h 684"/>
                  <a:gd name="T50" fmla="*/ 0 w 91"/>
                  <a:gd name="T51" fmla="*/ 0 h 684"/>
                  <a:gd name="T52" fmla="*/ 0 w 91"/>
                  <a:gd name="T53" fmla="*/ 0 h 684"/>
                  <a:gd name="T54" fmla="*/ 0 w 91"/>
                  <a:gd name="T55" fmla="*/ 0 h 684"/>
                  <a:gd name="T56" fmla="*/ 0 w 91"/>
                  <a:gd name="T57" fmla="*/ 0 h 684"/>
                  <a:gd name="T58" fmla="*/ 0 w 91"/>
                  <a:gd name="T59" fmla="*/ 0 h 684"/>
                  <a:gd name="T60" fmla="*/ 0 w 91"/>
                  <a:gd name="T61" fmla="*/ 0 h 684"/>
                  <a:gd name="T62" fmla="*/ 0 w 91"/>
                  <a:gd name="T63" fmla="*/ 0 h 684"/>
                  <a:gd name="T64" fmla="*/ 0 w 91"/>
                  <a:gd name="T65" fmla="*/ 0 h 684"/>
                  <a:gd name="T66" fmla="*/ 0 w 91"/>
                  <a:gd name="T67" fmla="*/ 0 h 684"/>
                  <a:gd name="T68" fmla="*/ 0 w 91"/>
                  <a:gd name="T69" fmla="*/ 0 h 684"/>
                  <a:gd name="T70" fmla="*/ 0 w 91"/>
                  <a:gd name="T71" fmla="*/ 0 h 684"/>
                  <a:gd name="T72" fmla="*/ 0 w 91"/>
                  <a:gd name="T73" fmla="*/ 0 h 684"/>
                  <a:gd name="T74" fmla="*/ 0 w 91"/>
                  <a:gd name="T75" fmla="*/ 0 h 684"/>
                  <a:gd name="T76" fmla="*/ 0 w 91"/>
                  <a:gd name="T77" fmla="*/ 0 h 684"/>
                  <a:gd name="T78" fmla="*/ 0 w 91"/>
                  <a:gd name="T79" fmla="*/ 0 h 684"/>
                  <a:gd name="T80" fmla="*/ 0 w 91"/>
                  <a:gd name="T81" fmla="*/ 0 h 684"/>
                  <a:gd name="T82" fmla="*/ 0 w 91"/>
                  <a:gd name="T83" fmla="*/ 0 h 684"/>
                  <a:gd name="T84" fmla="*/ 0 w 91"/>
                  <a:gd name="T85" fmla="*/ 0 h 684"/>
                  <a:gd name="T86" fmla="*/ 0 w 91"/>
                  <a:gd name="T87" fmla="*/ 0 h 684"/>
                  <a:gd name="T88" fmla="*/ 0 w 91"/>
                  <a:gd name="T89" fmla="*/ 0 h 684"/>
                  <a:gd name="T90" fmla="*/ 0 w 91"/>
                  <a:gd name="T91" fmla="*/ 0 h 684"/>
                  <a:gd name="T92" fmla="*/ 0 w 91"/>
                  <a:gd name="T93" fmla="*/ 0 h 684"/>
                  <a:gd name="T94" fmla="*/ 0 w 91"/>
                  <a:gd name="T95" fmla="*/ 0 h 684"/>
                  <a:gd name="T96" fmla="*/ 0 w 91"/>
                  <a:gd name="T97" fmla="*/ 0 h 684"/>
                  <a:gd name="T98" fmla="*/ 0 w 91"/>
                  <a:gd name="T99" fmla="*/ 0 h 684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w 91"/>
                  <a:gd name="T151" fmla="*/ 0 h 684"/>
                  <a:gd name="T152" fmla="*/ 91 w 91"/>
                  <a:gd name="T153" fmla="*/ 684 h 684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T150" t="T151" r="T152" b="T153"/>
                <a:pathLst>
                  <a:path w="91" h="684">
                    <a:moveTo>
                      <a:pt x="83" y="21"/>
                    </a:moveTo>
                    <a:lnTo>
                      <a:pt x="90" y="16"/>
                    </a:lnTo>
                    <a:lnTo>
                      <a:pt x="91" y="8"/>
                    </a:lnTo>
                    <a:lnTo>
                      <a:pt x="86" y="1"/>
                    </a:lnTo>
                    <a:lnTo>
                      <a:pt x="79" y="1"/>
                    </a:lnTo>
                    <a:lnTo>
                      <a:pt x="78" y="0"/>
                    </a:lnTo>
                    <a:lnTo>
                      <a:pt x="78" y="1"/>
                    </a:lnTo>
                    <a:lnTo>
                      <a:pt x="69" y="0"/>
                    </a:lnTo>
                    <a:lnTo>
                      <a:pt x="63" y="1"/>
                    </a:lnTo>
                    <a:lnTo>
                      <a:pt x="58" y="5"/>
                    </a:lnTo>
                    <a:lnTo>
                      <a:pt x="55" y="12"/>
                    </a:lnTo>
                    <a:lnTo>
                      <a:pt x="49" y="13"/>
                    </a:lnTo>
                    <a:lnTo>
                      <a:pt x="47" y="18"/>
                    </a:lnTo>
                    <a:lnTo>
                      <a:pt x="44" y="24"/>
                    </a:lnTo>
                    <a:lnTo>
                      <a:pt x="43" y="33"/>
                    </a:lnTo>
                    <a:lnTo>
                      <a:pt x="38" y="37"/>
                    </a:lnTo>
                    <a:lnTo>
                      <a:pt x="37" y="43"/>
                    </a:lnTo>
                    <a:lnTo>
                      <a:pt x="37" y="49"/>
                    </a:lnTo>
                    <a:lnTo>
                      <a:pt x="37" y="57"/>
                    </a:lnTo>
                    <a:lnTo>
                      <a:pt x="32" y="65"/>
                    </a:lnTo>
                    <a:lnTo>
                      <a:pt x="28" y="74"/>
                    </a:lnTo>
                    <a:lnTo>
                      <a:pt x="26" y="83"/>
                    </a:lnTo>
                    <a:lnTo>
                      <a:pt x="26" y="91"/>
                    </a:lnTo>
                    <a:lnTo>
                      <a:pt x="24" y="99"/>
                    </a:lnTo>
                    <a:lnTo>
                      <a:pt x="24" y="107"/>
                    </a:lnTo>
                    <a:lnTo>
                      <a:pt x="24" y="116"/>
                    </a:lnTo>
                    <a:lnTo>
                      <a:pt x="26" y="127"/>
                    </a:lnTo>
                    <a:lnTo>
                      <a:pt x="24" y="133"/>
                    </a:lnTo>
                    <a:lnTo>
                      <a:pt x="23" y="141"/>
                    </a:lnTo>
                    <a:lnTo>
                      <a:pt x="22" y="147"/>
                    </a:lnTo>
                    <a:lnTo>
                      <a:pt x="21" y="154"/>
                    </a:lnTo>
                    <a:lnTo>
                      <a:pt x="18" y="162"/>
                    </a:lnTo>
                    <a:lnTo>
                      <a:pt x="17" y="169"/>
                    </a:lnTo>
                    <a:lnTo>
                      <a:pt x="17" y="177"/>
                    </a:lnTo>
                    <a:lnTo>
                      <a:pt x="17" y="184"/>
                    </a:lnTo>
                    <a:lnTo>
                      <a:pt x="17" y="366"/>
                    </a:lnTo>
                    <a:lnTo>
                      <a:pt x="16" y="377"/>
                    </a:lnTo>
                    <a:lnTo>
                      <a:pt x="16" y="391"/>
                    </a:lnTo>
                    <a:lnTo>
                      <a:pt x="15" y="403"/>
                    </a:lnTo>
                    <a:lnTo>
                      <a:pt x="15" y="417"/>
                    </a:lnTo>
                    <a:lnTo>
                      <a:pt x="12" y="429"/>
                    </a:lnTo>
                    <a:lnTo>
                      <a:pt x="11" y="442"/>
                    </a:lnTo>
                    <a:lnTo>
                      <a:pt x="8" y="454"/>
                    </a:lnTo>
                    <a:lnTo>
                      <a:pt x="7" y="468"/>
                    </a:lnTo>
                    <a:lnTo>
                      <a:pt x="6" y="478"/>
                    </a:lnTo>
                    <a:lnTo>
                      <a:pt x="7" y="490"/>
                    </a:lnTo>
                    <a:lnTo>
                      <a:pt x="6" y="501"/>
                    </a:lnTo>
                    <a:lnTo>
                      <a:pt x="6" y="512"/>
                    </a:lnTo>
                    <a:lnTo>
                      <a:pt x="1" y="521"/>
                    </a:lnTo>
                    <a:lnTo>
                      <a:pt x="0" y="531"/>
                    </a:lnTo>
                    <a:lnTo>
                      <a:pt x="0" y="542"/>
                    </a:lnTo>
                    <a:lnTo>
                      <a:pt x="1" y="554"/>
                    </a:lnTo>
                    <a:lnTo>
                      <a:pt x="1" y="675"/>
                    </a:lnTo>
                    <a:lnTo>
                      <a:pt x="3" y="681"/>
                    </a:lnTo>
                    <a:lnTo>
                      <a:pt x="11" y="684"/>
                    </a:lnTo>
                    <a:lnTo>
                      <a:pt x="18" y="681"/>
                    </a:lnTo>
                    <a:lnTo>
                      <a:pt x="22" y="675"/>
                    </a:lnTo>
                    <a:lnTo>
                      <a:pt x="22" y="554"/>
                    </a:lnTo>
                    <a:lnTo>
                      <a:pt x="21" y="543"/>
                    </a:lnTo>
                    <a:lnTo>
                      <a:pt x="21" y="533"/>
                    </a:lnTo>
                    <a:lnTo>
                      <a:pt x="21" y="523"/>
                    </a:lnTo>
                    <a:lnTo>
                      <a:pt x="22" y="514"/>
                    </a:lnTo>
                    <a:lnTo>
                      <a:pt x="22" y="502"/>
                    </a:lnTo>
                    <a:lnTo>
                      <a:pt x="23" y="491"/>
                    </a:lnTo>
                    <a:lnTo>
                      <a:pt x="24" y="481"/>
                    </a:lnTo>
                    <a:lnTo>
                      <a:pt x="27" y="473"/>
                    </a:lnTo>
                    <a:lnTo>
                      <a:pt x="28" y="459"/>
                    </a:lnTo>
                    <a:lnTo>
                      <a:pt x="31" y="447"/>
                    </a:lnTo>
                    <a:lnTo>
                      <a:pt x="32" y="433"/>
                    </a:lnTo>
                    <a:lnTo>
                      <a:pt x="34" y="419"/>
                    </a:lnTo>
                    <a:lnTo>
                      <a:pt x="34" y="405"/>
                    </a:lnTo>
                    <a:lnTo>
                      <a:pt x="36" y="391"/>
                    </a:lnTo>
                    <a:lnTo>
                      <a:pt x="36" y="377"/>
                    </a:lnTo>
                    <a:lnTo>
                      <a:pt x="37" y="366"/>
                    </a:lnTo>
                    <a:lnTo>
                      <a:pt x="37" y="184"/>
                    </a:lnTo>
                    <a:lnTo>
                      <a:pt x="37" y="177"/>
                    </a:lnTo>
                    <a:lnTo>
                      <a:pt x="38" y="169"/>
                    </a:lnTo>
                    <a:lnTo>
                      <a:pt x="39" y="162"/>
                    </a:lnTo>
                    <a:lnTo>
                      <a:pt x="42" y="156"/>
                    </a:lnTo>
                    <a:lnTo>
                      <a:pt x="43" y="148"/>
                    </a:lnTo>
                    <a:lnTo>
                      <a:pt x="44" y="141"/>
                    </a:lnTo>
                    <a:lnTo>
                      <a:pt x="46" y="133"/>
                    </a:lnTo>
                    <a:lnTo>
                      <a:pt x="47" y="127"/>
                    </a:lnTo>
                    <a:lnTo>
                      <a:pt x="46" y="121"/>
                    </a:lnTo>
                    <a:lnTo>
                      <a:pt x="46" y="115"/>
                    </a:lnTo>
                    <a:lnTo>
                      <a:pt x="46" y="107"/>
                    </a:lnTo>
                    <a:lnTo>
                      <a:pt x="46" y="101"/>
                    </a:lnTo>
                    <a:lnTo>
                      <a:pt x="46" y="94"/>
                    </a:lnTo>
                    <a:lnTo>
                      <a:pt x="46" y="88"/>
                    </a:lnTo>
                    <a:lnTo>
                      <a:pt x="46" y="81"/>
                    </a:lnTo>
                    <a:lnTo>
                      <a:pt x="49" y="78"/>
                    </a:lnTo>
                    <a:lnTo>
                      <a:pt x="52" y="69"/>
                    </a:lnTo>
                    <a:lnTo>
                      <a:pt x="55" y="62"/>
                    </a:lnTo>
                    <a:lnTo>
                      <a:pt x="57" y="53"/>
                    </a:lnTo>
                    <a:lnTo>
                      <a:pt x="58" y="45"/>
                    </a:lnTo>
                    <a:lnTo>
                      <a:pt x="63" y="36"/>
                    </a:lnTo>
                    <a:lnTo>
                      <a:pt x="67" y="28"/>
                    </a:lnTo>
                    <a:lnTo>
                      <a:pt x="68" y="24"/>
                    </a:lnTo>
                    <a:lnTo>
                      <a:pt x="72" y="22"/>
                    </a:lnTo>
                    <a:lnTo>
                      <a:pt x="75" y="21"/>
                    </a:lnTo>
                    <a:lnTo>
                      <a:pt x="83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2" name="Freeform 462">
                <a:extLst>
                  <a:ext uri="{FF2B5EF4-FFF2-40B4-BE49-F238E27FC236}">
                    <a16:creationId xmlns:a16="http://schemas.microsoft.com/office/drawing/2014/main" id="{D065F3AC-C552-92C0-256F-9976B1034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76" y="1683"/>
                <a:ext cx="68" cy="96"/>
              </a:xfrm>
              <a:custGeom>
                <a:avLst/>
                <a:gdLst>
                  <a:gd name="T0" fmla="*/ 0 w 343"/>
                  <a:gd name="T1" fmla="*/ 0 h 481"/>
                  <a:gd name="T2" fmla="*/ 0 w 343"/>
                  <a:gd name="T3" fmla="*/ 0 h 481"/>
                  <a:gd name="T4" fmla="*/ 0 w 343"/>
                  <a:gd name="T5" fmla="*/ 0 h 481"/>
                  <a:gd name="T6" fmla="*/ 0 w 343"/>
                  <a:gd name="T7" fmla="*/ 0 h 481"/>
                  <a:gd name="T8" fmla="*/ 0 w 343"/>
                  <a:gd name="T9" fmla="*/ 0 h 481"/>
                  <a:gd name="T10" fmla="*/ 0 w 343"/>
                  <a:gd name="T11" fmla="*/ 0 h 481"/>
                  <a:gd name="T12" fmla="*/ 0 w 343"/>
                  <a:gd name="T13" fmla="*/ 0 h 481"/>
                  <a:gd name="T14" fmla="*/ 0 w 343"/>
                  <a:gd name="T15" fmla="*/ 0 h 481"/>
                  <a:gd name="T16" fmla="*/ 0 w 343"/>
                  <a:gd name="T17" fmla="*/ 0 h 481"/>
                  <a:gd name="T18" fmla="*/ 0 w 343"/>
                  <a:gd name="T19" fmla="*/ 0 h 481"/>
                  <a:gd name="T20" fmla="*/ 0 w 343"/>
                  <a:gd name="T21" fmla="*/ 0 h 481"/>
                  <a:gd name="T22" fmla="*/ 0 w 343"/>
                  <a:gd name="T23" fmla="*/ 0 h 481"/>
                  <a:gd name="T24" fmla="*/ 0 w 343"/>
                  <a:gd name="T25" fmla="*/ 0 h 481"/>
                  <a:gd name="T26" fmla="*/ 0 w 343"/>
                  <a:gd name="T27" fmla="*/ 0 h 481"/>
                  <a:gd name="T28" fmla="*/ 0 w 343"/>
                  <a:gd name="T29" fmla="*/ 0 h 481"/>
                  <a:gd name="T30" fmla="*/ 0 w 343"/>
                  <a:gd name="T31" fmla="*/ 0 h 481"/>
                  <a:gd name="T32" fmla="*/ 0 w 343"/>
                  <a:gd name="T33" fmla="*/ 0 h 481"/>
                  <a:gd name="T34" fmla="*/ 0 w 343"/>
                  <a:gd name="T35" fmla="*/ 0 h 481"/>
                  <a:gd name="T36" fmla="*/ 0 w 343"/>
                  <a:gd name="T37" fmla="*/ 0 h 481"/>
                  <a:gd name="T38" fmla="*/ 0 w 343"/>
                  <a:gd name="T39" fmla="*/ 0 h 481"/>
                  <a:gd name="T40" fmla="*/ 0 w 343"/>
                  <a:gd name="T41" fmla="*/ 0 h 481"/>
                  <a:gd name="T42" fmla="*/ 0 w 343"/>
                  <a:gd name="T43" fmla="*/ 0 h 481"/>
                  <a:gd name="T44" fmla="*/ 0 w 343"/>
                  <a:gd name="T45" fmla="*/ 0 h 481"/>
                  <a:gd name="T46" fmla="*/ 0 w 343"/>
                  <a:gd name="T47" fmla="*/ 0 h 481"/>
                  <a:gd name="T48" fmla="*/ 0 w 343"/>
                  <a:gd name="T49" fmla="*/ 0 h 481"/>
                  <a:gd name="T50" fmla="*/ 0 w 343"/>
                  <a:gd name="T51" fmla="*/ 0 h 481"/>
                  <a:gd name="T52" fmla="*/ 0 w 343"/>
                  <a:gd name="T53" fmla="*/ 0 h 481"/>
                  <a:gd name="T54" fmla="*/ 0 w 343"/>
                  <a:gd name="T55" fmla="*/ 0 h 481"/>
                  <a:gd name="T56" fmla="*/ 0 w 343"/>
                  <a:gd name="T57" fmla="*/ 0 h 481"/>
                  <a:gd name="T58" fmla="*/ 0 w 343"/>
                  <a:gd name="T59" fmla="*/ 0 h 481"/>
                  <a:gd name="T60" fmla="*/ 0 w 343"/>
                  <a:gd name="T61" fmla="*/ 0 h 481"/>
                  <a:gd name="T62" fmla="*/ 0 w 343"/>
                  <a:gd name="T63" fmla="*/ 0 h 481"/>
                  <a:gd name="T64" fmla="*/ 0 w 343"/>
                  <a:gd name="T65" fmla="*/ 0 h 481"/>
                  <a:gd name="T66" fmla="*/ 0 w 343"/>
                  <a:gd name="T67" fmla="*/ 0 h 481"/>
                  <a:gd name="T68" fmla="*/ 0 w 343"/>
                  <a:gd name="T69" fmla="*/ 0 h 481"/>
                  <a:gd name="T70" fmla="*/ 0 w 343"/>
                  <a:gd name="T71" fmla="*/ 0 h 481"/>
                  <a:gd name="T72" fmla="*/ 0 w 343"/>
                  <a:gd name="T73" fmla="*/ 0 h 481"/>
                  <a:gd name="T74" fmla="*/ 0 w 343"/>
                  <a:gd name="T75" fmla="*/ 0 h 481"/>
                  <a:gd name="T76" fmla="*/ 0 w 343"/>
                  <a:gd name="T77" fmla="*/ 0 h 481"/>
                  <a:gd name="T78" fmla="*/ 0 w 343"/>
                  <a:gd name="T79" fmla="*/ 0 h 481"/>
                  <a:gd name="T80" fmla="*/ 0 w 343"/>
                  <a:gd name="T81" fmla="*/ 0 h 481"/>
                  <a:gd name="T82" fmla="*/ 0 w 343"/>
                  <a:gd name="T83" fmla="*/ 0 h 481"/>
                  <a:gd name="T84" fmla="*/ 0 w 343"/>
                  <a:gd name="T85" fmla="*/ 0 h 481"/>
                  <a:gd name="T86" fmla="*/ 0 w 343"/>
                  <a:gd name="T87" fmla="*/ 0 h 481"/>
                  <a:gd name="T88" fmla="*/ 0 w 343"/>
                  <a:gd name="T89" fmla="*/ 0 h 481"/>
                  <a:gd name="T90" fmla="*/ 0 w 343"/>
                  <a:gd name="T91" fmla="*/ 0 h 481"/>
                  <a:gd name="T92" fmla="*/ 0 w 343"/>
                  <a:gd name="T93" fmla="*/ 0 h 481"/>
                  <a:gd name="T94" fmla="*/ 0 w 343"/>
                  <a:gd name="T95" fmla="*/ 0 h 481"/>
                  <a:gd name="T96" fmla="*/ 0 w 343"/>
                  <a:gd name="T97" fmla="*/ 0 h 481"/>
                  <a:gd name="T98" fmla="*/ 0 w 343"/>
                  <a:gd name="T99" fmla="*/ 0 h 481"/>
                  <a:gd name="T100" fmla="*/ 0 w 343"/>
                  <a:gd name="T101" fmla="*/ 0 h 481"/>
                  <a:gd name="T102" fmla="*/ 0 w 343"/>
                  <a:gd name="T103" fmla="*/ 0 h 481"/>
                  <a:gd name="T104" fmla="*/ 0 w 343"/>
                  <a:gd name="T105" fmla="*/ 0 h 481"/>
                  <a:gd name="T106" fmla="*/ 0 w 343"/>
                  <a:gd name="T107" fmla="*/ 0 h 481"/>
                  <a:gd name="T108" fmla="*/ 0 w 343"/>
                  <a:gd name="T109" fmla="*/ 0 h 481"/>
                  <a:gd name="T110" fmla="*/ 0 w 343"/>
                  <a:gd name="T111" fmla="*/ 0 h 481"/>
                  <a:gd name="T112" fmla="*/ 0 w 343"/>
                  <a:gd name="T113" fmla="*/ 0 h 481"/>
                  <a:gd name="T114" fmla="*/ 0 w 343"/>
                  <a:gd name="T115" fmla="*/ 0 h 481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w 343"/>
                  <a:gd name="T175" fmla="*/ 0 h 481"/>
                  <a:gd name="T176" fmla="*/ 343 w 343"/>
                  <a:gd name="T177" fmla="*/ 481 h 481"/>
                </a:gdLst>
                <a:ahLst/>
                <a:cxnLst>
                  <a:cxn ang="T116">
                    <a:pos x="T0" y="T1"/>
                  </a:cxn>
                  <a:cxn ang="T117">
                    <a:pos x="T2" y="T3"/>
                  </a:cxn>
                  <a:cxn ang="T118">
                    <a:pos x="T4" y="T5"/>
                  </a:cxn>
                  <a:cxn ang="T119">
                    <a:pos x="T6" y="T7"/>
                  </a:cxn>
                  <a:cxn ang="T120">
                    <a:pos x="T8" y="T9"/>
                  </a:cxn>
                  <a:cxn ang="T121">
                    <a:pos x="T10" y="T11"/>
                  </a:cxn>
                  <a:cxn ang="T122">
                    <a:pos x="T12" y="T13"/>
                  </a:cxn>
                  <a:cxn ang="T123">
                    <a:pos x="T14" y="T15"/>
                  </a:cxn>
                  <a:cxn ang="T124">
                    <a:pos x="T16" y="T17"/>
                  </a:cxn>
                  <a:cxn ang="T125">
                    <a:pos x="T18" y="T19"/>
                  </a:cxn>
                  <a:cxn ang="T126">
                    <a:pos x="T20" y="T21"/>
                  </a:cxn>
                  <a:cxn ang="T127">
                    <a:pos x="T22" y="T23"/>
                  </a:cxn>
                  <a:cxn ang="T128">
                    <a:pos x="T24" y="T25"/>
                  </a:cxn>
                  <a:cxn ang="T129">
                    <a:pos x="T26" y="T27"/>
                  </a:cxn>
                  <a:cxn ang="T130">
                    <a:pos x="T28" y="T29"/>
                  </a:cxn>
                  <a:cxn ang="T131">
                    <a:pos x="T30" y="T31"/>
                  </a:cxn>
                  <a:cxn ang="T132">
                    <a:pos x="T32" y="T33"/>
                  </a:cxn>
                  <a:cxn ang="T133">
                    <a:pos x="T34" y="T35"/>
                  </a:cxn>
                  <a:cxn ang="T134">
                    <a:pos x="T36" y="T37"/>
                  </a:cxn>
                  <a:cxn ang="T135">
                    <a:pos x="T38" y="T39"/>
                  </a:cxn>
                  <a:cxn ang="T136">
                    <a:pos x="T40" y="T41"/>
                  </a:cxn>
                  <a:cxn ang="T137">
                    <a:pos x="T42" y="T43"/>
                  </a:cxn>
                  <a:cxn ang="T138">
                    <a:pos x="T44" y="T45"/>
                  </a:cxn>
                  <a:cxn ang="T139">
                    <a:pos x="T46" y="T47"/>
                  </a:cxn>
                  <a:cxn ang="T140">
                    <a:pos x="T48" y="T49"/>
                  </a:cxn>
                  <a:cxn ang="T141">
                    <a:pos x="T50" y="T51"/>
                  </a:cxn>
                  <a:cxn ang="T142">
                    <a:pos x="T52" y="T53"/>
                  </a:cxn>
                  <a:cxn ang="T143">
                    <a:pos x="T54" y="T55"/>
                  </a:cxn>
                  <a:cxn ang="T144">
                    <a:pos x="T56" y="T57"/>
                  </a:cxn>
                  <a:cxn ang="T145">
                    <a:pos x="T58" y="T59"/>
                  </a:cxn>
                  <a:cxn ang="T146">
                    <a:pos x="T60" y="T61"/>
                  </a:cxn>
                  <a:cxn ang="T147">
                    <a:pos x="T62" y="T63"/>
                  </a:cxn>
                  <a:cxn ang="T148">
                    <a:pos x="T64" y="T65"/>
                  </a:cxn>
                  <a:cxn ang="T149">
                    <a:pos x="T66" y="T67"/>
                  </a:cxn>
                  <a:cxn ang="T150">
                    <a:pos x="T68" y="T69"/>
                  </a:cxn>
                  <a:cxn ang="T151">
                    <a:pos x="T70" y="T71"/>
                  </a:cxn>
                  <a:cxn ang="T152">
                    <a:pos x="T72" y="T73"/>
                  </a:cxn>
                  <a:cxn ang="T153">
                    <a:pos x="T74" y="T75"/>
                  </a:cxn>
                  <a:cxn ang="T154">
                    <a:pos x="T76" y="T77"/>
                  </a:cxn>
                  <a:cxn ang="T155">
                    <a:pos x="T78" y="T79"/>
                  </a:cxn>
                  <a:cxn ang="T156">
                    <a:pos x="T80" y="T81"/>
                  </a:cxn>
                  <a:cxn ang="T157">
                    <a:pos x="T82" y="T83"/>
                  </a:cxn>
                  <a:cxn ang="T158">
                    <a:pos x="T84" y="T85"/>
                  </a:cxn>
                  <a:cxn ang="T159">
                    <a:pos x="T86" y="T87"/>
                  </a:cxn>
                  <a:cxn ang="T160">
                    <a:pos x="T88" y="T89"/>
                  </a:cxn>
                  <a:cxn ang="T161">
                    <a:pos x="T90" y="T91"/>
                  </a:cxn>
                  <a:cxn ang="T162">
                    <a:pos x="T92" y="T93"/>
                  </a:cxn>
                  <a:cxn ang="T163">
                    <a:pos x="T94" y="T95"/>
                  </a:cxn>
                  <a:cxn ang="T164">
                    <a:pos x="T96" y="T97"/>
                  </a:cxn>
                  <a:cxn ang="T165">
                    <a:pos x="T98" y="T99"/>
                  </a:cxn>
                  <a:cxn ang="T166">
                    <a:pos x="T100" y="T101"/>
                  </a:cxn>
                  <a:cxn ang="T167">
                    <a:pos x="T102" y="T103"/>
                  </a:cxn>
                  <a:cxn ang="T168">
                    <a:pos x="T104" y="T105"/>
                  </a:cxn>
                  <a:cxn ang="T169">
                    <a:pos x="T106" y="T107"/>
                  </a:cxn>
                  <a:cxn ang="T170">
                    <a:pos x="T108" y="T109"/>
                  </a:cxn>
                  <a:cxn ang="T171">
                    <a:pos x="T110" y="T111"/>
                  </a:cxn>
                  <a:cxn ang="T172">
                    <a:pos x="T112" y="T113"/>
                  </a:cxn>
                  <a:cxn ang="T173">
                    <a:pos x="T114" y="T115"/>
                  </a:cxn>
                </a:cxnLst>
                <a:rect l="T174" t="T175" r="T176" b="T177"/>
                <a:pathLst>
                  <a:path w="343" h="481">
                    <a:moveTo>
                      <a:pt x="10" y="2"/>
                    </a:moveTo>
                    <a:lnTo>
                      <a:pt x="2" y="5"/>
                    </a:lnTo>
                    <a:lnTo>
                      <a:pt x="0" y="12"/>
                    </a:lnTo>
                    <a:lnTo>
                      <a:pt x="2" y="18"/>
                    </a:lnTo>
                    <a:lnTo>
                      <a:pt x="10" y="22"/>
                    </a:lnTo>
                    <a:lnTo>
                      <a:pt x="62" y="22"/>
                    </a:lnTo>
                    <a:lnTo>
                      <a:pt x="68" y="28"/>
                    </a:lnTo>
                    <a:lnTo>
                      <a:pt x="74" y="31"/>
                    </a:lnTo>
                    <a:lnTo>
                      <a:pt x="78" y="31"/>
                    </a:lnTo>
                    <a:lnTo>
                      <a:pt x="87" y="33"/>
                    </a:lnTo>
                    <a:lnTo>
                      <a:pt x="100" y="36"/>
                    </a:lnTo>
                    <a:lnTo>
                      <a:pt x="115" y="38"/>
                    </a:lnTo>
                    <a:lnTo>
                      <a:pt x="129" y="39"/>
                    </a:lnTo>
                    <a:lnTo>
                      <a:pt x="144" y="41"/>
                    </a:lnTo>
                    <a:lnTo>
                      <a:pt x="157" y="41"/>
                    </a:lnTo>
                    <a:lnTo>
                      <a:pt x="171" y="42"/>
                    </a:lnTo>
                    <a:lnTo>
                      <a:pt x="185" y="44"/>
                    </a:lnTo>
                    <a:lnTo>
                      <a:pt x="199" y="49"/>
                    </a:lnTo>
                    <a:lnTo>
                      <a:pt x="204" y="51"/>
                    </a:lnTo>
                    <a:lnTo>
                      <a:pt x="212" y="53"/>
                    </a:lnTo>
                    <a:lnTo>
                      <a:pt x="219" y="55"/>
                    </a:lnTo>
                    <a:lnTo>
                      <a:pt x="227" y="58"/>
                    </a:lnTo>
                    <a:lnTo>
                      <a:pt x="234" y="59"/>
                    </a:lnTo>
                    <a:lnTo>
                      <a:pt x="242" y="60"/>
                    </a:lnTo>
                    <a:lnTo>
                      <a:pt x="249" y="62"/>
                    </a:lnTo>
                    <a:lnTo>
                      <a:pt x="256" y="63"/>
                    </a:lnTo>
                    <a:lnTo>
                      <a:pt x="260" y="67"/>
                    </a:lnTo>
                    <a:lnTo>
                      <a:pt x="265" y="70"/>
                    </a:lnTo>
                    <a:lnTo>
                      <a:pt x="270" y="72"/>
                    </a:lnTo>
                    <a:lnTo>
                      <a:pt x="277" y="74"/>
                    </a:lnTo>
                    <a:lnTo>
                      <a:pt x="284" y="79"/>
                    </a:lnTo>
                    <a:lnTo>
                      <a:pt x="291" y="85"/>
                    </a:lnTo>
                    <a:lnTo>
                      <a:pt x="299" y="90"/>
                    </a:lnTo>
                    <a:lnTo>
                      <a:pt x="308" y="95"/>
                    </a:lnTo>
                    <a:lnTo>
                      <a:pt x="307" y="103"/>
                    </a:lnTo>
                    <a:lnTo>
                      <a:pt x="306" y="111"/>
                    </a:lnTo>
                    <a:lnTo>
                      <a:pt x="306" y="119"/>
                    </a:lnTo>
                    <a:lnTo>
                      <a:pt x="306" y="129"/>
                    </a:lnTo>
                    <a:lnTo>
                      <a:pt x="306" y="136"/>
                    </a:lnTo>
                    <a:lnTo>
                      <a:pt x="306" y="145"/>
                    </a:lnTo>
                    <a:lnTo>
                      <a:pt x="307" y="152"/>
                    </a:lnTo>
                    <a:lnTo>
                      <a:pt x="310" y="161"/>
                    </a:lnTo>
                    <a:lnTo>
                      <a:pt x="313" y="182"/>
                    </a:lnTo>
                    <a:lnTo>
                      <a:pt x="317" y="205"/>
                    </a:lnTo>
                    <a:lnTo>
                      <a:pt x="317" y="229"/>
                    </a:lnTo>
                    <a:lnTo>
                      <a:pt x="318" y="254"/>
                    </a:lnTo>
                    <a:lnTo>
                      <a:pt x="317" y="277"/>
                    </a:lnTo>
                    <a:lnTo>
                      <a:pt x="317" y="302"/>
                    </a:lnTo>
                    <a:lnTo>
                      <a:pt x="317" y="325"/>
                    </a:lnTo>
                    <a:lnTo>
                      <a:pt x="317" y="350"/>
                    </a:lnTo>
                    <a:lnTo>
                      <a:pt x="316" y="359"/>
                    </a:lnTo>
                    <a:lnTo>
                      <a:pt x="316" y="369"/>
                    </a:lnTo>
                    <a:lnTo>
                      <a:pt x="318" y="376"/>
                    </a:lnTo>
                    <a:lnTo>
                      <a:pt x="325" y="384"/>
                    </a:lnTo>
                    <a:lnTo>
                      <a:pt x="322" y="472"/>
                    </a:lnTo>
                    <a:lnTo>
                      <a:pt x="325" y="478"/>
                    </a:lnTo>
                    <a:lnTo>
                      <a:pt x="332" y="481"/>
                    </a:lnTo>
                    <a:lnTo>
                      <a:pt x="339" y="478"/>
                    </a:lnTo>
                    <a:lnTo>
                      <a:pt x="343" y="472"/>
                    </a:lnTo>
                    <a:lnTo>
                      <a:pt x="343" y="462"/>
                    </a:lnTo>
                    <a:lnTo>
                      <a:pt x="343" y="448"/>
                    </a:lnTo>
                    <a:lnTo>
                      <a:pt x="343" y="431"/>
                    </a:lnTo>
                    <a:lnTo>
                      <a:pt x="343" y="415"/>
                    </a:lnTo>
                    <a:lnTo>
                      <a:pt x="342" y="396"/>
                    </a:lnTo>
                    <a:lnTo>
                      <a:pt x="342" y="382"/>
                    </a:lnTo>
                    <a:lnTo>
                      <a:pt x="339" y="371"/>
                    </a:lnTo>
                    <a:lnTo>
                      <a:pt x="338" y="366"/>
                    </a:lnTo>
                    <a:lnTo>
                      <a:pt x="338" y="228"/>
                    </a:lnTo>
                    <a:lnTo>
                      <a:pt x="337" y="211"/>
                    </a:lnTo>
                    <a:lnTo>
                      <a:pt x="336" y="197"/>
                    </a:lnTo>
                    <a:lnTo>
                      <a:pt x="333" y="182"/>
                    </a:lnTo>
                    <a:lnTo>
                      <a:pt x="332" y="167"/>
                    </a:lnTo>
                    <a:lnTo>
                      <a:pt x="330" y="151"/>
                    </a:lnTo>
                    <a:lnTo>
                      <a:pt x="328" y="136"/>
                    </a:lnTo>
                    <a:lnTo>
                      <a:pt x="327" y="121"/>
                    </a:lnTo>
                    <a:lnTo>
                      <a:pt x="327" y="106"/>
                    </a:lnTo>
                    <a:lnTo>
                      <a:pt x="326" y="95"/>
                    </a:lnTo>
                    <a:lnTo>
                      <a:pt x="326" y="89"/>
                    </a:lnTo>
                    <a:lnTo>
                      <a:pt x="325" y="84"/>
                    </a:lnTo>
                    <a:lnTo>
                      <a:pt x="323" y="81"/>
                    </a:lnTo>
                    <a:lnTo>
                      <a:pt x="320" y="78"/>
                    </a:lnTo>
                    <a:lnTo>
                      <a:pt x="317" y="77"/>
                    </a:lnTo>
                    <a:lnTo>
                      <a:pt x="311" y="73"/>
                    </a:lnTo>
                    <a:lnTo>
                      <a:pt x="305" y="70"/>
                    </a:lnTo>
                    <a:lnTo>
                      <a:pt x="295" y="62"/>
                    </a:lnTo>
                    <a:lnTo>
                      <a:pt x="290" y="58"/>
                    </a:lnTo>
                    <a:lnTo>
                      <a:pt x="285" y="53"/>
                    </a:lnTo>
                    <a:lnTo>
                      <a:pt x="276" y="53"/>
                    </a:lnTo>
                    <a:lnTo>
                      <a:pt x="269" y="46"/>
                    </a:lnTo>
                    <a:lnTo>
                      <a:pt x="261" y="42"/>
                    </a:lnTo>
                    <a:lnTo>
                      <a:pt x="253" y="39"/>
                    </a:lnTo>
                    <a:lnTo>
                      <a:pt x="245" y="38"/>
                    </a:lnTo>
                    <a:lnTo>
                      <a:pt x="235" y="37"/>
                    </a:lnTo>
                    <a:lnTo>
                      <a:pt x="227" y="36"/>
                    </a:lnTo>
                    <a:lnTo>
                      <a:pt x="218" y="33"/>
                    </a:lnTo>
                    <a:lnTo>
                      <a:pt x="209" y="31"/>
                    </a:lnTo>
                    <a:lnTo>
                      <a:pt x="198" y="26"/>
                    </a:lnTo>
                    <a:lnTo>
                      <a:pt x="187" y="23"/>
                    </a:lnTo>
                    <a:lnTo>
                      <a:pt x="176" y="21"/>
                    </a:lnTo>
                    <a:lnTo>
                      <a:pt x="165" y="21"/>
                    </a:lnTo>
                    <a:lnTo>
                      <a:pt x="152" y="21"/>
                    </a:lnTo>
                    <a:lnTo>
                      <a:pt x="141" y="21"/>
                    </a:lnTo>
                    <a:lnTo>
                      <a:pt x="130" y="21"/>
                    </a:lnTo>
                    <a:lnTo>
                      <a:pt x="119" y="21"/>
                    </a:lnTo>
                    <a:lnTo>
                      <a:pt x="109" y="17"/>
                    </a:lnTo>
                    <a:lnTo>
                      <a:pt x="99" y="15"/>
                    </a:lnTo>
                    <a:lnTo>
                      <a:pt x="89" y="12"/>
                    </a:lnTo>
                    <a:lnTo>
                      <a:pt x="80" y="12"/>
                    </a:lnTo>
                    <a:lnTo>
                      <a:pt x="72" y="5"/>
                    </a:lnTo>
                    <a:lnTo>
                      <a:pt x="64" y="2"/>
                    </a:lnTo>
                    <a:lnTo>
                      <a:pt x="56" y="0"/>
                    </a:lnTo>
                    <a:lnTo>
                      <a:pt x="47" y="0"/>
                    </a:lnTo>
                    <a:lnTo>
                      <a:pt x="37" y="0"/>
                    </a:lnTo>
                    <a:lnTo>
                      <a:pt x="28" y="1"/>
                    </a:lnTo>
                    <a:lnTo>
                      <a:pt x="19" y="1"/>
                    </a:lnTo>
                    <a:lnTo>
                      <a:pt x="10" y="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3" name="Freeform 463">
                <a:extLst>
                  <a:ext uri="{FF2B5EF4-FFF2-40B4-BE49-F238E27FC236}">
                    <a16:creationId xmlns:a16="http://schemas.microsoft.com/office/drawing/2014/main" id="{517CD230-097B-2B6E-528F-C5DF8B7DE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5" y="1263"/>
                <a:ext cx="40" cy="7"/>
              </a:xfrm>
              <a:custGeom>
                <a:avLst/>
                <a:gdLst>
                  <a:gd name="T0" fmla="*/ 0 w 203"/>
                  <a:gd name="T1" fmla="*/ 0 h 33"/>
                  <a:gd name="T2" fmla="*/ 0 w 203"/>
                  <a:gd name="T3" fmla="*/ 0 h 33"/>
                  <a:gd name="T4" fmla="*/ 0 w 203"/>
                  <a:gd name="T5" fmla="*/ 0 h 33"/>
                  <a:gd name="T6" fmla="*/ 0 w 203"/>
                  <a:gd name="T7" fmla="*/ 0 h 33"/>
                  <a:gd name="T8" fmla="*/ 0 w 203"/>
                  <a:gd name="T9" fmla="*/ 0 h 33"/>
                  <a:gd name="T10" fmla="*/ 0 w 203"/>
                  <a:gd name="T11" fmla="*/ 0 h 33"/>
                  <a:gd name="T12" fmla="*/ 0 w 203"/>
                  <a:gd name="T13" fmla="*/ 0 h 33"/>
                  <a:gd name="T14" fmla="*/ 0 w 203"/>
                  <a:gd name="T15" fmla="*/ 0 h 33"/>
                  <a:gd name="T16" fmla="*/ 0 w 203"/>
                  <a:gd name="T17" fmla="*/ 0 h 33"/>
                  <a:gd name="T18" fmla="*/ 0 w 203"/>
                  <a:gd name="T19" fmla="*/ 0 h 33"/>
                  <a:gd name="T20" fmla="*/ 0 w 203"/>
                  <a:gd name="T21" fmla="*/ 0 h 33"/>
                  <a:gd name="T22" fmla="*/ 0 w 203"/>
                  <a:gd name="T23" fmla="*/ 0 h 33"/>
                  <a:gd name="T24" fmla="*/ 0 w 203"/>
                  <a:gd name="T25" fmla="*/ 0 h 33"/>
                  <a:gd name="T26" fmla="*/ 0 w 203"/>
                  <a:gd name="T27" fmla="*/ 0 h 33"/>
                  <a:gd name="T28" fmla="*/ 0 w 203"/>
                  <a:gd name="T29" fmla="*/ 0 h 33"/>
                  <a:gd name="T30" fmla="*/ 0 w 203"/>
                  <a:gd name="T31" fmla="*/ 0 h 33"/>
                  <a:gd name="T32" fmla="*/ 0 w 203"/>
                  <a:gd name="T33" fmla="*/ 0 h 33"/>
                  <a:gd name="T34" fmla="*/ 0 w 203"/>
                  <a:gd name="T35" fmla="*/ 0 h 33"/>
                  <a:gd name="T36" fmla="*/ 0 w 203"/>
                  <a:gd name="T37" fmla="*/ 0 h 33"/>
                  <a:gd name="T38" fmla="*/ 0 w 203"/>
                  <a:gd name="T39" fmla="*/ 0 h 33"/>
                  <a:gd name="T40" fmla="*/ 0 w 203"/>
                  <a:gd name="T41" fmla="*/ 0 h 33"/>
                  <a:gd name="T42" fmla="*/ 0 w 203"/>
                  <a:gd name="T43" fmla="*/ 0 h 33"/>
                  <a:gd name="T44" fmla="*/ 0 w 203"/>
                  <a:gd name="T45" fmla="*/ 0 h 33"/>
                  <a:gd name="T46" fmla="*/ 0 w 203"/>
                  <a:gd name="T47" fmla="*/ 0 h 33"/>
                  <a:gd name="T48" fmla="*/ 0 w 203"/>
                  <a:gd name="T49" fmla="*/ 0 h 33"/>
                  <a:gd name="T50" fmla="*/ 0 w 203"/>
                  <a:gd name="T51" fmla="*/ 0 h 33"/>
                  <a:gd name="T52" fmla="*/ 0 w 203"/>
                  <a:gd name="T53" fmla="*/ 0 h 33"/>
                  <a:gd name="T54" fmla="*/ 0 w 203"/>
                  <a:gd name="T55" fmla="*/ 0 h 33"/>
                  <a:gd name="T56" fmla="*/ 0 w 203"/>
                  <a:gd name="T57" fmla="*/ 0 h 33"/>
                  <a:gd name="T58" fmla="*/ 0 w 203"/>
                  <a:gd name="T59" fmla="*/ 0 h 33"/>
                  <a:gd name="T60" fmla="*/ 0 w 203"/>
                  <a:gd name="T61" fmla="*/ 0 h 33"/>
                  <a:gd name="T62" fmla="*/ 0 w 203"/>
                  <a:gd name="T63" fmla="*/ 0 h 33"/>
                  <a:gd name="T64" fmla="*/ 0 w 203"/>
                  <a:gd name="T65" fmla="*/ 0 h 33"/>
                  <a:gd name="T66" fmla="*/ 0 w 203"/>
                  <a:gd name="T67" fmla="*/ 0 h 33"/>
                  <a:gd name="T68" fmla="*/ 0 w 203"/>
                  <a:gd name="T69" fmla="*/ 0 h 33"/>
                  <a:gd name="T70" fmla="*/ 0 w 203"/>
                  <a:gd name="T71" fmla="*/ 0 h 33"/>
                  <a:gd name="T72" fmla="*/ 0 w 203"/>
                  <a:gd name="T73" fmla="*/ 0 h 33"/>
                  <a:gd name="T74" fmla="*/ 0 w 203"/>
                  <a:gd name="T75" fmla="*/ 0 h 33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w 203"/>
                  <a:gd name="T115" fmla="*/ 0 h 33"/>
                  <a:gd name="T116" fmla="*/ 203 w 203"/>
                  <a:gd name="T117" fmla="*/ 33 h 33"/>
                </a:gdLst>
                <a:ahLst/>
                <a:cxnLst>
                  <a:cxn ang="T76">
                    <a:pos x="T0" y="T1"/>
                  </a:cxn>
                  <a:cxn ang="T77">
                    <a:pos x="T2" y="T3"/>
                  </a:cxn>
                  <a:cxn ang="T78">
                    <a:pos x="T4" y="T5"/>
                  </a:cxn>
                  <a:cxn ang="T79">
                    <a:pos x="T6" y="T7"/>
                  </a:cxn>
                  <a:cxn ang="T80">
                    <a:pos x="T8" y="T9"/>
                  </a:cxn>
                  <a:cxn ang="T81">
                    <a:pos x="T10" y="T11"/>
                  </a:cxn>
                  <a:cxn ang="T82">
                    <a:pos x="T12" y="T13"/>
                  </a:cxn>
                  <a:cxn ang="T83">
                    <a:pos x="T14" y="T15"/>
                  </a:cxn>
                  <a:cxn ang="T84">
                    <a:pos x="T16" y="T17"/>
                  </a:cxn>
                  <a:cxn ang="T85">
                    <a:pos x="T18" y="T19"/>
                  </a:cxn>
                  <a:cxn ang="T86">
                    <a:pos x="T20" y="T21"/>
                  </a:cxn>
                  <a:cxn ang="T87">
                    <a:pos x="T22" y="T23"/>
                  </a:cxn>
                  <a:cxn ang="T88">
                    <a:pos x="T24" y="T25"/>
                  </a:cxn>
                  <a:cxn ang="T89">
                    <a:pos x="T26" y="T27"/>
                  </a:cxn>
                  <a:cxn ang="T90">
                    <a:pos x="T28" y="T29"/>
                  </a:cxn>
                  <a:cxn ang="T91">
                    <a:pos x="T30" y="T31"/>
                  </a:cxn>
                  <a:cxn ang="T92">
                    <a:pos x="T32" y="T33"/>
                  </a:cxn>
                  <a:cxn ang="T93">
                    <a:pos x="T34" y="T35"/>
                  </a:cxn>
                  <a:cxn ang="T94">
                    <a:pos x="T36" y="T37"/>
                  </a:cxn>
                  <a:cxn ang="T95">
                    <a:pos x="T38" y="T39"/>
                  </a:cxn>
                  <a:cxn ang="T96">
                    <a:pos x="T40" y="T41"/>
                  </a:cxn>
                  <a:cxn ang="T97">
                    <a:pos x="T42" y="T43"/>
                  </a:cxn>
                  <a:cxn ang="T98">
                    <a:pos x="T44" y="T45"/>
                  </a:cxn>
                  <a:cxn ang="T99">
                    <a:pos x="T46" y="T47"/>
                  </a:cxn>
                  <a:cxn ang="T100">
                    <a:pos x="T48" y="T49"/>
                  </a:cxn>
                  <a:cxn ang="T101">
                    <a:pos x="T50" y="T51"/>
                  </a:cxn>
                  <a:cxn ang="T102">
                    <a:pos x="T52" y="T53"/>
                  </a:cxn>
                  <a:cxn ang="T103">
                    <a:pos x="T54" y="T55"/>
                  </a:cxn>
                  <a:cxn ang="T104">
                    <a:pos x="T56" y="T57"/>
                  </a:cxn>
                  <a:cxn ang="T105">
                    <a:pos x="T58" y="T59"/>
                  </a:cxn>
                  <a:cxn ang="T106">
                    <a:pos x="T60" y="T61"/>
                  </a:cxn>
                  <a:cxn ang="T107">
                    <a:pos x="T62" y="T63"/>
                  </a:cxn>
                  <a:cxn ang="T108">
                    <a:pos x="T64" y="T65"/>
                  </a:cxn>
                  <a:cxn ang="T109">
                    <a:pos x="T66" y="T67"/>
                  </a:cxn>
                  <a:cxn ang="T110">
                    <a:pos x="T68" y="T69"/>
                  </a:cxn>
                  <a:cxn ang="T111">
                    <a:pos x="T70" y="T71"/>
                  </a:cxn>
                  <a:cxn ang="T112">
                    <a:pos x="T72" y="T73"/>
                  </a:cxn>
                  <a:cxn ang="T113">
                    <a:pos x="T74" y="T75"/>
                  </a:cxn>
                </a:cxnLst>
                <a:rect l="T114" t="T115" r="T116" b="T117"/>
                <a:pathLst>
                  <a:path w="203" h="33">
                    <a:moveTo>
                      <a:pt x="13" y="3"/>
                    </a:moveTo>
                    <a:lnTo>
                      <a:pt x="12" y="3"/>
                    </a:lnTo>
                    <a:lnTo>
                      <a:pt x="3" y="3"/>
                    </a:lnTo>
                    <a:lnTo>
                      <a:pt x="0" y="10"/>
                    </a:lnTo>
                    <a:lnTo>
                      <a:pt x="0" y="17"/>
                    </a:lnTo>
                    <a:lnTo>
                      <a:pt x="7" y="22"/>
                    </a:lnTo>
                    <a:lnTo>
                      <a:pt x="18" y="25"/>
                    </a:lnTo>
                    <a:lnTo>
                      <a:pt x="33" y="28"/>
                    </a:lnTo>
                    <a:lnTo>
                      <a:pt x="49" y="31"/>
                    </a:lnTo>
                    <a:lnTo>
                      <a:pt x="67" y="33"/>
                    </a:lnTo>
                    <a:lnTo>
                      <a:pt x="83" y="32"/>
                    </a:lnTo>
                    <a:lnTo>
                      <a:pt x="99" y="31"/>
                    </a:lnTo>
                    <a:lnTo>
                      <a:pt x="112" y="27"/>
                    </a:lnTo>
                    <a:lnTo>
                      <a:pt x="125" y="22"/>
                    </a:lnTo>
                    <a:lnTo>
                      <a:pt x="132" y="21"/>
                    </a:lnTo>
                    <a:lnTo>
                      <a:pt x="140" y="21"/>
                    </a:lnTo>
                    <a:lnTo>
                      <a:pt x="148" y="21"/>
                    </a:lnTo>
                    <a:lnTo>
                      <a:pt x="157" y="22"/>
                    </a:lnTo>
                    <a:lnTo>
                      <a:pt x="164" y="22"/>
                    </a:lnTo>
                    <a:lnTo>
                      <a:pt x="172" y="23"/>
                    </a:lnTo>
                    <a:lnTo>
                      <a:pt x="179" y="26"/>
                    </a:lnTo>
                    <a:lnTo>
                      <a:pt x="187" y="29"/>
                    </a:lnTo>
                    <a:lnTo>
                      <a:pt x="194" y="31"/>
                    </a:lnTo>
                    <a:lnTo>
                      <a:pt x="200" y="27"/>
                    </a:lnTo>
                    <a:lnTo>
                      <a:pt x="203" y="20"/>
                    </a:lnTo>
                    <a:lnTo>
                      <a:pt x="199" y="13"/>
                    </a:lnTo>
                    <a:lnTo>
                      <a:pt x="177" y="3"/>
                    </a:lnTo>
                    <a:lnTo>
                      <a:pt x="157" y="0"/>
                    </a:lnTo>
                    <a:lnTo>
                      <a:pt x="138" y="0"/>
                    </a:lnTo>
                    <a:lnTo>
                      <a:pt x="120" y="3"/>
                    </a:lnTo>
                    <a:lnTo>
                      <a:pt x="101" y="7"/>
                    </a:lnTo>
                    <a:lnTo>
                      <a:pt x="83" y="11"/>
                    </a:lnTo>
                    <a:lnTo>
                      <a:pt x="63" y="13"/>
                    </a:lnTo>
                    <a:lnTo>
                      <a:pt x="43" y="12"/>
                    </a:lnTo>
                    <a:lnTo>
                      <a:pt x="34" y="10"/>
                    </a:lnTo>
                    <a:lnTo>
                      <a:pt x="27" y="7"/>
                    </a:lnTo>
                    <a:lnTo>
                      <a:pt x="19" y="5"/>
                    </a:lnTo>
                    <a:lnTo>
                      <a:pt x="13" y="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4" name="Freeform 464">
                <a:extLst>
                  <a:ext uri="{FF2B5EF4-FFF2-40B4-BE49-F238E27FC236}">
                    <a16:creationId xmlns:a16="http://schemas.microsoft.com/office/drawing/2014/main" id="{AB72BB66-3A3C-2986-44CA-073A0C8836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2" y="1439"/>
                <a:ext cx="19" cy="39"/>
              </a:xfrm>
              <a:custGeom>
                <a:avLst/>
                <a:gdLst>
                  <a:gd name="T0" fmla="*/ 0 w 97"/>
                  <a:gd name="T1" fmla="*/ 0 h 196"/>
                  <a:gd name="T2" fmla="*/ 0 w 97"/>
                  <a:gd name="T3" fmla="*/ 0 h 196"/>
                  <a:gd name="T4" fmla="*/ 0 w 97"/>
                  <a:gd name="T5" fmla="*/ 0 h 196"/>
                  <a:gd name="T6" fmla="*/ 0 w 97"/>
                  <a:gd name="T7" fmla="*/ 0 h 196"/>
                  <a:gd name="T8" fmla="*/ 0 w 97"/>
                  <a:gd name="T9" fmla="*/ 0 h 196"/>
                  <a:gd name="T10" fmla="*/ 0 w 97"/>
                  <a:gd name="T11" fmla="*/ 0 h 196"/>
                  <a:gd name="T12" fmla="*/ 0 w 97"/>
                  <a:gd name="T13" fmla="*/ 0 h 196"/>
                  <a:gd name="T14" fmla="*/ 0 w 97"/>
                  <a:gd name="T15" fmla="*/ 0 h 196"/>
                  <a:gd name="T16" fmla="*/ 0 w 97"/>
                  <a:gd name="T17" fmla="*/ 0 h 196"/>
                  <a:gd name="T18" fmla="*/ 0 w 97"/>
                  <a:gd name="T19" fmla="*/ 0 h 196"/>
                  <a:gd name="T20" fmla="*/ 0 w 97"/>
                  <a:gd name="T21" fmla="*/ 0 h 196"/>
                  <a:gd name="T22" fmla="*/ 0 w 97"/>
                  <a:gd name="T23" fmla="*/ 0 h 196"/>
                  <a:gd name="T24" fmla="*/ 0 w 97"/>
                  <a:gd name="T25" fmla="*/ 0 h 196"/>
                  <a:gd name="T26" fmla="*/ 0 w 97"/>
                  <a:gd name="T27" fmla="*/ 0 h 196"/>
                  <a:gd name="T28" fmla="*/ 0 w 97"/>
                  <a:gd name="T29" fmla="*/ 0 h 196"/>
                  <a:gd name="T30" fmla="*/ 0 w 97"/>
                  <a:gd name="T31" fmla="*/ 0 h 196"/>
                  <a:gd name="T32" fmla="*/ 0 w 97"/>
                  <a:gd name="T33" fmla="*/ 0 h 196"/>
                  <a:gd name="T34" fmla="*/ 0 w 97"/>
                  <a:gd name="T35" fmla="*/ 0 h 196"/>
                  <a:gd name="T36" fmla="*/ 0 w 97"/>
                  <a:gd name="T37" fmla="*/ 0 h 196"/>
                  <a:gd name="T38" fmla="*/ 0 w 97"/>
                  <a:gd name="T39" fmla="*/ 0 h 196"/>
                  <a:gd name="T40" fmla="*/ 0 w 97"/>
                  <a:gd name="T41" fmla="*/ 0 h 196"/>
                  <a:gd name="T42" fmla="*/ 0 w 97"/>
                  <a:gd name="T43" fmla="*/ 0 h 196"/>
                  <a:gd name="T44" fmla="*/ 0 w 97"/>
                  <a:gd name="T45" fmla="*/ 0 h 196"/>
                  <a:gd name="T46" fmla="*/ 0 w 97"/>
                  <a:gd name="T47" fmla="*/ 0 h 196"/>
                  <a:gd name="T48" fmla="*/ 0 w 97"/>
                  <a:gd name="T49" fmla="*/ 0 h 196"/>
                  <a:gd name="T50" fmla="*/ 0 w 97"/>
                  <a:gd name="T51" fmla="*/ 0 h 196"/>
                  <a:gd name="T52" fmla="*/ 0 w 97"/>
                  <a:gd name="T53" fmla="*/ 0 h 196"/>
                  <a:gd name="T54" fmla="*/ 0 w 97"/>
                  <a:gd name="T55" fmla="*/ 0 h 196"/>
                  <a:gd name="T56" fmla="*/ 0 w 97"/>
                  <a:gd name="T57" fmla="*/ 0 h 196"/>
                  <a:gd name="T58" fmla="*/ 0 w 97"/>
                  <a:gd name="T59" fmla="*/ 0 h 196"/>
                  <a:gd name="T60" fmla="*/ 0 w 97"/>
                  <a:gd name="T61" fmla="*/ 0 h 196"/>
                  <a:gd name="T62" fmla="*/ 0 w 97"/>
                  <a:gd name="T63" fmla="*/ 0 h 196"/>
                  <a:gd name="T64" fmla="*/ 0 w 97"/>
                  <a:gd name="T65" fmla="*/ 0 h 196"/>
                  <a:gd name="T66" fmla="*/ 0 w 97"/>
                  <a:gd name="T67" fmla="*/ 0 h 196"/>
                  <a:gd name="T68" fmla="*/ 0 w 97"/>
                  <a:gd name="T69" fmla="*/ 0 h 196"/>
                  <a:gd name="T70" fmla="*/ 0 w 97"/>
                  <a:gd name="T71" fmla="*/ 0 h 196"/>
                  <a:gd name="T72" fmla="*/ 0 w 97"/>
                  <a:gd name="T73" fmla="*/ 0 h 196"/>
                  <a:gd name="T74" fmla="*/ 0 w 97"/>
                  <a:gd name="T75" fmla="*/ 0 h 196"/>
                  <a:gd name="T76" fmla="*/ 0 w 97"/>
                  <a:gd name="T77" fmla="*/ 0 h 196"/>
                  <a:gd name="T78" fmla="*/ 0 w 97"/>
                  <a:gd name="T79" fmla="*/ 0 h 196"/>
                  <a:gd name="T80" fmla="*/ 0 w 97"/>
                  <a:gd name="T81" fmla="*/ 0 h 196"/>
                  <a:gd name="T82" fmla="*/ 0 w 97"/>
                  <a:gd name="T83" fmla="*/ 0 h 196"/>
                  <a:gd name="T84" fmla="*/ 0 w 97"/>
                  <a:gd name="T85" fmla="*/ 0 h 196"/>
                  <a:gd name="T86" fmla="*/ 0 w 97"/>
                  <a:gd name="T87" fmla="*/ 0 h 196"/>
                  <a:gd name="T88" fmla="*/ 0 w 97"/>
                  <a:gd name="T89" fmla="*/ 0 h 196"/>
                  <a:gd name="T90" fmla="*/ 0 w 97"/>
                  <a:gd name="T91" fmla="*/ 0 h 196"/>
                  <a:gd name="T92" fmla="*/ 0 w 97"/>
                  <a:gd name="T93" fmla="*/ 0 h 196"/>
                  <a:gd name="T94" fmla="*/ 0 w 97"/>
                  <a:gd name="T95" fmla="*/ 0 h 196"/>
                  <a:gd name="T96" fmla="*/ 0 w 97"/>
                  <a:gd name="T97" fmla="*/ 0 h 196"/>
                  <a:gd name="T98" fmla="*/ 0 w 97"/>
                  <a:gd name="T99" fmla="*/ 0 h 196"/>
                  <a:gd name="T100" fmla="*/ 0 w 97"/>
                  <a:gd name="T101" fmla="*/ 0 h 196"/>
                  <a:gd name="T102" fmla="*/ 0 w 97"/>
                  <a:gd name="T103" fmla="*/ 0 h 196"/>
                  <a:gd name="T104" fmla="*/ 0 w 97"/>
                  <a:gd name="T105" fmla="*/ 0 h 196"/>
                  <a:gd name="T106" fmla="*/ 0 w 97"/>
                  <a:gd name="T107" fmla="*/ 0 h 19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w 97"/>
                  <a:gd name="T163" fmla="*/ 0 h 196"/>
                  <a:gd name="T164" fmla="*/ 97 w 97"/>
                  <a:gd name="T165" fmla="*/ 196 h 19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T162" t="T163" r="T164" b="T165"/>
                <a:pathLst>
                  <a:path w="97" h="196">
                    <a:moveTo>
                      <a:pt x="97" y="13"/>
                    </a:moveTo>
                    <a:lnTo>
                      <a:pt x="95" y="5"/>
                    </a:lnTo>
                    <a:lnTo>
                      <a:pt x="92" y="0"/>
                    </a:lnTo>
                    <a:lnTo>
                      <a:pt x="84" y="0"/>
                    </a:lnTo>
                    <a:lnTo>
                      <a:pt x="79" y="6"/>
                    </a:lnTo>
                    <a:lnTo>
                      <a:pt x="74" y="19"/>
                    </a:lnTo>
                    <a:lnTo>
                      <a:pt x="74" y="32"/>
                    </a:lnTo>
                    <a:lnTo>
                      <a:pt x="74" y="39"/>
                    </a:lnTo>
                    <a:lnTo>
                      <a:pt x="74" y="45"/>
                    </a:lnTo>
                    <a:lnTo>
                      <a:pt x="74" y="52"/>
                    </a:lnTo>
                    <a:lnTo>
                      <a:pt x="76" y="60"/>
                    </a:lnTo>
                    <a:lnTo>
                      <a:pt x="71" y="71"/>
                    </a:lnTo>
                    <a:lnTo>
                      <a:pt x="69" y="84"/>
                    </a:lnTo>
                    <a:lnTo>
                      <a:pt x="69" y="97"/>
                    </a:lnTo>
                    <a:lnTo>
                      <a:pt x="72" y="110"/>
                    </a:lnTo>
                    <a:lnTo>
                      <a:pt x="73" y="123"/>
                    </a:lnTo>
                    <a:lnTo>
                      <a:pt x="74" y="136"/>
                    </a:lnTo>
                    <a:lnTo>
                      <a:pt x="73" y="150"/>
                    </a:lnTo>
                    <a:lnTo>
                      <a:pt x="69" y="165"/>
                    </a:lnTo>
                    <a:lnTo>
                      <a:pt x="64" y="165"/>
                    </a:lnTo>
                    <a:lnTo>
                      <a:pt x="59" y="166"/>
                    </a:lnTo>
                    <a:lnTo>
                      <a:pt x="61" y="166"/>
                    </a:lnTo>
                    <a:lnTo>
                      <a:pt x="50" y="170"/>
                    </a:lnTo>
                    <a:lnTo>
                      <a:pt x="41" y="175"/>
                    </a:lnTo>
                    <a:lnTo>
                      <a:pt x="36" y="174"/>
                    </a:lnTo>
                    <a:lnTo>
                      <a:pt x="30" y="174"/>
                    </a:lnTo>
                    <a:lnTo>
                      <a:pt x="22" y="174"/>
                    </a:lnTo>
                    <a:lnTo>
                      <a:pt x="16" y="174"/>
                    </a:lnTo>
                    <a:lnTo>
                      <a:pt x="4" y="176"/>
                    </a:lnTo>
                    <a:lnTo>
                      <a:pt x="0" y="186"/>
                    </a:lnTo>
                    <a:lnTo>
                      <a:pt x="4" y="192"/>
                    </a:lnTo>
                    <a:lnTo>
                      <a:pt x="11" y="196"/>
                    </a:lnTo>
                    <a:lnTo>
                      <a:pt x="28" y="195"/>
                    </a:lnTo>
                    <a:lnTo>
                      <a:pt x="47" y="192"/>
                    </a:lnTo>
                    <a:lnTo>
                      <a:pt x="63" y="187"/>
                    </a:lnTo>
                    <a:lnTo>
                      <a:pt x="77" y="181"/>
                    </a:lnTo>
                    <a:lnTo>
                      <a:pt x="87" y="170"/>
                    </a:lnTo>
                    <a:lnTo>
                      <a:pt x="93" y="157"/>
                    </a:lnTo>
                    <a:lnTo>
                      <a:pt x="95" y="140"/>
                    </a:lnTo>
                    <a:lnTo>
                      <a:pt x="93" y="120"/>
                    </a:lnTo>
                    <a:lnTo>
                      <a:pt x="92" y="113"/>
                    </a:lnTo>
                    <a:lnTo>
                      <a:pt x="92" y="107"/>
                    </a:lnTo>
                    <a:lnTo>
                      <a:pt x="92" y="99"/>
                    </a:lnTo>
                    <a:lnTo>
                      <a:pt x="92" y="94"/>
                    </a:lnTo>
                    <a:lnTo>
                      <a:pt x="92" y="82"/>
                    </a:lnTo>
                    <a:lnTo>
                      <a:pt x="92" y="70"/>
                    </a:lnTo>
                    <a:lnTo>
                      <a:pt x="93" y="63"/>
                    </a:lnTo>
                    <a:lnTo>
                      <a:pt x="94" y="57"/>
                    </a:lnTo>
                    <a:lnTo>
                      <a:pt x="94" y="50"/>
                    </a:lnTo>
                    <a:lnTo>
                      <a:pt x="94" y="42"/>
                    </a:lnTo>
                    <a:lnTo>
                      <a:pt x="93" y="34"/>
                    </a:lnTo>
                    <a:lnTo>
                      <a:pt x="93" y="25"/>
                    </a:lnTo>
                    <a:lnTo>
                      <a:pt x="93" y="18"/>
                    </a:lnTo>
                    <a:lnTo>
                      <a:pt x="97" y="1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5" name="Freeform 465">
                <a:extLst>
                  <a:ext uri="{FF2B5EF4-FFF2-40B4-BE49-F238E27FC236}">
                    <a16:creationId xmlns:a16="http://schemas.microsoft.com/office/drawing/2014/main" id="{98E96F20-B84E-3020-FC77-D0591B26673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36" y="1439"/>
                <a:ext cx="20" cy="39"/>
              </a:xfrm>
              <a:custGeom>
                <a:avLst/>
                <a:gdLst>
                  <a:gd name="T0" fmla="*/ 0 w 98"/>
                  <a:gd name="T1" fmla="*/ 0 h 195"/>
                  <a:gd name="T2" fmla="*/ 0 w 98"/>
                  <a:gd name="T3" fmla="*/ 0 h 195"/>
                  <a:gd name="T4" fmla="*/ 0 w 98"/>
                  <a:gd name="T5" fmla="*/ 0 h 195"/>
                  <a:gd name="T6" fmla="*/ 0 w 98"/>
                  <a:gd name="T7" fmla="*/ 0 h 195"/>
                  <a:gd name="T8" fmla="*/ 0 w 98"/>
                  <a:gd name="T9" fmla="*/ 0 h 195"/>
                  <a:gd name="T10" fmla="*/ 0 w 98"/>
                  <a:gd name="T11" fmla="*/ 0 h 195"/>
                  <a:gd name="T12" fmla="*/ 0 w 98"/>
                  <a:gd name="T13" fmla="*/ 0 h 195"/>
                  <a:gd name="T14" fmla="*/ 0 w 98"/>
                  <a:gd name="T15" fmla="*/ 0 h 195"/>
                  <a:gd name="T16" fmla="*/ 0 w 98"/>
                  <a:gd name="T17" fmla="*/ 0 h 195"/>
                  <a:gd name="T18" fmla="*/ 0 w 98"/>
                  <a:gd name="T19" fmla="*/ 0 h 195"/>
                  <a:gd name="T20" fmla="*/ 0 w 98"/>
                  <a:gd name="T21" fmla="*/ 0 h 195"/>
                  <a:gd name="T22" fmla="*/ 0 w 98"/>
                  <a:gd name="T23" fmla="*/ 0 h 195"/>
                  <a:gd name="T24" fmla="*/ 0 w 98"/>
                  <a:gd name="T25" fmla="*/ 0 h 195"/>
                  <a:gd name="T26" fmla="*/ 0 w 98"/>
                  <a:gd name="T27" fmla="*/ 0 h 195"/>
                  <a:gd name="T28" fmla="*/ 0 w 98"/>
                  <a:gd name="T29" fmla="*/ 0 h 195"/>
                  <a:gd name="T30" fmla="*/ 0 w 98"/>
                  <a:gd name="T31" fmla="*/ 0 h 195"/>
                  <a:gd name="T32" fmla="*/ 0 w 98"/>
                  <a:gd name="T33" fmla="*/ 0 h 195"/>
                  <a:gd name="T34" fmla="*/ 0 w 98"/>
                  <a:gd name="T35" fmla="*/ 0 h 195"/>
                  <a:gd name="T36" fmla="*/ 0 w 98"/>
                  <a:gd name="T37" fmla="*/ 0 h 195"/>
                  <a:gd name="T38" fmla="*/ 0 w 98"/>
                  <a:gd name="T39" fmla="*/ 0 h 195"/>
                  <a:gd name="T40" fmla="*/ 0 w 98"/>
                  <a:gd name="T41" fmla="*/ 0 h 195"/>
                  <a:gd name="T42" fmla="*/ 0 w 98"/>
                  <a:gd name="T43" fmla="*/ 0 h 195"/>
                  <a:gd name="T44" fmla="*/ 0 w 98"/>
                  <a:gd name="T45" fmla="*/ 0 h 195"/>
                  <a:gd name="T46" fmla="*/ 0 w 98"/>
                  <a:gd name="T47" fmla="*/ 0 h 195"/>
                  <a:gd name="T48" fmla="*/ 0 w 98"/>
                  <a:gd name="T49" fmla="*/ 0 h 195"/>
                  <a:gd name="T50" fmla="*/ 0 w 98"/>
                  <a:gd name="T51" fmla="*/ 0 h 195"/>
                  <a:gd name="T52" fmla="*/ 0 w 98"/>
                  <a:gd name="T53" fmla="*/ 0 h 195"/>
                  <a:gd name="T54" fmla="*/ 0 w 98"/>
                  <a:gd name="T55" fmla="*/ 0 h 195"/>
                  <a:gd name="T56" fmla="*/ 0 w 98"/>
                  <a:gd name="T57" fmla="*/ 0 h 195"/>
                  <a:gd name="T58" fmla="*/ 0 w 98"/>
                  <a:gd name="T59" fmla="*/ 0 h 195"/>
                  <a:gd name="T60" fmla="*/ 0 w 98"/>
                  <a:gd name="T61" fmla="*/ 0 h 195"/>
                  <a:gd name="T62" fmla="*/ 0 w 98"/>
                  <a:gd name="T63" fmla="*/ 0 h 195"/>
                  <a:gd name="T64" fmla="*/ 0 w 98"/>
                  <a:gd name="T65" fmla="*/ 0 h 195"/>
                  <a:gd name="T66" fmla="*/ 0 w 98"/>
                  <a:gd name="T67" fmla="*/ 0 h 195"/>
                  <a:gd name="T68" fmla="*/ 0 w 98"/>
                  <a:gd name="T69" fmla="*/ 0 h 195"/>
                  <a:gd name="T70" fmla="*/ 0 w 98"/>
                  <a:gd name="T71" fmla="*/ 0 h 195"/>
                  <a:gd name="T72" fmla="*/ 0 w 98"/>
                  <a:gd name="T73" fmla="*/ 0 h 195"/>
                  <a:gd name="T74" fmla="*/ 0 w 98"/>
                  <a:gd name="T75" fmla="*/ 0 h 195"/>
                  <a:gd name="T76" fmla="*/ 0 w 98"/>
                  <a:gd name="T77" fmla="*/ 0 h 195"/>
                  <a:gd name="T78" fmla="*/ 0 w 98"/>
                  <a:gd name="T79" fmla="*/ 0 h 195"/>
                  <a:gd name="T80" fmla="*/ 0 w 98"/>
                  <a:gd name="T81" fmla="*/ 0 h 195"/>
                  <a:gd name="T82" fmla="*/ 0 w 98"/>
                  <a:gd name="T83" fmla="*/ 0 h 195"/>
                  <a:gd name="T84" fmla="*/ 0 w 98"/>
                  <a:gd name="T85" fmla="*/ 0 h 195"/>
                  <a:gd name="T86" fmla="*/ 0 w 98"/>
                  <a:gd name="T87" fmla="*/ 0 h 195"/>
                  <a:gd name="T88" fmla="*/ 0 w 98"/>
                  <a:gd name="T89" fmla="*/ 0 h 195"/>
                  <a:gd name="T90" fmla="*/ 0 w 98"/>
                  <a:gd name="T91" fmla="*/ 0 h 195"/>
                  <a:gd name="T92" fmla="*/ 0 w 98"/>
                  <a:gd name="T93" fmla="*/ 0 h 195"/>
                  <a:gd name="T94" fmla="*/ 0 w 98"/>
                  <a:gd name="T95" fmla="*/ 0 h 195"/>
                  <a:gd name="T96" fmla="*/ 0 w 98"/>
                  <a:gd name="T97" fmla="*/ 0 h 195"/>
                  <a:gd name="T98" fmla="*/ 0 w 98"/>
                  <a:gd name="T99" fmla="*/ 0 h 195"/>
                  <a:gd name="T100" fmla="*/ 0 w 98"/>
                  <a:gd name="T101" fmla="*/ 0 h 195"/>
                  <a:gd name="T102" fmla="*/ 0 w 98"/>
                  <a:gd name="T103" fmla="*/ 0 h 195"/>
                  <a:gd name="T104" fmla="*/ 0 w 98"/>
                  <a:gd name="T105" fmla="*/ 0 h 195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w 98"/>
                  <a:gd name="T160" fmla="*/ 0 h 195"/>
                  <a:gd name="T161" fmla="*/ 98 w 98"/>
                  <a:gd name="T162" fmla="*/ 195 h 195"/>
                </a:gdLst>
                <a:ahLst/>
                <a:cxnLst>
                  <a:cxn ang="T106">
                    <a:pos x="T0" y="T1"/>
                  </a:cxn>
                  <a:cxn ang="T107">
                    <a:pos x="T2" y="T3"/>
                  </a:cxn>
                  <a:cxn ang="T108">
                    <a:pos x="T4" y="T5"/>
                  </a:cxn>
                  <a:cxn ang="T109">
                    <a:pos x="T6" y="T7"/>
                  </a:cxn>
                  <a:cxn ang="T110">
                    <a:pos x="T8" y="T9"/>
                  </a:cxn>
                  <a:cxn ang="T111">
                    <a:pos x="T10" y="T11"/>
                  </a:cxn>
                  <a:cxn ang="T112">
                    <a:pos x="T12" y="T13"/>
                  </a:cxn>
                  <a:cxn ang="T113">
                    <a:pos x="T14" y="T15"/>
                  </a:cxn>
                  <a:cxn ang="T114">
                    <a:pos x="T16" y="T17"/>
                  </a:cxn>
                  <a:cxn ang="T115">
                    <a:pos x="T18" y="T19"/>
                  </a:cxn>
                  <a:cxn ang="T116">
                    <a:pos x="T20" y="T21"/>
                  </a:cxn>
                  <a:cxn ang="T117">
                    <a:pos x="T22" y="T23"/>
                  </a:cxn>
                  <a:cxn ang="T118">
                    <a:pos x="T24" y="T25"/>
                  </a:cxn>
                  <a:cxn ang="T119">
                    <a:pos x="T26" y="T27"/>
                  </a:cxn>
                  <a:cxn ang="T120">
                    <a:pos x="T28" y="T29"/>
                  </a:cxn>
                  <a:cxn ang="T121">
                    <a:pos x="T30" y="T31"/>
                  </a:cxn>
                  <a:cxn ang="T122">
                    <a:pos x="T32" y="T33"/>
                  </a:cxn>
                  <a:cxn ang="T123">
                    <a:pos x="T34" y="T35"/>
                  </a:cxn>
                  <a:cxn ang="T124">
                    <a:pos x="T36" y="T37"/>
                  </a:cxn>
                  <a:cxn ang="T125">
                    <a:pos x="T38" y="T39"/>
                  </a:cxn>
                  <a:cxn ang="T126">
                    <a:pos x="T40" y="T41"/>
                  </a:cxn>
                  <a:cxn ang="T127">
                    <a:pos x="T42" y="T43"/>
                  </a:cxn>
                  <a:cxn ang="T128">
                    <a:pos x="T44" y="T45"/>
                  </a:cxn>
                  <a:cxn ang="T129">
                    <a:pos x="T46" y="T47"/>
                  </a:cxn>
                  <a:cxn ang="T130">
                    <a:pos x="T48" y="T49"/>
                  </a:cxn>
                  <a:cxn ang="T131">
                    <a:pos x="T50" y="T51"/>
                  </a:cxn>
                  <a:cxn ang="T132">
                    <a:pos x="T52" y="T53"/>
                  </a:cxn>
                  <a:cxn ang="T133">
                    <a:pos x="T54" y="T55"/>
                  </a:cxn>
                  <a:cxn ang="T134">
                    <a:pos x="T56" y="T57"/>
                  </a:cxn>
                  <a:cxn ang="T135">
                    <a:pos x="T58" y="T59"/>
                  </a:cxn>
                  <a:cxn ang="T136">
                    <a:pos x="T60" y="T61"/>
                  </a:cxn>
                  <a:cxn ang="T137">
                    <a:pos x="T62" y="T63"/>
                  </a:cxn>
                  <a:cxn ang="T138">
                    <a:pos x="T64" y="T65"/>
                  </a:cxn>
                  <a:cxn ang="T139">
                    <a:pos x="T66" y="T67"/>
                  </a:cxn>
                  <a:cxn ang="T140">
                    <a:pos x="T68" y="T69"/>
                  </a:cxn>
                  <a:cxn ang="T141">
                    <a:pos x="T70" y="T71"/>
                  </a:cxn>
                  <a:cxn ang="T142">
                    <a:pos x="T72" y="T73"/>
                  </a:cxn>
                  <a:cxn ang="T143">
                    <a:pos x="T74" y="T75"/>
                  </a:cxn>
                  <a:cxn ang="T144">
                    <a:pos x="T76" y="T77"/>
                  </a:cxn>
                  <a:cxn ang="T145">
                    <a:pos x="T78" y="T79"/>
                  </a:cxn>
                  <a:cxn ang="T146">
                    <a:pos x="T80" y="T81"/>
                  </a:cxn>
                  <a:cxn ang="T147">
                    <a:pos x="T82" y="T83"/>
                  </a:cxn>
                  <a:cxn ang="T148">
                    <a:pos x="T84" y="T85"/>
                  </a:cxn>
                  <a:cxn ang="T149">
                    <a:pos x="T86" y="T87"/>
                  </a:cxn>
                  <a:cxn ang="T150">
                    <a:pos x="T88" y="T89"/>
                  </a:cxn>
                  <a:cxn ang="T151">
                    <a:pos x="T90" y="T91"/>
                  </a:cxn>
                  <a:cxn ang="T152">
                    <a:pos x="T92" y="T93"/>
                  </a:cxn>
                  <a:cxn ang="T153">
                    <a:pos x="T94" y="T95"/>
                  </a:cxn>
                  <a:cxn ang="T154">
                    <a:pos x="T96" y="T97"/>
                  </a:cxn>
                  <a:cxn ang="T155">
                    <a:pos x="T98" y="T99"/>
                  </a:cxn>
                  <a:cxn ang="T156">
                    <a:pos x="T100" y="T101"/>
                  </a:cxn>
                  <a:cxn ang="T157">
                    <a:pos x="T102" y="T103"/>
                  </a:cxn>
                  <a:cxn ang="T158">
                    <a:pos x="T104" y="T105"/>
                  </a:cxn>
                </a:cxnLst>
                <a:rect l="T159" t="T160" r="T161" b="T162"/>
                <a:pathLst>
                  <a:path w="98" h="195">
                    <a:moveTo>
                      <a:pt x="98" y="14"/>
                    </a:moveTo>
                    <a:lnTo>
                      <a:pt x="98" y="5"/>
                    </a:lnTo>
                    <a:lnTo>
                      <a:pt x="93" y="0"/>
                    </a:lnTo>
                    <a:lnTo>
                      <a:pt x="85" y="0"/>
                    </a:lnTo>
                    <a:lnTo>
                      <a:pt x="80" y="7"/>
                    </a:lnTo>
                    <a:lnTo>
                      <a:pt x="75" y="19"/>
                    </a:lnTo>
                    <a:lnTo>
                      <a:pt x="75" y="33"/>
                    </a:lnTo>
                    <a:lnTo>
                      <a:pt x="75" y="39"/>
                    </a:lnTo>
                    <a:lnTo>
                      <a:pt x="75" y="46"/>
                    </a:lnTo>
                    <a:lnTo>
                      <a:pt x="75" y="52"/>
                    </a:lnTo>
                    <a:lnTo>
                      <a:pt x="77" y="60"/>
                    </a:lnTo>
                    <a:lnTo>
                      <a:pt x="72" y="71"/>
                    </a:lnTo>
                    <a:lnTo>
                      <a:pt x="70" y="85"/>
                    </a:lnTo>
                    <a:lnTo>
                      <a:pt x="70" y="97"/>
                    </a:lnTo>
                    <a:lnTo>
                      <a:pt x="73" y="111"/>
                    </a:lnTo>
                    <a:lnTo>
                      <a:pt x="74" y="123"/>
                    </a:lnTo>
                    <a:lnTo>
                      <a:pt x="74" y="137"/>
                    </a:lnTo>
                    <a:lnTo>
                      <a:pt x="73" y="150"/>
                    </a:lnTo>
                    <a:lnTo>
                      <a:pt x="69" y="164"/>
                    </a:lnTo>
                    <a:lnTo>
                      <a:pt x="64" y="165"/>
                    </a:lnTo>
                    <a:lnTo>
                      <a:pt x="60" y="166"/>
                    </a:lnTo>
                    <a:lnTo>
                      <a:pt x="51" y="170"/>
                    </a:lnTo>
                    <a:lnTo>
                      <a:pt x="43" y="176"/>
                    </a:lnTo>
                    <a:lnTo>
                      <a:pt x="37" y="175"/>
                    </a:lnTo>
                    <a:lnTo>
                      <a:pt x="31" y="175"/>
                    </a:lnTo>
                    <a:lnTo>
                      <a:pt x="23" y="174"/>
                    </a:lnTo>
                    <a:lnTo>
                      <a:pt x="17" y="175"/>
                    </a:lnTo>
                    <a:lnTo>
                      <a:pt x="10" y="175"/>
                    </a:lnTo>
                    <a:lnTo>
                      <a:pt x="5" y="176"/>
                    </a:lnTo>
                    <a:lnTo>
                      <a:pt x="0" y="180"/>
                    </a:lnTo>
                    <a:lnTo>
                      <a:pt x="0" y="186"/>
                    </a:lnTo>
                    <a:lnTo>
                      <a:pt x="2" y="192"/>
                    </a:lnTo>
                    <a:lnTo>
                      <a:pt x="11" y="195"/>
                    </a:lnTo>
                    <a:lnTo>
                      <a:pt x="29" y="194"/>
                    </a:lnTo>
                    <a:lnTo>
                      <a:pt x="48" y="191"/>
                    </a:lnTo>
                    <a:lnTo>
                      <a:pt x="63" y="186"/>
                    </a:lnTo>
                    <a:lnTo>
                      <a:pt x="78" y="180"/>
                    </a:lnTo>
                    <a:lnTo>
                      <a:pt x="88" y="170"/>
                    </a:lnTo>
                    <a:lnTo>
                      <a:pt x="95" y="158"/>
                    </a:lnTo>
                    <a:lnTo>
                      <a:pt x="98" y="140"/>
                    </a:lnTo>
                    <a:lnTo>
                      <a:pt x="96" y="121"/>
                    </a:lnTo>
                    <a:lnTo>
                      <a:pt x="94" y="107"/>
                    </a:lnTo>
                    <a:lnTo>
                      <a:pt x="93" y="96"/>
                    </a:lnTo>
                    <a:lnTo>
                      <a:pt x="93" y="83"/>
                    </a:lnTo>
                    <a:lnTo>
                      <a:pt x="93" y="71"/>
                    </a:lnTo>
                    <a:lnTo>
                      <a:pt x="94" y="65"/>
                    </a:lnTo>
                    <a:lnTo>
                      <a:pt x="95" y="59"/>
                    </a:lnTo>
                    <a:lnTo>
                      <a:pt x="95" y="51"/>
                    </a:lnTo>
                    <a:lnTo>
                      <a:pt x="95" y="44"/>
                    </a:lnTo>
                    <a:lnTo>
                      <a:pt x="94" y="35"/>
                    </a:lnTo>
                    <a:lnTo>
                      <a:pt x="94" y="26"/>
                    </a:lnTo>
                    <a:lnTo>
                      <a:pt x="95" y="19"/>
                    </a:lnTo>
                    <a:lnTo>
                      <a:pt x="98" y="1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6" name="Freeform 466">
                <a:extLst>
                  <a:ext uri="{FF2B5EF4-FFF2-40B4-BE49-F238E27FC236}">
                    <a16:creationId xmlns:a16="http://schemas.microsoft.com/office/drawing/2014/main" id="{AE1F77A9-24FB-5778-D7CA-3E0A0D0473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" y="1311"/>
                <a:ext cx="8" cy="59"/>
              </a:xfrm>
              <a:custGeom>
                <a:avLst/>
                <a:gdLst>
                  <a:gd name="T0" fmla="*/ 0 w 40"/>
                  <a:gd name="T1" fmla="*/ 0 h 291"/>
                  <a:gd name="T2" fmla="*/ 0 w 40"/>
                  <a:gd name="T3" fmla="*/ 0 h 291"/>
                  <a:gd name="T4" fmla="*/ 0 w 40"/>
                  <a:gd name="T5" fmla="*/ 0 h 291"/>
                  <a:gd name="T6" fmla="*/ 0 w 40"/>
                  <a:gd name="T7" fmla="*/ 0 h 291"/>
                  <a:gd name="T8" fmla="*/ 0 w 40"/>
                  <a:gd name="T9" fmla="*/ 0 h 291"/>
                  <a:gd name="T10" fmla="*/ 0 w 40"/>
                  <a:gd name="T11" fmla="*/ 0 h 291"/>
                  <a:gd name="T12" fmla="*/ 0 w 40"/>
                  <a:gd name="T13" fmla="*/ 0 h 291"/>
                  <a:gd name="T14" fmla="*/ 0 w 40"/>
                  <a:gd name="T15" fmla="*/ 0 h 291"/>
                  <a:gd name="T16" fmla="*/ 0 w 40"/>
                  <a:gd name="T17" fmla="*/ 0 h 291"/>
                  <a:gd name="T18" fmla="*/ 0 w 40"/>
                  <a:gd name="T19" fmla="*/ 0 h 291"/>
                  <a:gd name="T20" fmla="*/ 0 w 40"/>
                  <a:gd name="T21" fmla="*/ 0 h 291"/>
                  <a:gd name="T22" fmla="*/ 0 w 40"/>
                  <a:gd name="T23" fmla="*/ 0 h 291"/>
                  <a:gd name="T24" fmla="*/ 0 w 40"/>
                  <a:gd name="T25" fmla="*/ 0 h 291"/>
                  <a:gd name="T26" fmla="*/ 0 w 40"/>
                  <a:gd name="T27" fmla="*/ 0 h 291"/>
                  <a:gd name="T28" fmla="*/ 0 w 40"/>
                  <a:gd name="T29" fmla="*/ 0 h 291"/>
                  <a:gd name="T30" fmla="*/ 0 w 40"/>
                  <a:gd name="T31" fmla="*/ 0 h 291"/>
                  <a:gd name="T32" fmla="*/ 0 w 40"/>
                  <a:gd name="T33" fmla="*/ 0 h 291"/>
                  <a:gd name="T34" fmla="*/ 0 w 40"/>
                  <a:gd name="T35" fmla="*/ 0 h 291"/>
                  <a:gd name="T36" fmla="*/ 0 w 40"/>
                  <a:gd name="T37" fmla="*/ 0 h 291"/>
                  <a:gd name="T38" fmla="*/ 0 w 40"/>
                  <a:gd name="T39" fmla="*/ 0 h 291"/>
                  <a:gd name="T40" fmla="*/ 0 w 40"/>
                  <a:gd name="T41" fmla="*/ 0 h 291"/>
                  <a:gd name="T42" fmla="*/ 0 w 40"/>
                  <a:gd name="T43" fmla="*/ 0 h 291"/>
                  <a:gd name="T44" fmla="*/ 0 w 40"/>
                  <a:gd name="T45" fmla="*/ 0 h 291"/>
                  <a:gd name="T46" fmla="*/ 0 w 40"/>
                  <a:gd name="T47" fmla="*/ 0 h 291"/>
                  <a:gd name="T48" fmla="*/ 0 w 40"/>
                  <a:gd name="T49" fmla="*/ 0 h 291"/>
                  <a:gd name="T50" fmla="*/ 0 w 40"/>
                  <a:gd name="T51" fmla="*/ 0 h 291"/>
                  <a:gd name="T52" fmla="*/ 0 w 40"/>
                  <a:gd name="T53" fmla="*/ 0 h 291"/>
                  <a:gd name="T54" fmla="*/ 0 w 40"/>
                  <a:gd name="T55" fmla="*/ 0 h 291"/>
                  <a:gd name="T56" fmla="*/ 0 w 40"/>
                  <a:gd name="T57" fmla="*/ 0 h 291"/>
                  <a:gd name="T58" fmla="*/ 0 w 40"/>
                  <a:gd name="T59" fmla="*/ 0 h 291"/>
                  <a:gd name="T60" fmla="*/ 0 w 40"/>
                  <a:gd name="T61" fmla="*/ 0 h 291"/>
                  <a:gd name="T62" fmla="*/ 0 w 40"/>
                  <a:gd name="T63" fmla="*/ 0 h 291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0"/>
                  <a:gd name="T97" fmla="*/ 0 h 291"/>
                  <a:gd name="T98" fmla="*/ 40 w 40"/>
                  <a:gd name="T99" fmla="*/ 291 h 291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0" h="291">
                    <a:moveTo>
                      <a:pt x="30" y="43"/>
                    </a:moveTo>
                    <a:lnTo>
                      <a:pt x="33" y="40"/>
                    </a:lnTo>
                    <a:lnTo>
                      <a:pt x="38" y="36"/>
                    </a:lnTo>
                    <a:lnTo>
                      <a:pt x="38" y="30"/>
                    </a:lnTo>
                    <a:lnTo>
                      <a:pt x="40" y="24"/>
                    </a:lnTo>
                    <a:lnTo>
                      <a:pt x="38" y="17"/>
                    </a:lnTo>
                    <a:lnTo>
                      <a:pt x="36" y="10"/>
                    </a:lnTo>
                    <a:lnTo>
                      <a:pt x="32" y="5"/>
                    </a:lnTo>
                    <a:lnTo>
                      <a:pt x="29" y="3"/>
                    </a:lnTo>
                    <a:lnTo>
                      <a:pt x="17" y="0"/>
                    </a:lnTo>
                    <a:lnTo>
                      <a:pt x="10" y="3"/>
                    </a:lnTo>
                    <a:lnTo>
                      <a:pt x="5" y="7"/>
                    </a:lnTo>
                    <a:lnTo>
                      <a:pt x="3" y="14"/>
                    </a:lnTo>
                    <a:lnTo>
                      <a:pt x="0" y="22"/>
                    </a:lnTo>
                    <a:lnTo>
                      <a:pt x="0" y="29"/>
                    </a:lnTo>
                    <a:lnTo>
                      <a:pt x="3" y="35"/>
                    </a:lnTo>
                    <a:lnTo>
                      <a:pt x="6" y="43"/>
                    </a:lnTo>
                    <a:lnTo>
                      <a:pt x="5" y="51"/>
                    </a:lnTo>
                    <a:lnTo>
                      <a:pt x="5" y="61"/>
                    </a:lnTo>
                    <a:lnTo>
                      <a:pt x="5" y="71"/>
                    </a:lnTo>
                    <a:lnTo>
                      <a:pt x="5" y="81"/>
                    </a:lnTo>
                    <a:lnTo>
                      <a:pt x="5" y="91"/>
                    </a:lnTo>
                    <a:lnTo>
                      <a:pt x="5" y="101"/>
                    </a:lnTo>
                    <a:lnTo>
                      <a:pt x="5" y="111"/>
                    </a:lnTo>
                    <a:lnTo>
                      <a:pt x="6" y="121"/>
                    </a:lnTo>
                    <a:lnTo>
                      <a:pt x="3" y="126"/>
                    </a:lnTo>
                    <a:lnTo>
                      <a:pt x="1" y="134"/>
                    </a:lnTo>
                    <a:lnTo>
                      <a:pt x="0" y="144"/>
                    </a:lnTo>
                    <a:lnTo>
                      <a:pt x="0" y="155"/>
                    </a:lnTo>
                    <a:lnTo>
                      <a:pt x="0" y="165"/>
                    </a:lnTo>
                    <a:lnTo>
                      <a:pt x="1" y="176"/>
                    </a:lnTo>
                    <a:lnTo>
                      <a:pt x="3" y="185"/>
                    </a:lnTo>
                    <a:lnTo>
                      <a:pt x="6" y="192"/>
                    </a:lnTo>
                    <a:lnTo>
                      <a:pt x="5" y="204"/>
                    </a:lnTo>
                    <a:lnTo>
                      <a:pt x="5" y="215"/>
                    </a:lnTo>
                    <a:lnTo>
                      <a:pt x="5" y="226"/>
                    </a:lnTo>
                    <a:lnTo>
                      <a:pt x="6" y="237"/>
                    </a:lnTo>
                    <a:lnTo>
                      <a:pt x="6" y="248"/>
                    </a:lnTo>
                    <a:lnTo>
                      <a:pt x="7" y="259"/>
                    </a:lnTo>
                    <a:lnTo>
                      <a:pt x="7" y="270"/>
                    </a:lnTo>
                    <a:lnTo>
                      <a:pt x="9" y="283"/>
                    </a:lnTo>
                    <a:lnTo>
                      <a:pt x="11" y="289"/>
                    </a:lnTo>
                    <a:lnTo>
                      <a:pt x="19" y="291"/>
                    </a:lnTo>
                    <a:lnTo>
                      <a:pt x="26" y="289"/>
                    </a:lnTo>
                    <a:lnTo>
                      <a:pt x="30" y="283"/>
                    </a:lnTo>
                    <a:lnTo>
                      <a:pt x="29" y="263"/>
                    </a:lnTo>
                    <a:lnTo>
                      <a:pt x="27" y="243"/>
                    </a:lnTo>
                    <a:lnTo>
                      <a:pt x="26" y="225"/>
                    </a:lnTo>
                    <a:lnTo>
                      <a:pt x="26" y="206"/>
                    </a:lnTo>
                    <a:lnTo>
                      <a:pt x="24" y="187"/>
                    </a:lnTo>
                    <a:lnTo>
                      <a:pt x="22" y="169"/>
                    </a:lnTo>
                    <a:lnTo>
                      <a:pt x="22" y="150"/>
                    </a:lnTo>
                    <a:lnTo>
                      <a:pt x="22" y="132"/>
                    </a:lnTo>
                    <a:lnTo>
                      <a:pt x="24" y="124"/>
                    </a:lnTo>
                    <a:lnTo>
                      <a:pt x="25" y="117"/>
                    </a:lnTo>
                    <a:lnTo>
                      <a:pt x="25" y="107"/>
                    </a:lnTo>
                    <a:lnTo>
                      <a:pt x="26" y="98"/>
                    </a:lnTo>
                    <a:lnTo>
                      <a:pt x="26" y="88"/>
                    </a:lnTo>
                    <a:lnTo>
                      <a:pt x="26" y="80"/>
                    </a:lnTo>
                    <a:lnTo>
                      <a:pt x="26" y="72"/>
                    </a:lnTo>
                    <a:lnTo>
                      <a:pt x="26" y="67"/>
                    </a:lnTo>
                    <a:lnTo>
                      <a:pt x="26" y="55"/>
                    </a:lnTo>
                    <a:lnTo>
                      <a:pt x="26" y="43"/>
                    </a:lnTo>
                    <a:lnTo>
                      <a:pt x="29" y="43"/>
                    </a:lnTo>
                    <a:lnTo>
                      <a:pt x="30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7" name="Freeform 467">
                <a:extLst>
                  <a:ext uri="{FF2B5EF4-FFF2-40B4-BE49-F238E27FC236}">
                    <a16:creationId xmlns:a16="http://schemas.microsoft.com/office/drawing/2014/main" id="{49B10452-D799-FE7C-FBB2-5B9B68E12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" y="1331"/>
                <a:ext cx="31" cy="7"/>
              </a:xfrm>
              <a:custGeom>
                <a:avLst/>
                <a:gdLst>
                  <a:gd name="T0" fmla="*/ 0 w 154"/>
                  <a:gd name="T1" fmla="*/ 0 h 32"/>
                  <a:gd name="T2" fmla="*/ 0 w 154"/>
                  <a:gd name="T3" fmla="*/ 0 h 32"/>
                  <a:gd name="T4" fmla="*/ 0 w 154"/>
                  <a:gd name="T5" fmla="*/ 0 h 32"/>
                  <a:gd name="T6" fmla="*/ 0 w 154"/>
                  <a:gd name="T7" fmla="*/ 0 h 32"/>
                  <a:gd name="T8" fmla="*/ 0 w 154"/>
                  <a:gd name="T9" fmla="*/ 0 h 32"/>
                  <a:gd name="T10" fmla="*/ 0 w 154"/>
                  <a:gd name="T11" fmla="*/ 0 h 32"/>
                  <a:gd name="T12" fmla="*/ 0 w 154"/>
                  <a:gd name="T13" fmla="*/ 0 h 32"/>
                  <a:gd name="T14" fmla="*/ 0 w 154"/>
                  <a:gd name="T15" fmla="*/ 0 h 32"/>
                  <a:gd name="T16" fmla="*/ 0 w 154"/>
                  <a:gd name="T17" fmla="*/ 0 h 32"/>
                  <a:gd name="T18" fmla="*/ 0 w 154"/>
                  <a:gd name="T19" fmla="*/ 0 h 32"/>
                  <a:gd name="T20" fmla="*/ 0 w 154"/>
                  <a:gd name="T21" fmla="*/ 0 h 32"/>
                  <a:gd name="T22" fmla="*/ 0 w 154"/>
                  <a:gd name="T23" fmla="*/ 0 h 32"/>
                  <a:gd name="T24" fmla="*/ 0 w 154"/>
                  <a:gd name="T25" fmla="*/ 0 h 32"/>
                  <a:gd name="T26" fmla="*/ 0 w 154"/>
                  <a:gd name="T27" fmla="*/ 0 h 32"/>
                  <a:gd name="T28" fmla="*/ 0 w 154"/>
                  <a:gd name="T29" fmla="*/ 0 h 32"/>
                  <a:gd name="T30" fmla="*/ 0 w 154"/>
                  <a:gd name="T31" fmla="*/ 0 h 32"/>
                  <a:gd name="T32" fmla="*/ 0 w 154"/>
                  <a:gd name="T33" fmla="*/ 0 h 32"/>
                  <a:gd name="T34" fmla="*/ 0 w 154"/>
                  <a:gd name="T35" fmla="*/ 0 h 32"/>
                  <a:gd name="T36" fmla="*/ 0 w 154"/>
                  <a:gd name="T37" fmla="*/ 0 h 32"/>
                  <a:gd name="T38" fmla="*/ 0 w 154"/>
                  <a:gd name="T39" fmla="*/ 0 h 32"/>
                  <a:gd name="T40" fmla="*/ 0 w 154"/>
                  <a:gd name="T41" fmla="*/ 0 h 32"/>
                  <a:gd name="T42" fmla="*/ 0 w 154"/>
                  <a:gd name="T43" fmla="*/ 0 h 32"/>
                  <a:gd name="T44" fmla="*/ 0 w 154"/>
                  <a:gd name="T45" fmla="*/ 0 h 32"/>
                  <a:gd name="T46" fmla="*/ 0 w 154"/>
                  <a:gd name="T47" fmla="*/ 0 h 32"/>
                  <a:gd name="T48" fmla="*/ 0 w 154"/>
                  <a:gd name="T49" fmla="*/ 0 h 32"/>
                  <a:gd name="T50" fmla="*/ 0 w 154"/>
                  <a:gd name="T51" fmla="*/ 0 h 32"/>
                  <a:gd name="T52" fmla="*/ 0 w 154"/>
                  <a:gd name="T53" fmla="*/ 0 h 32"/>
                  <a:gd name="T54" fmla="*/ 0 w 154"/>
                  <a:gd name="T55" fmla="*/ 0 h 32"/>
                  <a:gd name="T56" fmla="*/ 0 w 154"/>
                  <a:gd name="T57" fmla="*/ 0 h 32"/>
                  <a:gd name="T58" fmla="*/ 0 w 154"/>
                  <a:gd name="T59" fmla="*/ 0 h 32"/>
                  <a:gd name="T60" fmla="*/ 0 w 154"/>
                  <a:gd name="T61" fmla="*/ 0 h 32"/>
                  <a:gd name="T62" fmla="*/ 0 w 154"/>
                  <a:gd name="T63" fmla="*/ 0 h 32"/>
                  <a:gd name="T64" fmla="*/ 0 w 154"/>
                  <a:gd name="T65" fmla="*/ 0 h 32"/>
                  <a:gd name="T66" fmla="*/ 0 w 154"/>
                  <a:gd name="T67" fmla="*/ 0 h 32"/>
                  <a:gd name="T68" fmla="*/ 0 w 154"/>
                  <a:gd name="T69" fmla="*/ 0 h 3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54"/>
                  <a:gd name="T106" fmla="*/ 0 h 32"/>
                  <a:gd name="T107" fmla="*/ 154 w 154"/>
                  <a:gd name="T108" fmla="*/ 32 h 32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54" h="32">
                    <a:moveTo>
                      <a:pt x="11" y="32"/>
                    </a:moveTo>
                    <a:lnTo>
                      <a:pt x="18" y="29"/>
                    </a:lnTo>
                    <a:lnTo>
                      <a:pt x="29" y="28"/>
                    </a:lnTo>
                    <a:lnTo>
                      <a:pt x="39" y="24"/>
                    </a:lnTo>
                    <a:lnTo>
                      <a:pt x="47" y="22"/>
                    </a:lnTo>
                    <a:lnTo>
                      <a:pt x="57" y="22"/>
                    </a:lnTo>
                    <a:lnTo>
                      <a:pt x="71" y="23"/>
                    </a:lnTo>
                    <a:lnTo>
                      <a:pt x="82" y="22"/>
                    </a:lnTo>
                    <a:lnTo>
                      <a:pt x="94" y="19"/>
                    </a:lnTo>
                    <a:lnTo>
                      <a:pt x="98" y="19"/>
                    </a:lnTo>
                    <a:lnTo>
                      <a:pt x="107" y="21"/>
                    </a:lnTo>
                    <a:lnTo>
                      <a:pt x="117" y="21"/>
                    </a:lnTo>
                    <a:lnTo>
                      <a:pt x="128" y="23"/>
                    </a:lnTo>
                    <a:lnTo>
                      <a:pt x="138" y="22"/>
                    </a:lnTo>
                    <a:lnTo>
                      <a:pt x="146" y="22"/>
                    </a:lnTo>
                    <a:lnTo>
                      <a:pt x="151" y="18"/>
                    </a:lnTo>
                    <a:lnTo>
                      <a:pt x="154" y="13"/>
                    </a:lnTo>
                    <a:lnTo>
                      <a:pt x="149" y="7"/>
                    </a:lnTo>
                    <a:lnTo>
                      <a:pt x="143" y="3"/>
                    </a:lnTo>
                    <a:lnTo>
                      <a:pt x="132" y="1"/>
                    </a:lnTo>
                    <a:lnTo>
                      <a:pt x="122" y="1"/>
                    </a:lnTo>
                    <a:lnTo>
                      <a:pt x="109" y="0"/>
                    </a:lnTo>
                    <a:lnTo>
                      <a:pt x="99" y="1"/>
                    </a:lnTo>
                    <a:lnTo>
                      <a:pt x="89" y="1"/>
                    </a:lnTo>
                    <a:lnTo>
                      <a:pt x="84" y="3"/>
                    </a:lnTo>
                    <a:lnTo>
                      <a:pt x="77" y="2"/>
                    </a:lnTo>
                    <a:lnTo>
                      <a:pt x="67" y="2"/>
                    </a:lnTo>
                    <a:lnTo>
                      <a:pt x="52" y="2"/>
                    </a:lnTo>
                    <a:lnTo>
                      <a:pt x="39" y="3"/>
                    </a:lnTo>
                    <a:lnTo>
                      <a:pt x="24" y="5"/>
                    </a:lnTo>
                    <a:lnTo>
                      <a:pt x="11" y="8"/>
                    </a:lnTo>
                    <a:lnTo>
                      <a:pt x="3" y="12"/>
                    </a:lnTo>
                    <a:lnTo>
                      <a:pt x="0" y="21"/>
                    </a:lnTo>
                    <a:lnTo>
                      <a:pt x="3" y="28"/>
                    </a:lnTo>
                    <a:lnTo>
                      <a:pt x="11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8" name="Freeform 468">
                <a:extLst>
                  <a:ext uri="{FF2B5EF4-FFF2-40B4-BE49-F238E27FC236}">
                    <a16:creationId xmlns:a16="http://schemas.microsoft.com/office/drawing/2014/main" id="{64E37DF1-C041-C896-1010-555A8FC965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7" y="1334"/>
                <a:ext cx="6" cy="17"/>
              </a:xfrm>
              <a:custGeom>
                <a:avLst/>
                <a:gdLst>
                  <a:gd name="T0" fmla="*/ 0 w 30"/>
                  <a:gd name="T1" fmla="*/ 0 h 84"/>
                  <a:gd name="T2" fmla="*/ 0 w 30"/>
                  <a:gd name="T3" fmla="*/ 0 h 84"/>
                  <a:gd name="T4" fmla="*/ 0 w 30"/>
                  <a:gd name="T5" fmla="*/ 0 h 84"/>
                  <a:gd name="T6" fmla="*/ 0 w 30"/>
                  <a:gd name="T7" fmla="*/ 0 h 84"/>
                  <a:gd name="T8" fmla="*/ 0 w 30"/>
                  <a:gd name="T9" fmla="*/ 0 h 84"/>
                  <a:gd name="T10" fmla="*/ 0 w 30"/>
                  <a:gd name="T11" fmla="*/ 0 h 84"/>
                  <a:gd name="T12" fmla="*/ 0 w 30"/>
                  <a:gd name="T13" fmla="*/ 0 h 84"/>
                  <a:gd name="T14" fmla="*/ 0 w 30"/>
                  <a:gd name="T15" fmla="*/ 0 h 84"/>
                  <a:gd name="T16" fmla="*/ 0 w 30"/>
                  <a:gd name="T17" fmla="*/ 0 h 84"/>
                  <a:gd name="T18" fmla="*/ 0 w 30"/>
                  <a:gd name="T19" fmla="*/ 0 h 84"/>
                  <a:gd name="T20" fmla="*/ 0 w 30"/>
                  <a:gd name="T21" fmla="*/ 0 h 84"/>
                  <a:gd name="T22" fmla="*/ 0 w 30"/>
                  <a:gd name="T23" fmla="*/ 0 h 84"/>
                  <a:gd name="T24" fmla="*/ 0 w 30"/>
                  <a:gd name="T25" fmla="*/ 0 h 84"/>
                  <a:gd name="T26" fmla="*/ 0 w 30"/>
                  <a:gd name="T27" fmla="*/ 0 h 84"/>
                  <a:gd name="T28" fmla="*/ 0 w 30"/>
                  <a:gd name="T29" fmla="*/ 0 h 84"/>
                  <a:gd name="T30" fmla="*/ 0 w 30"/>
                  <a:gd name="T31" fmla="*/ 0 h 84"/>
                  <a:gd name="T32" fmla="*/ 0 w 30"/>
                  <a:gd name="T33" fmla="*/ 0 h 84"/>
                  <a:gd name="T34" fmla="*/ 0 w 30"/>
                  <a:gd name="T35" fmla="*/ 0 h 84"/>
                  <a:gd name="T36" fmla="*/ 0 w 30"/>
                  <a:gd name="T37" fmla="*/ 0 h 84"/>
                  <a:gd name="T38" fmla="*/ 0 w 30"/>
                  <a:gd name="T39" fmla="*/ 0 h 84"/>
                  <a:gd name="T40" fmla="*/ 0 w 30"/>
                  <a:gd name="T41" fmla="*/ 0 h 84"/>
                  <a:gd name="T42" fmla="*/ 0 w 30"/>
                  <a:gd name="T43" fmla="*/ 0 h 84"/>
                  <a:gd name="T44" fmla="*/ 0 w 30"/>
                  <a:gd name="T45" fmla="*/ 0 h 84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0"/>
                  <a:gd name="T70" fmla="*/ 0 h 84"/>
                  <a:gd name="T71" fmla="*/ 30 w 30"/>
                  <a:gd name="T72" fmla="*/ 84 h 84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0" h="84">
                    <a:moveTo>
                      <a:pt x="0" y="84"/>
                    </a:moveTo>
                    <a:lnTo>
                      <a:pt x="0" y="84"/>
                    </a:lnTo>
                    <a:lnTo>
                      <a:pt x="2" y="82"/>
                    </a:lnTo>
                    <a:lnTo>
                      <a:pt x="0" y="83"/>
                    </a:lnTo>
                    <a:lnTo>
                      <a:pt x="0" y="84"/>
                    </a:lnTo>
                    <a:lnTo>
                      <a:pt x="0" y="47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0" y="8"/>
                    </a:lnTo>
                    <a:lnTo>
                      <a:pt x="8" y="1"/>
                    </a:lnTo>
                    <a:lnTo>
                      <a:pt x="18" y="0"/>
                    </a:lnTo>
                    <a:lnTo>
                      <a:pt x="25" y="3"/>
                    </a:lnTo>
                    <a:lnTo>
                      <a:pt x="30" y="11"/>
                    </a:lnTo>
                    <a:lnTo>
                      <a:pt x="28" y="19"/>
                    </a:lnTo>
                    <a:lnTo>
                      <a:pt x="22" y="22"/>
                    </a:lnTo>
                    <a:lnTo>
                      <a:pt x="14" y="24"/>
                    </a:lnTo>
                    <a:lnTo>
                      <a:pt x="10" y="30"/>
                    </a:lnTo>
                    <a:lnTo>
                      <a:pt x="8" y="37"/>
                    </a:lnTo>
                    <a:lnTo>
                      <a:pt x="8" y="48"/>
                    </a:lnTo>
                    <a:lnTo>
                      <a:pt x="7" y="58"/>
                    </a:lnTo>
                    <a:lnTo>
                      <a:pt x="5" y="70"/>
                    </a:lnTo>
                    <a:lnTo>
                      <a:pt x="3" y="77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19" name="Freeform 469">
                <a:extLst>
                  <a:ext uri="{FF2B5EF4-FFF2-40B4-BE49-F238E27FC236}">
                    <a16:creationId xmlns:a16="http://schemas.microsoft.com/office/drawing/2014/main" id="{F01AB145-0525-E75E-5A57-B9E367AD252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6" y="1336"/>
                <a:ext cx="1" cy="15"/>
              </a:xfrm>
              <a:custGeom>
                <a:avLst/>
                <a:gdLst>
                  <a:gd name="T0" fmla="*/ 0 w 2"/>
                  <a:gd name="T1" fmla="*/ 0 h 76"/>
                  <a:gd name="T2" fmla="*/ 1 w 2"/>
                  <a:gd name="T3" fmla="*/ 0 h 76"/>
                  <a:gd name="T4" fmla="*/ 1 w 2"/>
                  <a:gd name="T5" fmla="*/ 0 h 76"/>
                  <a:gd name="T6" fmla="*/ 0 w 2"/>
                  <a:gd name="T7" fmla="*/ 0 h 76"/>
                  <a:gd name="T8" fmla="*/ 0 w 2"/>
                  <a:gd name="T9" fmla="*/ 0 h 76"/>
                  <a:gd name="T10" fmla="*/ 0 w 2"/>
                  <a:gd name="T11" fmla="*/ 0 h 76"/>
                  <a:gd name="T12" fmla="*/ 0 w 2"/>
                  <a:gd name="T13" fmla="*/ 0 h 76"/>
                  <a:gd name="T14" fmla="*/ 1 w 2"/>
                  <a:gd name="T15" fmla="*/ 0 h 76"/>
                  <a:gd name="T16" fmla="*/ 1 w 2"/>
                  <a:gd name="T17" fmla="*/ 0 h 76"/>
                  <a:gd name="T18" fmla="*/ 0 w 2"/>
                  <a:gd name="T19" fmla="*/ 0 h 76"/>
                  <a:gd name="T20" fmla="*/ 0 w 2"/>
                  <a:gd name="T21" fmla="*/ 0 h 76"/>
                  <a:gd name="T22" fmla="*/ 1 w 2"/>
                  <a:gd name="T23" fmla="*/ 0 h 76"/>
                  <a:gd name="T24" fmla="*/ 0 w 2"/>
                  <a:gd name="T25" fmla="*/ 0 h 7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2"/>
                  <a:gd name="T40" fmla="*/ 0 h 76"/>
                  <a:gd name="T41" fmla="*/ 2 w 2"/>
                  <a:gd name="T42" fmla="*/ 76 h 7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2" h="76">
                    <a:moveTo>
                      <a:pt x="0" y="0"/>
                    </a:moveTo>
                    <a:lnTo>
                      <a:pt x="2" y="0"/>
                    </a:lnTo>
                    <a:lnTo>
                      <a:pt x="2" y="39"/>
                    </a:lnTo>
                    <a:lnTo>
                      <a:pt x="0" y="45"/>
                    </a:lnTo>
                    <a:lnTo>
                      <a:pt x="0" y="0"/>
                    </a:lnTo>
                    <a:close/>
                    <a:moveTo>
                      <a:pt x="0" y="45"/>
                    </a:moveTo>
                    <a:lnTo>
                      <a:pt x="0" y="76"/>
                    </a:lnTo>
                    <a:lnTo>
                      <a:pt x="2" y="76"/>
                    </a:lnTo>
                    <a:lnTo>
                      <a:pt x="2" y="39"/>
                    </a:lnTo>
                    <a:lnTo>
                      <a:pt x="0" y="45"/>
                    </a:lnTo>
                    <a:close/>
                    <a:moveTo>
                      <a:pt x="0" y="76"/>
                    </a:moveTo>
                    <a:lnTo>
                      <a:pt x="2" y="76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0" name="Freeform 470">
                <a:extLst>
                  <a:ext uri="{FF2B5EF4-FFF2-40B4-BE49-F238E27FC236}">
                    <a16:creationId xmlns:a16="http://schemas.microsoft.com/office/drawing/2014/main" id="{8F44F987-45D2-F8E3-9593-6E258CD7DB8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96" y="1336"/>
                <a:ext cx="1" cy="15"/>
              </a:xfrm>
              <a:custGeom>
                <a:avLst/>
                <a:gdLst>
                  <a:gd name="T0" fmla="*/ 0 w 1"/>
                  <a:gd name="T1" fmla="*/ 0 h 78"/>
                  <a:gd name="T2" fmla="*/ 1 w 1"/>
                  <a:gd name="T3" fmla="*/ 0 h 78"/>
                  <a:gd name="T4" fmla="*/ 1 w 1"/>
                  <a:gd name="T5" fmla="*/ 0 h 78"/>
                  <a:gd name="T6" fmla="*/ 0 w 1"/>
                  <a:gd name="T7" fmla="*/ 0 h 78"/>
                  <a:gd name="T8" fmla="*/ 0 w 1"/>
                  <a:gd name="T9" fmla="*/ 0 h 78"/>
                  <a:gd name="T10" fmla="*/ 1 w 1"/>
                  <a:gd name="T11" fmla="*/ 0 h 78"/>
                  <a:gd name="T12" fmla="*/ 1 w 1"/>
                  <a:gd name="T13" fmla="*/ 0 h 78"/>
                  <a:gd name="T14" fmla="*/ 0 w 1"/>
                  <a:gd name="T15" fmla="*/ 0 h 78"/>
                  <a:gd name="T16" fmla="*/ 0 w 1"/>
                  <a:gd name="T17" fmla="*/ 0 h 78"/>
                  <a:gd name="T18" fmla="*/ 0 w 1"/>
                  <a:gd name="T19" fmla="*/ 0 h 78"/>
                  <a:gd name="T20" fmla="*/ 1 w 1"/>
                  <a:gd name="T21" fmla="*/ 0 h 78"/>
                  <a:gd name="T22" fmla="*/ 1 w 1"/>
                  <a:gd name="T23" fmla="*/ 0 h 78"/>
                  <a:gd name="T24" fmla="*/ 0 w 1"/>
                  <a:gd name="T25" fmla="*/ 0 h 78"/>
                  <a:gd name="T26" fmla="*/ 0 w 1"/>
                  <a:gd name="T27" fmla="*/ 0 h 78"/>
                  <a:gd name="T28" fmla="*/ 1 w 1"/>
                  <a:gd name="T29" fmla="*/ 0 h 7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1"/>
                  <a:gd name="T46" fmla="*/ 0 h 78"/>
                  <a:gd name="T47" fmla="*/ 1 w 1"/>
                  <a:gd name="T48" fmla="*/ 78 h 7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1" h="78">
                    <a:moveTo>
                      <a:pt x="0" y="45"/>
                    </a:moveTo>
                    <a:lnTo>
                      <a:pt x="1" y="45"/>
                    </a:lnTo>
                    <a:lnTo>
                      <a:pt x="1" y="76"/>
                    </a:lnTo>
                    <a:lnTo>
                      <a:pt x="0" y="76"/>
                    </a:lnTo>
                    <a:lnTo>
                      <a:pt x="0" y="45"/>
                    </a:lnTo>
                    <a:close/>
                    <a:moveTo>
                      <a:pt x="1" y="45"/>
                    </a:moveTo>
                    <a:lnTo>
                      <a:pt x="1" y="0"/>
                    </a:lnTo>
                    <a:lnTo>
                      <a:pt x="0" y="0"/>
                    </a:lnTo>
                    <a:lnTo>
                      <a:pt x="0" y="1"/>
                    </a:lnTo>
                    <a:lnTo>
                      <a:pt x="0" y="45"/>
                    </a:lnTo>
                    <a:lnTo>
                      <a:pt x="1" y="45"/>
                    </a:lnTo>
                    <a:close/>
                    <a:moveTo>
                      <a:pt x="1" y="76"/>
                    </a:moveTo>
                    <a:lnTo>
                      <a:pt x="0" y="76"/>
                    </a:lnTo>
                    <a:lnTo>
                      <a:pt x="0" y="78"/>
                    </a:lnTo>
                    <a:lnTo>
                      <a:pt x="1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1" name="Freeform 471">
                <a:extLst>
                  <a:ext uri="{FF2B5EF4-FFF2-40B4-BE49-F238E27FC236}">
                    <a16:creationId xmlns:a16="http://schemas.microsoft.com/office/drawing/2014/main" id="{E7B758CE-5356-972E-3703-C831D22BEC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" y="1336"/>
                <a:ext cx="4" cy="16"/>
              </a:xfrm>
              <a:custGeom>
                <a:avLst/>
                <a:gdLst>
                  <a:gd name="T0" fmla="*/ 0 w 18"/>
                  <a:gd name="T1" fmla="*/ 0 h 79"/>
                  <a:gd name="T2" fmla="*/ 0 w 18"/>
                  <a:gd name="T3" fmla="*/ 0 h 79"/>
                  <a:gd name="T4" fmla="*/ 0 w 18"/>
                  <a:gd name="T5" fmla="*/ 0 h 79"/>
                  <a:gd name="T6" fmla="*/ 0 w 18"/>
                  <a:gd name="T7" fmla="*/ 0 h 79"/>
                  <a:gd name="T8" fmla="*/ 0 w 18"/>
                  <a:gd name="T9" fmla="*/ 0 h 79"/>
                  <a:gd name="T10" fmla="*/ 0 w 18"/>
                  <a:gd name="T11" fmla="*/ 0 h 79"/>
                  <a:gd name="T12" fmla="*/ 0 w 18"/>
                  <a:gd name="T13" fmla="*/ 0 h 79"/>
                  <a:gd name="T14" fmla="*/ 0 w 18"/>
                  <a:gd name="T15" fmla="*/ 0 h 79"/>
                  <a:gd name="T16" fmla="*/ 0 w 18"/>
                  <a:gd name="T17" fmla="*/ 0 h 79"/>
                  <a:gd name="T18" fmla="*/ 0 w 18"/>
                  <a:gd name="T19" fmla="*/ 0 h 79"/>
                  <a:gd name="T20" fmla="*/ 0 w 18"/>
                  <a:gd name="T21" fmla="*/ 0 h 79"/>
                  <a:gd name="T22" fmla="*/ 0 w 18"/>
                  <a:gd name="T23" fmla="*/ 0 h 79"/>
                  <a:gd name="T24" fmla="*/ 0 w 18"/>
                  <a:gd name="T25" fmla="*/ 0 h 79"/>
                  <a:gd name="T26" fmla="*/ 0 w 18"/>
                  <a:gd name="T27" fmla="*/ 0 h 79"/>
                  <a:gd name="T28" fmla="*/ 0 w 18"/>
                  <a:gd name="T29" fmla="*/ 0 h 79"/>
                  <a:gd name="T30" fmla="*/ 0 w 18"/>
                  <a:gd name="T31" fmla="*/ 0 h 79"/>
                  <a:gd name="T32" fmla="*/ 0 w 18"/>
                  <a:gd name="T33" fmla="*/ 0 h 79"/>
                  <a:gd name="T34" fmla="*/ 0 w 18"/>
                  <a:gd name="T35" fmla="*/ 0 h 79"/>
                  <a:gd name="T36" fmla="*/ 0 w 18"/>
                  <a:gd name="T37" fmla="*/ 0 h 79"/>
                  <a:gd name="T38" fmla="*/ 0 w 18"/>
                  <a:gd name="T39" fmla="*/ 0 h 79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18"/>
                  <a:gd name="T61" fmla="*/ 0 h 79"/>
                  <a:gd name="T62" fmla="*/ 18 w 18"/>
                  <a:gd name="T63" fmla="*/ 79 h 79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18" h="79">
                    <a:moveTo>
                      <a:pt x="18" y="44"/>
                    </a:moveTo>
                    <a:lnTo>
                      <a:pt x="18" y="44"/>
                    </a:lnTo>
                    <a:lnTo>
                      <a:pt x="18" y="75"/>
                    </a:lnTo>
                    <a:lnTo>
                      <a:pt x="14" y="78"/>
                    </a:lnTo>
                    <a:lnTo>
                      <a:pt x="10" y="79"/>
                    </a:lnTo>
                    <a:lnTo>
                      <a:pt x="3" y="77"/>
                    </a:lnTo>
                    <a:lnTo>
                      <a:pt x="0" y="70"/>
                    </a:lnTo>
                    <a:lnTo>
                      <a:pt x="0" y="64"/>
                    </a:lnTo>
                    <a:lnTo>
                      <a:pt x="5" y="61"/>
                    </a:lnTo>
                    <a:lnTo>
                      <a:pt x="5" y="56"/>
                    </a:lnTo>
                    <a:lnTo>
                      <a:pt x="5" y="49"/>
                    </a:lnTo>
                    <a:lnTo>
                      <a:pt x="7" y="42"/>
                    </a:lnTo>
                    <a:lnTo>
                      <a:pt x="9" y="35"/>
                    </a:lnTo>
                    <a:lnTo>
                      <a:pt x="9" y="26"/>
                    </a:lnTo>
                    <a:lnTo>
                      <a:pt x="12" y="18"/>
                    </a:lnTo>
                    <a:lnTo>
                      <a:pt x="12" y="12"/>
                    </a:lnTo>
                    <a:lnTo>
                      <a:pt x="14" y="11"/>
                    </a:lnTo>
                    <a:lnTo>
                      <a:pt x="15" y="5"/>
                    </a:lnTo>
                    <a:lnTo>
                      <a:pt x="18" y="0"/>
                    </a:lnTo>
                    <a:lnTo>
                      <a:pt x="18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2" name="Freeform 472">
                <a:extLst>
                  <a:ext uri="{FF2B5EF4-FFF2-40B4-BE49-F238E27FC236}">
                    <a16:creationId xmlns:a16="http://schemas.microsoft.com/office/drawing/2014/main" id="{324F5DF8-D2DB-B305-75F2-E9FC266A61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" y="1334"/>
                <a:ext cx="5" cy="4"/>
              </a:xfrm>
              <a:custGeom>
                <a:avLst/>
                <a:gdLst>
                  <a:gd name="T0" fmla="*/ 0 w 24"/>
                  <a:gd name="T1" fmla="*/ 0 h 22"/>
                  <a:gd name="T2" fmla="*/ 0 w 24"/>
                  <a:gd name="T3" fmla="*/ 0 h 22"/>
                  <a:gd name="T4" fmla="*/ 0 w 24"/>
                  <a:gd name="T5" fmla="*/ 0 h 22"/>
                  <a:gd name="T6" fmla="*/ 0 w 24"/>
                  <a:gd name="T7" fmla="*/ 0 h 22"/>
                  <a:gd name="T8" fmla="*/ 0 w 24"/>
                  <a:gd name="T9" fmla="*/ 0 h 22"/>
                  <a:gd name="T10" fmla="*/ 0 w 24"/>
                  <a:gd name="T11" fmla="*/ 0 h 22"/>
                  <a:gd name="T12" fmla="*/ 0 w 24"/>
                  <a:gd name="T13" fmla="*/ 0 h 22"/>
                  <a:gd name="T14" fmla="*/ 0 w 24"/>
                  <a:gd name="T15" fmla="*/ 0 h 22"/>
                  <a:gd name="T16" fmla="*/ 0 w 24"/>
                  <a:gd name="T17" fmla="*/ 0 h 2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4"/>
                  <a:gd name="T28" fmla="*/ 0 h 22"/>
                  <a:gd name="T29" fmla="*/ 24 w 24"/>
                  <a:gd name="T30" fmla="*/ 22 h 22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4" h="22">
                    <a:moveTo>
                      <a:pt x="14" y="22"/>
                    </a:moveTo>
                    <a:lnTo>
                      <a:pt x="20" y="19"/>
                    </a:lnTo>
                    <a:lnTo>
                      <a:pt x="24" y="11"/>
                    </a:lnTo>
                    <a:lnTo>
                      <a:pt x="20" y="3"/>
                    </a:lnTo>
                    <a:lnTo>
                      <a:pt x="14" y="0"/>
                    </a:lnTo>
                    <a:lnTo>
                      <a:pt x="3" y="3"/>
                    </a:lnTo>
                    <a:lnTo>
                      <a:pt x="0" y="11"/>
                    </a:lnTo>
                    <a:lnTo>
                      <a:pt x="4" y="19"/>
                    </a:lnTo>
                    <a:lnTo>
                      <a:pt x="14" y="2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3" name="Freeform 473">
                <a:extLst>
                  <a:ext uri="{FF2B5EF4-FFF2-40B4-BE49-F238E27FC236}">
                    <a16:creationId xmlns:a16="http://schemas.microsoft.com/office/drawing/2014/main" id="{D7C77B13-C18F-8DAC-716A-619088EB12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4" y="1333"/>
                <a:ext cx="8" cy="4"/>
              </a:xfrm>
              <a:custGeom>
                <a:avLst/>
                <a:gdLst>
                  <a:gd name="T0" fmla="*/ 0 w 44"/>
                  <a:gd name="T1" fmla="*/ 0 h 23"/>
                  <a:gd name="T2" fmla="*/ 0 w 44"/>
                  <a:gd name="T3" fmla="*/ 0 h 23"/>
                  <a:gd name="T4" fmla="*/ 0 w 44"/>
                  <a:gd name="T5" fmla="*/ 0 h 23"/>
                  <a:gd name="T6" fmla="*/ 0 w 44"/>
                  <a:gd name="T7" fmla="*/ 0 h 23"/>
                  <a:gd name="T8" fmla="*/ 0 w 44"/>
                  <a:gd name="T9" fmla="*/ 0 h 23"/>
                  <a:gd name="T10" fmla="*/ 0 w 44"/>
                  <a:gd name="T11" fmla="*/ 0 h 23"/>
                  <a:gd name="T12" fmla="*/ 0 w 44"/>
                  <a:gd name="T13" fmla="*/ 0 h 23"/>
                  <a:gd name="T14" fmla="*/ 0 w 44"/>
                  <a:gd name="T15" fmla="*/ 0 h 23"/>
                  <a:gd name="T16" fmla="*/ 0 w 44"/>
                  <a:gd name="T17" fmla="*/ 0 h 23"/>
                  <a:gd name="T18" fmla="*/ 0 w 44"/>
                  <a:gd name="T19" fmla="*/ 0 h 23"/>
                  <a:gd name="T20" fmla="*/ 0 w 44"/>
                  <a:gd name="T21" fmla="*/ 0 h 23"/>
                  <a:gd name="T22" fmla="*/ 0 w 44"/>
                  <a:gd name="T23" fmla="*/ 0 h 23"/>
                  <a:gd name="T24" fmla="*/ 0 w 44"/>
                  <a:gd name="T25" fmla="*/ 0 h 23"/>
                  <a:gd name="T26" fmla="*/ 0 w 44"/>
                  <a:gd name="T27" fmla="*/ 0 h 23"/>
                  <a:gd name="T28" fmla="*/ 0 w 44"/>
                  <a:gd name="T29" fmla="*/ 0 h 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4"/>
                  <a:gd name="T46" fmla="*/ 0 h 23"/>
                  <a:gd name="T47" fmla="*/ 44 w 44"/>
                  <a:gd name="T48" fmla="*/ 23 h 2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4" h="23">
                    <a:moveTo>
                      <a:pt x="14" y="1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0" y="12"/>
                    </a:lnTo>
                    <a:lnTo>
                      <a:pt x="6" y="18"/>
                    </a:lnTo>
                    <a:lnTo>
                      <a:pt x="9" y="18"/>
                    </a:lnTo>
                    <a:lnTo>
                      <a:pt x="15" y="21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9" y="21"/>
                    </a:lnTo>
                    <a:lnTo>
                      <a:pt x="44" y="13"/>
                    </a:lnTo>
                    <a:lnTo>
                      <a:pt x="39" y="3"/>
                    </a:lnTo>
                    <a:lnTo>
                      <a:pt x="31" y="1"/>
                    </a:lnTo>
                    <a:lnTo>
                      <a:pt x="21" y="1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4" name="Freeform 474">
                <a:extLst>
                  <a:ext uri="{FF2B5EF4-FFF2-40B4-BE49-F238E27FC236}">
                    <a16:creationId xmlns:a16="http://schemas.microsoft.com/office/drawing/2014/main" id="{7F31BE71-B068-F699-BC7B-D23545F569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" y="1333"/>
                <a:ext cx="12" cy="7"/>
              </a:xfrm>
              <a:custGeom>
                <a:avLst/>
                <a:gdLst>
                  <a:gd name="T0" fmla="*/ 0 w 58"/>
                  <a:gd name="T1" fmla="*/ 0 h 36"/>
                  <a:gd name="T2" fmla="*/ 0 w 58"/>
                  <a:gd name="T3" fmla="*/ 0 h 36"/>
                  <a:gd name="T4" fmla="*/ 0 w 58"/>
                  <a:gd name="T5" fmla="*/ 0 h 36"/>
                  <a:gd name="T6" fmla="*/ 0 w 58"/>
                  <a:gd name="T7" fmla="*/ 0 h 36"/>
                  <a:gd name="T8" fmla="*/ 0 w 58"/>
                  <a:gd name="T9" fmla="*/ 0 h 36"/>
                  <a:gd name="T10" fmla="*/ 0 w 58"/>
                  <a:gd name="T11" fmla="*/ 0 h 36"/>
                  <a:gd name="T12" fmla="*/ 0 w 58"/>
                  <a:gd name="T13" fmla="*/ 0 h 36"/>
                  <a:gd name="T14" fmla="*/ 0 w 58"/>
                  <a:gd name="T15" fmla="*/ 0 h 36"/>
                  <a:gd name="T16" fmla="*/ 0 w 58"/>
                  <a:gd name="T17" fmla="*/ 0 h 36"/>
                  <a:gd name="T18" fmla="*/ 0 w 58"/>
                  <a:gd name="T19" fmla="*/ 0 h 36"/>
                  <a:gd name="T20" fmla="*/ 0 w 58"/>
                  <a:gd name="T21" fmla="*/ 0 h 36"/>
                  <a:gd name="T22" fmla="*/ 0 w 58"/>
                  <a:gd name="T23" fmla="*/ 0 h 36"/>
                  <a:gd name="T24" fmla="*/ 0 w 58"/>
                  <a:gd name="T25" fmla="*/ 0 h 36"/>
                  <a:gd name="T26" fmla="*/ 0 w 58"/>
                  <a:gd name="T27" fmla="*/ 0 h 36"/>
                  <a:gd name="T28" fmla="*/ 0 w 58"/>
                  <a:gd name="T29" fmla="*/ 0 h 36"/>
                  <a:gd name="T30" fmla="*/ 0 w 58"/>
                  <a:gd name="T31" fmla="*/ 0 h 36"/>
                  <a:gd name="T32" fmla="*/ 0 w 58"/>
                  <a:gd name="T33" fmla="*/ 0 h 36"/>
                  <a:gd name="T34" fmla="*/ 0 w 58"/>
                  <a:gd name="T35" fmla="*/ 0 h 36"/>
                  <a:gd name="T36" fmla="*/ 0 w 58"/>
                  <a:gd name="T37" fmla="*/ 0 h 36"/>
                  <a:gd name="T38" fmla="*/ 0 w 58"/>
                  <a:gd name="T39" fmla="*/ 0 h 36"/>
                  <a:gd name="T40" fmla="*/ 0 w 58"/>
                  <a:gd name="T41" fmla="*/ 0 h 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8"/>
                  <a:gd name="T64" fmla="*/ 0 h 36"/>
                  <a:gd name="T65" fmla="*/ 58 w 58"/>
                  <a:gd name="T66" fmla="*/ 36 h 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8" h="36">
                    <a:moveTo>
                      <a:pt x="48" y="36"/>
                    </a:moveTo>
                    <a:lnTo>
                      <a:pt x="57" y="32"/>
                    </a:lnTo>
                    <a:lnTo>
                      <a:pt x="58" y="25"/>
                    </a:lnTo>
                    <a:lnTo>
                      <a:pt x="54" y="16"/>
                    </a:lnTo>
                    <a:lnTo>
                      <a:pt x="52" y="11"/>
                    </a:lnTo>
                    <a:lnTo>
                      <a:pt x="52" y="13"/>
                    </a:lnTo>
                    <a:lnTo>
                      <a:pt x="48" y="6"/>
                    </a:lnTo>
                    <a:lnTo>
                      <a:pt x="41" y="4"/>
                    </a:lnTo>
                    <a:lnTo>
                      <a:pt x="32" y="1"/>
                    </a:lnTo>
                    <a:lnTo>
                      <a:pt x="23" y="1"/>
                    </a:lnTo>
                    <a:lnTo>
                      <a:pt x="13" y="0"/>
                    </a:lnTo>
                    <a:lnTo>
                      <a:pt x="6" y="3"/>
                    </a:lnTo>
                    <a:lnTo>
                      <a:pt x="1" y="6"/>
                    </a:lnTo>
                    <a:lnTo>
                      <a:pt x="0" y="13"/>
                    </a:lnTo>
                    <a:lnTo>
                      <a:pt x="3" y="20"/>
                    </a:lnTo>
                    <a:lnTo>
                      <a:pt x="14" y="25"/>
                    </a:lnTo>
                    <a:lnTo>
                      <a:pt x="27" y="25"/>
                    </a:lnTo>
                    <a:lnTo>
                      <a:pt x="37" y="25"/>
                    </a:lnTo>
                    <a:lnTo>
                      <a:pt x="37" y="27"/>
                    </a:lnTo>
                    <a:lnTo>
                      <a:pt x="41" y="31"/>
                    </a:lnTo>
                    <a:lnTo>
                      <a:pt x="48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5" name="Freeform 475">
                <a:extLst>
                  <a:ext uri="{FF2B5EF4-FFF2-40B4-BE49-F238E27FC236}">
                    <a16:creationId xmlns:a16="http://schemas.microsoft.com/office/drawing/2014/main" id="{34967AAC-47C3-309F-108A-B8E4801707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" y="1311"/>
                <a:ext cx="5" cy="5"/>
              </a:xfrm>
              <a:custGeom>
                <a:avLst/>
                <a:gdLst>
                  <a:gd name="T0" fmla="*/ 0 w 24"/>
                  <a:gd name="T1" fmla="*/ 0 h 25"/>
                  <a:gd name="T2" fmla="*/ 0 w 24"/>
                  <a:gd name="T3" fmla="*/ 0 h 25"/>
                  <a:gd name="T4" fmla="*/ 0 w 24"/>
                  <a:gd name="T5" fmla="*/ 0 h 25"/>
                  <a:gd name="T6" fmla="*/ 0 w 24"/>
                  <a:gd name="T7" fmla="*/ 0 h 25"/>
                  <a:gd name="T8" fmla="*/ 0 w 24"/>
                  <a:gd name="T9" fmla="*/ 0 h 25"/>
                  <a:gd name="T10" fmla="*/ 0 w 24"/>
                  <a:gd name="T11" fmla="*/ 0 h 25"/>
                  <a:gd name="T12" fmla="*/ 0 w 24"/>
                  <a:gd name="T13" fmla="*/ 0 h 25"/>
                  <a:gd name="T14" fmla="*/ 0 w 24"/>
                  <a:gd name="T15" fmla="*/ 0 h 25"/>
                  <a:gd name="T16" fmla="*/ 0 w 24"/>
                  <a:gd name="T17" fmla="*/ 0 h 25"/>
                  <a:gd name="T18" fmla="*/ 0 w 24"/>
                  <a:gd name="T19" fmla="*/ 0 h 25"/>
                  <a:gd name="T20" fmla="*/ 0 w 24"/>
                  <a:gd name="T21" fmla="*/ 0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4"/>
                  <a:gd name="T34" fmla="*/ 0 h 25"/>
                  <a:gd name="T35" fmla="*/ 24 w 24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4" h="25">
                    <a:moveTo>
                      <a:pt x="20" y="8"/>
                    </a:moveTo>
                    <a:lnTo>
                      <a:pt x="18" y="3"/>
                    </a:lnTo>
                    <a:lnTo>
                      <a:pt x="15" y="0"/>
                    </a:lnTo>
                    <a:lnTo>
                      <a:pt x="7" y="0"/>
                    </a:lnTo>
                    <a:lnTo>
                      <a:pt x="2" y="5"/>
                    </a:lnTo>
                    <a:lnTo>
                      <a:pt x="0" y="11"/>
                    </a:lnTo>
                    <a:lnTo>
                      <a:pt x="4" y="19"/>
                    </a:lnTo>
                    <a:lnTo>
                      <a:pt x="9" y="25"/>
                    </a:lnTo>
                    <a:lnTo>
                      <a:pt x="18" y="25"/>
                    </a:lnTo>
                    <a:lnTo>
                      <a:pt x="24" y="18"/>
                    </a:lnTo>
                    <a:lnTo>
                      <a:pt x="20" y="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6" name="Freeform 476">
                <a:extLst>
                  <a:ext uri="{FF2B5EF4-FFF2-40B4-BE49-F238E27FC236}">
                    <a16:creationId xmlns:a16="http://schemas.microsoft.com/office/drawing/2014/main" id="{CCCAF913-EC08-0DF0-5FF8-B5696582D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" y="1314"/>
                <a:ext cx="5" cy="12"/>
              </a:xfrm>
              <a:custGeom>
                <a:avLst/>
                <a:gdLst>
                  <a:gd name="T0" fmla="*/ 0 w 28"/>
                  <a:gd name="T1" fmla="*/ 0 h 63"/>
                  <a:gd name="T2" fmla="*/ 0 w 28"/>
                  <a:gd name="T3" fmla="*/ 0 h 63"/>
                  <a:gd name="T4" fmla="*/ 0 w 28"/>
                  <a:gd name="T5" fmla="*/ 0 h 63"/>
                  <a:gd name="T6" fmla="*/ 0 w 28"/>
                  <a:gd name="T7" fmla="*/ 0 h 63"/>
                  <a:gd name="T8" fmla="*/ 0 w 28"/>
                  <a:gd name="T9" fmla="*/ 0 h 63"/>
                  <a:gd name="T10" fmla="*/ 0 w 28"/>
                  <a:gd name="T11" fmla="*/ 0 h 63"/>
                  <a:gd name="T12" fmla="*/ 0 w 28"/>
                  <a:gd name="T13" fmla="*/ 0 h 63"/>
                  <a:gd name="T14" fmla="*/ 0 w 28"/>
                  <a:gd name="T15" fmla="*/ 0 h 63"/>
                  <a:gd name="T16" fmla="*/ 0 w 28"/>
                  <a:gd name="T17" fmla="*/ 0 h 63"/>
                  <a:gd name="T18" fmla="*/ 0 w 28"/>
                  <a:gd name="T19" fmla="*/ 0 h 63"/>
                  <a:gd name="T20" fmla="*/ 0 w 28"/>
                  <a:gd name="T21" fmla="*/ 0 h 63"/>
                  <a:gd name="T22" fmla="*/ 0 w 28"/>
                  <a:gd name="T23" fmla="*/ 0 h 63"/>
                  <a:gd name="T24" fmla="*/ 0 w 28"/>
                  <a:gd name="T25" fmla="*/ 0 h 63"/>
                  <a:gd name="T26" fmla="*/ 0 w 28"/>
                  <a:gd name="T27" fmla="*/ 0 h 63"/>
                  <a:gd name="T28" fmla="*/ 0 w 28"/>
                  <a:gd name="T29" fmla="*/ 0 h 63"/>
                  <a:gd name="T30" fmla="*/ 0 w 28"/>
                  <a:gd name="T31" fmla="*/ 0 h 63"/>
                  <a:gd name="T32" fmla="*/ 0 w 28"/>
                  <a:gd name="T33" fmla="*/ 0 h 63"/>
                  <a:gd name="T34" fmla="*/ 0 w 28"/>
                  <a:gd name="T35" fmla="*/ 0 h 63"/>
                  <a:gd name="T36" fmla="*/ 0 w 28"/>
                  <a:gd name="T37" fmla="*/ 0 h 6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8"/>
                  <a:gd name="T58" fmla="*/ 0 h 63"/>
                  <a:gd name="T59" fmla="*/ 28 w 28"/>
                  <a:gd name="T60" fmla="*/ 63 h 63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8" h="63">
                    <a:moveTo>
                      <a:pt x="24" y="10"/>
                    </a:moveTo>
                    <a:lnTo>
                      <a:pt x="21" y="2"/>
                    </a:lnTo>
                    <a:lnTo>
                      <a:pt x="14" y="0"/>
                    </a:lnTo>
                    <a:lnTo>
                      <a:pt x="7" y="2"/>
                    </a:lnTo>
                    <a:lnTo>
                      <a:pt x="3" y="10"/>
                    </a:lnTo>
                    <a:lnTo>
                      <a:pt x="0" y="21"/>
                    </a:lnTo>
                    <a:lnTo>
                      <a:pt x="1" y="34"/>
                    </a:lnTo>
                    <a:lnTo>
                      <a:pt x="2" y="45"/>
                    </a:lnTo>
                    <a:lnTo>
                      <a:pt x="7" y="57"/>
                    </a:lnTo>
                    <a:lnTo>
                      <a:pt x="12" y="62"/>
                    </a:lnTo>
                    <a:lnTo>
                      <a:pt x="21" y="63"/>
                    </a:lnTo>
                    <a:lnTo>
                      <a:pt x="24" y="58"/>
                    </a:lnTo>
                    <a:lnTo>
                      <a:pt x="27" y="53"/>
                    </a:lnTo>
                    <a:lnTo>
                      <a:pt x="27" y="45"/>
                    </a:lnTo>
                    <a:lnTo>
                      <a:pt x="28" y="38"/>
                    </a:lnTo>
                    <a:lnTo>
                      <a:pt x="26" y="29"/>
                    </a:lnTo>
                    <a:lnTo>
                      <a:pt x="26" y="22"/>
                    </a:lnTo>
                    <a:lnTo>
                      <a:pt x="24" y="14"/>
                    </a:lnTo>
                    <a:lnTo>
                      <a:pt x="2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7" name="Freeform 477">
                <a:extLst>
                  <a:ext uri="{FF2B5EF4-FFF2-40B4-BE49-F238E27FC236}">
                    <a16:creationId xmlns:a16="http://schemas.microsoft.com/office/drawing/2014/main" id="{FB250A79-9E5D-8460-5345-985F683356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" y="1348"/>
                <a:ext cx="5" cy="18"/>
              </a:xfrm>
              <a:custGeom>
                <a:avLst/>
                <a:gdLst>
                  <a:gd name="T0" fmla="*/ 0 w 23"/>
                  <a:gd name="T1" fmla="*/ 0 h 91"/>
                  <a:gd name="T2" fmla="*/ 0 w 23"/>
                  <a:gd name="T3" fmla="*/ 0 h 91"/>
                  <a:gd name="T4" fmla="*/ 0 w 23"/>
                  <a:gd name="T5" fmla="*/ 0 h 91"/>
                  <a:gd name="T6" fmla="*/ 0 w 23"/>
                  <a:gd name="T7" fmla="*/ 0 h 91"/>
                  <a:gd name="T8" fmla="*/ 0 w 23"/>
                  <a:gd name="T9" fmla="*/ 0 h 91"/>
                  <a:gd name="T10" fmla="*/ 0 w 23"/>
                  <a:gd name="T11" fmla="*/ 0 h 91"/>
                  <a:gd name="T12" fmla="*/ 0 w 23"/>
                  <a:gd name="T13" fmla="*/ 0 h 91"/>
                  <a:gd name="T14" fmla="*/ 0 w 23"/>
                  <a:gd name="T15" fmla="*/ 0 h 91"/>
                  <a:gd name="T16" fmla="*/ 0 w 23"/>
                  <a:gd name="T17" fmla="*/ 0 h 91"/>
                  <a:gd name="T18" fmla="*/ 0 w 23"/>
                  <a:gd name="T19" fmla="*/ 0 h 91"/>
                  <a:gd name="T20" fmla="*/ 0 w 23"/>
                  <a:gd name="T21" fmla="*/ 0 h 91"/>
                  <a:gd name="T22" fmla="*/ 0 w 23"/>
                  <a:gd name="T23" fmla="*/ 0 h 91"/>
                  <a:gd name="T24" fmla="*/ 0 w 23"/>
                  <a:gd name="T25" fmla="*/ 0 h 91"/>
                  <a:gd name="T26" fmla="*/ 0 w 23"/>
                  <a:gd name="T27" fmla="*/ 0 h 91"/>
                  <a:gd name="T28" fmla="*/ 0 w 23"/>
                  <a:gd name="T29" fmla="*/ 0 h 91"/>
                  <a:gd name="T30" fmla="*/ 0 w 23"/>
                  <a:gd name="T31" fmla="*/ 0 h 91"/>
                  <a:gd name="T32" fmla="*/ 0 w 23"/>
                  <a:gd name="T33" fmla="*/ 0 h 91"/>
                  <a:gd name="T34" fmla="*/ 0 w 23"/>
                  <a:gd name="T35" fmla="*/ 0 h 91"/>
                  <a:gd name="T36" fmla="*/ 0 w 23"/>
                  <a:gd name="T37" fmla="*/ 0 h 91"/>
                  <a:gd name="T38" fmla="*/ 0 w 23"/>
                  <a:gd name="T39" fmla="*/ 0 h 91"/>
                  <a:gd name="T40" fmla="*/ 0 w 23"/>
                  <a:gd name="T41" fmla="*/ 0 h 91"/>
                  <a:gd name="T42" fmla="*/ 0 w 23"/>
                  <a:gd name="T43" fmla="*/ 0 h 91"/>
                  <a:gd name="T44" fmla="*/ 0 w 23"/>
                  <a:gd name="T45" fmla="*/ 0 h 91"/>
                  <a:gd name="T46" fmla="*/ 0 w 23"/>
                  <a:gd name="T47" fmla="*/ 0 h 91"/>
                  <a:gd name="T48" fmla="*/ 0 w 23"/>
                  <a:gd name="T49" fmla="*/ 0 h 9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3"/>
                  <a:gd name="T76" fmla="*/ 0 h 91"/>
                  <a:gd name="T77" fmla="*/ 23 w 23"/>
                  <a:gd name="T78" fmla="*/ 91 h 9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3" h="91">
                    <a:moveTo>
                      <a:pt x="23" y="11"/>
                    </a:moveTo>
                    <a:lnTo>
                      <a:pt x="19" y="3"/>
                    </a:lnTo>
                    <a:lnTo>
                      <a:pt x="13" y="0"/>
                    </a:lnTo>
                    <a:lnTo>
                      <a:pt x="5" y="3"/>
                    </a:lnTo>
                    <a:lnTo>
                      <a:pt x="3" y="11"/>
                    </a:lnTo>
                    <a:lnTo>
                      <a:pt x="2" y="20"/>
                    </a:lnTo>
                    <a:lnTo>
                      <a:pt x="2" y="29"/>
                    </a:lnTo>
                    <a:lnTo>
                      <a:pt x="2" y="37"/>
                    </a:lnTo>
                    <a:lnTo>
                      <a:pt x="2" y="46"/>
                    </a:lnTo>
                    <a:lnTo>
                      <a:pt x="0" y="54"/>
                    </a:lnTo>
                    <a:lnTo>
                      <a:pt x="0" y="62"/>
                    </a:lnTo>
                    <a:lnTo>
                      <a:pt x="0" y="71"/>
                    </a:lnTo>
                    <a:lnTo>
                      <a:pt x="0" y="81"/>
                    </a:lnTo>
                    <a:lnTo>
                      <a:pt x="3" y="87"/>
                    </a:lnTo>
                    <a:lnTo>
                      <a:pt x="9" y="91"/>
                    </a:lnTo>
                    <a:lnTo>
                      <a:pt x="15" y="87"/>
                    </a:lnTo>
                    <a:lnTo>
                      <a:pt x="19" y="81"/>
                    </a:lnTo>
                    <a:lnTo>
                      <a:pt x="19" y="71"/>
                    </a:lnTo>
                    <a:lnTo>
                      <a:pt x="19" y="62"/>
                    </a:lnTo>
                    <a:lnTo>
                      <a:pt x="19" y="54"/>
                    </a:lnTo>
                    <a:lnTo>
                      <a:pt x="20" y="46"/>
                    </a:lnTo>
                    <a:lnTo>
                      <a:pt x="20" y="37"/>
                    </a:lnTo>
                    <a:lnTo>
                      <a:pt x="21" y="29"/>
                    </a:lnTo>
                    <a:lnTo>
                      <a:pt x="21" y="20"/>
                    </a:lnTo>
                    <a:lnTo>
                      <a:pt x="23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8" name="Freeform 478">
                <a:extLst>
                  <a:ext uri="{FF2B5EF4-FFF2-40B4-BE49-F238E27FC236}">
                    <a16:creationId xmlns:a16="http://schemas.microsoft.com/office/drawing/2014/main" id="{3A580A58-6156-3F79-365C-FD917F83A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1309"/>
                <a:ext cx="9" cy="58"/>
              </a:xfrm>
              <a:custGeom>
                <a:avLst/>
                <a:gdLst>
                  <a:gd name="T0" fmla="*/ 0 w 41"/>
                  <a:gd name="T1" fmla="*/ 0 h 291"/>
                  <a:gd name="T2" fmla="*/ 0 w 41"/>
                  <a:gd name="T3" fmla="*/ 0 h 291"/>
                  <a:gd name="T4" fmla="*/ 0 w 41"/>
                  <a:gd name="T5" fmla="*/ 0 h 291"/>
                  <a:gd name="T6" fmla="*/ 0 w 41"/>
                  <a:gd name="T7" fmla="*/ 0 h 291"/>
                  <a:gd name="T8" fmla="*/ 0 w 41"/>
                  <a:gd name="T9" fmla="*/ 0 h 291"/>
                  <a:gd name="T10" fmla="*/ 0 w 41"/>
                  <a:gd name="T11" fmla="*/ 0 h 291"/>
                  <a:gd name="T12" fmla="*/ 0 w 41"/>
                  <a:gd name="T13" fmla="*/ 0 h 291"/>
                  <a:gd name="T14" fmla="*/ 0 w 41"/>
                  <a:gd name="T15" fmla="*/ 0 h 291"/>
                  <a:gd name="T16" fmla="*/ 0 w 41"/>
                  <a:gd name="T17" fmla="*/ 0 h 291"/>
                  <a:gd name="T18" fmla="*/ 0 w 41"/>
                  <a:gd name="T19" fmla="*/ 0 h 291"/>
                  <a:gd name="T20" fmla="*/ 0 w 41"/>
                  <a:gd name="T21" fmla="*/ 0 h 291"/>
                  <a:gd name="T22" fmla="*/ 0 w 41"/>
                  <a:gd name="T23" fmla="*/ 0 h 291"/>
                  <a:gd name="T24" fmla="*/ 0 w 41"/>
                  <a:gd name="T25" fmla="*/ 0 h 291"/>
                  <a:gd name="T26" fmla="*/ 0 w 41"/>
                  <a:gd name="T27" fmla="*/ 0 h 291"/>
                  <a:gd name="T28" fmla="*/ 0 w 41"/>
                  <a:gd name="T29" fmla="*/ 0 h 291"/>
                  <a:gd name="T30" fmla="*/ 0 w 41"/>
                  <a:gd name="T31" fmla="*/ 0 h 291"/>
                  <a:gd name="T32" fmla="*/ 0 w 41"/>
                  <a:gd name="T33" fmla="*/ 0 h 291"/>
                  <a:gd name="T34" fmla="*/ 0 w 41"/>
                  <a:gd name="T35" fmla="*/ 0 h 291"/>
                  <a:gd name="T36" fmla="*/ 0 w 41"/>
                  <a:gd name="T37" fmla="*/ 0 h 291"/>
                  <a:gd name="T38" fmla="*/ 0 w 41"/>
                  <a:gd name="T39" fmla="*/ 0 h 291"/>
                  <a:gd name="T40" fmla="*/ 0 w 41"/>
                  <a:gd name="T41" fmla="*/ 0 h 291"/>
                  <a:gd name="T42" fmla="*/ 0 w 41"/>
                  <a:gd name="T43" fmla="*/ 0 h 291"/>
                  <a:gd name="T44" fmla="*/ 0 w 41"/>
                  <a:gd name="T45" fmla="*/ 0 h 291"/>
                  <a:gd name="T46" fmla="*/ 0 w 41"/>
                  <a:gd name="T47" fmla="*/ 0 h 291"/>
                  <a:gd name="T48" fmla="*/ 0 w 41"/>
                  <a:gd name="T49" fmla="*/ 0 h 291"/>
                  <a:gd name="T50" fmla="*/ 0 w 41"/>
                  <a:gd name="T51" fmla="*/ 0 h 291"/>
                  <a:gd name="T52" fmla="*/ 0 w 41"/>
                  <a:gd name="T53" fmla="*/ 0 h 291"/>
                  <a:gd name="T54" fmla="*/ 0 w 41"/>
                  <a:gd name="T55" fmla="*/ 0 h 291"/>
                  <a:gd name="T56" fmla="*/ 0 w 41"/>
                  <a:gd name="T57" fmla="*/ 0 h 291"/>
                  <a:gd name="T58" fmla="*/ 0 w 41"/>
                  <a:gd name="T59" fmla="*/ 0 h 291"/>
                  <a:gd name="T60" fmla="*/ 0 w 41"/>
                  <a:gd name="T61" fmla="*/ 0 h 291"/>
                  <a:gd name="T62" fmla="*/ 0 w 41"/>
                  <a:gd name="T63" fmla="*/ 0 h 291"/>
                  <a:gd name="T64" fmla="*/ 0 w 41"/>
                  <a:gd name="T65" fmla="*/ 0 h 291"/>
                  <a:gd name="T66" fmla="*/ 0 w 41"/>
                  <a:gd name="T67" fmla="*/ 0 h 291"/>
                  <a:gd name="T68" fmla="*/ 0 w 41"/>
                  <a:gd name="T69" fmla="*/ 0 h 291"/>
                  <a:gd name="T70" fmla="*/ 0 w 41"/>
                  <a:gd name="T71" fmla="*/ 0 h 291"/>
                  <a:gd name="T72" fmla="*/ 0 w 41"/>
                  <a:gd name="T73" fmla="*/ 0 h 291"/>
                  <a:gd name="T74" fmla="*/ 0 w 41"/>
                  <a:gd name="T75" fmla="*/ 0 h 291"/>
                  <a:gd name="T76" fmla="*/ 0 w 41"/>
                  <a:gd name="T77" fmla="*/ 0 h 291"/>
                  <a:gd name="T78" fmla="*/ 0 w 41"/>
                  <a:gd name="T79" fmla="*/ 0 h 291"/>
                  <a:gd name="T80" fmla="*/ 0 w 41"/>
                  <a:gd name="T81" fmla="*/ 0 h 291"/>
                  <a:gd name="T82" fmla="*/ 0 w 41"/>
                  <a:gd name="T83" fmla="*/ 0 h 291"/>
                  <a:gd name="T84" fmla="*/ 0 w 41"/>
                  <a:gd name="T85" fmla="*/ 0 h 291"/>
                  <a:gd name="T86" fmla="*/ 0 w 41"/>
                  <a:gd name="T87" fmla="*/ 0 h 291"/>
                  <a:gd name="T88" fmla="*/ 0 w 41"/>
                  <a:gd name="T89" fmla="*/ 0 h 291"/>
                  <a:gd name="T90" fmla="*/ 0 w 41"/>
                  <a:gd name="T91" fmla="*/ 0 h 291"/>
                  <a:gd name="T92" fmla="*/ 0 w 41"/>
                  <a:gd name="T93" fmla="*/ 0 h 291"/>
                  <a:gd name="T94" fmla="*/ 0 w 41"/>
                  <a:gd name="T95" fmla="*/ 0 h 291"/>
                  <a:gd name="T96" fmla="*/ 0 w 41"/>
                  <a:gd name="T97" fmla="*/ 0 h 291"/>
                  <a:gd name="T98" fmla="*/ 0 w 41"/>
                  <a:gd name="T99" fmla="*/ 0 h 291"/>
                  <a:gd name="T100" fmla="*/ 0 w 41"/>
                  <a:gd name="T101" fmla="*/ 0 h 291"/>
                  <a:gd name="T102" fmla="*/ 0 w 41"/>
                  <a:gd name="T103" fmla="*/ 0 h 291"/>
                  <a:gd name="T104" fmla="*/ 0 w 41"/>
                  <a:gd name="T105" fmla="*/ 0 h 291"/>
                  <a:gd name="T106" fmla="*/ 0 w 41"/>
                  <a:gd name="T107" fmla="*/ 0 h 291"/>
                  <a:gd name="T108" fmla="*/ 0 w 41"/>
                  <a:gd name="T109" fmla="*/ 0 h 291"/>
                  <a:gd name="T110" fmla="*/ 0 w 41"/>
                  <a:gd name="T111" fmla="*/ 0 h 291"/>
                  <a:gd name="T112" fmla="*/ 0 w 41"/>
                  <a:gd name="T113" fmla="*/ 0 h 291"/>
                  <a:gd name="T114" fmla="*/ 0 w 41"/>
                  <a:gd name="T115" fmla="*/ 0 h 291"/>
                  <a:gd name="T116" fmla="*/ 0 w 41"/>
                  <a:gd name="T117" fmla="*/ 0 h 291"/>
                  <a:gd name="T118" fmla="*/ 0 w 41"/>
                  <a:gd name="T119" fmla="*/ 0 h 291"/>
                  <a:gd name="T120" fmla="*/ 0 w 41"/>
                  <a:gd name="T121" fmla="*/ 0 h 291"/>
                  <a:gd name="T122" fmla="*/ 0 w 41"/>
                  <a:gd name="T123" fmla="*/ 0 h 291"/>
                  <a:gd name="T124" fmla="*/ 0 w 41"/>
                  <a:gd name="T125" fmla="*/ 0 h 2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  <a:gd name="T189" fmla="*/ 0 w 41"/>
                  <a:gd name="T190" fmla="*/ 0 h 291"/>
                  <a:gd name="T191" fmla="*/ 41 w 41"/>
                  <a:gd name="T192" fmla="*/ 291 h 291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T189" t="T190" r="T191" b="T192"/>
                <a:pathLst>
                  <a:path w="41" h="291">
                    <a:moveTo>
                      <a:pt x="31" y="42"/>
                    </a:moveTo>
                    <a:lnTo>
                      <a:pt x="39" y="36"/>
                    </a:lnTo>
                    <a:lnTo>
                      <a:pt x="41" y="24"/>
                    </a:lnTo>
                    <a:lnTo>
                      <a:pt x="39" y="17"/>
                    </a:lnTo>
                    <a:lnTo>
                      <a:pt x="36" y="11"/>
                    </a:lnTo>
                    <a:lnTo>
                      <a:pt x="33" y="6"/>
                    </a:lnTo>
                    <a:lnTo>
                      <a:pt x="29" y="3"/>
                    </a:lnTo>
                    <a:lnTo>
                      <a:pt x="19" y="0"/>
                    </a:lnTo>
                    <a:lnTo>
                      <a:pt x="12" y="2"/>
                    </a:lnTo>
                    <a:lnTo>
                      <a:pt x="5" y="5"/>
                    </a:lnTo>
                    <a:lnTo>
                      <a:pt x="3" y="12"/>
                    </a:lnTo>
                    <a:lnTo>
                      <a:pt x="0" y="19"/>
                    </a:lnTo>
                    <a:lnTo>
                      <a:pt x="0" y="27"/>
                    </a:lnTo>
                    <a:lnTo>
                      <a:pt x="2" y="34"/>
                    </a:lnTo>
                    <a:lnTo>
                      <a:pt x="5" y="42"/>
                    </a:lnTo>
                    <a:lnTo>
                      <a:pt x="5" y="50"/>
                    </a:lnTo>
                    <a:lnTo>
                      <a:pt x="5" y="60"/>
                    </a:lnTo>
                    <a:lnTo>
                      <a:pt x="5" y="69"/>
                    </a:lnTo>
                    <a:lnTo>
                      <a:pt x="5" y="80"/>
                    </a:lnTo>
                    <a:lnTo>
                      <a:pt x="5" y="90"/>
                    </a:lnTo>
                    <a:lnTo>
                      <a:pt x="5" y="100"/>
                    </a:lnTo>
                    <a:lnTo>
                      <a:pt x="5" y="110"/>
                    </a:lnTo>
                    <a:lnTo>
                      <a:pt x="7" y="121"/>
                    </a:lnTo>
                    <a:lnTo>
                      <a:pt x="3" y="125"/>
                    </a:lnTo>
                    <a:lnTo>
                      <a:pt x="2" y="133"/>
                    </a:lnTo>
                    <a:lnTo>
                      <a:pt x="2" y="143"/>
                    </a:lnTo>
                    <a:lnTo>
                      <a:pt x="2" y="154"/>
                    </a:lnTo>
                    <a:lnTo>
                      <a:pt x="2" y="164"/>
                    </a:lnTo>
                    <a:lnTo>
                      <a:pt x="3" y="175"/>
                    </a:lnTo>
                    <a:lnTo>
                      <a:pt x="4" y="183"/>
                    </a:lnTo>
                    <a:lnTo>
                      <a:pt x="7" y="190"/>
                    </a:lnTo>
                    <a:lnTo>
                      <a:pt x="5" y="201"/>
                    </a:lnTo>
                    <a:lnTo>
                      <a:pt x="5" y="213"/>
                    </a:lnTo>
                    <a:lnTo>
                      <a:pt x="5" y="224"/>
                    </a:lnTo>
                    <a:lnTo>
                      <a:pt x="7" y="235"/>
                    </a:lnTo>
                    <a:lnTo>
                      <a:pt x="7" y="246"/>
                    </a:lnTo>
                    <a:lnTo>
                      <a:pt x="8" y="257"/>
                    </a:lnTo>
                    <a:lnTo>
                      <a:pt x="8" y="270"/>
                    </a:lnTo>
                    <a:lnTo>
                      <a:pt x="9" y="282"/>
                    </a:lnTo>
                    <a:lnTo>
                      <a:pt x="12" y="288"/>
                    </a:lnTo>
                    <a:lnTo>
                      <a:pt x="19" y="291"/>
                    </a:lnTo>
                    <a:lnTo>
                      <a:pt x="25" y="288"/>
                    </a:lnTo>
                    <a:lnTo>
                      <a:pt x="29" y="282"/>
                    </a:lnTo>
                    <a:lnTo>
                      <a:pt x="28" y="262"/>
                    </a:lnTo>
                    <a:lnTo>
                      <a:pt x="26" y="244"/>
                    </a:lnTo>
                    <a:lnTo>
                      <a:pt x="25" y="224"/>
                    </a:lnTo>
                    <a:lnTo>
                      <a:pt x="25" y="205"/>
                    </a:lnTo>
                    <a:lnTo>
                      <a:pt x="24" y="187"/>
                    </a:lnTo>
                    <a:lnTo>
                      <a:pt x="23" y="168"/>
                    </a:lnTo>
                    <a:lnTo>
                      <a:pt x="23" y="149"/>
                    </a:lnTo>
                    <a:lnTo>
                      <a:pt x="23" y="131"/>
                    </a:lnTo>
                    <a:lnTo>
                      <a:pt x="24" y="122"/>
                    </a:lnTo>
                    <a:lnTo>
                      <a:pt x="26" y="115"/>
                    </a:lnTo>
                    <a:lnTo>
                      <a:pt x="26" y="105"/>
                    </a:lnTo>
                    <a:lnTo>
                      <a:pt x="28" y="96"/>
                    </a:lnTo>
                    <a:lnTo>
                      <a:pt x="26" y="86"/>
                    </a:lnTo>
                    <a:lnTo>
                      <a:pt x="26" y="78"/>
                    </a:lnTo>
                    <a:lnTo>
                      <a:pt x="26" y="70"/>
                    </a:lnTo>
                    <a:lnTo>
                      <a:pt x="26" y="65"/>
                    </a:lnTo>
                    <a:lnTo>
                      <a:pt x="26" y="53"/>
                    </a:lnTo>
                    <a:lnTo>
                      <a:pt x="26" y="42"/>
                    </a:lnTo>
                    <a:lnTo>
                      <a:pt x="29" y="42"/>
                    </a:lnTo>
                    <a:lnTo>
                      <a:pt x="31" y="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29" name="Freeform 479">
                <a:extLst>
                  <a:ext uri="{FF2B5EF4-FFF2-40B4-BE49-F238E27FC236}">
                    <a16:creationId xmlns:a16="http://schemas.microsoft.com/office/drawing/2014/main" id="{BD3ED63B-2008-106D-E20A-701A451A1F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2" y="1328"/>
                <a:ext cx="31" cy="7"/>
              </a:xfrm>
              <a:custGeom>
                <a:avLst/>
                <a:gdLst>
                  <a:gd name="T0" fmla="*/ 0 w 153"/>
                  <a:gd name="T1" fmla="*/ 0 h 34"/>
                  <a:gd name="T2" fmla="*/ 0 w 153"/>
                  <a:gd name="T3" fmla="*/ 0 h 34"/>
                  <a:gd name="T4" fmla="*/ 0 w 153"/>
                  <a:gd name="T5" fmla="*/ 0 h 34"/>
                  <a:gd name="T6" fmla="*/ 0 w 153"/>
                  <a:gd name="T7" fmla="*/ 0 h 34"/>
                  <a:gd name="T8" fmla="*/ 0 w 153"/>
                  <a:gd name="T9" fmla="*/ 0 h 34"/>
                  <a:gd name="T10" fmla="*/ 0 w 153"/>
                  <a:gd name="T11" fmla="*/ 0 h 34"/>
                  <a:gd name="T12" fmla="*/ 0 w 153"/>
                  <a:gd name="T13" fmla="*/ 0 h 34"/>
                  <a:gd name="T14" fmla="*/ 0 w 153"/>
                  <a:gd name="T15" fmla="*/ 0 h 34"/>
                  <a:gd name="T16" fmla="*/ 0 w 153"/>
                  <a:gd name="T17" fmla="*/ 0 h 34"/>
                  <a:gd name="T18" fmla="*/ 0 w 153"/>
                  <a:gd name="T19" fmla="*/ 0 h 34"/>
                  <a:gd name="T20" fmla="*/ 0 w 153"/>
                  <a:gd name="T21" fmla="*/ 0 h 34"/>
                  <a:gd name="T22" fmla="*/ 0 w 153"/>
                  <a:gd name="T23" fmla="*/ 0 h 34"/>
                  <a:gd name="T24" fmla="*/ 0 w 153"/>
                  <a:gd name="T25" fmla="*/ 0 h 34"/>
                  <a:gd name="T26" fmla="*/ 0 w 153"/>
                  <a:gd name="T27" fmla="*/ 0 h 34"/>
                  <a:gd name="T28" fmla="*/ 0 w 153"/>
                  <a:gd name="T29" fmla="*/ 0 h 34"/>
                  <a:gd name="T30" fmla="*/ 0 w 153"/>
                  <a:gd name="T31" fmla="*/ 0 h 34"/>
                  <a:gd name="T32" fmla="*/ 0 w 153"/>
                  <a:gd name="T33" fmla="*/ 0 h 34"/>
                  <a:gd name="T34" fmla="*/ 0 w 153"/>
                  <a:gd name="T35" fmla="*/ 0 h 34"/>
                  <a:gd name="T36" fmla="*/ 0 w 153"/>
                  <a:gd name="T37" fmla="*/ 0 h 34"/>
                  <a:gd name="T38" fmla="*/ 0 w 153"/>
                  <a:gd name="T39" fmla="*/ 0 h 34"/>
                  <a:gd name="T40" fmla="*/ 0 w 153"/>
                  <a:gd name="T41" fmla="*/ 0 h 34"/>
                  <a:gd name="T42" fmla="*/ 0 w 153"/>
                  <a:gd name="T43" fmla="*/ 0 h 34"/>
                  <a:gd name="T44" fmla="*/ 0 w 153"/>
                  <a:gd name="T45" fmla="*/ 0 h 34"/>
                  <a:gd name="T46" fmla="*/ 0 w 153"/>
                  <a:gd name="T47" fmla="*/ 0 h 34"/>
                  <a:gd name="T48" fmla="*/ 0 w 153"/>
                  <a:gd name="T49" fmla="*/ 0 h 34"/>
                  <a:gd name="T50" fmla="*/ 0 w 153"/>
                  <a:gd name="T51" fmla="*/ 0 h 34"/>
                  <a:gd name="T52" fmla="*/ 0 w 153"/>
                  <a:gd name="T53" fmla="*/ 0 h 34"/>
                  <a:gd name="T54" fmla="*/ 0 w 153"/>
                  <a:gd name="T55" fmla="*/ 0 h 34"/>
                  <a:gd name="T56" fmla="*/ 0 w 153"/>
                  <a:gd name="T57" fmla="*/ 0 h 34"/>
                  <a:gd name="T58" fmla="*/ 0 w 153"/>
                  <a:gd name="T59" fmla="*/ 0 h 34"/>
                  <a:gd name="T60" fmla="*/ 0 w 153"/>
                  <a:gd name="T61" fmla="*/ 0 h 34"/>
                  <a:gd name="T62" fmla="*/ 0 w 153"/>
                  <a:gd name="T63" fmla="*/ 0 h 34"/>
                  <a:gd name="T64" fmla="*/ 0 w 153"/>
                  <a:gd name="T65" fmla="*/ 0 h 34"/>
                  <a:gd name="T66" fmla="*/ 0 w 153"/>
                  <a:gd name="T67" fmla="*/ 0 h 34"/>
                  <a:gd name="T68" fmla="*/ 0 w 153"/>
                  <a:gd name="T69" fmla="*/ 0 h 34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53"/>
                  <a:gd name="T106" fmla="*/ 0 h 34"/>
                  <a:gd name="T107" fmla="*/ 153 w 153"/>
                  <a:gd name="T108" fmla="*/ 34 h 34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53" h="34">
                    <a:moveTo>
                      <a:pt x="11" y="34"/>
                    </a:moveTo>
                    <a:lnTo>
                      <a:pt x="17" y="33"/>
                    </a:lnTo>
                    <a:lnTo>
                      <a:pt x="28" y="30"/>
                    </a:lnTo>
                    <a:lnTo>
                      <a:pt x="38" y="26"/>
                    </a:lnTo>
                    <a:lnTo>
                      <a:pt x="47" y="24"/>
                    </a:lnTo>
                    <a:lnTo>
                      <a:pt x="57" y="24"/>
                    </a:lnTo>
                    <a:lnTo>
                      <a:pt x="70" y="24"/>
                    </a:lnTo>
                    <a:lnTo>
                      <a:pt x="83" y="23"/>
                    </a:lnTo>
                    <a:lnTo>
                      <a:pt x="95" y="22"/>
                    </a:lnTo>
                    <a:lnTo>
                      <a:pt x="99" y="22"/>
                    </a:lnTo>
                    <a:lnTo>
                      <a:pt x="106" y="23"/>
                    </a:lnTo>
                    <a:lnTo>
                      <a:pt x="116" y="24"/>
                    </a:lnTo>
                    <a:lnTo>
                      <a:pt x="127" y="26"/>
                    </a:lnTo>
                    <a:lnTo>
                      <a:pt x="137" y="25"/>
                    </a:lnTo>
                    <a:lnTo>
                      <a:pt x="146" y="25"/>
                    </a:lnTo>
                    <a:lnTo>
                      <a:pt x="151" y="22"/>
                    </a:lnTo>
                    <a:lnTo>
                      <a:pt x="153" y="17"/>
                    </a:lnTo>
                    <a:lnTo>
                      <a:pt x="148" y="9"/>
                    </a:lnTo>
                    <a:lnTo>
                      <a:pt x="142" y="5"/>
                    </a:lnTo>
                    <a:lnTo>
                      <a:pt x="131" y="2"/>
                    </a:lnTo>
                    <a:lnTo>
                      <a:pt x="121" y="2"/>
                    </a:lnTo>
                    <a:lnTo>
                      <a:pt x="109" y="0"/>
                    </a:lnTo>
                    <a:lnTo>
                      <a:pt x="98" y="2"/>
                    </a:lnTo>
                    <a:lnTo>
                      <a:pt x="88" y="2"/>
                    </a:lnTo>
                    <a:lnTo>
                      <a:pt x="81" y="4"/>
                    </a:lnTo>
                    <a:lnTo>
                      <a:pt x="75" y="4"/>
                    </a:lnTo>
                    <a:lnTo>
                      <a:pt x="65" y="4"/>
                    </a:lnTo>
                    <a:lnTo>
                      <a:pt x="52" y="4"/>
                    </a:lnTo>
                    <a:lnTo>
                      <a:pt x="38" y="5"/>
                    </a:lnTo>
                    <a:lnTo>
                      <a:pt x="23" y="7"/>
                    </a:lnTo>
                    <a:lnTo>
                      <a:pt x="11" y="10"/>
                    </a:lnTo>
                    <a:lnTo>
                      <a:pt x="2" y="15"/>
                    </a:lnTo>
                    <a:lnTo>
                      <a:pt x="0" y="24"/>
                    </a:lnTo>
                    <a:lnTo>
                      <a:pt x="3" y="30"/>
                    </a:lnTo>
                    <a:lnTo>
                      <a:pt x="11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0" name="Freeform 480">
                <a:extLst>
                  <a:ext uri="{FF2B5EF4-FFF2-40B4-BE49-F238E27FC236}">
                    <a16:creationId xmlns:a16="http://schemas.microsoft.com/office/drawing/2014/main" id="{28F0D38D-C6F5-1D15-981A-11698162D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9" y="1331"/>
                <a:ext cx="6" cy="17"/>
              </a:xfrm>
              <a:custGeom>
                <a:avLst/>
                <a:gdLst>
                  <a:gd name="T0" fmla="*/ 0 w 33"/>
                  <a:gd name="T1" fmla="*/ 0 h 85"/>
                  <a:gd name="T2" fmla="*/ 0 w 33"/>
                  <a:gd name="T3" fmla="*/ 0 h 85"/>
                  <a:gd name="T4" fmla="*/ 0 w 33"/>
                  <a:gd name="T5" fmla="*/ 0 h 85"/>
                  <a:gd name="T6" fmla="*/ 0 w 33"/>
                  <a:gd name="T7" fmla="*/ 0 h 85"/>
                  <a:gd name="T8" fmla="*/ 0 w 33"/>
                  <a:gd name="T9" fmla="*/ 0 h 85"/>
                  <a:gd name="T10" fmla="*/ 0 w 33"/>
                  <a:gd name="T11" fmla="*/ 0 h 85"/>
                  <a:gd name="T12" fmla="*/ 0 w 33"/>
                  <a:gd name="T13" fmla="*/ 0 h 85"/>
                  <a:gd name="T14" fmla="*/ 0 w 33"/>
                  <a:gd name="T15" fmla="*/ 0 h 85"/>
                  <a:gd name="T16" fmla="*/ 0 w 33"/>
                  <a:gd name="T17" fmla="*/ 0 h 85"/>
                  <a:gd name="T18" fmla="*/ 0 w 33"/>
                  <a:gd name="T19" fmla="*/ 0 h 85"/>
                  <a:gd name="T20" fmla="*/ 0 w 33"/>
                  <a:gd name="T21" fmla="*/ 0 h 85"/>
                  <a:gd name="T22" fmla="*/ 0 w 33"/>
                  <a:gd name="T23" fmla="*/ 0 h 85"/>
                  <a:gd name="T24" fmla="*/ 0 w 33"/>
                  <a:gd name="T25" fmla="*/ 0 h 85"/>
                  <a:gd name="T26" fmla="*/ 0 w 33"/>
                  <a:gd name="T27" fmla="*/ 0 h 85"/>
                  <a:gd name="T28" fmla="*/ 0 w 33"/>
                  <a:gd name="T29" fmla="*/ 0 h 85"/>
                  <a:gd name="T30" fmla="*/ 0 w 33"/>
                  <a:gd name="T31" fmla="*/ 0 h 85"/>
                  <a:gd name="T32" fmla="*/ 0 w 33"/>
                  <a:gd name="T33" fmla="*/ 0 h 85"/>
                  <a:gd name="T34" fmla="*/ 0 w 33"/>
                  <a:gd name="T35" fmla="*/ 0 h 85"/>
                  <a:gd name="T36" fmla="*/ 0 w 33"/>
                  <a:gd name="T37" fmla="*/ 0 h 85"/>
                  <a:gd name="T38" fmla="*/ 0 w 33"/>
                  <a:gd name="T39" fmla="*/ 0 h 85"/>
                  <a:gd name="T40" fmla="*/ 0 w 33"/>
                  <a:gd name="T41" fmla="*/ 0 h 85"/>
                  <a:gd name="T42" fmla="*/ 0 w 33"/>
                  <a:gd name="T43" fmla="*/ 0 h 85"/>
                  <a:gd name="T44" fmla="*/ 0 w 33"/>
                  <a:gd name="T45" fmla="*/ 0 h 85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3"/>
                  <a:gd name="T70" fmla="*/ 0 h 85"/>
                  <a:gd name="T71" fmla="*/ 33 w 33"/>
                  <a:gd name="T72" fmla="*/ 85 h 85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3" h="85">
                    <a:moveTo>
                      <a:pt x="0" y="85"/>
                    </a:moveTo>
                    <a:lnTo>
                      <a:pt x="0" y="85"/>
                    </a:lnTo>
                    <a:lnTo>
                      <a:pt x="4" y="83"/>
                    </a:lnTo>
                    <a:lnTo>
                      <a:pt x="2" y="83"/>
                    </a:lnTo>
                    <a:lnTo>
                      <a:pt x="0" y="83"/>
                    </a:lnTo>
                    <a:lnTo>
                      <a:pt x="0" y="46"/>
                    </a:lnTo>
                    <a:lnTo>
                      <a:pt x="3" y="39"/>
                    </a:lnTo>
                    <a:lnTo>
                      <a:pt x="0" y="46"/>
                    </a:lnTo>
                    <a:lnTo>
                      <a:pt x="0" y="9"/>
                    </a:lnTo>
                    <a:lnTo>
                      <a:pt x="9" y="2"/>
                    </a:lnTo>
                    <a:lnTo>
                      <a:pt x="20" y="0"/>
                    </a:lnTo>
                    <a:lnTo>
                      <a:pt x="28" y="3"/>
                    </a:lnTo>
                    <a:lnTo>
                      <a:pt x="33" y="11"/>
                    </a:lnTo>
                    <a:lnTo>
                      <a:pt x="30" y="18"/>
                    </a:lnTo>
                    <a:lnTo>
                      <a:pt x="23" y="21"/>
                    </a:lnTo>
                    <a:lnTo>
                      <a:pt x="15" y="23"/>
                    </a:lnTo>
                    <a:lnTo>
                      <a:pt x="12" y="29"/>
                    </a:lnTo>
                    <a:lnTo>
                      <a:pt x="9" y="36"/>
                    </a:lnTo>
                    <a:lnTo>
                      <a:pt x="9" y="47"/>
                    </a:lnTo>
                    <a:lnTo>
                      <a:pt x="8" y="57"/>
                    </a:lnTo>
                    <a:lnTo>
                      <a:pt x="7" y="68"/>
                    </a:lnTo>
                    <a:lnTo>
                      <a:pt x="4" y="77"/>
                    </a:lnTo>
                    <a:lnTo>
                      <a:pt x="0" y="8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1" name="Freeform 481">
                <a:extLst>
                  <a:ext uri="{FF2B5EF4-FFF2-40B4-BE49-F238E27FC236}">
                    <a16:creationId xmlns:a16="http://schemas.microsoft.com/office/drawing/2014/main" id="{AA16C9F9-FAA7-AE06-519B-3EB248B2E11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" y="1333"/>
                <a:ext cx="1" cy="15"/>
              </a:xfrm>
              <a:custGeom>
                <a:avLst/>
                <a:gdLst>
                  <a:gd name="T0" fmla="*/ 0 w 1"/>
                  <a:gd name="T1" fmla="*/ 0 h 76"/>
                  <a:gd name="T2" fmla="*/ 0 w 1"/>
                  <a:gd name="T3" fmla="*/ 0 h 76"/>
                  <a:gd name="T4" fmla="*/ 0 w 1"/>
                  <a:gd name="T5" fmla="*/ 0 h 76"/>
                  <a:gd name="T6" fmla="*/ 0 w 1"/>
                  <a:gd name="T7" fmla="*/ 0 h 76"/>
                  <a:gd name="T8" fmla="*/ 0 w 1"/>
                  <a:gd name="T9" fmla="*/ 0 h 76"/>
                  <a:gd name="T10" fmla="*/ 0 w 1"/>
                  <a:gd name="T11" fmla="*/ 0 h 76"/>
                  <a:gd name="T12" fmla="*/ 0 w 1"/>
                  <a:gd name="T13" fmla="*/ 0 h 76"/>
                  <a:gd name="T14" fmla="*/ 0 w 1"/>
                  <a:gd name="T15" fmla="*/ 0 h 76"/>
                  <a:gd name="T16" fmla="*/ 0 w 1"/>
                  <a:gd name="T17" fmla="*/ 0 h 76"/>
                  <a:gd name="T18" fmla="*/ 0 w 1"/>
                  <a:gd name="T19" fmla="*/ 0 h 76"/>
                  <a:gd name="T20" fmla="*/ 0 w 1"/>
                  <a:gd name="T21" fmla="*/ 0 h 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"/>
                  <a:gd name="T34" fmla="*/ 0 h 76"/>
                  <a:gd name="T35" fmla="*/ 1 w 1"/>
                  <a:gd name="T36" fmla="*/ 76 h 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" h="76">
                    <a:moveTo>
                      <a:pt x="0" y="0"/>
                    </a:moveTo>
                    <a:lnTo>
                      <a:pt x="0" y="37"/>
                    </a:lnTo>
                    <a:lnTo>
                      <a:pt x="0" y="42"/>
                    </a:lnTo>
                    <a:lnTo>
                      <a:pt x="0" y="0"/>
                    </a:lnTo>
                    <a:close/>
                    <a:moveTo>
                      <a:pt x="0" y="42"/>
                    </a:moveTo>
                    <a:lnTo>
                      <a:pt x="0" y="76"/>
                    </a:lnTo>
                    <a:lnTo>
                      <a:pt x="0" y="74"/>
                    </a:lnTo>
                    <a:lnTo>
                      <a:pt x="0" y="37"/>
                    </a:lnTo>
                    <a:lnTo>
                      <a:pt x="0" y="42"/>
                    </a:lnTo>
                    <a:close/>
                    <a:moveTo>
                      <a:pt x="0" y="76"/>
                    </a:move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2" name="Freeform 482">
                <a:extLst>
                  <a:ext uri="{FF2B5EF4-FFF2-40B4-BE49-F238E27FC236}">
                    <a16:creationId xmlns:a16="http://schemas.microsoft.com/office/drawing/2014/main" id="{947F956C-A175-C3BA-8FC0-FEB4E05CDC4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749" y="1333"/>
                <a:ext cx="1" cy="15"/>
              </a:xfrm>
              <a:custGeom>
                <a:avLst/>
                <a:gdLst>
                  <a:gd name="T0" fmla="*/ 0 w 1"/>
                  <a:gd name="T1" fmla="*/ 0 h 76"/>
                  <a:gd name="T2" fmla="*/ 0 w 1"/>
                  <a:gd name="T3" fmla="*/ 0 h 76"/>
                  <a:gd name="T4" fmla="*/ 0 w 1"/>
                  <a:gd name="T5" fmla="*/ 0 h 76"/>
                  <a:gd name="T6" fmla="*/ 0 w 1"/>
                  <a:gd name="T7" fmla="*/ 0 h 76"/>
                  <a:gd name="T8" fmla="*/ 0 w 1"/>
                  <a:gd name="T9" fmla="*/ 0 h 76"/>
                  <a:gd name="T10" fmla="*/ 0 w 1"/>
                  <a:gd name="T11" fmla="*/ 0 h 76"/>
                  <a:gd name="T12" fmla="*/ 0 w 1"/>
                  <a:gd name="T13" fmla="*/ 0 h 76"/>
                  <a:gd name="T14" fmla="*/ 0 w 1"/>
                  <a:gd name="T15" fmla="*/ 0 h 76"/>
                  <a:gd name="T16" fmla="*/ 0 w 1"/>
                  <a:gd name="T17" fmla="*/ 0 h 76"/>
                  <a:gd name="T18" fmla="*/ 0 w 1"/>
                  <a:gd name="T19" fmla="*/ 0 h 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"/>
                  <a:gd name="T31" fmla="*/ 0 h 76"/>
                  <a:gd name="T32" fmla="*/ 1 w 1"/>
                  <a:gd name="T33" fmla="*/ 76 h 7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" h="76">
                    <a:moveTo>
                      <a:pt x="0" y="43"/>
                    </a:moveTo>
                    <a:lnTo>
                      <a:pt x="0" y="43"/>
                    </a:lnTo>
                    <a:lnTo>
                      <a:pt x="0" y="0"/>
                    </a:lnTo>
                    <a:lnTo>
                      <a:pt x="0" y="42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76"/>
                    </a:lnTo>
                    <a:lnTo>
                      <a:pt x="0" y="43"/>
                    </a:lnTo>
                    <a:close/>
                    <a:moveTo>
                      <a:pt x="0" y="76"/>
                    </a:move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3" name="Freeform 483">
                <a:extLst>
                  <a:ext uri="{FF2B5EF4-FFF2-40B4-BE49-F238E27FC236}">
                    <a16:creationId xmlns:a16="http://schemas.microsoft.com/office/drawing/2014/main" id="{3749D80C-91FC-6C94-6432-E550F862D5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1333"/>
                <a:ext cx="4" cy="16"/>
              </a:xfrm>
              <a:custGeom>
                <a:avLst/>
                <a:gdLst>
                  <a:gd name="T0" fmla="*/ 0 w 19"/>
                  <a:gd name="T1" fmla="*/ 0 h 79"/>
                  <a:gd name="T2" fmla="*/ 0 w 19"/>
                  <a:gd name="T3" fmla="*/ 0 h 79"/>
                  <a:gd name="T4" fmla="*/ 0 w 19"/>
                  <a:gd name="T5" fmla="*/ 0 h 79"/>
                  <a:gd name="T6" fmla="*/ 0 w 19"/>
                  <a:gd name="T7" fmla="*/ 0 h 79"/>
                  <a:gd name="T8" fmla="*/ 0 w 19"/>
                  <a:gd name="T9" fmla="*/ 0 h 79"/>
                  <a:gd name="T10" fmla="*/ 0 w 19"/>
                  <a:gd name="T11" fmla="*/ 0 h 79"/>
                  <a:gd name="T12" fmla="*/ 0 w 19"/>
                  <a:gd name="T13" fmla="*/ 0 h 79"/>
                  <a:gd name="T14" fmla="*/ 0 w 19"/>
                  <a:gd name="T15" fmla="*/ 0 h 79"/>
                  <a:gd name="T16" fmla="*/ 0 w 19"/>
                  <a:gd name="T17" fmla="*/ 0 h 79"/>
                  <a:gd name="T18" fmla="*/ 0 w 19"/>
                  <a:gd name="T19" fmla="*/ 0 h 79"/>
                  <a:gd name="T20" fmla="*/ 0 w 19"/>
                  <a:gd name="T21" fmla="*/ 0 h 79"/>
                  <a:gd name="T22" fmla="*/ 0 w 19"/>
                  <a:gd name="T23" fmla="*/ 0 h 79"/>
                  <a:gd name="T24" fmla="*/ 0 w 19"/>
                  <a:gd name="T25" fmla="*/ 0 h 79"/>
                  <a:gd name="T26" fmla="*/ 0 w 19"/>
                  <a:gd name="T27" fmla="*/ 0 h 79"/>
                  <a:gd name="T28" fmla="*/ 0 w 19"/>
                  <a:gd name="T29" fmla="*/ 0 h 79"/>
                  <a:gd name="T30" fmla="*/ 0 w 19"/>
                  <a:gd name="T31" fmla="*/ 0 h 79"/>
                  <a:gd name="T32" fmla="*/ 0 w 19"/>
                  <a:gd name="T33" fmla="*/ 0 h 79"/>
                  <a:gd name="T34" fmla="*/ 0 w 19"/>
                  <a:gd name="T35" fmla="*/ 0 h 79"/>
                  <a:gd name="T36" fmla="*/ 0 w 19"/>
                  <a:gd name="T37" fmla="*/ 0 h 79"/>
                  <a:gd name="T38" fmla="*/ 0 w 19"/>
                  <a:gd name="T39" fmla="*/ 0 h 79"/>
                  <a:gd name="T40" fmla="*/ 0 w 19"/>
                  <a:gd name="T41" fmla="*/ 0 h 7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19"/>
                  <a:gd name="T64" fmla="*/ 0 h 79"/>
                  <a:gd name="T65" fmla="*/ 19 w 19"/>
                  <a:gd name="T66" fmla="*/ 79 h 7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19" h="79">
                    <a:moveTo>
                      <a:pt x="18" y="46"/>
                    </a:moveTo>
                    <a:lnTo>
                      <a:pt x="19" y="43"/>
                    </a:lnTo>
                    <a:lnTo>
                      <a:pt x="19" y="76"/>
                    </a:lnTo>
                    <a:lnTo>
                      <a:pt x="14" y="78"/>
                    </a:lnTo>
                    <a:lnTo>
                      <a:pt x="10" y="79"/>
                    </a:lnTo>
                    <a:lnTo>
                      <a:pt x="2" y="77"/>
                    </a:lnTo>
                    <a:lnTo>
                      <a:pt x="0" y="71"/>
                    </a:lnTo>
                    <a:lnTo>
                      <a:pt x="1" y="64"/>
                    </a:lnTo>
                    <a:lnTo>
                      <a:pt x="6" y="59"/>
                    </a:lnTo>
                    <a:lnTo>
                      <a:pt x="6" y="56"/>
                    </a:lnTo>
                    <a:lnTo>
                      <a:pt x="6" y="50"/>
                    </a:lnTo>
                    <a:lnTo>
                      <a:pt x="7" y="41"/>
                    </a:lnTo>
                    <a:lnTo>
                      <a:pt x="10" y="33"/>
                    </a:lnTo>
                    <a:lnTo>
                      <a:pt x="10" y="25"/>
                    </a:lnTo>
                    <a:lnTo>
                      <a:pt x="12" y="19"/>
                    </a:lnTo>
                    <a:lnTo>
                      <a:pt x="12" y="14"/>
                    </a:lnTo>
                    <a:lnTo>
                      <a:pt x="14" y="12"/>
                    </a:lnTo>
                    <a:lnTo>
                      <a:pt x="16" y="4"/>
                    </a:lnTo>
                    <a:lnTo>
                      <a:pt x="19" y="0"/>
                    </a:lnTo>
                    <a:lnTo>
                      <a:pt x="19" y="43"/>
                    </a:lnTo>
                    <a:lnTo>
                      <a:pt x="18" y="4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4" name="Freeform 484">
                <a:extLst>
                  <a:ext uri="{FF2B5EF4-FFF2-40B4-BE49-F238E27FC236}">
                    <a16:creationId xmlns:a16="http://schemas.microsoft.com/office/drawing/2014/main" id="{C7C1E320-01A3-C536-EB80-83E1B2CE2E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6" y="1331"/>
                <a:ext cx="5" cy="4"/>
              </a:xfrm>
              <a:custGeom>
                <a:avLst/>
                <a:gdLst>
                  <a:gd name="T0" fmla="*/ 0 w 23"/>
                  <a:gd name="T1" fmla="*/ 0 h 19"/>
                  <a:gd name="T2" fmla="*/ 0 w 23"/>
                  <a:gd name="T3" fmla="*/ 0 h 19"/>
                  <a:gd name="T4" fmla="*/ 0 w 23"/>
                  <a:gd name="T5" fmla="*/ 0 h 19"/>
                  <a:gd name="T6" fmla="*/ 0 w 23"/>
                  <a:gd name="T7" fmla="*/ 0 h 19"/>
                  <a:gd name="T8" fmla="*/ 0 w 23"/>
                  <a:gd name="T9" fmla="*/ 0 h 19"/>
                  <a:gd name="T10" fmla="*/ 0 w 23"/>
                  <a:gd name="T11" fmla="*/ 0 h 19"/>
                  <a:gd name="T12" fmla="*/ 0 w 23"/>
                  <a:gd name="T13" fmla="*/ 0 h 19"/>
                  <a:gd name="T14" fmla="*/ 0 w 23"/>
                  <a:gd name="T15" fmla="*/ 0 h 19"/>
                  <a:gd name="T16" fmla="*/ 0 w 23"/>
                  <a:gd name="T17" fmla="*/ 0 h 19"/>
                  <a:gd name="T18" fmla="*/ 0 w 23"/>
                  <a:gd name="T19" fmla="*/ 0 h 19"/>
                  <a:gd name="T20" fmla="*/ 0 w 23"/>
                  <a:gd name="T21" fmla="*/ 0 h 1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"/>
                  <a:gd name="T34" fmla="*/ 0 h 19"/>
                  <a:gd name="T35" fmla="*/ 23 w 23"/>
                  <a:gd name="T36" fmla="*/ 19 h 19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" h="19">
                    <a:moveTo>
                      <a:pt x="13" y="19"/>
                    </a:moveTo>
                    <a:lnTo>
                      <a:pt x="20" y="16"/>
                    </a:lnTo>
                    <a:lnTo>
                      <a:pt x="23" y="9"/>
                    </a:lnTo>
                    <a:lnTo>
                      <a:pt x="20" y="2"/>
                    </a:lnTo>
                    <a:lnTo>
                      <a:pt x="13" y="0"/>
                    </a:lnTo>
                    <a:lnTo>
                      <a:pt x="6" y="0"/>
                    </a:lnTo>
                    <a:lnTo>
                      <a:pt x="2" y="2"/>
                    </a:lnTo>
                    <a:lnTo>
                      <a:pt x="0" y="6"/>
                    </a:lnTo>
                    <a:lnTo>
                      <a:pt x="0" y="9"/>
                    </a:lnTo>
                    <a:lnTo>
                      <a:pt x="2" y="16"/>
                    </a:lnTo>
                    <a:lnTo>
                      <a:pt x="13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5" name="Freeform 485">
                <a:extLst>
                  <a:ext uri="{FF2B5EF4-FFF2-40B4-BE49-F238E27FC236}">
                    <a16:creationId xmlns:a16="http://schemas.microsoft.com/office/drawing/2014/main" id="{789C91D8-E869-1BA2-E73E-B154229C7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6" y="1329"/>
                <a:ext cx="9" cy="5"/>
              </a:xfrm>
              <a:custGeom>
                <a:avLst/>
                <a:gdLst>
                  <a:gd name="T0" fmla="*/ 0 w 45"/>
                  <a:gd name="T1" fmla="*/ 0 h 23"/>
                  <a:gd name="T2" fmla="*/ 0 w 45"/>
                  <a:gd name="T3" fmla="*/ 0 h 23"/>
                  <a:gd name="T4" fmla="*/ 0 w 45"/>
                  <a:gd name="T5" fmla="*/ 0 h 23"/>
                  <a:gd name="T6" fmla="*/ 0 w 45"/>
                  <a:gd name="T7" fmla="*/ 0 h 23"/>
                  <a:gd name="T8" fmla="*/ 0 w 45"/>
                  <a:gd name="T9" fmla="*/ 0 h 23"/>
                  <a:gd name="T10" fmla="*/ 0 w 45"/>
                  <a:gd name="T11" fmla="*/ 0 h 23"/>
                  <a:gd name="T12" fmla="*/ 0 w 45"/>
                  <a:gd name="T13" fmla="*/ 0 h 23"/>
                  <a:gd name="T14" fmla="*/ 0 w 45"/>
                  <a:gd name="T15" fmla="*/ 0 h 23"/>
                  <a:gd name="T16" fmla="*/ 0 w 45"/>
                  <a:gd name="T17" fmla="*/ 0 h 23"/>
                  <a:gd name="T18" fmla="*/ 0 w 45"/>
                  <a:gd name="T19" fmla="*/ 0 h 23"/>
                  <a:gd name="T20" fmla="*/ 0 w 45"/>
                  <a:gd name="T21" fmla="*/ 0 h 23"/>
                  <a:gd name="T22" fmla="*/ 0 w 45"/>
                  <a:gd name="T23" fmla="*/ 0 h 23"/>
                  <a:gd name="T24" fmla="*/ 0 w 45"/>
                  <a:gd name="T25" fmla="*/ 0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45"/>
                  <a:gd name="T40" fmla="*/ 0 h 23"/>
                  <a:gd name="T41" fmla="*/ 45 w 45"/>
                  <a:gd name="T42" fmla="*/ 23 h 23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45" h="23">
                    <a:moveTo>
                      <a:pt x="15" y="1"/>
                    </a:moveTo>
                    <a:lnTo>
                      <a:pt x="7" y="0"/>
                    </a:lnTo>
                    <a:lnTo>
                      <a:pt x="2" y="6"/>
                    </a:lnTo>
                    <a:lnTo>
                      <a:pt x="0" y="13"/>
                    </a:lnTo>
                    <a:lnTo>
                      <a:pt x="7" y="19"/>
                    </a:lnTo>
                    <a:lnTo>
                      <a:pt x="15" y="21"/>
                    </a:lnTo>
                    <a:lnTo>
                      <a:pt x="29" y="23"/>
                    </a:lnTo>
                    <a:lnTo>
                      <a:pt x="40" y="21"/>
                    </a:lnTo>
                    <a:lnTo>
                      <a:pt x="45" y="13"/>
                    </a:lnTo>
                    <a:lnTo>
                      <a:pt x="40" y="5"/>
                    </a:lnTo>
                    <a:lnTo>
                      <a:pt x="33" y="3"/>
                    </a:lnTo>
                    <a:lnTo>
                      <a:pt x="23" y="2"/>
                    </a:lnTo>
                    <a:lnTo>
                      <a:pt x="15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6" name="Freeform 486">
                <a:extLst>
                  <a:ext uri="{FF2B5EF4-FFF2-40B4-BE49-F238E27FC236}">
                    <a16:creationId xmlns:a16="http://schemas.microsoft.com/office/drawing/2014/main" id="{490B8F6A-3731-6030-31CE-60A4868DA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35" y="1330"/>
                <a:ext cx="11" cy="7"/>
              </a:xfrm>
              <a:custGeom>
                <a:avLst/>
                <a:gdLst>
                  <a:gd name="T0" fmla="*/ 0 w 58"/>
                  <a:gd name="T1" fmla="*/ 0 h 35"/>
                  <a:gd name="T2" fmla="*/ 0 w 58"/>
                  <a:gd name="T3" fmla="*/ 0 h 35"/>
                  <a:gd name="T4" fmla="*/ 0 w 58"/>
                  <a:gd name="T5" fmla="*/ 0 h 35"/>
                  <a:gd name="T6" fmla="*/ 0 w 58"/>
                  <a:gd name="T7" fmla="*/ 0 h 35"/>
                  <a:gd name="T8" fmla="*/ 0 w 58"/>
                  <a:gd name="T9" fmla="*/ 0 h 35"/>
                  <a:gd name="T10" fmla="*/ 0 w 58"/>
                  <a:gd name="T11" fmla="*/ 0 h 35"/>
                  <a:gd name="T12" fmla="*/ 0 w 58"/>
                  <a:gd name="T13" fmla="*/ 0 h 35"/>
                  <a:gd name="T14" fmla="*/ 0 w 58"/>
                  <a:gd name="T15" fmla="*/ 0 h 35"/>
                  <a:gd name="T16" fmla="*/ 0 w 58"/>
                  <a:gd name="T17" fmla="*/ 0 h 35"/>
                  <a:gd name="T18" fmla="*/ 0 w 58"/>
                  <a:gd name="T19" fmla="*/ 0 h 35"/>
                  <a:gd name="T20" fmla="*/ 0 w 58"/>
                  <a:gd name="T21" fmla="*/ 0 h 35"/>
                  <a:gd name="T22" fmla="*/ 0 w 58"/>
                  <a:gd name="T23" fmla="*/ 0 h 35"/>
                  <a:gd name="T24" fmla="*/ 0 w 58"/>
                  <a:gd name="T25" fmla="*/ 0 h 35"/>
                  <a:gd name="T26" fmla="*/ 0 w 58"/>
                  <a:gd name="T27" fmla="*/ 0 h 35"/>
                  <a:gd name="T28" fmla="*/ 0 w 58"/>
                  <a:gd name="T29" fmla="*/ 0 h 35"/>
                  <a:gd name="T30" fmla="*/ 0 w 58"/>
                  <a:gd name="T31" fmla="*/ 0 h 35"/>
                  <a:gd name="T32" fmla="*/ 0 w 58"/>
                  <a:gd name="T33" fmla="*/ 0 h 35"/>
                  <a:gd name="T34" fmla="*/ 0 w 58"/>
                  <a:gd name="T35" fmla="*/ 0 h 35"/>
                  <a:gd name="T36" fmla="*/ 0 w 58"/>
                  <a:gd name="T37" fmla="*/ 0 h 35"/>
                  <a:gd name="T38" fmla="*/ 0 w 58"/>
                  <a:gd name="T39" fmla="*/ 0 h 35"/>
                  <a:gd name="T40" fmla="*/ 0 w 58"/>
                  <a:gd name="T41" fmla="*/ 0 h 35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8"/>
                  <a:gd name="T64" fmla="*/ 0 h 35"/>
                  <a:gd name="T65" fmla="*/ 58 w 58"/>
                  <a:gd name="T66" fmla="*/ 35 h 35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8" h="35">
                    <a:moveTo>
                      <a:pt x="48" y="35"/>
                    </a:moveTo>
                    <a:lnTo>
                      <a:pt x="57" y="31"/>
                    </a:lnTo>
                    <a:lnTo>
                      <a:pt x="58" y="25"/>
                    </a:lnTo>
                    <a:lnTo>
                      <a:pt x="55" y="18"/>
                    </a:lnTo>
                    <a:lnTo>
                      <a:pt x="52" y="12"/>
                    </a:lnTo>
                    <a:lnTo>
                      <a:pt x="48" y="5"/>
                    </a:lnTo>
                    <a:lnTo>
                      <a:pt x="41" y="3"/>
                    </a:lnTo>
                    <a:lnTo>
                      <a:pt x="32" y="0"/>
                    </a:lnTo>
                    <a:lnTo>
                      <a:pt x="24" y="0"/>
                    </a:lnTo>
                    <a:lnTo>
                      <a:pt x="14" y="0"/>
                    </a:lnTo>
                    <a:lnTo>
                      <a:pt x="6" y="3"/>
                    </a:lnTo>
                    <a:lnTo>
                      <a:pt x="1" y="7"/>
                    </a:lnTo>
                    <a:lnTo>
                      <a:pt x="0" y="14"/>
                    </a:lnTo>
                    <a:lnTo>
                      <a:pt x="4" y="20"/>
                    </a:lnTo>
                    <a:lnTo>
                      <a:pt x="15" y="24"/>
                    </a:lnTo>
                    <a:lnTo>
                      <a:pt x="21" y="24"/>
                    </a:lnTo>
                    <a:lnTo>
                      <a:pt x="27" y="25"/>
                    </a:lnTo>
                    <a:lnTo>
                      <a:pt x="33" y="25"/>
                    </a:lnTo>
                    <a:lnTo>
                      <a:pt x="38" y="26"/>
                    </a:lnTo>
                    <a:lnTo>
                      <a:pt x="41" y="30"/>
                    </a:lnTo>
                    <a:lnTo>
                      <a:pt x="48" y="3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7" name="Freeform 487">
                <a:extLst>
                  <a:ext uri="{FF2B5EF4-FFF2-40B4-BE49-F238E27FC236}">
                    <a16:creationId xmlns:a16="http://schemas.microsoft.com/office/drawing/2014/main" id="{98A3BBE5-B4D8-E5C9-A46A-4840309BCA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7" y="1308"/>
                <a:ext cx="4" cy="5"/>
              </a:xfrm>
              <a:custGeom>
                <a:avLst/>
                <a:gdLst>
                  <a:gd name="T0" fmla="*/ 0 w 22"/>
                  <a:gd name="T1" fmla="*/ 0 h 25"/>
                  <a:gd name="T2" fmla="*/ 0 w 22"/>
                  <a:gd name="T3" fmla="*/ 0 h 25"/>
                  <a:gd name="T4" fmla="*/ 0 w 22"/>
                  <a:gd name="T5" fmla="*/ 0 h 25"/>
                  <a:gd name="T6" fmla="*/ 0 w 22"/>
                  <a:gd name="T7" fmla="*/ 0 h 25"/>
                  <a:gd name="T8" fmla="*/ 0 w 22"/>
                  <a:gd name="T9" fmla="*/ 0 h 25"/>
                  <a:gd name="T10" fmla="*/ 0 w 22"/>
                  <a:gd name="T11" fmla="*/ 0 h 25"/>
                  <a:gd name="T12" fmla="*/ 0 w 22"/>
                  <a:gd name="T13" fmla="*/ 0 h 25"/>
                  <a:gd name="T14" fmla="*/ 0 w 22"/>
                  <a:gd name="T15" fmla="*/ 0 h 25"/>
                  <a:gd name="T16" fmla="*/ 0 w 22"/>
                  <a:gd name="T17" fmla="*/ 0 h 25"/>
                  <a:gd name="T18" fmla="*/ 0 w 22"/>
                  <a:gd name="T19" fmla="*/ 0 h 25"/>
                  <a:gd name="T20" fmla="*/ 0 w 22"/>
                  <a:gd name="T21" fmla="*/ 0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"/>
                  <a:gd name="T34" fmla="*/ 0 h 25"/>
                  <a:gd name="T35" fmla="*/ 22 w 22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" h="25">
                    <a:moveTo>
                      <a:pt x="20" y="9"/>
                    </a:moveTo>
                    <a:lnTo>
                      <a:pt x="17" y="3"/>
                    </a:lnTo>
                    <a:lnTo>
                      <a:pt x="15" y="2"/>
                    </a:lnTo>
                    <a:lnTo>
                      <a:pt x="6" y="0"/>
                    </a:lnTo>
                    <a:lnTo>
                      <a:pt x="1" y="5"/>
                    </a:lnTo>
                    <a:lnTo>
                      <a:pt x="0" y="12"/>
                    </a:lnTo>
                    <a:lnTo>
                      <a:pt x="3" y="18"/>
                    </a:lnTo>
                    <a:lnTo>
                      <a:pt x="8" y="25"/>
                    </a:lnTo>
                    <a:lnTo>
                      <a:pt x="17" y="25"/>
                    </a:lnTo>
                    <a:lnTo>
                      <a:pt x="22" y="19"/>
                    </a:lnTo>
                    <a:lnTo>
                      <a:pt x="20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8" name="Freeform 488">
                <a:extLst>
                  <a:ext uri="{FF2B5EF4-FFF2-40B4-BE49-F238E27FC236}">
                    <a16:creationId xmlns:a16="http://schemas.microsoft.com/office/drawing/2014/main" id="{BDB0B7FD-805B-D162-4CF5-A7D054B968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2" y="1311"/>
                <a:ext cx="6" cy="12"/>
              </a:xfrm>
              <a:custGeom>
                <a:avLst/>
                <a:gdLst>
                  <a:gd name="T0" fmla="*/ 0 w 28"/>
                  <a:gd name="T1" fmla="*/ 0 h 64"/>
                  <a:gd name="T2" fmla="*/ 0 w 28"/>
                  <a:gd name="T3" fmla="*/ 0 h 64"/>
                  <a:gd name="T4" fmla="*/ 0 w 28"/>
                  <a:gd name="T5" fmla="*/ 0 h 64"/>
                  <a:gd name="T6" fmla="*/ 0 w 28"/>
                  <a:gd name="T7" fmla="*/ 0 h 64"/>
                  <a:gd name="T8" fmla="*/ 0 w 28"/>
                  <a:gd name="T9" fmla="*/ 0 h 64"/>
                  <a:gd name="T10" fmla="*/ 0 w 28"/>
                  <a:gd name="T11" fmla="*/ 0 h 64"/>
                  <a:gd name="T12" fmla="*/ 0 w 28"/>
                  <a:gd name="T13" fmla="*/ 0 h 64"/>
                  <a:gd name="T14" fmla="*/ 0 w 28"/>
                  <a:gd name="T15" fmla="*/ 0 h 64"/>
                  <a:gd name="T16" fmla="*/ 0 w 28"/>
                  <a:gd name="T17" fmla="*/ 0 h 64"/>
                  <a:gd name="T18" fmla="*/ 0 w 28"/>
                  <a:gd name="T19" fmla="*/ 0 h 64"/>
                  <a:gd name="T20" fmla="*/ 0 w 28"/>
                  <a:gd name="T21" fmla="*/ 0 h 64"/>
                  <a:gd name="T22" fmla="*/ 0 w 28"/>
                  <a:gd name="T23" fmla="*/ 0 h 64"/>
                  <a:gd name="T24" fmla="*/ 0 w 28"/>
                  <a:gd name="T25" fmla="*/ 0 h 64"/>
                  <a:gd name="T26" fmla="*/ 0 w 28"/>
                  <a:gd name="T27" fmla="*/ 0 h 64"/>
                  <a:gd name="T28" fmla="*/ 0 w 28"/>
                  <a:gd name="T29" fmla="*/ 0 h 64"/>
                  <a:gd name="T30" fmla="*/ 0 w 28"/>
                  <a:gd name="T31" fmla="*/ 0 h 64"/>
                  <a:gd name="T32" fmla="*/ 0 w 28"/>
                  <a:gd name="T33" fmla="*/ 0 h 64"/>
                  <a:gd name="T34" fmla="*/ 0 w 28"/>
                  <a:gd name="T35" fmla="*/ 0 h 64"/>
                  <a:gd name="T36" fmla="*/ 0 w 28"/>
                  <a:gd name="T37" fmla="*/ 0 h 6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8"/>
                  <a:gd name="T58" fmla="*/ 0 h 64"/>
                  <a:gd name="T59" fmla="*/ 28 w 28"/>
                  <a:gd name="T60" fmla="*/ 64 h 64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8" h="64">
                    <a:moveTo>
                      <a:pt x="25" y="11"/>
                    </a:moveTo>
                    <a:lnTo>
                      <a:pt x="21" y="3"/>
                    </a:lnTo>
                    <a:lnTo>
                      <a:pt x="15" y="0"/>
                    </a:lnTo>
                    <a:lnTo>
                      <a:pt x="7" y="2"/>
                    </a:lnTo>
                    <a:lnTo>
                      <a:pt x="4" y="11"/>
                    </a:lnTo>
                    <a:lnTo>
                      <a:pt x="0" y="22"/>
                    </a:lnTo>
                    <a:lnTo>
                      <a:pt x="1" y="35"/>
                    </a:lnTo>
                    <a:lnTo>
                      <a:pt x="2" y="47"/>
                    </a:lnTo>
                    <a:lnTo>
                      <a:pt x="7" y="58"/>
                    </a:lnTo>
                    <a:lnTo>
                      <a:pt x="12" y="63"/>
                    </a:lnTo>
                    <a:lnTo>
                      <a:pt x="21" y="64"/>
                    </a:lnTo>
                    <a:lnTo>
                      <a:pt x="25" y="59"/>
                    </a:lnTo>
                    <a:lnTo>
                      <a:pt x="27" y="54"/>
                    </a:lnTo>
                    <a:lnTo>
                      <a:pt x="27" y="47"/>
                    </a:lnTo>
                    <a:lnTo>
                      <a:pt x="28" y="39"/>
                    </a:lnTo>
                    <a:lnTo>
                      <a:pt x="26" y="30"/>
                    </a:lnTo>
                    <a:lnTo>
                      <a:pt x="26" y="23"/>
                    </a:lnTo>
                    <a:lnTo>
                      <a:pt x="25" y="16"/>
                    </a:lnTo>
                    <a:lnTo>
                      <a:pt x="25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39" name="Freeform 489">
                <a:extLst>
                  <a:ext uri="{FF2B5EF4-FFF2-40B4-BE49-F238E27FC236}">
                    <a16:creationId xmlns:a16="http://schemas.microsoft.com/office/drawing/2014/main" id="{D167CFA7-59AD-7C55-2EC5-01468331E6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5" y="1345"/>
                <a:ext cx="4" cy="18"/>
              </a:xfrm>
              <a:custGeom>
                <a:avLst/>
                <a:gdLst>
                  <a:gd name="T0" fmla="*/ 0 w 22"/>
                  <a:gd name="T1" fmla="*/ 0 h 92"/>
                  <a:gd name="T2" fmla="*/ 0 w 22"/>
                  <a:gd name="T3" fmla="*/ 0 h 92"/>
                  <a:gd name="T4" fmla="*/ 0 w 22"/>
                  <a:gd name="T5" fmla="*/ 0 h 92"/>
                  <a:gd name="T6" fmla="*/ 0 w 22"/>
                  <a:gd name="T7" fmla="*/ 0 h 92"/>
                  <a:gd name="T8" fmla="*/ 0 w 22"/>
                  <a:gd name="T9" fmla="*/ 0 h 92"/>
                  <a:gd name="T10" fmla="*/ 0 w 22"/>
                  <a:gd name="T11" fmla="*/ 0 h 92"/>
                  <a:gd name="T12" fmla="*/ 0 w 22"/>
                  <a:gd name="T13" fmla="*/ 0 h 92"/>
                  <a:gd name="T14" fmla="*/ 0 w 22"/>
                  <a:gd name="T15" fmla="*/ 0 h 92"/>
                  <a:gd name="T16" fmla="*/ 0 w 22"/>
                  <a:gd name="T17" fmla="*/ 0 h 92"/>
                  <a:gd name="T18" fmla="*/ 0 w 22"/>
                  <a:gd name="T19" fmla="*/ 0 h 92"/>
                  <a:gd name="T20" fmla="*/ 0 w 22"/>
                  <a:gd name="T21" fmla="*/ 0 h 92"/>
                  <a:gd name="T22" fmla="*/ 0 w 22"/>
                  <a:gd name="T23" fmla="*/ 0 h 92"/>
                  <a:gd name="T24" fmla="*/ 0 w 22"/>
                  <a:gd name="T25" fmla="*/ 0 h 92"/>
                  <a:gd name="T26" fmla="*/ 0 w 22"/>
                  <a:gd name="T27" fmla="*/ 0 h 92"/>
                  <a:gd name="T28" fmla="*/ 0 w 22"/>
                  <a:gd name="T29" fmla="*/ 0 h 92"/>
                  <a:gd name="T30" fmla="*/ 0 w 22"/>
                  <a:gd name="T31" fmla="*/ 0 h 92"/>
                  <a:gd name="T32" fmla="*/ 0 w 22"/>
                  <a:gd name="T33" fmla="*/ 0 h 92"/>
                  <a:gd name="T34" fmla="*/ 0 w 22"/>
                  <a:gd name="T35" fmla="*/ 0 h 92"/>
                  <a:gd name="T36" fmla="*/ 0 w 22"/>
                  <a:gd name="T37" fmla="*/ 0 h 92"/>
                  <a:gd name="T38" fmla="*/ 0 w 22"/>
                  <a:gd name="T39" fmla="*/ 0 h 92"/>
                  <a:gd name="T40" fmla="*/ 0 w 22"/>
                  <a:gd name="T41" fmla="*/ 0 h 92"/>
                  <a:gd name="T42" fmla="*/ 0 w 22"/>
                  <a:gd name="T43" fmla="*/ 0 h 92"/>
                  <a:gd name="T44" fmla="*/ 0 w 22"/>
                  <a:gd name="T45" fmla="*/ 0 h 92"/>
                  <a:gd name="T46" fmla="*/ 0 w 22"/>
                  <a:gd name="T47" fmla="*/ 0 h 92"/>
                  <a:gd name="T48" fmla="*/ 0 w 22"/>
                  <a:gd name="T49" fmla="*/ 0 h 92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2"/>
                  <a:gd name="T76" fmla="*/ 0 h 92"/>
                  <a:gd name="T77" fmla="*/ 22 w 22"/>
                  <a:gd name="T78" fmla="*/ 92 h 92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2" h="92">
                    <a:moveTo>
                      <a:pt x="22" y="10"/>
                    </a:moveTo>
                    <a:lnTo>
                      <a:pt x="18" y="3"/>
                    </a:lnTo>
                    <a:lnTo>
                      <a:pt x="11" y="0"/>
                    </a:lnTo>
                    <a:lnTo>
                      <a:pt x="4" y="3"/>
                    </a:lnTo>
                    <a:lnTo>
                      <a:pt x="1" y="10"/>
                    </a:lnTo>
                    <a:lnTo>
                      <a:pt x="0" y="19"/>
                    </a:lnTo>
                    <a:lnTo>
                      <a:pt x="0" y="28"/>
                    </a:lnTo>
                    <a:lnTo>
                      <a:pt x="0" y="36"/>
                    </a:lnTo>
                    <a:lnTo>
                      <a:pt x="0" y="45"/>
                    </a:lnTo>
                    <a:lnTo>
                      <a:pt x="0" y="54"/>
                    </a:lnTo>
                    <a:lnTo>
                      <a:pt x="0" y="62"/>
                    </a:lnTo>
                    <a:lnTo>
                      <a:pt x="0" y="71"/>
                    </a:lnTo>
                    <a:lnTo>
                      <a:pt x="0" y="81"/>
                    </a:lnTo>
                    <a:lnTo>
                      <a:pt x="2" y="88"/>
                    </a:lnTo>
                    <a:lnTo>
                      <a:pt x="9" y="92"/>
                    </a:lnTo>
                    <a:lnTo>
                      <a:pt x="15" y="88"/>
                    </a:lnTo>
                    <a:lnTo>
                      <a:pt x="18" y="81"/>
                    </a:lnTo>
                    <a:lnTo>
                      <a:pt x="18" y="71"/>
                    </a:lnTo>
                    <a:lnTo>
                      <a:pt x="18" y="62"/>
                    </a:lnTo>
                    <a:lnTo>
                      <a:pt x="18" y="54"/>
                    </a:lnTo>
                    <a:lnTo>
                      <a:pt x="20" y="45"/>
                    </a:lnTo>
                    <a:lnTo>
                      <a:pt x="20" y="36"/>
                    </a:lnTo>
                    <a:lnTo>
                      <a:pt x="21" y="28"/>
                    </a:lnTo>
                    <a:lnTo>
                      <a:pt x="21" y="19"/>
                    </a:lnTo>
                    <a:lnTo>
                      <a:pt x="22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0" name="Freeform 490">
                <a:extLst>
                  <a:ext uri="{FF2B5EF4-FFF2-40B4-BE49-F238E27FC236}">
                    <a16:creationId xmlns:a16="http://schemas.microsoft.com/office/drawing/2014/main" id="{63688AF2-0BDF-1C85-8CAC-B0A73A7C3A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" y="1481"/>
                <a:ext cx="8" cy="59"/>
              </a:xfrm>
              <a:custGeom>
                <a:avLst/>
                <a:gdLst>
                  <a:gd name="T0" fmla="*/ 0 w 41"/>
                  <a:gd name="T1" fmla="*/ 0 h 291"/>
                  <a:gd name="T2" fmla="*/ 0 w 41"/>
                  <a:gd name="T3" fmla="*/ 0 h 291"/>
                  <a:gd name="T4" fmla="*/ 0 w 41"/>
                  <a:gd name="T5" fmla="*/ 0 h 291"/>
                  <a:gd name="T6" fmla="*/ 0 w 41"/>
                  <a:gd name="T7" fmla="*/ 0 h 291"/>
                  <a:gd name="T8" fmla="*/ 0 w 41"/>
                  <a:gd name="T9" fmla="*/ 0 h 291"/>
                  <a:gd name="T10" fmla="*/ 0 w 41"/>
                  <a:gd name="T11" fmla="*/ 0 h 291"/>
                  <a:gd name="T12" fmla="*/ 0 w 41"/>
                  <a:gd name="T13" fmla="*/ 0 h 291"/>
                  <a:gd name="T14" fmla="*/ 0 w 41"/>
                  <a:gd name="T15" fmla="*/ 0 h 291"/>
                  <a:gd name="T16" fmla="*/ 0 w 41"/>
                  <a:gd name="T17" fmla="*/ 0 h 291"/>
                  <a:gd name="T18" fmla="*/ 0 w 41"/>
                  <a:gd name="T19" fmla="*/ 0 h 291"/>
                  <a:gd name="T20" fmla="*/ 0 w 41"/>
                  <a:gd name="T21" fmla="*/ 0 h 291"/>
                  <a:gd name="T22" fmla="*/ 0 w 41"/>
                  <a:gd name="T23" fmla="*/ 0 h 291"/>
                  <a:gd name="T24" fmla="*/ 0 w 41"/>
                  <a:gd name="T25" fmla="*/ 0 h 291"/>
                  <a:gd name="T26" fmla="*/ 0 w 41"/>
                  <a:gd name="T27" fmla="*/ 0 h 291"/>
                  <a:gd name="T28" fmla="*/ 0 w 41"/>
                  <a:gd name="T29" fmla="*/ 0 h 291"/>
                  <a:gd name="T30" fmla="*/ 0 w 41"/>
                  <a:gd name="T31" fmla="*/ 0 h 291"/>
                  <a:gd name="T32" fmla="*/ 0 w 41"/>
                  <a:gd name="T33" fmla="*/ 0 h 291"/>
                  <a:gd name="T34" fmla="*/ 0 w 41"/>
                  <a:gd name="T35" fmla="*/ 0 h 291"/>
                  <a:gd name="T36" fmla="*/ 0 w 41"/>
                  <a:gd name="T37" fmla="*/ 0 h 291"/>
                  <a:gd name="T38" fmla="*/ 0 w 41"/>
                  <a:gd name="T39" fmla="*/ 0 h 291"/>
                  <a:gd name="T40" fmla="*/ 0 w 41"/>
                  <a:gd name="T41" fmla="*/ 0 h 291"/>
                  <a:gd name="T42" fmla="*/ 0 w 41"/>
                  <a:gd name="T43" fmla="*/ 0 h 291"/>
                  <a:gd name="T44" fmla="*/ 0 w 41"/>
                  <a:gd name="T45" fmla="*/ 0 h 291"/>
                  <a:gd name="T46" fmla="*/ 0 w 41"/>
                  <a:gd name="T47" fmla="*/ 0 h 291"/>
                  <a:gd name="T48" fmla="*/ 0 w 41"/>
                  <a:gd name="T49" fmla="*/ 0 h 291"/>
                  <a:gd name="T50" fmla="*/ 0 w 41"/>
                  <a:gd name="T51" fmla="*/ 0 h 291"/>
                  <a:gd name="T52" fmla="*/ 0 w 41"/>
                  <a:gd name="T53" fmla="*/ 0 h 291"/>
                  <a:gd name="T54" fmla="*/ 0 w 41"/>
                  <a:gd name="T55" fmla="*/ 0 h 291"/>
                  <a:gd name="T56" fmla="*/ 0 w 41"/>
                  <a:gd name="T57" fmla="*/ 0 h 291"/>
                  <a:gd name="T58" fmla="*/ 0 w 41"/>
                  <a:gd name="T59" fmla="*/ 0 h 291"/>
                  <a:gd name="T60" fmla="*/ 0 w 41"/>
                  <a:gd name="T61" fmla="*/ 0 h 291"/>
                  <a:gd name="T62" fmla="*/ 0 w 41"/>
                  <a:gd name="T63" fmla="*/ 0 h 291"/>
                  <a:gd name="T64" fmla="*/ 0 w 41"/>
                  <a:gd name="T65" fmla="*/ 0 h 291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w 41"/>
                  <a:gd name="T100" fmla="*/ 0 h 291"/>
                  <a:gd name="T101" fmla="*/ 41 w 41"/>
                  <a:gd name="T102" fmla="*/ 291 h 291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T99" t="T100" r="T101" b="T102"/>
                <a:pathLst>
                  <a:path w="41" h="291">
                    <a:moveTo>
                      <a:pt x="31" y="43"/>
                    </a:moveTo>
                    <a:lnTo>
                      <a:pt x="35" y="41"/>
                    </a:lnTo>
                    <a:lnTo>
                      <a:pt x="39" y="37"/>
                    </a:lnTo>
                    <a:lnTo>
                      <a:pt x="39" y="31"/>
                    </a:lnTo>
                    <a:lnTo>
                      <a:pt x="41" y="25"/>
                    </a:lnTo>
                    <a:lnTo>
                      <a:pt x="39" y="17"/>
                    </a:lnTo>
                    <a:lnTo>
                      <a:pt x="37" y="11"/>
                    </a:lnTo>
                    <a:lnTo>
                      <a:pt x="33" y="6"/>
                    </a:lnTo>
                    <a:lnTo>
                      <a:pt x="30" y="4"/>
                    </a:lnTo>
                    <a:lnTo>
                      <a:pt x="18" y="0"/>
                    </a:lnTo>
                    <a:lnTo>
                      <a:pt x="11" y="2"/>
                    </a:lnTo>
                    <a:lnTo>
                      <a:pt x="5" y="5"/>
                    </a:lnTo>
                    <a:lnTo>
                      <a:pt x="2" y="12"/>
                    </a:lnTo>
                    <a:lnTo>
                      <a:pt x="0" y="20"/>
                    </a:lnTo>
                    <a:lnTo>
                      <a:pt x="0" y="27"/>
                    </a:lnTo>
                    <a:lnTo>
                      <a:pt x="1" y="33"/>
                    </a:lnTo>
                    <a:lnTo>
                      <a:pt x="6" y="41"/>
                    </a:lnTo>
                    <a:lnTo>
                      <a:pt x="5" y="51"/>
                    </a:lnTo>
                    <a:lnTo>
                      <a:pt x="5" y="61"/>
                    </a:lnTo>
                    <a:lnTo>
                      <a:pt x="5" y="71"/>
                    </a:lnTo>
                    <a:lnTo>
                      <a:pt x="5" y="80"/>
                    </a:lnTo>
                    <a:lnTo>
                      <a:pt x="5" y="90"/>
                    </a:lnTo>
                    <a:lnTo>
                      <a:pt x="5" y="100"/>
                    </a:lnTo>
                    <a:lnTo>
                      <a:pt x="5" y="110"/>
                    </a:lnTo>
                    <a:lnTo>
                      <a:pt x="6" y="121"/>
                    </a:lnTo>
                    <a:lnTo>
                      <a:pt x="2" y="125"/>
                    </a:lnTo>
                    <a:lnTo>
                      <a:pt x="1" y="134"/>
                    </a:lnTo>
                    <a:lnTo>
                      <a:pt x="1" y="144"/>
                    </a:lnTo>
                    <a:lnTo>
                      <a:pt x="1" y="155"/>
                    </a:lnTo>
                    <a:lnTo>
                      <a:pt x="1" y="165"/>
                    </a:lnTo>
                    <a:lnTo>
                      <a:pt x="2" y="175"/>
                    </a:lnTo>
                    <a:lnTo>
                      <a:pt x="4" y="183"/>
                    </a:lnTo>
                    <a:lnTo>
                      <a:pt x="6" y="191"/>
                    </a:lnTo>
                    <a:lnTo>
                      <a:pt x="6" y="202"/>
                    </a:lnTo>
                    <a:lnTo>
                      <a:pt x="6" y="213"/>
                    </a:lnTo>
                    <a:lnTo>
                      <a:pt x="6" y="224"/>
                    </a:lnTo>
                    <a:lnTo>
                      <a:pt x="7" y="236"/>
                    </a:lnTo>
                    <a:lnTo>
                      <a:pt x="7" y="248"/>
                    </a:lnTo>
                    <a:lnTo>
                      <a:pt x="9" y="259"/>
                    </a:lnTo>
                    <a:lnTo>
                      <a:pt x="9" y="270"/>
                    </a:lnTo>
                    <a:lnTo>
                      <a:pt x="10" y="282"/>
                    </a:lnTo>
                    <a:lnTo>
                      <a:pt x="12" y="289"/>
                    </a:lnTo>
                    <a:lnTo>
                      <a:pt x="20" y="291"/>
                    </a:lnTo>
                    <a:lnTo>
                      <a:pt x="26" y="289"/>
                    </a:lnTo>
                    <a:lnTo>
                      <a:pt x="30" y="282"/>
                    </a:lnTo>
                    <a:lnTo>
                      <a:pt x="28" y="262"/>
                    </a:lnTo>
                    <a:lnTo>
                      <a:pt x="27" y="243"/>
                    </a:lnTo>
                    <a:lnTo>
                      <a:pt x="26" y="224"/>
                    </a:lnTo>
                    <a:lnTo>
                      <a:pt x="26" y="206"/>
                    </a:lnTo>
                    <a:lnTo>
                      <a:pt x="25" y="187"/>
                    </a:lnTo>
                    <a:lnTo>
                      <a:pt x="23" y="168"/>
                    </a:lnTo>
                    <a:lnTo>
                      <a:pt x="23" y="150"/>
                    </a:lnTo>
                    <a:lnTo>
                      <a:pt x="23" y="132"/>
                    </a:lnTo>
                    <a:lnTo>
                      <a:pt x="25" y="124"/>
                    </a:lnTo>
                    <a:lnTo>
                      <a:pt x="26" y="116"/>
                    </a:lnTo>
                    <a:lnTo>
                      <a:pt x="26" y="106"/>
                    </a:lnTo>
                    <a:lnTo>
                      <a:pt x="27" y="98"/>
                    </a:lnTo>
                    <a:lnTo>
                      <a:pt x="26" y="88"/>
                    </a:lnTo>
                    <a:lnTo>
                      <a:pt x="26" y="79"/>
                    </a:lnTo>
                    <a:lnTo>
                      <a:pt x="26" y="72"/>
                    </a:lnTo>
                    <a:lnTo>
                      <a:pt x="26" y="67"/>
                    </a:lnTo>
                    <a:lnTo>
                      <a:pt x="26" y="61"/>
                    </a:lnTo>
                    <a:lnTo>
                      <a:pt x="26" y="54"/>
                    </a:lnTo>
                    <a:lnTo>
                      <a:pt x="26" y="47"/>
                    </a:lnTo>
                    <a:lnTo>
                      <a:pt x="27" y="41"/>
                    </a:lnTo>
                    <a:lnTo>
                      <a:pt x="28" y="42"/>
                    </a:lnTo>
                    <a:lnTo>
                      <a:pt x="31" y="4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1" name="Freeform 491">
                <a:extLst>
                  <a:ext uri="{FF2B5EF4-FFF2-40B4-BE49-F238E27FC236}">
                    <a16:creationId xmlns:a16="http://schemas.microsoft.com/office/drawing/2014/main" id="{D03F4588-DC9B-62E9-B9BB-D823A5812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" y="1501"/>
                <a:ext cx="30" cy="7"/>
              </a:xfrm>
              <a:custGeom>
                <a:avLst/>
                <a:gdLst>
                  <a:gd name="T0" fmla="*/ 0 w 153"/>
                  <a:gd name="T1" fmla="*/ 0 h 33"/>
                  <a:gd name="T2" fmla="*/ 0 w 153"/>
                  <a:gd name="T3" fmla="*/ 0 h 33"/>
                  <a:gd name="T4" fmla="*/ 0 w 153"/>
                  <a:gd name="T5" fmla="*/ 0 h 33"/>
                  <a:gd name="T6" fmla="*/ 0 w 153"/>
                  <a:gd name="T7" fmla="*/ 0 h 33"/>
                  <a:gd name="T8" fmla="*/ 0 w 153"/>
                  <a:gd name="T9" fmla="*/ 0 h 33"/>
                  <a:gd name="T10" fmla="*/ 0 w 153"/>
                  <a:gd name="T11" fmla="*/ 0 h 33"/>
                  <a:gd name="T12" fmla="*/ 0 w 153"/>
                  <a:gd name="T13" fmla="*/ 0 h 33"/>
                  <a:gd name="T14" fmla="*/ 0 w 153"/>
                  <a:gd name="T15" fmla="*/ 0 h 33"/>
                  <a:gd name="T16" fmla="*/ 0 w 153"/>
                  <a:gd name="T17" fmla="*/ 0 h 33"/>
                  <a:gd name="T18" fmla="*/ 0 w 153"/>
                  <a:gd name="T19" fmla="*/ 0 h 33"/>
                  <a:gd name="T20" fmla="*/ 0 w 153"/>
                  <a:gd name="T21" fmla="*/ 0 h 33"/>
                  <a:gd name="T22" fmla="*/ 0 w 153"/>
                  <a:gd name="T23" fmla="*/ 0 h 33"/>
                  <a:gd name="T24" fmla="*/ 0 w 153"/>
                  <a:gd name="T25" fmla="*/ 0 h 33"/>
                  <a:gd name="T26" fmla="*/ 0 w 153"/>
                  <a:gd name="T27" fmla="*/ 0 h 33"/>
                  <a:gd name="T28" fmla="*/ 0 w 153"/>
                  <a:gd name="T29" fmla="*/ 0 h 33"/>
                  <a:gd name="T30" fmla="*/ 0 w 153"/>
                  <a:gd name="T31" fmla="*/ 0 h 33"/>
                  <a:gd name="T32" fmla="*/ 0 w 153"/>
                  <a:gd name="T33" fmla="*/ 0 h 33"/>
                  <a:gd name="T34" fmla="*/ 0 w 153"/>
                  <a:gd name="T35" fmla="*/ 0 h 33"/>
                  <a:gd name="T36" fmla="*/ 0 w 153"/>
                  <a:gd name="T37" fmla="*/ 0 h 33"/>
                  <a:gd name="T38" fmla="*/ 0 w 153"/>
                  <a:gd name="T39" fmla="*/ 0 h 33"/>
                  <a:gd name="T40" fmla="*/ 0 w 153"/>
                  <a:gd name="T41" fmla="*/ 0 h 33"/>
                  <a:gd name="T42" fmla="*/ 0 w 153"/>
                  <a:gd name="T43" fmla="*/ 0 h 33"/>
                  <a:gd name="T44" fmla="*/ 0 w 153"/>
                  <a:gd name="T45" fmla="*/ 0 h 33"/>
                  <a:gd name="T46" fmla="*/ 0 w 153"/>
                  <a:gd name="T47" fmla="*/ 0 h 33"/>
                  <a:gd name="T48" fmla="*/ 0 w 153"/>
                  <a:gd name="T49" fmla="*/ 0 h 33"/>
                  <a:gd name="T50" fmla="*/ 0 w 153"/>
                  <a:gd name="T51" fmla="*/ 0 h 33"/>
                  <a:gd name="T52" fmla="*/ 0 w 153"/>
                  <a:gd name="T53" fmla="*/ 0 h 33"/>
                  <a:gd name="T54" fmla="*/ 0 w 153"/>
                  <a:gd name="T55" fmla="*/ 0 h 33"/>
                  <a:gd name="T56" fmla="*/ 0 w 153"/>
                  <a:gd name="T57" fmla="*/ 0 h 33"/>
                  <a:gd name="T58" fmla="*/ 0 w 153"/>
                  <a:gd name="T59" fmla="*/ 0 h 33"/>
                  <a:gd name="T60" fmla="*/ 0 w 153"/>
                  <a:gd name="T61" fmla="*/ 0 h 33"/>
                  <a:gd name="T62" fmla="*/ 0 w 153"/>
                  <a:gd name="T63" fmla="*/ 0 h 33"/>
                  <a:gd name="T64" fmla="*/ 0 w 153"/>
                  <a:gd name="T65" fmla="*/ 0 h 33"/>
                  <a:gd name="T66" fmla="*/ 0 w 153"/>
                  <a:gd name="T67" fmla="*/ 0 h 33"/>
                  <a:gd name="T68" fmla="*/ 0 w 153"/>
                  <a:gd name="T69" fmla="*/ 0 h 33"/>
                  <a:gd name="T70" fmla="*/ 0 w 153"/>
                  <a:gd name="T71" fmla="*/ 0 h 33"/>
                  <a:gd name="T72" fmla="*/ 0 w 153"/>
                  <a:gd name="T73" fmla="*/ 0 h 33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w 153"/>
                  <a:gd name="T112" fmla="*/ 0 h 33"/>
                  <a:gd name="T113" fmla="*/ 153 w 153"/>
                  <a:gd name="T114" fmla="*/ 33 h 33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T111" t="T112" r="T113" b="T114"/>
                <a:pathLst>
                  <a:path w="153" h="33">
                    <a:moveTo>
                      <a:pt x="11" y="33"/>
                    </a:moveTo>
                    <a:lnTo>
                      <a:pt x="18" y="31"/>
                    </a:lnTo>
                    <a:lnTo>
                      <a:pt x="28" y="30"/>
                    </a:lnTo>
                    <a:lnTo>
                      <a:pt x="37" y="26"/>
                    </a:lnTo>
                    <a:lnTo>
                      <a:pt x="45" y="22"/>
                    </a:lnTo>
                    <a:lnTo>
                      <a:pt x="56" y="22"/>
                    </a:lnTo>
                    <a:lnTo>
                      <a:pt x="70" y="24"/>
                    </a:lnTo>
                    <a:lnTo>
                      <a:pt x="76" y="22"/>
                    </a:lnTo>
                    <a:lnTo>
                      <a:pt x="83" y="22"/>
                    </a:lnTo>
                    <a:lnTo>
                      <a:pt x="89" y="21"/>
                    </a:lnTo>
                    <a:lnTo>
                      <a:pt x="96" y="21"/>
                    </a:lnTo>
                    <a:lnTo>
                      <a:pt x="99" y="21"/>
                    </a:lnTo>
                    <a:lnTo>
                      <a:pt x="108" y="22"/>
                    </a:lnTo>
                    <a:lnTo>
                      <a:pt x="117" y="22"/>
                    </a:lnTo>
                    <a:lnTo>
                      <a:pt x="128" y="25"/>
                    </a:lnTo>
                    <a:lnTo>
                      <a:pt x="138" y="24"/>
                    </a:lnTo>
                    <a:lnTo>
                      <a:pt x="146" y="22"/>
                    </a:lnTo>
                    <a:lnTo>
                      <a:pt x="151" y="19"/>
                    </a:lnTo>
                    <a:lnTo>
                      <a:pt x="153" y="14"/>
                    </a:lnTo>
                    <a:lnTo>
                      <a:pt x="148" y="7"/>
                    </a:lnTo>
                    <a:lnTo>
                      <a:pt x="142" y="4"/>
                    </a:lnTo>
                    <a:lnTo>
                      <a:pt x="132" y="0"/>
                    </a:lnTo>
                    <a:lnTo>
                      <a:pt x="122" y="0"/>
                    </a:lnTo>
                    <a:lnTo>
                      <a:pt x="109" y="0"/>
                    </a:lnTo>
                    <a:lnTo>
                      <a:pt x="98" y="0"/>
                    </a:lnTo>
                    <a:lnTo>
                      <a:pt x="88" y="1"/>
                    </a:lnTo>
                    <a:lnTo>
                      <a:pt x="83" y="3"/>
                    </a:lnTo>
                    <a:lnTo>
                      <a:pt x="76" y="3"/>
                    </a:lnTo>
                    <a:lnTo>
                      <a:pt x="66" y="3"/>
                    </a:lnTo>
                    <a:lnTo>
                      <a:pt x="52" y="3"/>
                    </a:lnTo>
                    <a:lnTo>
                      <a:pt x="39" y="5"/>
                    </a:lnTo>
                    <a:lnTo>
                      <a:pt x="24" y="6"/>
                    </a:lnTo>
                    <a:lnTo>
                      <a:pt x="11" y="10"/>
                    </a:lnTo>
                    <a:lnTo>
                      <a:pt x="3" y="14"/>
                    </a:lnTo>
                    <a:lnTo>
                      <a:pt x="0" y="22"/>
                    </a:lnTo>
                    <a:lnTo>
                      <a:pt x="3" y="30"/>
                    </a:lnTo>
                    <a:lnTo>
                      <a:pt x="11" y="3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2" name="Freeform 492">
                <a:extLst>
                  <a:ext uri="{FF2B5EF4-FFF2-40B4-BE49-F238E27FC236}">
                    <a16:creationId xmlns:a16="http://schemas.microsoft.com/office/drawing/2014/main" id="{F705288D-580F-CCF0-423F-1A25E5FBB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2" y="1504"/>
                <a:ext cx="7" cy="17"/>
              </a:xfrm>
              <a:custGeom>
                <a:avLst/>
                <a:gdLst>
                  <a:gd name="T0" fmla="*/ 0 w 33"/>
                  <a:gd name="T1" fmla="*/ 0 h 83"/>
                  <a:gd name="T2" fmla="*/ 0 w 33"/>
                  <a:gd name="T3" fmla="*/ 0 h 83"/>
                  <a:gd name="T4" fmla="*/ 0 w 33"/>
                  <a:gd name="T5" fmla="*/ 0 h 83"/>
                  <a:gd name="T6" fmla="*/ 0 w 33"/>
                  <a:gd name="T7" fmla="*/ 0 h 83"/>
                  <a:gd name="T8" fmla="*/ 0 w 33"/>
                  <a:gd name="T9" fmla="*/ 0 h 83"/>
                  <a:gd name="T10" fmla="*/ 0 w 33"/>
                  <a:gd name="T11" fmla="*/ 0 h 83"/>
                  <a:gd name="T12" fmla="*/ 0 w 33"/>
                  <a:gd name="T13" fmla="*/ 0 h 83"/>
                  <a:gd name="T14" fmla="*/ 0 w 33"/>
                  <a:gd name="T15" fmla="*/ 0 h 83"/>
                  <a:gd name="T16" fmla="*/ 0 w 33"/>
                  <a:gd name="T17" fmla="*/ 0 h 83"/>
                  <a:gd name="T18" fmla="*/ 0 w 33"/>
                  <a:gd name="T19" fmla="*/ 0 h 83"/>
                  <a:gd name="T20" fmla="*/ 0 w 33"/>
                  <a:gd name="T21" fmla="*/ 0 h 83"/>
                  <a:gd name="T22" fmla="*/ 0 w 33"/>
                  <a:gd name="T23" fmla="*/ 0 h 83"/>
                  <a:gd name="T24" fmla="*/ 0 w 33"/>
                  <a:gd name="T25" fmla="*/ 0 h 83"/>
                  <a:gd name="T26" fmla="*/ 0 w 33"/>
                  <a:gd name="T27" fmla="*/ 0 h 83"/>
                  <a:gd name="T28" fmla="*/ 0 w 33"/>
                  <a:gd name="T29" fmla="*/ 0 h 83"/>
                  <a:gd name="T30" fmla="*/ 0 w 33"/>
                  <a:gd name="T31" fmla="*/ 0 h 83"/>
                  <a:gd name="T32" fmla="*/ 0 w 33"/>
                  <a:gd name="T33" fmla="*/ 0 h 83"/>
                  <a:gd name="T34" fmla="*/ 0 w 33"/>
                  <a:gd name="T35" fmla="*/ 0 h 83"/>
                  <a:gd name="T36" fmla="*/ 0 w 33"/>
                  <a:gd name="T37" fmla="*/ 0 h 83"/>
                  <a:gd name="T38" fmla="*/ 0 w 33"/>
                  <a:gd name="T39" fmla="*/ 0 h 83"/>
                  <a:gd name="T40" fmla="*/ 0 w 33"/>
                  <a:gd name="T41" fmla="*/ 0 h 83"/>
                  <a:gd name="T42" fmla="*/ 0 w 33"/>
                  <a:gd name="T43" fmla="*/ 0 h 83"/>
                  <a:gd name="T44" fmla="*/ 0 w 33"/>
                  <a:gd name="T45" fmla="*/ 0 h 83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w 33"/>
                  <a:gd name="T70" fmla="*/ 0 h 83"/>
                  <a:gd name="T71" fmla="*/ 33 w 33"/>
                  <a:gd name="T72" fmla="*/ 83 h 83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T69" t="T70" r="T71" b="T72"/>
                <a:pathLst>
                  <a:path w="33" h="83">
                    <a:moveTo>
                      <a:pt x="0" y="83"/>
                    </a:moveTo>
                    <a:lnTo>
                      <a:pt x="0" y="83"/>
                    </a:lnTo>
                    <a:lnTo>
                      <a:pt x="2" y="80"/>
                    </a:lnTo>
                    <a:lnTo>
                      <a:pt x="0" y="80"/>
                    </a:lnTo>
                    <a:lnTo>
                      <a:pt x="0" y="83"/>
                    </a:lnTo>
                    <a:lnTo>
                      <a:pt x="0" y="44"/>
                    </a:lnTo>
                    <a:lnTo>
                      <a:pt x="2" y="38"/>
                    </a:lnTo>
                    <a:lnTo>
                      <a:pt x="0" y="44"/>
                    </a:lnTo>
                    <a:lnTo>
                      <a:pt x="0" y="6"/>
                    </a:lnTo>
                    <a:lnTo>
                      <a:pt x="9" y="0"/>
                    </a:lnTo>
                    <a:lnTo>
                      <a:pt x="20" y="0"/>
                    </a:lnTo>
                    <a:lnTo>
                      <a:pt x="28" y="2"/>
                    </a:lnTo>
                    <a:lnTo>
                      <a:pt x="33" y="10"/>
                    </a:lnTo>
                    <a:lnTo>
                      <a:pt x="29" y="16"/>
                    </a:lnTo>
                    <a:lnTo>
                      <a:pt x="21" y="20"/>
                    </a:lnTo>
                    <a:lnTo>
                      <a:pt x="14" y="21"/>
                    </a:lnTo>
                    <a:lnTo>
                      <a:pt x="11" y="27"/>
                    </a:lnTo>
                    <a:lnTo>
                      <a:pt x="9" y="36"/>
                    </a:lnTo>
                    <a:lnTo>
                      <a:pt x="9" y="47"/>
                    </a:lnTo>
                    <a:lnTo>
                      <a:pt x="8" y="57"/>
                    </a:lnTo>
                    <a:lnTo>
                      <a:pt x="6" y="67"/>
                    </a:lnTo>
                    <a:lnTo>
                      <a:pt x="4" y="75"/>
                    </a:lnTo>
                    <a:lnTo>
                      <a:pt x="0" y="83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3" name="Freeform 493">
                <a:extLst>
                  <a:ext uri="{FF2B5EF4-FFF2-40B4-BE49-F238E27FC236}">
                    <a16:creationId xmlns:a16="http://schemas.microsoft.com/office/drawing/2014/main" id="{5B634869-5F90-88D8-96F6-842D9AA7CC7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2" y="1505"/>
                <a:ext cx="1" cy="16"/>
              </a:xfrm>
              <a:custGeom>
                <a:avLst/>
                <a:gdLst>
                  <a:gd name="T0" fmla="*/ 0 w 1"/>
                  <a:gd name="T1" fmla="*/ 0 h 77"/>
                  <a:gd name="T2" fmla="*/ 0 w 1"/>
                  <a:gd name="T3" fmla="*/ 0 h 77"/>
                  <a:gd name="T4" fmla="*/ 0 w 1"/>
                  <a:gd name="T5" fmla="*/ 0 h 77"/>
                  <a:gd name="T6" fmla="*/ 0 w 1"/>
                  <a:gd name="T7" fmla="*/ 0 h 77"/>
                  <a:gd name="T8" fmla="*/ 0 w 1"/>
                  <a:gd name="T9" fmla="*/ 0 h 77"/>
                  <a:gd name="T10" fmla="*/ 0 w 1"/>
                  <a:gd name="T11" fmla="*/ 0 h 77"/>
                  <a:gd name="T12" fmla="*/ 0 w 1"/>
                  <a:gd name="T13" fmla="*/ 0 h 77"/>
                  <a:gd name="T14" fmla="*/ 0 w 1"/>
                  <a:gd name="T15" fmla="*/ 0 h 77"/>
                  <a:gd name="T16" fmla="*/ 0 w 1"/>
                  <a:gd name="T17" fmla="*/ 0 h 77"/>
                  <a:gd name="T18" fmla="*/ 0 w 1"/>
                  <a:gd name="T19" fmla="*/ 0 h 77"/>
                  <a:gd name="T20" fmla="*/ 0 w 1"/>
                  <a:gd name="T21" fmla="*/ 0 h 77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"/>
                  <a:gd name="T34" fmla="*/ 0 h 77"/>
                  <a:gd name="T35" fmla="*/ 1 w 1"/>
                  <a:gd name="T36" fmla="*/ 77 h 77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" h="77">
                    <a:moveTo>
                      <a:pt x="0" y="1"/>
                    </a:moveTo>
                    <a:lnTo>
                      <a:pt x="0" y="0"/>
                    </a:lnTo>
                    <a:lnTo>
                      <a:pt x="0" y="38"/>
                    </a:lnTo>
                    <a:lnTo>
                      <a:pt x="0" y="45"/>
                    </a:lnTo>
                    <a:lnTo>
                      <a:pt x="0" y="1"/>
                    </a:lnTo>
                    <a:close/>
                    <a:moveTo>
                      <a:pt x="0" y="45"/>
                    </a:moveTo>
                    <a:lnTo>
                      <a:pt x="0" y="77"/>
                    </a:lnTo>
                    <a:lnTo>
                      <a:pt x="0" y="38"/>
                    </a:lnTo>
                    <a:lnTo>
                      <a:pt x="0" y="45"/>
                    </a:lnTo>
                    <a:close/>
                    <a:moveTo>
                      <a:pt x="0" y="77"/>
                    </a:moveTo>
                    <a:lnTo>
                      <a:pt x="0" y="7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4" name="Freeform 494">
                <a:extLst>
                  <a:ext uri="{FF2B5EF4-FFF2-40B4-BE49-F238E27FC236}">
                    <a16:creationId xmlns:a16="http://schemas.microsoft.com/office/drawing/2014/main" id="{06B16312-FE47-C300-F232-4A336EA93B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2" y="1506"/>
                <a:ext cx="1" cy="15"/>
              </a:xfrm>
              <a:custGeom>
                <a:avLst/>
                <a:gdLst>
                  <a:gd name="T0" fmla="*/ 0 w 2"/>
                  <a:gd name="T1" fmla="*/ 0 h 76"/>
                  <a:gd name="T2" fmla="*/ 1 w 2"/>
                  <a:gd name="T3" fmla="*/ 0 h 76"/>
                  <a:gd name="T4" fmla="*/ 0 w 2"/>
                  <a:gd name="T5" fmla="*/ 0 h 76"/>
                  <a:gd name="T6" fmla="*/ 0 w 2"/>
                  <a:gd name="T7" fmla="*/ 0 h 76"/>
                  <a:gd name="T8" fmla="*/ 1 w 2"/>
                  <a:gd name="T9" fmla="*/ 0 h 76"/>
                  <a:gd name="T10" fmla="*/ 1 w 2"/>
                  <a:gd name="T11" fmla="*/ 0 h 76"/>
                  <a:gd name="T12" fmla="*/ 1 w 2"/>
                  <a:gd name="T13" fmla="*/ 0 h 76"/>
                  <a:gd name="T14" fmla="*/ 1 w 2"/>
                  <a:gd name="T15" fmla="*/ 0 h 76"/>
                  <a:gd name="T16" fmla="*/ 1 w 2"/>
                  <a:gd name="T17" fmla="*/ 0 h 76"/>
                  <a:gd name="T18" fmla="*/ 1 w 2"/>
                  <a:gd name="T19" fmla="*/ 0 h 76"/>
                  <a:gd name="T20" fmla="*/ 1 w 2"/>
                  <a:gd name="T21" fmla="*/ 0 h 76"/>
                  <a:gd name="T22" fmla="*/ 0 w 2"/>
                  <a:gd name="T23" fmla="*/ 0 h 76"/>
                  <a:gd name="T24" fmla="*/ 0 w 2"/>
                  <a:gd name="T25" fmla="*/ 0 h 76"/>
                  <a:gd name="T26" fmla="*/ 1 w 2"/>
                  <a:gd name="T27" fmla="*/ 0 h 76"/>
                  <a:gd name="T28" fmla="*/ 0 w 2"/>
                  <a:gd name="T29" fmla="*/ 0 h 76"/>
                  <a:gd name="T30" fmla="*/ 1 w 2"/>
                  <a:gd name="T31" fmla="*/ 0 h 76"/>
                  <a:gd name="T32" fmla="*/ 1 w 2"/>
                  <a:gd name="T33" fmla="*/ 0 h 7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2"/>
                  <a:gd name="T52" fmla="*/ 0 h 76"/>
                  <a:gd name="T53" fmla="*/ 2 w 2"/>
                  <a:gd name="T54" fmla="*/ 76 h 7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2" h="76">
                    <a:moveTo>
                      <a:pt x="0" y="45"/>
                    </a:moveTo>
                    <a:lnTo>
                      <a:pt x="2" y="45"/>
                    </a:lnTo>
                    <a:lnTo>
                      <a:pt x="0" y="45"/>
                    </a:lnTo>
                    <a:lnTo>
                      <a:pt x="0" y="0"/>
                    </a:lnTo>
                    <a:lnTo>
                      <a:pt x="1" y="0"/>
                    </a:lnTo>
                    <a:lnTo>
                      <a:pt x="2" y="0"/>
                    </a:lnTo>
                    <a:lnTo>
                      <a:pt x="2" y="44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2" y="76"/>
                    </a:lnTo>
                    <a:lnTo>
                      <a:pt x="1" y="76"/>
                    </a:lnTo>
                    <a:lnTo>
                      <a:pt x="0" y="76"/>
                    </a:lnTo>
                    <a:lnTo>
                      <a:pt x="0" y="45"/>
                    </a:lnTo>
                    <a:close/>
                    <a:moveTo>
                      <a:pt x="2" y="76"/>
                    </a:moveTo>
                    <a:lnTo>
                      <a:pt x="0" y="76"/>
                    </a:lnTo>
                    <a:lnTo>
                      <a:pt x="1" y="76"/>
                    </a:lnTo>
                    <a:lnTo>
                      <a:pt x="2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5" name="Freeform 495">
                <a:extLst>
                  <a:ext uri="{FF2B5EF4-FFF2-40B4-BE49-F238E27FC236}">
                    <a16:creationId xmlns:a16="http://schemas.microsoft.com/office/drawing/2014/main" id="{F8199270-965D-E138-41E2-1ED38FE90A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" y="1506"/>
                <a:ext cx="4" cy="15"/>
              </a:xfrm>
              <a:custGeom>
                <a:avLst/>
                <a:gdLst>
                  <a:gd name="T0" fmla="*/ 0 w 20"/>
                  <a:gd name="T1" fmla="*/ 0 h 78"/>
                  <a:gd name="T2" fmla="*/ 0 w 20"/>
                  <a:gd name="T3" fmla="*/ 0 h 78"/>
                  <a:gd name="T4" fmla="*/ 0 w 20"/>
                  <a:gd name="T5" fmla="*/ 0 h 78"/>
                  <a:gd name="T6" fmla="*/ 0 w 20"/>
                  <a:gd name="T7" fmla="*/ 0 h 78"/>
                  <a:gd name="T8" fmla="*/ 0 w 20"/>
                  <a:gd name="T9" fmla="*/ 0 h 78"/>
                  <a:gd name="T10" fmla="*/ 0 w 20"/>
                  <a:gd name="T11" fmla="*/ 0 h 78"/>
                  <a:gd name="T12" fmla="*/ 0 w 20"/>
                  <a:gd name="T13" fmla="*/ 0 h 78"/>
                  <a:gd name="T14" fmla="*/ 0 w 20"/>
                  <a:gd name="T15" fmla="*/ 0 h 78"/>
                  <a:gd name="T16" fmla="*/ 0 w 20"/>
                  <a:gd name="T17" fmla="*/ 0 h 78"/>
                  <a:gd name="T18" fmla="*/ 0 w 20"/>
                  <a:gd name="T19" fmla="*/ 0 h 78"/>
                  <a:gd name="T20" fmla="*/ 0 w 20"/>
                  <a:gd name="T21" fmla="*/ 0 h 78"/>
                  <a:gd name="T22" fmla="*/ 0 w 20"/>
                  <a:gd name="T23" fmla="*/ 0 h 78"/>
                  <a:gd name="T24" fmla="*/ 0 w 20"/>
                  <a:gd name="T25" fmla="*/ 0 h 78"/>
                  <a:gd name="T26" fmla="*/ 0 w 20"/>
                  <a:gd name="T27" fmla="*/ 0 h 78"/>
                  <a:gd name="T28" fmla="*/ 0 w 20"/>
                  <a:gd name="T29" fmla="*/ 0 h 78"/>
                  <a:gd name="T30" fmla="*/ 0 w 20"/>
                  <a:gd name="T31" fmla="*/ 0 h 78"/>
                  <a:gd name="T32" fmla="*/ 0 w 20"/>
                  <a:gd name="T33" fmla="*/ 0 h 78"/>
                  <a:gd name="T34" fmla="*/ 0 w 20"/>
                  <a:gd name="T35" fmla="*/ 0 h 78"/>
                  <a:gd name="T36" fmla="*/ 0 w 20"/>
                  <a:gd name="T37" fmla="*/ 0 h 78"/>
                  <a:gd name="T38" fmla="*/ 0 w 20"/>
                  <a:gd name="T39" fmla="*/ 0 h 7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20"/>
                  <a:gd name="T61" fmla="*/ 0 h 78"/>
                  <a:gd name="T62" fmla="*/ 20 w 20"/>
                  <a:gd name="T63" fmla="*/ 78 h 78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20" h="78">
                    <a:moveTo>
                      <a:pt x="20" y="45"/>
                    </a:moveTo>
                    <a:lnTo>
                      <a:pt x="20" y="45"/>
                    </a:lnTo>
                    <a:lnTo>
                      <a:pt x="20" y="76"/>
                    </a:lnTo>
                    <a:lnTo>
                      <a:pt x="16" y="77"/>
                    </a:lnTo>
                    <a:lnTo>
                      <a:pt x="11" y="78"/>
                    </a:lnTo>
                    <a:lnTo>
                      <a:pt x="4" y="76"/>
                    </a:lnTo>
                    <a:lnTo>
                      <a:pt x="0" y="71"/>
                    </a:lnTo>
                    <a:lnTo>
                      <a:pt x="1" y="65"/>
                    </a:lnTo>
                    <a:lnTo>
                      <a:pt x="7" y="61"/>
                    </a:lnTo>
                    <a:lnTo>
                      <a:pt x="7" y="57"/>
                    </a:lnTo>
                    <a:lnTo>
                      <a:pt x="7" y="51"/>
                    </a:lnTo>
                    <a:lnTo>
                      <a:pt x="9" y="42"/>
                    </a:lnTo>
                    <a:lnTo>
                      <a:pt x="11" y="35"/>
                    </a:lnTo>
                    <a:lnTo>
                      <a:pt x="11" y="26"/>
                    </a:lnTo>
                    <a:lnTo>
                      <a:pt x="14" y="19"/>
                    </a:lnTo>
                    <a:lnTo>
                      <a:pt x="14" y="13"/>
                    </a:lnTo>
                    <a:lnTo>
                      <a:pt x="16" y="11"/>
                    </a:lnTo>
                    <a:lnTo>
                      <a:pt x="17" y="5"/>
                    </a:lnTo>
                    <a:lnTo>
                      <a:pt x="20" y="0"/>
                    </a:lnTo>
                    <a:lnTo>
                      <a:pt x="20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6" name="Freeform 496">
                <a:extLst>
                  <a:ext uri="{FF2B5EF4-FFF2-40B4-BE49-F238E27FC236}">
                    <a16:creationId xmlns:a16="http://schemas.microsoft.com/office/drawing/2014/main" id="{8CE21D66-0E34-465F-24A6-4D81FFFBE4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9" y="1504"/>
                <a:ext cx="5" cy="4"/>
              </a:xfrm>
              <a:custGeom>
                <a:avLst/>
                <a:gdLst>
                  <a:gd name="T0" fmla="*/ 0 w 25"/>
                  <a:gd name="T1" fmla="*/ 0 h 20"/>
                  <a:gd name="T2" fmla="*/ 0 w 25"/>
                  <a:gd name="T3" fmla="*/ 0 h 20"/>
                  <a:gd name="T4" fmla="*/ 0 w 25"/>
                  <a:gd name="T5" fmla="*/ 0 h 20"/>
                  <a:gd name="T6" fmla="*/ 0 w 25"/>
                  <a:gd name="T7" fmla="*/ 0 h 20"/>
                  <a:gd name="T8" fmla="*/ 0 w 25"/>
                  <a:gd name="T9" fmla="*/ 0 h 20"/>
                  <a:gd name="T10" fmla="*/ 0 w 25"/>
                  <a:gd name="T11" fmla="*/ 0 h 20"/>
                  <a:gd name="T12" fmla="*/ 0 w 25"/>
                  <a:gd name="T13" fmla="*/ 0 h 20"/>
                  <a:gd name="T14" fmla="*/ 0 w 25"/>
                  <a:gd name="T15" fmla="*/ 0 h 20"/>
                  <a:gd name="T16" fmla="*/ 0 w 25"/>
                  <a:gd name="T17" fmla="*/ 0 h 2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5"/>
                  <a:gd name="T28" fmla="*/ 0 h 20"/>
                  <a:gd name="T29" fmla="*/ 25 w 25"/>
                  <a:gd name="T30" fmla="*/ 20 h 2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5" h="20">
                    <a:moveTo>
                      <a:pt x="14" y="20"/>
                    </a:moveTo>
                    <a:lnTo>
                      <a:pt x="21" y="16"/>
                    </a:lnTo>
                    <a:lnTo>
                      <a:pt x="25" y="10"/>
                    </a:lnTo>
                    <a:lnTo>
                      <a:pt x="21" y="2"/>
                    </a:lnTo>
                    <a:lnTo>
                      <a:pt x="14" y="0"/>
                    </a:lnTo>
                    <a:lnTo>
                      <a:pt x="3" y="2"/>
                    </a:lnTo>
                    <a:lnTo>
                      <a:pt x="0" y="10"/>
                    </a:lnTo>
                    <a:lnTo>
                      <a:pt x="4" y="16"/>
                    </a:lnTo>
                    <a:lnTo>
                      <a:pt x="14" y="2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7" name="Freeform 497">
                <a:extLst>
                  <a:ext uri="{FF2B5EF4-FFF2-40B4-BE49-F238E27FC236}">
                    <a16:creationId xmlns:a16="http://schemas.microsoft.com/office/drawing/2014/main" id="{DA6BF918-EAA3-2AD8-92D7-ED5A91BCCA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9" y="1502"/>
                <a:ext cx="9" cy="5"/>
              </a:xfrm>
              <a:custGeom>
                <a:avLst/>
                <a:gdLst>
                  <a:gd name="T0" fmla="*/ 0 w 43"/>
                  <a:gd name="T1" fmla="*/ 0 h 23"/>
                  <a:gd name="T2" fmla="*/ 0 w 43"/>
                  <a:gd name="T3" fmla="*/ 0 h 23"/>
                  <a:gd name="T4" fmla="*/ 0 w 43"/>
                  <a:gd name="T5" fmla="*/ 0 h 23"/>
                  <a:gd name="T6" fmla="*/ 0 w 43"/>
                  <a:gd name="T7" fmla="*/ 0 h 23"/>
                  <a:gd name="T8" fmla="*/ 0 w 43"/>
                  <a:gd name="T9" fmla="*/ 0 h 23"/>
                  <a:gd name="T10" fmla="*/ 0 w 43"/>
                  <a:gd name="T11" fmla="*/ 0 h 23"/>
                  <a:gd name="T12" fmla="*/ 0 w 43"/>
                  <a:gd name="T13" fmla="*/ 0 h 23"/>
                  <a:gd name="T14" fmla="*/ 0 w 43"/>
                  <a:gd name="T15" fmla="*/ 0 h 23"/>
                  <a:gd name="T16" fmla="*/ 0 w 43"/>
                  <a:gd name="T17" fmla="*/ 0 h 23"/>
                  <a:gd name="T18" fmla="*/ 0 w 43"/>
                  <a:gd name="T19" fmla="*/ 0 h 23"/>
                  <a:gd name="T20" fmla="*/ 0 w 43"/>
                  <a:gd name="T21" fmla="*/ 0 h 23"/>
                  <a:gd name="T22" fmla="*/ 0 w 43"/>
                  <a:gd name="T23" fmla="*/ 0 h 23"/>
                  <a:gd name="T24" fmla="*/ 0 w 43"/>
                  <a:gd name="T25" fmla="*/ 0 h 23"/>
                  <a:gd name="T26" fmla="*/ 0 w 43"/>
                  <a:gd name="T27" fmla="*/ 0 h 23"/>
                  <a:gd name="T28" fmla="*/ 0 w 43"/>
                  <a:gd name="T29" fmla="*/ 0 h 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3"/>
                  <a:gd name="T46" fmla="*/ 0 h 23"/>
                  <a:gd name="T47" fmla="*/ 43 w 43"/>
                  <a:gd name="T48" fmla="*/ 23 h 2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3" h="23">
                    <a:moveTo>
                      <a:pt x="15" y="0"/>
                    </a:moveTo>
                    <a:lnTo>
                      <a:pt x="6" y="0"/>
                    </a:lnTo>
                    <a:lnTo>
                      <a:pt x="1" y="6"/>
                    </a:lnTo>
                    <a:lnTo>
                      <a:pt x="0" y="14"/>
                    </a:lnTo>
                    <a:lnTo>
                      <a:pt x="6" y="20"/>
                    </a:lnTo>
                    <a:lnTo>
                      <a:pt x="9" y="20"/>
                    </a:lnTo>
                    <a:lnTo>
                      <a:pt x="15" y="21"/>
                    </a:lnTo>
                    <a:lnTo>
                      <a:pt x="21" y="21"/>
                    </a:lnTo>
                    <a:lnTo>
                      <a:pt x="27" y="23"/>
                    </a:lnTo>
                    <a:lnTo>
                      <a:pt x="38" y="20"/>
                    </a:lnTo>
                    <a:lnTo>
                      <a:pt x="43" y="13"/>
                    </a:lnTo>
                    <a:lnTo>
                      <a:pt x="40" y="4"/>
                    </a:lnTo>
                    <a:lnTo>
                      <a:pt x="32" y="3"/>
                    </a:lnTo>
                    <a:lnTo>
                      <a:pt x="22" y="1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8" name="Freeform 498">
                <a:extLst>
                  <a:ext uri="{FF2B5EF4-FFF2-40B4-BE49-F238E27FC236}">
                    <a16:creationId xmlns:a16="http://schemas.microsoft.com/office/drawing/2014/main" id="{674F4EC3-438A-DC2E-1980-6B818F091E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8" y="1503"/>
                <a:ext cx="12" cy="7"/>
              </a:xfrm>
              <a:custGeom>
                <a:avLst/>
                <a:gdLst>
                  <a:gd name="T0" fmla="*/ 0 w 59"/>
                  <a:gd name="T1" fmla="*/ 0 h 34"/>
                  <a:gd name="T2" fmla="*/ 0 w 59"/>
                  <a:gd name="T3" fmla="*/ 0 h 34"/>
                  <a:gd name="T4" fmla="*/ 0 w 59"/>
                  <a:gd name="T5" fmla="*/ 0 h 34"/>
                  <a:gd name="T6" fmla="*/ 0 w 59"/>
                  <a:gd name="T7" fmla="*/ 0 h 34"/>
                  <a:gd name="T8" fmla="*/ 0 w 59"/>
                  <a:gd name="T9" fmla="*/ 0 h 34"/>
                  <a:gd name="T10" fmla="*/ 0 w 59"/>
                  <a:gd name="T11" fmla="*/ 0 h 34"/>
                  <a:gd name="T12" fmla="*/ 0 w 59"/>
                  <a:gd name="T13" fmla="*/ 0 h 34"/>
                  <a:gd name="T14" fmla="*/ 0 w 59"/>
                  <a:gd name="T15" fmla="*/ 0 h 34"/>
                  <a:gd name="T16" fmla="*/ 0 w 59"/>
                  <a:gd name="T17" fmla="*/ 0 h 34"/>
                  <a:gd name="T18" fmla="*/ 0 w 59"/>
                  <a:gd name="T19" fmla="*/ 0 h 34"/>
                  <a:gd name="T20" fmla="*/ 0 w 59"/>
                  <a:gd name="T21" fmla="*/ 0 h 34"/>
                  <a:gd name="T22" fmla="*/ 0 w 59"/>
                  <a:gd name="T23" fmla="*/ 0 h 34"/>
                  <a:gd name="T24" fmla="*/ 0 w 59"/>
                  <a:gd name="T25" fmla="*/ 0 h 34"/>
                  <a:gd name="T26" fmla="*/ 0 w 59"/>
                  <a:gd name="T27" fmla="*/ 0 h 34"/>
                  <a:gd name="T28" fmla="*/ 0 w 59"/>
                  <a:gd name="T29" fmla="*/ 0 h 34"/>
                  <a:gd name="T30" fmla="*/ 0 w 59"/>
                  <a:gd name="T31" fmla="*/ 0 h 34"/>
                  <a:gd name="T32" fmla="*/ 0 w 59"/>
                  <a:gd name="T33" fmla="*/ 0 h 34"/>
                  <a:gd name="T34" fmla="*/ 0 w 59"/>
                  <a:gd name="T35" fmla="*/ 0 h 34"/>
                  <a:gd name="T36" fmla="*/ 0 w 59"/>
                  <a:gd name="T37" fmla="*/ 0 h 34"/>
                  <a:gd name="T38" fmla="*/ 0 w 59"/>
                  <a:gd name="T39" fmla="*/ 0 h 34"/>
                  <a:gd name="T40" fmla="*/ 0 w 59"/>
                  <a:gd name="T41" fmla="*/ 0 h 34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9"/>
                  <a:gd name="T64" fmla="*/ 0 h 34"/>
                  <a:gd name="T65" fmla="*/ 59 w 59"/>
                  <a:gd name="T66" fmla="*/ 34 h 34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9" h="34">
                    <a:moveTo>
                      <a:pt x="50" y="34"/>
                    </a:moveTo>
                    <a:lnTo>
                      <a:pt x="57" y="31"/>
                    </a:lnTo>
                    <a:lnTo>
                      <a:pt x="59" y="24"/>
                    </a:lnTo>
                    <a:lnTo>
                      <a:pt x="56" y="17"/>
                    </a:lnTo>
                    <a:lnTo>
                      <a:pt x="54" y="12"/>
                    </a:lnTo>
                    <a:lnTo>
                      <a:pt x="49" y="6"/>
                    </a:lnTo>
                    <a:lnTo>
                      <a:pt x="43" y="2"/>
                    </a:lnTo>
                    <a:lnTo>
                      <a:pt x="34" y="0"/>
                    </a:lnTo>
                    <a:lnTo>
                      <a:pt x="25" y="0"/>
                    </a:lnTo>
                    <a:lnTo>
                      <a:pt x="15" y="0"/>
                    </a:lnTo>
                    <a:lnTo>
                      <a:pt x="8" y="2"/>
                    </a:lnTo>
                    <a:lnTo>
                      <a:pt x="2" y="6"/>
                    </a:lnTo>
                    <a:lnTo>
                      <a:pt x="0" y="13"/>
                    </a:lnTo>
                    <a:lnTo>
                      <a:pt x="4" y="20"/>
                    </a:lnTo>
                    <a:lnTo>
                      <a:pt x="17" y="23"/>
                    </a:lnTo>
                    <a:lnTo>
                      <a:pt x="29" y="23"/>
                    </a:lnTo>
                    <a:lnTo>
                      <a:pt x="38" y="24"/>
                    </a:lnTo>
                    <a:lnTo>
                      <a:pt x="39" y="24"/>
                    </a:lnTo>
                    <a:lnTo>
                      <a:pt x="40" y="26"/>
                    </a:lnTo>
                    <a:lnTo>
                      <a:pt x="43" y="29"/>
                    </a:lnTo>
                    <a:lnTo>
                      <a:pt x="50" y="3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49" name="Freeform 499">
                <a:extLst>
                  <a:ext uri="{FF2B5EF4-FFF2-40B4-BE49-F238E27FC236}">
                    <a16:creationId xmlns:a16="http://schemas.microsoft.com/office/drawing/2014/main" id="{9F570BF6-5D25-E1B5-5706-7C0A541AC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0" y="1481"/>
                <a:ext cx="5" cy="5"/>
              </a:xfrm>
              <a:custGeom>
                <a:avLst/>
                <a:gdLst>
                  <a:gd name="T0" fmla="*/ 0 w 23"/>
                  <a:gd name="T1" fmla="*/ 0 h 25"/>
                  <a:gd name="T2" fmla="*/ 0 w 23"/>
                  <a:gd name="T3" fmla="*/ 0 h 25"/>
                  <a:gd name="T4" fmla="*/ 0 w 23"/>
                  <a:gd name="T5" fmla="*/ 0 h 25"/>
                  <a:gd name="T6" fmla="*/ 0 w 23"/>
                  <a:gd name="T7" fmla="*/ 0 h 25"/>
                  <a:gd name="T8" fmla="*/ 0 w 23"/>
                  <a:gd name="T9" fmla="*/ 0 h 25"/>
                  <a:gd name="T10" fmla="*/ 0 w 23"/>
                  <a:gd name="T11" fmla="*/ 0 h 25"/>
                  <a:gd name="T12" fmla="*/ 0 w 23"/>
                  <a:gd name="T13" fmla="*/ 0 h 25"/>
                  <a:gd name="T14" fmla="*/ 0 w 23"/>
                  <a:gd name="T15" fmla="*/ 0 h 25"/>
                  <a:gd name="T16" fmla="*/ 0 w 23"/>
                  <a:gd name="T17" fmla="*/ 0 h 25"/>
                  <a:gd name="T18" fmla="*/ 0 w 23"/>
                  <a:gd name="T19" fmla="*/ 0 h 25"/>
                  <a:gd name="T20" fmla="*/ 0 w 23"/>
                  <a:gd name="T21" fmla="*/ 0 h 2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3"/>
                  <a:gd name="T34" fmla="*/ 0 h 25"/>
                  <a:gd name="T35" fmla="*/ 23 w 23"/>
                  <a:gd name="T36" fmla="*/ 25 h 2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3" h="25">
                    <a:moveTo>
                      <a:pt x="20" y="7"/>
                    </a:moveTo>
                    <a:lnTo>
                      <a:pt x="16" y="1"/>
                    </a:lnTo>
                    <a:lnTo>
                      <a:pt x="14" y="0"/>
                    </a:lnTo>
                    <a:lnTo>
                      <a:pt x="7" y="0"/>
                    </a:lnTo>
                    <a:lnTo>
                      <a:pt x="3" y="4"/>
                    </a:lnTo>
                    <a:lnTo>
                      <a:pt x="0" y="10"/>
                    </a:lnTo>
                    <a:lnTo>
                      <a:pt x="4" y="16"/>
                    </a:lnTo>
                    <a:lnTo>
                      <a:pt x="9" y="24"/>
                    </a:lnTo>
                    <a:lnTo>
                      <a:pt x="18" y="25"/>
                    </a:lnTo>
                    <a:lnTo>
                      <a:pt x="23" y="17"/>
                    </a:lnTo>
                    <a:lnTo>
                      <a:pt x="20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0" name="Freeform 500">
                <a:extLst>
                  <a:ext uri="{FF2B5EF4-FFF2-40B4-BE49-F238E27FC236}">
                    <a16:creationId xmlns:a16="http://schemas.microsoft.com/office/drawing/2014/main" id="{211512F9-C18F-4A09-1AB5-28CA87514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6" y="1484"/>
                <a:ext cx="5" cy="13"/>
              </a:xfrm>
              <a:custGeom>
                <a:avLst/>
                <a:gdLst>
                  <a:gd name="T0" fmla="*/ 0 w 28"/>
                  <a:gd name="T1" fmla="*/ 0 h 65"/>
                  <a:gd name="T2" fmla="*/ 0 w 28"/>
                  <a:gd name="T3" fmla="*/ 0 h 65"/>
                  <a:gd name="T4" fmla="*/ 0 w 28"/>
                  <a:gd name="T5" fmla="*/ 0 h 65"/>
                  <a:gd name="T6" fmla="*/ 0 w 28"/>
                  <a:gd name="T7" fmla="*/ 0 h 65"/>
                  <a:gd name="T8" fmla="*/ 0 w 28"/>
                  <a:gd name="T9" fmla="*/ 0 h 65"/>
                  <a:gd name="T10" fmla="*/ 0 w 28"/>
                  <a:gd name="T11" fmla="*/ 0 h 65"/>
                  <a:gd name="T12" fmla="*/ 0 w 28"/>
                  <a:gd name="T13" fmla="*/ 0 h 65"/>
                  <a:gd name="T14" fmla="*/ 0 w 28"/>
                  <a:gd name="T15" fmla="*/ 0 h 65"/>
                  <a:gd name="T16" fmla="*/ 0 w 28"/>
                  <a:gd name="T17" fmla="*/ 0 h 65"/>
                  <a:gd name="T18" fmla="*/ 0 w 28"/>
                  <a:gd name="T19" fmla="*/ 0 h 65"/>
                  <a:gd name="T20" fmla="*/ 0 w 28"/>
                  <a:gd name="T21" fmla="*/ 0 h 65"/>
                  <a:gd name="T22" fmla="*/ 0 w 28"/>
                  <a:gd name="T23" fmla="*/ 0 h 65"/>
                  <a:gd name="T24" fmla="*/ 0 w 28"/>
                  <a:gd name="T25" fmla="*/ 0 h 65"/>
                  <a:gd name="T26" fmla="*/ 0 w 28"/>
                  <a:gd name="T27" fmla="*/ 0 h 65"/>
                  <a:gd name="T28" fmla="*/ 0 w 28"/>
                  <a:gd name="T29" fmla="*/ 0 h 65"/>
                  <a:gd name="T30" fmla="*/ 0 w 28"/>
                  <a:gd name="T31" fmla="*/ 0 h 65"/>
                  <a:gd name="T32" fmla="*/ 0 w 28"/>
                  <a:gd name="T33" fmla="*/ 0 h 65"/>
                  <a:gd name="T34" fmla="*/ 0 w 28"/>
                  <a:gd name="T35" fmla="*/ 0 h 65"/>
                  <a:gd name="T36" fmla="*/ 0 w 28"/>
                  <a:gd name="T37" fmla="*/ 0 h 65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8"/>
                  <a:gd name="T58" fmla="*/ 0 h 65"/>
                  <a:gd name="T59" fmla="*/ 28 w 28"/>
                  <a:gd name="T60" fmla="*/ 65 h 65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8" h="65">
                    <a:moveTo>
                      <a:pt x="24" y="11"/>
                    </a:moveTo>
                    <a:lnTo>
                      <a:pt x="21" y="3"/>
                    </a:lnTo>
                    <a:lnTo>
                      <a:pt x="14" y="0"/>
                    </a:lnTo>
                    <a:lnTo>
                      <a:pt x="7" y="3"/>
                    </a:lnTo>
                    <a:lnTo>
                      <a:pt x="3" y="11"/>
                    </a:lnTo>
                    <a:lnTo>
                      <a:pt x="0" y="22"/>
                    </a:lnTo>
                    <a:lnTo>
                      <a:pt x="1" y="36"/>
                    </a:lnTo>
                    <a:lnTo>
                      <a:pt x="2" y="47"/>
                    </a:lnTo>
                    <a:lnTo>
                      <a:pt x="7" y="58"/>
                    </a:lnTo>
                    <a:lnTo>
                      <a:pt x="13" y="63"/>
                    </a:lnTo>
                    <a:lnTo>
                      <a:pt x="22" y="65"/>
                    </a:lnTo>
                    <a:lnTo>
                      <a:pt x="24" y="60"/>
                    </a:lnTo>
                    <a:lnTo>
                      <a:pt x="27" y="55"/>
                    </a:lnTo>
                    <a:lnTo>
                      <a:pt x="27" y="47"/>
                    </a:lnTo>
                    <a:lnTo>
                      <a:pt x="28" y="40"/>
                    </a:lnTo>
                    <a:lnTo>
                      <a:pt x="26" y="31"/>
                    </a:lnTo>
                    <a:lnTo>
                      <a:pt x="26" y="24"/>
                    </a:lnTo>
                    <a:lnTo>
                      <a:pt x="24" y="16"/>
                    </a:lnTo>
                    <a:lnTo>
                      <a:pt x="24" y="1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1" name="Freeform 501">
                <a:extLst>
                  <a:ext uri="{FF2B5EF4-FFF2-40B4-BE49-F238E27FC236}">
                    <a16:creationId xmlns:a16="http://schemas.microsoft.com/office/drawing/2014/main" id="{7D8FA3BE-6E4B-8577-E828-5B66EE9E7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8" y="1518"/>
                <a:ext cx="5" cy="18"/>
              </a:xfrm>
              <a:custGeom>
                <a:avLst/>
                <a:gdLst>
                  <a:gd name="T0" fmla="*/ 0 w 24"/>
                  <a:gd name="T1" fmla="*/ 0 h 90"/>
                  <a:gd name="T2" fmla="*/ 0 w 24"/>
                  <a:gd name="T3" fmla="*/ 0 h 90"/>
                  <a:gd name="T4" fmla="*/ 0 w 24"/>
                  <a:gd name="T5" fmla="*/ 0 h 90"/>
                  <a:gd name="T6" fmla="*/ 0 w 24"/>
                  <a:gd name="T7" fmla="*/ 0 h 90"/>
                  <a:gd name="T8" fmla="*/ 0 w 24"/>
                  <a:gd name="T9" fmla="*/ 0 h 90"/>
                  <a:gd name="T10" fmla="*/ 0 w 24"/>
                  <a:gd name="T11" fmla="*/ 0 h 90"/>
                  <a:gd name="T12" fmla="*/ 0 w 24"/>
                  <a:gd name="T13" fmla="*/ 0 h 90"/>
                  <a:gd name="T14" fmla="*/ 0 w 24"/>
                  <a:gd name="T15" fmla="*/ 0 h 90"/>
                  <a:gd name="T16" fmla="*/ 0 w 24"/>
                  <a:gd name="T17" fmla="*/ 0 h 90"/>
                  <a:gd name="T18" fmla="*/ 0 w 24"/>
                  <a:gd name="T19" fmla="*/ 0 h 90"/>
                  <a:gd name="T20" fmla="*/ 0 w 24"/>
                  <a:gd name="T21" fmla="*/ 0 h 90"/>
                  <a:gd name="T22" fmla="*/ 0 w 24"/>
                  <a:gd name="T23" fmla="*/ 0 h 90"/>
                  <a:gd name="T24" fmla="*/ 0 w 24"/>
                  <a:gd name="T25" fmla="*/ 0 h 90"/>
                  <a:gd name="T26" fmla="*/ 0 w 24"/>
                  <a:gd name="T27" fmla="*/ 0 h 90"/>
                  <a:gd name="T28" fmla="*/ 0 w 24"/>
                  <a:gd name="T29" fmla="*/ 0 h 90"/>
                  <a:gd name="T30" fmla="*/ 0 w 24"/>
                  <a:gd name="T31" fmla="*/ 0 h 90"/>
                  <a:gd name="T32" fmla="*/ 0 w 24"/>
                  <a:gd name="T33" fmla="*/ 0 h 90"/>
                  <a:gd name="T34" fmla="*/ 0 w 24"/>
                  <a:gd name="T35" fmla="*/ 0 h 90"/>
                  <a:gd name="T36" fmla="*/ 0 w 24"/>
                  <a:gd name="T37" fmla="*/ 0 h 90"/>
                  <a:gd name="T38" fmla="*/ 0 w 24"/>
                  <a:gd name="T39" fmla="*/ 0 h 90"/>
                  <a:gd name="T40" fmla="*/ 0 w 24"/>
                  <a:gd name="T41" fmla="*/ 0 h 90"/>
                  <a:gd name="T42" fmla="*/ 0 w 24"/>
                  <a:gd name="T43" fmla="*/ 0 h 90"/>
                  <a:gd name="T44" fmla="*/ 0 w 24"/>
                  <a:gd name="T45" fmla="*/ 0 h 90"/>
                  <a:gd name="T46" fmla="*/ 0 w 24"/>
                  <a:gd name="T47" fmla="*/ 0 h 90"/>
                  <a:gd name="T48" fmla="*/ 0 w 24"/>
                  <a:gd name="T49" fmla="*/ 0 h 9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24"/>
                  <a:gd name="T76" fmla="*/ 0 h 90"/>
                  <a:gd name="T77" fmla="*/ 24 w 24"/>
                  <a:gd name="T78" fmla="*/ 90 h 90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24" h="90">
                    <a:moveTo>
                      <a:pt x="24" y="10"/>
                    </a:moveTo>
                    <a:lnTo>
                      <a:pt x="20" y="2"/>
                    </a:lnTo>
                    <a:lnTo>
                      <a:pt x="13" y="0"/>
                    </a:lnTo>
                    <a:lnTo>
                      <a:pt x="4" y="2"/>
                    </a:lnTo>
                    <a:lnTo>
                      <a:pt x="2" y="10"/>
                    </a:lnTo>
                    <a:lnTo>
                      <a:pt x="0" y="17"/>
                    </a:lnTo>
                    <a:lnTo>
                      <a:pt x="0" y="27"/>
                    </a:lnTo>
                    <a:lnTo>
                      <a:pt x="0" y="34"/>
                    </a:lnTo>
                    <a:lnTo>
                      <a:pt x="0" y="44"/>
                    </a:lnTo>
                    <a:lnTo>
                      <a:pt x="0" y="52"/>
                    </a:lnTo>
                    <a:lnTo>
                      <a:pt x="0" y="62"/>
                    </a:lnTo>
                    <a:lnTo>
                      <a:pt x="0" y="69"/>
                    </a:lnTo>
                    <a:lnTo>
                      <a:pt x="0" y="79"/>
                    </a:lnTo>
                    <a:lnTo>
                      <a:pt x="3" y="86"/>
                    </a:lnTo>
                    <a:lnTo>
                      <a:pt x="10" y="90"/>
                    </a:lnTo>
                    <a:lnTo>
                      <a:pt x="17" y="86"/>
                    </a:lnTo>
                    <a:lnTo>
                      <a:pt x="20" y="79"/>
                    </a:lnTo>
                    <a:lnTo>
                      <a:pt x="20" y="69"/>
                    </a:lnTo>
                    <a:lnTo>
                      <a:pt x="20" y="62"/>
                    </a:lnTo>
                    <a:lnTo>
                      <a:pt x="20" y="52"/>
                    </a:lnTo>
                    <a:lnTo>
                      <a:pt x="22" y="44"/>
                    </a:lnTo>
                    <a:lnTo>
                      <a:pt x="22" y="34"/>
                    </a:lnTo>
                    <a:lnTo>
                      <a:pt x="23" y="27"/>
                    </a:lnTo>
                    <a:lnTo>
                      <a:pt x="23" y="17"/>
                    </a:lnTo>
                    <a:lnTo>
                      <a:pt x="24" y="1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2" name="Freeform 502">
                <a:extLst>
                  <a:ext uri="{FF2B5EF4-FFF2-40B4-BE49-F238E27FC236}">
                    <a16:creationId xmlns:a16="http://schemas.microsoft.com/office/drawing/2014/main" id="{AB644B34-D98F-0FFF-7DBB-839E025CCF3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" y="1481"/>
                <a:ext cx="8" cy="58"/>
              </a:xfrm>
              <a:custGeom>
                <a:avLst/>
                <a:gdLst>
                  <a:gd name="T0" fmla="*/ 0 w 41"/>
                  <a:gd name="T1" fmla="*/ 0 h 292"/>
                  <a:gd name="T2" fmla="*/ 0 w 41"/>
                  <a:gd name="T3" fmla="*/ 0 h 292"/>
                  <a:gd name="T4" fmla="*/ 0 w 41"/>
                  <a:gd name="T5" fmla="*/ 0 h 292"/>
                  <a:gd name="T6" fmla="*/ 0 w 41"/>
                  <a:gd name="T7" fmla="*/ 0 h 292"/>
                  <a:gd name="T8" fmla="*/ 0 w 41"/>
                  <a:gd name="T9" fmla="*/ 0 h 292"/>
                  <a:gd name="T10" fmla="*/ 0 w 41"/>
                  <a:gd name="T11" fmla="*/ 0 h 292"/>
                  <a:gd name="T12" fmla="*/ 0 w 41"/>
                  <a:gd name="T13" fmla="*/ 0 h 292"/>
                  <a:gd name="T14" fmla="*/ 0 w 41"/>
                  <a:gd name="T15" fmla="*/ 0 h 292"/>
                  <a:gd name="T16" fmla="*/ 0 w 41"/>
                  <a:gd name="T17" fmla="*/ 0 h 292"/>
                  <a:gd name="T18" fmla="*/ 0 w 41"/>
                  <a:gd name="T19" fmla="*/ 0 h 292"/>
                  <a:gd name="T20" fmla="*/ 0 w 41"/>
                  <a:gd name="T21" fmla="*/ 0 h 292"/>
                  <a:gd name="T22" fmla="*/ 0 w 41"/>
                  <a:gd name="T23" fmla="*/ 0 h 292"/>
                  <a:gd name="T24" fmla="*/ 0 w 41"/>
                  <a:gd name="T25" fmla="*/ 0 h 292"/>
                  <a:gd name="T26" fmla="*/ 0 w 41"/>
                  <a:gd name="T27" fmla="*/ 0 h 292"/>
                  <a:gd name="T28" fmla="*/ 0 w 41"/>
                  <a:gd name="T29" fmla="*/ 0 h 292"/>
                  <a:gd name="T30" fmla="*/ 0 w 41"/>
                  <a:gd name="T31" fmla="*/ 0 h 292"/>
                  <a:gd name="T32" fmla="*/ 0 w 41"/>
                  <a:gd name="T33" fmla="*/ 0 h 292"/>
                  <a:gd name="T34" fmla="*/ 0 w 41"/>
                  <a:gd name="T35" fmla="*/ 0 h 292"/>
                  <a:gd name="T36" fmla="*/ 0 w 41"/>
                  <a:gd name="T37" fmla="*/ 0 h 292"/>
                  <a:gd name="T38" fmla="*/ 0 w 41"/>
                  <a:gd name="T39" fmla="*/ 0 h 292"/>
                  <a:gd name="T40" fmla="*/ 0 w 41"/>
                  <a:gd name="T41" fmla="*/ 0 h 292"/>
                  <a:gd name="T42" fmla="*/ 0 w 41"/>
                  <a:gd name="T43" fmla="*/ 0 h 292"/>
                  <a:gd name="T44" fmla="*/ 0 w 41"/>
                  <a:gd name="T45" fmla="*/ 0 h 292"/>
                  <a:gd name="T46" fmla="*/ 0 w 41"/>
                  <a:gd name="T47" fmla="*/ 0 h 292"/>
                  <a:gd name="T48" fmla="*/ 0 w 41"/>
                  <a:gd name="T49" fmla="*/ 0 h 292"/>
                  <a:gd name="T50" fmla="*/ 0 w 41"/>
                  <a:gd name="T51" fmla="*/ 0 h 292"/>
                  <a:gd name="T52" fmla="*/ 0 w 41"/>
                  <a:gd name="T53" fmla="*/ 0 h 292"/>
                  <a:gd name="T54" fmla="*/ 0 w 41"/>
                  <a:gd name="T55" fmla="*/ 0 h 292"/>
                  <a:gd name="T56" fmla="*/ 0 w 41"/>
                  <a:gd name="T57" fmla="*/ 0 h 292"/>
                  <a:gd name="T58" fmla="*/ 0 w 41"/>
                  <a:gd name="T59" fmla="*/ 0 h 292"/>
                  <a:gd name="T60" fmla="*/ 0 w 41"/>
                  <a:gd name="T61" fmla="*/ 0 h 292"/>
                  <a:gd name="T62" fmla="*/ 0 w 41"/>
                  <a:gd name="T63" fmla="*/ 0 h 292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41"/>
                  <a:gd name="T97" fmla="*/ 0 h 292"/>
                  <a:gd name="T98" fmla="*/ 41 w 41"/>
                  <a:gd name="T99" fmla="*/ 292 h 292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41" h="292">
                    <a:moveTo>
                      <a:pt x="32" y="44"/>
                    </a:moveTo>
                    <a:lnTo>
                      <a:pt x="36" y="41"/>
                    </a:lnTo>
                    <a:lnTo>
                      <a:pt x="40" y="38"/>
                    </a:lnTo>
                    <a:lnTo>
                      <a:pt x="40" y="31"/>
                    </a:lnTo>
                    <a:lnTo>
                      <a:pt x="41" y="25"/>
                    </a:lnTo>
                    <a:lnTo>
                      <a:pt x="40" y="18"/>
                    </a:lnTo>
                    <a:lnTo>
                      <a:pt x="37" y="10"/>
                    </a:lnTo>
                    <a:lnTo>
                      <a:pt x="32" y="5"/>
                    </a:lnTo>
                    <a:lnTo>
                      <a:pt x="29" y="3"/>
                    </a:lnTo>
                    <a:lnTo>
                      <a:pt x="19" y="0"/>
                    </a:lnTo>
                    <a:lnTo>
                      <a:pt x="11" y="3"/>
                    </a:lnTo>
                    <a:lnTo>
                      <a:pt x="5" y="7"/>
                    </a:lnTo>
                    <a:lnTo>
                      <a:pt x="3" y="14"/>
                    </a:lnTo>
                    <a:lnTo>
                      <a:pt x="0" y="22"/>
                    </a:lnTo>
                    <a:lnTo>
                      <a:pt x="1" y="29"/>
                    </a:lnTo>
                    <a:lnTo>
                      <a:pt x="3" y="35"/>
                    </a:lnTo>
                    <a:lnTo>
                      <a:pt x="8" y="43"/>
                    </a:lnTo>
                    <a:lnTo>
                      <a:pt x="6" y="51"/>
                    </a:lnTo>
                    <a:lnTo>
                      <a:pt x="6" y="62"/>
                    </a:lnTo>
                    <a:lnTo>
                      <a:pt x="6" y="71"/>
                    </a:lnTo>
                    <a:lnTo>
                      <a:pt x="6" y="82"/>
                    </a:lnTo>
                    <a:lnTo>
                      <a:pt x="6" y="91"/>
                    </a:lnTo>
                    <a:lnTo>
                      <a:pt x="6" y="101"/>
                    </a:lnTo>
                    <a:lnTo>
                      <a:pt x="6" y="111"/>
                    </a:lnTo>
                    <a:lnTo>
                      <a:pt x="8" y="121"/>
                    </a:lnTo>
                    <a:lnTo>
                      <a:pt x="4" y="126"/>
                    </a:lnTo>
                    <a:lnTo>
                      <a:pt x="3" y="133"/>
                    </a:lnTo>
                    <a:lnTo>
                      <a:pt x="1" y="143"/>
                    </a:lnTo>
                    <a:lnTo>
                      <a:pt x="1" y="154"/>
                    </a:lnTo>
                    <a:lnTo>
                      <a:pt x="1" y="164"/>
                    </a:lnTo>
                    <a:lnTo>
                      <a:pt x="3" y="175"/>
                    </a:lnTo>
                    <a:lnTo>
                      <a:pt x="4" y="185"/>
                    </a:lnTo>
                    <a:lnTo>
                      <a:pt x="8" y="192"/>
                    </a:lnTo>
                    <a:lnTo>
                      <a:pt x="6" y="202"/>
                    </a:lnTo>
                    <a:lnTo>
                      <a:pt x="6" y="213"/>
                    </a:lnTo>
                    <a:lnTo>
                      <a:pt x="6" y="225"/>
                    </a:lnTo>
                    <a:lnTo>
                      <a:pt x="6" y="236"/>
                    </a:lnTo>
                    <a:lnTo>
                      <a:pt x="6" y="247"/>
                    </a:lnTo>
                    <a:lnTo>
                      <a:pt x="8" y="258"/>
                    </a:lnTo>
                    <a:lnTo>
                      <a:pt x="8" y="269"/>
                    </a:lnTo>
                    <a:lnTo>
                      <a:pt x="9" y="282"/>
                    </a:lnTo>
                    <a:lnTo>
                      <a:pt x="11" y="288"/>
                    </a:lnTo>
                    <a:lnTo>
                      <a:pt x="19" y="292"/>
                    </a:lnTo>
                    <a:lnTo>
                      <a:pt x="26" y="288"/>
                    </a:lnTo>
                    <a:lnTo>
                      <a:pt x="30" y="282"/>
                    </a:lnTo>
                    <a:lnTo>
                      <a:pt x="29" y="262"/>
                    </a:lnTo>
                    <a:lnTo>
                      <a:pt x="27" y="243"/>
                    </a:lnTo>
                    <a:lnTo>
                      <a:pt x="26" y="225"/>
                    </a:lnTo>
                    <a:lnTo>
                      <a:pt x="26" y="206"/>
                    </a:lnTo>
                    <a:lnTo>
                      <a:pt x="25" y="187"/>
                    </a:lnTo>
                    <a:lnTo>
                      <a:pt x="24" y="169"/>
                    </a:lnTo>
                    <a:lnTo>
                      <a:pt x="24" y="150"/>
                    </a:lnTo>
                    <a:lnTo>
                      <a:pt x="24" y="132"/>
                    </a:lnTo>
                    <a:lnTo>
                      <a:pt x="25" y="124"/>
                    </a:lnTo>
                    <a:lnTo>
                      <a:pt x="27" y="117"/>
                    </a:lnTo>
                    <a:lnTo>
                      <a:pt x="27" y="108"/>
                    </a:lnTo>
                    <a:lnTo>
                      <a:pt x="29" y="100"/>
                    </a:lnTo>
                    <a:lnTo>
                      <a:pt x="27" y="90"/>
                    </a:lnTo>
                    <a:lnTo>
                      <a:pt x="27" y="81"/>
                    </a:lnTo>
                    <a:lnTo>
                      <a:pt x="27" y="74"/>
                    </a:lnTo>
                    <a:lnTo>
                      <a:pt x="27" y="67"/>
                    </a:lnTo>
                    <a:lnTo>
                      <a:pt x="27" y="55"/>
                    </a:lnTo>
                    <a:lnTo>
                      <a:pt x="27" y="43"/>
                    </a:lnTo>
                    <a:lnTo>
                      <a:pt x="29" y="43"/>
                    </a:lnTo>
                    <a:lnTo>
                      <a:pt x="32" y="4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3" name="Freeform 503">
                <a:extLst>
                  <a:ext uri="{FF2B5EF4-FFF2-40B4-BE49-F238E27FC236}">
                    <a16:creationId xmlns:a16="http://schemas.microsoft.com/office/drawing/2014/main" id="{AAF1DE60-A99E-1BC7-0B0F-24EFD75FF4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2" y="1501"/>
                <a:ext cx="31" cy="6"/>
              </a:xfrm>
              <a:custGeom>
                <a:avLst/>
                <a:gdLst>
                  <a:gd name="T0" fmla="*/ 0 w 153"/>
                  <a:gd name="T1" fmla="*/ 0 h 32"/>
                  <a:gd name="T2" fmla="*/ 0 w 153"/>
                  <a:gd name="T3" fmla="*/ 0 h 32"/>
                  <a:gd name="T4" fmla="*/ 0 w 153"/>
                  <a:gd name="T5" fmla="*/ 0 h 32"/>
                  <a:gd name="T6" fmla="*/ 0 w 153"/>
                  <a:gd name="T7" fmla="*/ 0 h 32"/>
                  <a:gd name="T8" fmla="*/ 0 w 153"/>
                  <a:gd name="T9" fmla="*/ 0 h 32"/>
                  <a:gd name="T10" fmla="*/ 0 w 153"/>
                  <a:gd name="T11" fmla="*/ 0 h 32"/>
                  <a:gd name="T12" fmla="*/ 0 w 153"/>
                  <a:gd name="T13" fmla="*/ 0 h 32"/>
                  <a:gd name="T14" fmla="*/ 0 w 153"/>
                  <a:gd name="T15" fmla="*/ 0 h 32"/>
                  <a:gd name="T16" fmla="*/ 0 w 153"/>
                  <a:gd name="T17" fmla="*/ 0 h 32"/>
                  <a:gd name="T18" fmla="*/ 0 w 153"/>
                  <a:gd name="T19" fmla="*/ 0 h 32"/>
                  <a:gd name="T20" fmla="*/ 0 w 153"/>
                  <a:gd name="T21" fmla="*/ 0 h 32"/>
                  <a:gd name="T22" fmla="*/ 0 w 153"/>
                  <a:gd name="T23" fmla="*/ 0 h 32"/>
                  <a:gd name="T24" fmla="*/ 0 w 153"/>
                  <a:gd name="T25" fmla="*/ 0 h 32"/>
                  <a:gd name="T26" fmla="*/ 0 w 153"/>
                  <a:gd name="T27" fmla="*/ 0 h 32"/>
                  <a:gd name="T28" fmla="*/ 0 w 153"/>
                  <a:gd name="T29" fmla="*/ 0 h 32"/>
                  <a:gd name="T30" fmla="*/ 0 w 153"/>
                  <a:gd name="T31" fmla="*/ 0 h 32"/>
                  <a:gd name="T32" fmla="*/ 0 w 153"/>
                  <a:gd name="T33" fmla="*/ 0 h 32"/>
                  <a:gd name="T34" fmla="*/ 0 w 153"/>
                  <a:gd name="T35" fmla="*/ 0 h 32"/>
                  <a:gd name="T36" fmla="*/ 0 w 153"/>
                  <a:gd name="T37" fmla="*/ 0 h 32"/>
                  <a:gd name="T38" fmla="*/ 0 w 153"/>
                  <a:gd name="T39" fmla="*/ 0 h 32"/>
                  <a:gd name="T40" fmla="*/ 0 w 153"/>
                  <a:gd name="T41" fmla="*/ 0 h 32"/>
                  <a:gd name="T42" fmla="*/ 0 w 153"/>
                  <a:gd name="T43" fmla="*/ 0 h 32"/>
                  <a:gd name="T44" fmla="*/ 0 w 153"/>
                  <a:gd name="T45" fmla="*/ 0 h 32"/>
                  <a:gd name="T46" fmla="*/ 0 w 153"/>
                  <a:gd name="T47" fmla="*/ 0 h 32"/>
                  <a:gd name="T48" fmla="*/ 0 w 153"/>
                  <a:gd name="T49" fmla="*/ 0 h 32"/>
                  <a:gd name="T50" fmla="*/ 0 w 153"/>
                  <a:gd name="T51" fmla="*/ 0 h 32"/>
                  <a:gd name="T52" fmla="*/ 0 w 153"/>
                  <a:gd name="T53" fmla="*/ 0 h 32"/>
                  <a:gd name="T54" fmla="*/ 0 w 153"/>
                  <a:gd name="T55" fmla="*/ 0 h 32"/>
                  <a:gd name="T56" fmla="*/ 0 w 153"/>
                  <a:gd name="T57" fmla="*/ 0 h 32"/>
                  <a:gd name="T58" fmla="*/ 0 w 153"/>
                  <a:gd name="T59" fmla="*/ 0 h 32"/>
                  <a:gd name="T60" fmla="*/ 0 w 153"/>
                  <a:gd name="T61" fmla="*/ 0 h 32"/>
                  <a:gd name="T62" fmla="*/ 0 w 153"/>
                  <a:gd name="T63" fmla="*/ 0 h 32"/>
                  <a:gd name="T64" fmla="*/ 0 w 153"/>
                  <a:gd name="T65" fmla="*/ 0 h 32"/>
                  <a:gd name="T66" fmla="*/ 0 w 153"/>
                  <a:gd name="T67" fmla="*/ 0 h 32"/>
                  <a:gd name="T68" fmla="*/ 0 w 153"/>
                  <a:gd name="T69" fmla="*/ 0 h 32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w 153"/>
                  <a:gd name="T106" fmla="*/ 0 h 32"/>
                  <a:gd name="T107" fmla="*/ 153 w 153"/>
                  <a:gd name="T108" fmla="*/ 32 h 32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T105" t="T106" r="T107" b="T108"/>
                <a:pathLst>
                  <a:path w="153" h="32">
                    <a:moveTo>
                      <a:pt x="9" y="32"/>
                    </a:moveTo>
                    <a:lnTo>
                      <a:pt x="17" y="31"/>
                    </a:lnTo>
                    <a:lnTo>
                      <a:pt x="28" y="28"/>
                    </a:lnTo>
                    <a:lnTo>
                      <a:pt x="38" y="26"/>
                    </a:lnTo>
                    <a:lnTo>
                      <a:pt x="45" y="23"/>
                    </a:lnTo>
                    <a:lnTo>
                      <a:pt x="57" y="23"/>
                    </a:lnTo>
                    <a:lnTo>
                      <a:pt x="70" y="23"/>
                    </a:lnTo>
                    <a:lnTo>
                      <a:pt x="83" y="21"/>
                    </a:lnTo>
                    <a:lnTo>
                      <a:pt x="94" y="19"/>
                    </a:lnTo>
                    <a:lnTo>
                      <a:pt x="97" y="19"/>
                    </a:lnTo>
                    <a:lnTo>
                      <a:pt x="106" y="21"/>
                    </a:lnTo>
                    <a:lnTo>
                      <a:pt x="116" y="21"/>
                    </a:lnTo>
                    <a:lnTo>
                      <a:pt x="127" y="23"/>
                    </a:lnTo>
                    <a:lnTo>
                      <a:pt x="137" y="22"/>
                    </a:lnTo>
                    <a:lnTo>
                      <a:pt x="146" y="22"/>
                    </a:lnTo>
                    <a:lnTo>
                      <a:pt x="151" y="18"/>
                    </a:lnTo>
                    <a:lnTo>
                      <a:pt x="153" y="14"/>
                    </a:lnTo>
                    <a:lnTo>
                      <a:pt x="148" y="7"/>
                    </a:lnTo>
                    <a:lnTo>
                      <a:pt x="141" y="3"/>
                    </a:lnTo>
                    <a:lnTo>
                      <a:pt x="131" y="1"/>
                    </a:lnTo>
                    <a:lnTo>
                      <a:pt x="121" y="1"/>
                    </a:lnTo>
                    <a:lnTo>
                      <a:pt x="109" y="0"/>
                    </a:lnTo>
                    <a:lnTo>
                      <a:pt x="97" y="1"/>
                    </a:lnTo>
                    <a:lnTo>
                      <a:pt x="88" y="1"/>
                    </a:lnTo>
                    <a:lnTo>
                      <a:pt x="83" y="3"/>
                    </a:lnTo>
                    <a:lnTo>
                      <a:pt x="75" y="3"/>
                    </a:lnTo>
                    <a:lnTo>
                      <a:pt x="65" y="3"/>
                    </a:lnTo>
                    <a:lnTo>
                      <a:pt x="50" y="3"/>
                    </a:lnTo>
                    <a:lnTo>
                      <a:pt x="37" y="5"/>
                    </a:lnTo>
                    <a:lnTo>
                      <a:pt x="22" y="5"/>
                    </a:lnTo>
                    <a:lnTo>
                      <a:pt x="11" y="8"/>
                    </a:lnTo>
                    <a:lnTo>
                      <a:pt x="2" y="13"/>
                    </a:lnTo>
                    <a:lnTo>
                      <a:pt x="0" y="21"/>
                    </a:lnTo>
                    <a:lnTo>
                      <a:pt x="2" y="28"/>
                    </a:lnTo>
                    <a:lnTo>
                      <a:pt x="9" y="3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4" name="Freeform 504">
                <a:extLst>
                  <a:ext uri="{FF2B5EF4-FFF2-40B4-BE49-F238E27FC236}">
                    <a16:creationId xmlns:a16="http://schemas.microsoft.com/office/drawing/2014/main" id="{6E1B648E-74C9-87FE-5AB1-6F4CB92BBB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9" y="1503"/>
                <a:ext cx="6" cy="17"/>
              </a:xfrm>
              <a:custGeom>
                <a:avLst/>
                <a:gdLst>
                  <a:gd name="T0" fmla="*/ 0 w 31"/>
                  <a:gd name="T1" fmla="*/ 0 h 84"/>
                  <a:gd name="T2" fmla="*/ 0 w 31"/>
                  <a:gd name="T3" fmla="*/ 0 h 84"/>
                  <a:gd name="T4" fmla="*/ 0 w 31"/>
                  <a:gd name="T5" fmla="*/ 0 h 84"/>
                  <a:gd name="T6" fmla="*/ 0 w 31"/>
                  <a:gd name="T7" fmla="*/ 0 h 84"/>
                  <a:gd name="T8" fmla="*/ 0 w 31"/>
                  <a:gd name="T9" fmla="*/ 0 h 84"/>
                  <a:gd name="T10" fmla="*/ 0 w 31"/>
                  <a:gd name="T11" fmla="*/ 0 h 84"/>
                  <a:gd name="T12" fmla="*/ 0 w 31"/>
                  <a:gd name="T13" fmla="*/ 0 h 84"/>
                  <a:gd name="T14" fmla="*/ 0 w 31"/>
                  <a:gd name="T15" fmla="*/ 0 h 84"/>
                  <a:gd name="T16" fmla="*/ 0 w 31"/>
                  <a:gd name="T17" fmla="*/ 0 h 84"/>
                  <a:gd name="T18" fmla="*/ 0 w 31"/>
                  <a:gd name="T19" fmla="*/ 0 h 84"/>
                  <a:gd name="T20" fmla="*/ 0 w 31"/>
                  <a:gd name="T21" fmla="*/ 0 h 84"/>
                  <a:gd name="T22" fmla="*/ 0 w 31"/>
                  <a:gd name="T23" fmla="*/ 0 h 84"/>
                  <a:gd name="T24" fmla="*/ 0 w 31"/>
                  <a:gd name="T25" fmla="*/ 0 h 84"/>
                  <a:gd name="T26" fmla="*/ 0 w 31"/>
                  <a:gd name="T27" fmla="*/ 0 h 84"/>
                  <a:gd name="T28" fmla="*/ 0 w 31"/>
                  <a:gd name="T29" fmla="*/ 0 h 84"/>
                  <a:gd name="T30" fmla="*/ 0 w 31"/>
                  <a:gd name="T31" fmla="*/ 0 h 84"/>
                  <a:gd name="T32" fmla="*/ 0 w 31"/>
                  <a:gd name="T33" fmla="*/ 0 h 84"/>
                  <a:gd name="T34" fmla="*/ 0 w 31"/>
                  <a:gd name="T35" fmla="*/ 0 h 84"/>
                  <a:gd name="T36" fmla="*/ 0 w 31"/>
                  <a:gd name="T37" fmla="*/ 0 h 84"/>
                  <a:gd name="T38" fmla="*/ 0 w 31"/>
                  <a:gd name="T39" fmla="*/ 0 h 84"/>
                  <a:gd name="T40" fmla="*/ 0 w 31"/>
                  <a:gd name="T41" fmla="*/ 0 h 84"/>
                  <a:gd name="T42" fmla="*/ 0 w 31"/>
                  <a:gd name="T43" fmla="*/ 0 h 8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31"/>
                  <a:gd name="T67" fmla="*/ 0 h 84"/>
                  <a:gd name="T68" fmla="*/ 31 w 31"/>
                  <a:gd name="T69" fmla="*/ 84 h 84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31" h="84">
                    <a:moveTo>
                      <a:pt x="0" y="84"/>
                    </a:moveTo>
                    <a:lnTo>
                      <a:pt x="0" y="83"/>
                    </a:lnTo>
                    <a:lnTo>
                      <a:pt x="2" y="83"/>
                    </a:lnTo>
                    <a:lnTo>
                      <a:pt x="0" y="83"/>
                    </a:lnTo>
                    <a:lnTo>
                      <a:pt x="0" y="47"/>
                    </a:lnTo>
                    <a:lnTo>
                      <a:pt x="0" y="40"/>
                    </a:lnTo>
                    <a:lnTo>
                      <a:pt x="0" y="47"/>
                    </a:lnTo>
                    <a:lnTo>
                      <a:pt x="0" y="8"/>
                    </a:lnTo>
                    <a:lnTo>
                      <a:pt x="8" y="1"/>
                    </a:lnTo>
                    <a:lnTo>
                      <a:pt x="18" y="0"/>
                    </a:lnTo>
                    <a:lnTo>
                      <a:pt x="27" y="3"/>
                    </a:lnTo>
                    <a:lnTo>
                      <a:pt x="31" y="11"/>
                    </a:lnTo>
                    <a:lnTo>
                      <a:pt x="28" y="19"/>
                    </a:lnTo>
                    <a:lnTo>
                      <a:pt x="22" y="22"/>
                    </a:lnTo>
                    <a:lnTo>
                      <a:pt x="14" y="24"/>
                    </a:lnTo>
                    <a:lnTo>
                      <a:pt x="11" y="30"/>
                    </a:lnTo>
                    <a:lnTo>
                      <a:pt x="7" y="37"/>
                    </a:lnTo>
                    <a:lnTo>
                      <a:pt x="7" y="48"/>
                    </a:lnTo>
                    <a:lnTo>
                      <a:pt x="6" y="58"/>
                    </a:lnTo>
                    <a:lnTo>
                      <a:pt x="6" y="68"/>
                    </a:lnTo>
                    <a:lnTo>
                      <a:pt x="3" y="77"/>
                    </a:lnTo>
                    <a:lnTo>
                      <a:pt x="0" y="8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5" name="Freeform 505">
                <a:extLst>
                  <a:ext uri="{FF2B5EF4-FFF2-40B4-BE49-F238E27FC236}">
                    <a16:creationId xmlns:a16="http://schemas.microsoft.com/office/drawing/2014/main" id="{93B95ED6-AD1B-CE8C-74EC-E656FD30849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" y="1505"/>
                <a:ext cx="1" cy="15"/>
              </a:xfrm>
              <a:custGeom>
                <a:avLst/>
                <a:gdLst>
                  <a:gd name="T0" fmla="*/ 0 w 2"/>
                  <a:gd name="T1" fmla="*/ 0 h 76"/>
                  <a:gd name="T2" fmla="*/ 1 w 2"/>
                  <a:gd name="T3" fmla="*/ 0 h 76"/>
                  <a:gd name="T4" fmla="*/ 1 w 2"/>
                  <a:gd name="T5" fmla="*/ 0 h 76"/>
                  <a:gd name="T6" fmla="*/ 0 w 2"/>
                  <a:gd name="T7" fmla="*/ 0 h 76"/>
                  <a:gd name="T8" fmla="*/ 0 w 2"/>
                  <a:gd name="T9" fmla="*/ 0 h 76"/>
                  <a:gd name="T10" fmla="*/ 0 w 2"/>
                  <a:gd name="T11" fmla="*/ 0 h 76"/>
                  <a:gd name="T12" fmla="*/ 0 w 2"/>
                  <a:gd name="T13" fmla="*/ 0 h 76"/>
                  <a:gd name="T14" fmla="*/ 1 w 2"/>
                  <a:gd name="T15" fmla="*/ 0 h 76"/>
                  <a:gd name="T16" fmla="*/ 1 w 2"/>
                  <a:gd name="T17" fmla="*/ 0 h 76"/>
                  <a:gd name="T18" fmla="*/ 0 w 2"/>
                  <a:gd name="T19" fmla="*/ 0 h 76"/>
                  <a:gd name="T20" fmla="*/ 0 w 2"/>
                  <a:gd name="T21" fmla="*/ 0 h 76"/>
                  <a:gd name="T22" fmla="*/ 0 w 2"/>
                  <a:gd name="T23" fmla="*/ 0 h 76"/>
                  <a:gd name="T24" fmla="*/ 1 w 2"/>
                  <a:gd name="T25" fmla="*/ 0 h 76"/>
                  <a:gd name="T26" fmla="*/ 1 w 2"/>
                  <a:gd name="T27" fmla="*/ 0 h 76"/>
                  <a:gd name="T28" fmla="*/ 0 w 2"/>
                  <a:gd name="T29" fmla="*/ 0 h 7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2"/>
                  <a:gd name="T46" fmla="*/ 0 h 76"/>
                  <a:gd name="T47" fmla="*/ 2 w 2"/>
                  <a:gd name="T48" fmla="*/ 76 h 7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2" h="76">
                    <a:moveTo>
                      <a:pt x="0" y="0"/>
                    </a:moveTo>
                    <a:lnTo>
                      <a:pt x="2" y="0"/>
                    </a:lnTo>
                    <a:lnTo>
                      <a:pt x="2" y="39"/>
                    </a:lnTo>
                    <a:lnTo>
                      <a:pt x="0" y="47"/>
                    </a:lnTo>
                    <a:lnTo>
                      <a:pt x="0" y="0"/>
                    </a:lnTo>
                    <a:close/>
                    <a:moveTo>
                      <a:pt x="0" y="47"/>
                    </a:moveTo>
                    <a:lnTo>
                      <a:pt x="0" y="75"/>
                    </a:lnTo>
                    <a:lnTo>
                      <a:pt x="2" y="75"/>
                    </a:lnTo>
                    <a:lnTo>
                      <a:pt x="2" y="39"/>
                    </a:lnTo>
                    <a:lnTo>
                      <a:pt x="0" y="47"/>
                    </a:lnTo>
                    <a:close/>
                    <a:moveTo>
                      <a:pt x="0" y="76"/>
                    </a:moveTo>
                    <a:lnTo>
                      <a:pt x="0" y="76"/>
                    </a:lnTo>
                    <a:lnTo>
                      <a:pt x="2" y="75"/>
                    </a:lnTo>
                    <a:lnTo>
                      <a:pt x="2" y="76"/>
                    </a:ln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6" name="Freeform 506">
                <a:extLst>
                  <a:ext uri="{FF2B5EF4-FFF2-40B4-BE49-F238E27FC236}">
                    <a16:creationId xmlns:a16="http://schemas.microsoft.com/office/drawing/2014/main" id="{28B8E2D8-4E54-5854-77EB-D125B85EF5C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78" y="1505"/>
                <a:ext cx="1" cy="15"/>
              </a:xfrm>
              <a:custGeom>
                <a:avLst/>
                <a:gdLst>
                  <a:gd name="T0" fmla="*/ 0 w 1"/>
                  <a:gd name="T1" fmla="*/ 0 h 76"/>
                  <a:gd name="T2" fmla="*/ 0 w 1"/>
                  <a:gd name="T3" fmla="*/ 0 h 76"/>
                  <a:gd name="T4" fmla="*/ 0 w 1"/>
                  <a:gd name="T5" fmla="*/ 0 h 76"/>
                  <a:gd name="T6" fmla="*/ 0 w 1"/>
                  <a:gd name="T7" fmla="*/ 0 h 76"/>
                  <a:gd name="T8" fmla="*/ 0 w 1"/>
                  <a:gd name="T9" fmla="*/ 0 h 76"/>
                  <a:gd name="T10" fmla="*/ 0 w 1"/>
                  <a:gd name="T11" fmla="*/ 0 h 76"/>
                  <a:gd name="T12" fmla="*/ 0 w 1"/>
                  <a:gd name="T13" fmla="*/ 0 h 76"/>
                  <a:gd name="T14" fmla="*/ 0 w 1"/>
                  <a:gd name="T15" fmla="*/ 0 h 76"/>
                  <a:gd name="T16" fmla="*/ 0 w 1"/>
                  <a:gd name="T17" fmla="*/ 0 h 76"/>
                  <a:gd name="T18" fmla="*/ 0 w 1"/>
                  <a:gd name="T19" fmla="*/ 0 h 76"/>
                  <a:gd name="T20" fmla="*/ 0 w 1"/>
                  <a:gd name="T21" fmla="*/ 0 h 76"/>
                  <a:gd name="T22" fmla="*/ 0 w 1"/>
                  <a:gd name="T23" fmla="*/ 0 h 7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"/>
                  <a:gd name="T37" fmla="*/ 0 h 76"/>
                  <a:gd name="T38" fmla="*/ 1 w 1"/>
                  <a:gd name="T39" fmla="*/ 76 h 7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" h="76">
                    <a:moveTo>
                      <a:pt x="0" y="47"/>
                    </a:moveTo>
                    <a:lnTo>
                      <a:pt x="0" y="47"/>
                    </a:lnTo>
                    <a:lnTo>
                      <a:pt x="0" y="75"/>
                    </a:lnTo>
                    <a:lnTo>
                      <a:pt x="0" y="76"/>
                    </a:lnTo>
                    <a:lnTo>
                      <a:pt x="0" y="47"/>
                    </a:lnTo>
                    <a:close/>
                    <a:moveTo>
                      <a:pt x="0" y="47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2"/>
                    </a:lnTo>
                    <a:lnTo>
                      <a:pt x="0" y="47"/>
                    </a:lnTo>
                    <a:close/>
                    <a:moveTo>
                      <a:pt x="0" y="76"/>
                    </a:moveTo>
                    <a:lnTo>
                      <a:pt x="0" y="7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7" name="Freeform 507">
                <a:extLst>
                  <a:ext uri="{FF2B5EF4-FFF2-40B4-BE49-F238E27FC236}">
                    <a16:creationId xmlns:a16="http://schemas.microsoft.com/office/drawing/2014/main" id="{FA46AF16-7DB9-2E98-7F1D-A0E85EB340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4" y="1505"/>
                <a:ext cx="4" cy="16"/>
              </a:xfrm>
              <a:custGeom>
                <a:avLst/>
                <a:gdLst>
                  <a:gd name="T0" fmla="*/ 0 w 20"/>
                  <a:gd name="T1" fmla="*/ 0 h 78"/>
                  <a:gd name="T2" fmla="*/ 0 w 20"/>
                  <a:gd name="T3" fmla="*/ 0 h 78"/>
                  <a:gd name="T4" fmla="*/ 0 w 20"/>
                  <a:gd name="T5" fmla="*/ 0 h 78"/>
                  <a:gd name="T6" fmla="*/ 0 w 20"/>
                  <a:gd name="T7" fmla="*/ 0 h 78"/>
                  <a:gd name="T8" fmla="*/ 0 w 20"/>
                  <a:gd name="T9" fmla="*/ 0 h 78"/>
                  <a:gd name="T10" fmla="*/ 0 w 20"/>
                  <a:gd name="T11" fmla="*/ 0 h 78"/>
                  <a:gd name="T12" fmla="*/ 0 w 20"/>
                  <a:gd name="T13" fmla="*/ 0 h 78"/>
                  <a:gd name="T14" fmla="*/ 0 w 20"/>
                  <a:gd name="T15" fmla="*/ 0 h 78"/>
                  <a:gd name="T16" fmla="*/ 0 w 20"/>
                  <a:gd name="T17" fmla="*/ 0 h 78"/>
                  <a:gd name="T18" fmla="*/ 0 w 20"/>
                  <a:gd name="T19" fmla="*/ 0 h 78"/>
                  <a:gd name="T20" fmla="*/ 0 w 20"/>
                  <a:gd name="T21" fmla="*/ 0 h 78"/>
                  <a:gd name="T22" fmla="*/ 0 w 20"/>
                  <a:gd name="T23" fmla="*/ 0 h 78"/>
                  <a:gd name="T24" fmla="*/ 0 w 20"/>
                  <a:gd name="T25" fmla="*/ 0 h 78"/>
                  <a:gd name="T26" fmla="*/ 0 w 20"/>
                  <a:gd name="T27" fmla="*/ 0 h 78"/>
                  <a:gd name="T28" fmla="*/ 0 w 20"/>
                  <a:gd name="T29" fmla="*/ 0 h 78"/>
                  <a:gd name="T30" fmla="*/ 0 w 20"/>
                  <a:gd name="T31" fmla="*/ 0 h 78"/>
                  <a:gd name="T32" fmla="*/ 0 w 20"/>
                  <a:gd name="T33" fmla="*/ 0 h 78"/>
                  <a:gd name="T34" fmla="*/ 0 w 20"/>
                  <a:gd name="T35" fmla="*/ 0 h 78"/>
                  <a:gd name="T36" fmla="*/ 0 w 20"/>
                  <a:gd name="T37" fmla="*/ 0 h 78"/>
                  <a:gd name="T38" fmla="*/ 0 w 20"/>
                  <a:gd name="T39" fmla="*/ 0 h 78"/>
                  <a:gd name="T40" fmla="*/ 0 w 20"/>
                  <a:gd name="T41" fmla="*/ 0 h 7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20"/>
                  <a:gd name="T64" fmla="*/ 0 h 78"/>
                  <a:gd name="T65" fmla="*/ 20 w 20"/>
                  <a:gd name="T66" fmla="*/ 78 h 7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20" h="78">
                    <a:moveTo>
                      <a:pt x="18" y="45"/>
                    </a:moveTo>
                    <a:lnTo>
                      <a:pt x="20" y="45"/>
                    </a:lnTo>
                    <a:lnTo>
                      <a:pt x="20" y="74"/>
                    </a:lnTo>
                    <a:lnTo>
                      <a:pt x="15" y="77"/>
                    </a:lnTo>
                    <a:lnTo>
                      <a:pt x="12" y="78"/>
                    </a:lnTo>
                    <a:lnTo>
                      <a:pt x="4" y="76"/>
                    </a:lnTo>
                    <a:lnTo>
                      <a:pt x="0" y="69"/>
                    </a:lnTo>
                    <a:lnTo>
                      <a:pt x="0" y="63"/>
                    </a:lnTo>
                    <a:lnTo>
                      <a:pt x="5" y="61"/>
                    </a:lnTo>
                    <a:lnTo>
                      <a:pt x="5" y="56"/>
                    </a:lnTo>
                    <a:lnTo>
                      <a:pt x="5" y="50"/>
                    </a:lnTo>
                    <a:lnTo>
                      <a:pt x="7" y="41"/>
                    </a:lnTo>
                    <a:lnTo>
                      <a:pt x="9" y="34"/>
                    </a:lnTo>
                    <a:lnTo>
                      <a:pt x="10" y="25"/>
                    </a:lnTo>
                    <a:lnTo>
                      <a:pt x="12" y="17"/>
                    </a:lnTo>
                    <a:lnTo>
                      <a:pt x="13" y="11"/>
                    </a:lnTo>
                    <a:lnTo>
                      <a:pt x="15" y="10"/>
                    </a:lnTo>
                    <a:lnTo>
                      <a:pt x="15" y="5"/>
                    </a:lnTo>
                    <a:lnTo>
                      <a:pt x="20" y="0"/>
                    </a:lnTo>
                    <a:lnTo>
                      <a:pt x="20" y="45"/>
                    </a:lnTo>
                    <a:lnTo>
                      <a:pt x="18" y="45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8" name="Freeform 508">
                <a:extLst>
                  <a:ext uri="{FF2B5EF4-FFF2-40B4-BE49-F238E27FC236}">
                    <a16:creationId xmlns:a16="http://schemas.microsoft.com/office/drawing/2014/main" id="{4B0B5872-9A5B-63F5-3856-E12C44944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6" y="1504"/>
                <a:ext cx="4" cy="4"/>
              </a:xfrm>
              <a:custGeom>
                <a:avLst/>
                <a:gdLst>
                  <a:gd name="T0" fmla="*/ 0 w 22"/>
                  <a:gd name="T1" fmla="*/ 0 h 21"/>
                  <a:gd name="T2" fmla="*/ 0 w 22"/>
                  <a:gd name="T3" fmla="*/ 0 h 21"/>
                  <a:gd name="T4" fmla="*/ 0 w 22"/>
                  <a:gd name="T5" fmla="*/ 0 h 21"/>
                  <a:gd name="T6" fmla="*/ 0 w 22"/>
                  <a:gd name="T7" fmla="*/ 0 h 21"/>
                  <a:gd name="T8" fmla="*/ 0 w 22"/>
                  <a:gd name="T9" fmla="*/ 0 h 21"/>
                  <a:gd name="T10" fmla="*/ 0 w 22"/>
                  <a:gd name="T11" fmla="*/ 0 h 21"/>
                  <a:gd name="T12" fmla="*/ 0 w 22"/>
                  <a:gd name="T13" fmla="*/ 0 h 21"/>
                  <a:gd name="T14" fmla="*/ 0 w 22"/>
                  <a:gd name="T15" fmla="*/ 0 h 21"/>
                  <a:gd name="T16" fmla="*/ 0 w 22"/>
                  <a:gd name="T17" fmla="*/ 0 h 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"/>
                  <a:gd name="T28" fmla="*/ 0 h 21"/>
                  <a:gd name="T29" fmla="*/ 22 w 22"/>
                  <a:gd name="T30" fmla="*/ 21 h 2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" h="21">
                    <a:moveTo>
                      <a:pt x="13" y="21"/>
                    </a:moveTo>
                    <a:lnTo>
                      <a:pt x="20" y="18"/>
                    </a:lnTo>
                    <a:lnTo>
                      <a:pt x="22" y="10"/>
                    </a:lnTo>
                    <a:lnTo>
                      <a:pt x="20" y="3"/>
                    </a:lnTo>
                    <a:lnTo>
                      <a:pt x="13" y="0"/>
                    </a:lnTo>
                    <a:lnTo>
                      <a:pt x="2" y="3"/>
                    </a:lnTo>
                    <a:lnTo>
                      <a:pt x="0" y="10"/>
                    </a:lnTo>
                    <a:lnTo>
                      <a:pt x="2" y="18"/>
                    </a:lnTo>
                    <a:lnTo>
                      <a:pt x="13" y="2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59" name="Freeform 509">
                <a:extLst>
                  <a:ext uri="{FF2B5EF4-FFF2-40B4-BE49-F238E27FC236}">
                    <a16:creationId xmlns:a16="http://schemas.microsoft.com/office/drawing/2014/main" id="{EBE12949-F702-03B4-588A-DDA34568B3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86" y="1502"/>
                <a:ext cx="9" cy="5"/>
              </a:xfrm>
              <a:custGeom>
                <a:avLst/>
                <a:gdLst>
                  <a:gd name="T0" fmla="*/ 0 w 45"/>
                  <a:gd name="T1" fmla="*/ 0 h 23"/>
                  <a:gd name="T2" fmla="*/ 0 w 45"/>
                  <a:gd name="T3" fmla="*/ 0 h 23"/>
                  <a:gd name="T4" fmla="*/ 0 w 45"/>
                  <a:gd name="T5" fmla="*/ 0 h 23"/>
                  <a:gd name="T6" fmla="*/ 0 w 45"/>
                  <a:gd name="T7" fmla="*/ 0 h 23"/>
                  <a:gd name="T8" fmla="*/ 0 w 45"/>
                  <a:gd name="T9" fmla="*/ 0 h 23"/>
                  <a:gd name="T10" fmla="*/ 0 w 45"/>
                  <a:gd name="T11" fmla="*/ 0 h 23"/>
                  <a:gd name="T12" fmla="*/ 0 w 45"/>
                  <a:gd name="T13" fmla="*/ 0 h 23"/>
                  <a:gd name="T14" fmla="*/ 0 w 45"/>
                  <a:gd name="T15" fmla="*/ 0 h 23"/>
                  <a:gd name="T16" fmla="*/ 0 w 45"/>
                  <a:gd name="T17" fmla="*/ 0 h 23"/>
                  <a:gd name="T18" fmla="*/ 0 w 45"/>
                  <a:gd name="T19" fmla="*/ 0 h 23"/>
                  <a:gd name="T20" fmla="*/ 0 w 45"/>
                  <a:gd name="T21" fmla="*/ 0 h 23"/>
                  <a:gd name="T22" fmla="*/ 0 w 45"/>
                  <a:gd name="T23" fmla="*/ 0 h 23"/>
                  <a:gd name="T24" fmla="*/ 0 w 45"/>
                  <a:gd name="T25" fmla="*/ 0 h 23"/>
                  <a:gd name="T26" fmla="*/ 0 w 45"/>
                  <a:gd name="T27" fmla="*/ 0 h 23"/>
                  <a:gd name="T28" fmla="*/ 0 w 45"/>
                  <a:gd name="T29" fmla="*/ 0 h 23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5"/>
                  <a:gd name="T46" fmla="*/ 0 h 23"/>
                  <a:gd name="T47" fmla="*/ 45 w 45"/>
                  <a:gd name="T48" fmla="*/ 23 h 23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5" h="23">
                    <a:moveTo>
                      <a:pt x="14" y="1"/>
                    </a:moveTo>
                    <a:lnTo>
                      <a:pt x="5" y="0"/>
                    </a:lnTo>
                    <a:lnTo>
                      <a:pt x="0" y="5"/>
                    </a:lnTo>
                    <a:lnTo>
                      <a:pt x="0" y="12"/>
                    </a:lnTo>
                    <a:lnTo>
                      <a:pt x="8" y="18"/>
                    </a:lnTo>
                    <a:lnTo>
                      <a:pt x="10" y="18"/>
                    </a:lnTo>
                    <a:lnTo>
                      <a:pt x="16" y="21"/>
                    </a:lnTo>
                    <a:lnTo>
                      <a:pt x="23" y="21"/>
                    </a:lnTo>
                    <a:lnTo>
                      <a:pt x="29" y="23"/>
                    </a:lnTo>
                    <a:lnTo>
                      <a:pt x="40" y="21"/>
                    </a:lnTo>
                    <a:lnTo>
                      <a:pt x="45" y="13"/>
                    </a:lnTo>
                    <a:lnTo>
                      <a:pt x="40" y="5"/>
                    </a:lnTo>
                    <a:lnTo>
                      <a:pt x="32" y="2"/>
                    </a:lnTo>
                    <a:lnTo>
                      <a:pt x="21" y="1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0" name="Freeform 510">
                <a:extLst>
                  <a:ext uri="{FF2B5EF4-FFF2-40B4-BE49-F238E27FC236}">
                    <a16:creationId xmlns:a16="http://schemas.microsoft.com/office/drawing/2014/main" id="{D6611F69-630A-88C2-ADBE-063475218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65" y="1502"/>
                <a:ext cx="11" cy="8"/>
              </a:xfrm>
              <a:custGeom>
                <a:avLst/>
                <a:gdLst>
                  <a:gd name="T0" fmla="*/ 0 w 57"/>
                  <a:gd name="T1" fmla="*/ 0 h 36"/>
                  <a:gd name="T2" fmla="*/ 0 w 57"/>
                  <a:gd name="T3" fmla="*/ 0 h 36"/>
                  <a:gd name="T4" fmla="*/ 0 w 57"/>
                  <a:gd name="T5" fmla="*/ 0 h 36"/>
                  <a:gd name="T6" fmla="*/ 0 w 57"/>
                  <a:gd name="T7" fmla="*/ 0 h 36"/>
                  <a:gd name="T8" fmla="*/ 0 w 57"/>
                  <a:gd name="T9" fmla="*/ 0 h 36"/>
                  <a:gd name="T10" fmla="*/ 0 w 57"/>
                  <a:gd name="T11" fmla="*/ 0 h 36"/>
                  <a:gd name="T12" fmla="*/ 0 w 57"/>
                  <a:gd name="T13" fmla="*/ 0 h 36"/>
                  <a:gd name="T14" fmla="*/ 0 w 57"/>
                  <a:gd name="T15" fmla="*/ 0 h 36"/>
                  <a:gd name="T16" fmla="*/ 0 w 57"/>
                  <a:gd name="T17" fmla="*/ 0 h 36"/>
                  <a:gd name="T18" fmla="*/ 0 w 57"/>
                  <a:gd name="T19" fmla="*/ 0 h 36"/>
                  <a:gd name="T20" fmla="*/ 0 w 57"/>
                  <a:gd name="T21" fmla="*/ 0 h 36"/>
                  <a:gd name="T22" fmla="*/ 0 w 57"/>
                  <a:gd name="T23" fmla="*/ 0 h 36"/>
                  <a:gd name="T24" fmla="*/ 0 w 57"/>
                  <a:gd name="T25" fmla="*/ 0 h 36"/>
                  <a:gd name="T26" fmla="*/ 0 w 57"/>
                  <a:gd name="T27" fmla="*/ 0 h 36"/>
                  <a:gd name="T28" fmla="*/ 0 w 57"/>
                  <a:gd name="T29" fmla="*/ 0 h 36"/>
                  <a:gd name="T30" fmla="*/ 0 w 57"/>
                  <a:gd name="T31" fmla="*/ 0 h 36"/>
                  <a:gd name="T32" fmla="*/ 0 w 57"/>
                  <a:gd name="T33" fmla="*/ 0 h 36"/>
                  <a:gd name="T34" fmla="*/ 0 w 57"/>
                  <a:gd name="T35" fmla="*/ 0 h 36"/>
                  <a:gd name="T36" fmla="*/ 0 w 57"/>
                  <a:gd name="T37" fmla="*/ 0 h 36"/>
                  <a:gd name="T38" fmla="*/ 0 w 57"/>
                  <a:gd name="T39" fmla="*/ 0 h 36"/>
                  <a:gd name="T40" fmla="*/ 0 w 57"/>
                  <a:gd name="T41" fmla="*/ 0 h 36"/>
                  <a:gd name="T42" fmla="*/ 0 w 57"/>
                  <a:gd name="T43" fmla="*/ 0 h 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57"/>
                  <a:gd name="T67" fmla="*/ 0 h 36"/>
                  <a:gd name="T68" fmla="*/ 57 w 57"/>
                  <a:gd name="T69" fmla="*/ 36 h 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57" h="36">
                    <a:moveTo>
                      <a:pt x="48" y="36"/>
                    </a:moveTo>
                    <a:lnTo>
                      <a:pt x="56" y="32"/>
                    </a:lnTo>
                    <a:lnTo>
                      <a:pt x="57" y="26"/>
                    </a:lnTo>
                    <a:lnTo>
                      <a:pt x="54" y="18"/>
                    </a:lnTo>
                    <a:lnTo>
                      <a:pt x="52" y="11"/>
                    </a:lnTo>
                    <a:lnTo>
                      <a:pt x="52" y="13"/>
                    </a:lnTo>
                    <a:lnTo>
                      <a:pt x="48" y="6"/>
                    </a:lnTo>
                    <a:lnTo>
                      <a:pt x="41" y="4"/>
                    </a:lnTo>
                    <a:lnTo>
                      <a:pt x="32" y="1"/>
                    </a:lnTo>
                    <a:lnTo>
                      <a:pt x="23" y="1"/>
                    </a:lnTo>
                    <a:lnTo>
                      <a:pt x="14" y="0"/>
                    </a:lnTo>
                    <a:lnTo>
                      <a:pt x="6" y="3"/>
                    </a:lnTo>
                    <a:lnTo>
                      <a:pt x="1" y="6"/>
                    </a:lnTo>
                    <a:lnTo>
                      <a:pt x="0" y="13"/>
                    </a:lnTo>
                    <a:lnTo>
                      <a:pt x="4" y="20"/>
                    </a:lnTo>
                    <a:lnTo>
                      <a:pt x="15" y="25"/>
                    </a:lnTo>
                    <a:lnTo>
                      <a:pt x="27" y="25"/>
                    </a:lnTo>
                    <a:lnTo>
                      <a:pt x="37" y="25"/>
                    </a:lnTo>
                    <a:lnTo>
                      <a:pt x="37" y="26"/>
                    </a:lnTo>
                    <a:lnTo>
                      <a:pt x="37" y="27"/>
                    </a:lnTo>
                    <a:lnTo>
                      <a:pt x="40" y="31"/>
                    </a:lnTo>
                    <a:lnTo>
                      <a:pt x="48" y="3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1" name="Freeform 511">
                <a:extLst>
                  <a:ext uri="{FF2B5EF4-FFF2-40B4-BE49-F238E27FC236}">
                    <a16:creationId xmlns:a16="http://schemas.microsoft.com/office/drawing/2014/main" id="{40E926ED-EACA-5251-9330-F9AB327426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7" y="1481"/>
                <a:ext cx="4" cy="5"/>
              </a:xfrm>
              <a:custGeom>
                <a:avLst/>
                <a:gdLst>
                  <a:gd name="T0" fmla="*/ 0 w 22"/>
                  <a:gd name="T1" fmla="*/ 0 h 24"/>
                  <a:gd name="T2" fmla="*/ 0 w 22"/>
                  <a:gd name="T3" fmla="*/ 0 h 24"/>
                  <a:gd name="T4" fmla="*/ 0 w 22"/>
                  <a:gd name="T5" fmla="*/ 0 h 24"/>
                  <a:gd name="T6" fmla="*/ 0 w 22"/>
                  <a:gd name="T7" fmla="*/ 0 h 24"/>
                  <a:gd name="T8" fmla="*/ 0 w 22"/>
                  <a:gd name="T9" fmla="*/ 0 h 24"/>
                  <a:gd name="T10" fmla="*/ 0 w 22"/>
                  <a:gd name="T11" fmla="*/ 0 h 24"/>
                  <a:gd name="T12" fmla="*/ 0 w 22"/>
                  <a:gd name="T13" fmla="*/ 0 h 24"/>
                  <a:gd name="T14" fmla="*/ 0 w 22"/>
                  <a:gd name="T15" fmla="*/ 0 h 24"/>
                  <a:gd name="T16" fmla="*/ 0 w 22"/>
                  <a:gd name="T17" fmla="*/ 0 h 24"/>
                  <a:gd name="T18" fmla="*/ 0 w 22"/>
                  <a:gd name="T19" fmla="*/ 0 h 24"/>
                  <a:gd name="T20" fmla="*/ 0 w 22"/>
                  <a:gd name="T21" fmla="*/ 0 h 2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22"/>
                  <a:gd name="T34" fmla="*/ 0 h 24"/>
                  <a:gd name="T35" fmla="*/ 22 w 22"/>
                  <a:gd name="T36" fmla="*/ 24 h 24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22" h="24">
                    <a:moveTo>
                      <a:pt x="21" y="7"/>
                    </a:moveTo>
                    <a:lnTo>
                      <a:pt x="17" y="2"/>
                    </a:lnTo>
                    <a:lnTo>
                      <a:pt x="13" y="0"/>
                    </a:lnTo>
                    <a:lnTo>
                      <a:pt x="6" y="0"/>
                    </a:lnTo>
                    <a:lnTo>
                      <a:pt x="1" y="5"/>
                    </a:lnTo>
                    <a:lnTo>
                      <a:pt x="0" y="12"/>
                    </a:lnTo>
                    <a:lnTo>
                      <a:pt x="3" y="18"/>
                    </a:lnTo>
                    <a:lnTo>
                      <a:pt x="7" y="24"/>
                    </a:lnTo>
                    <a:lnTo>
                      <a:pt x="17" y="24"/>
                    </a:lnTo>
                    <a:lnTo>
                      <a:pt x="22" y="17"/>
                    </a:lnTo>
                    <a:lnTo>
                      <a:pt x="21" y="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162" name="Freeform 512">
                <a:extLst>
                  <a:ext uri="{FF2B5EF4-FFF2-40B4-BE49-F238E27FC236}">
                    <a16:creationId xmlns:a16="http://schemas.microsoft.com/office/drawing/2014/main" id="{98EEEF5A-699D-F4E4-FECE-9278500E5F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72" y="1483"/>
                <a:ext cx="5" cy="13"/>
              </a:xfrm>
              <a:custGeom>
                <a:avLst/>
                <a:gdLst>
                  <a:gd name="T0" fmla="*/ 0 w 26"/>
                  <a:gd name="T1" fmla="*/ 0 h 62"/>
                  <a:gd name="T2" fmla="*/ 0 w 26"/>
                  <a:gd name="T3" fmla="*/ 0 h 62"/>
                  <a:gd name="T4" fmla="*/ 0 w 26"/>
                  <a:gd name="T5" fmla="*/ 0 h 62"/>
                  <a:gd name="T6" fmla="*/ 0 w 26"/>
                  <a:gd name="T7" fmla="*/ 0 h 62"/>
                  <a:gd name="T8" fmla="*/ 0 w 26"/>
                  <a:gd name="T9" fmla="*/ 0 h 62"/>
                  <a:gd name="T10" fmla="*/ 0 w 26"/>
                  <a:gd name="T11" fmla="*/ 0 h 62"/>
                  <a:gd name="T12" fmla="*/ 0 w 26"/>
                  <a:gd name="T13" fmla="*/ 0 h 62"/>
                  <a:gd name="T14" fmla="*/ 0 w 26"/>
                  <a:gd name="T15" fmla="*/ 0 h 62"/>
                  <a:gd name="T16" fmla="*/ 0 w 26"/>
                  <a:gd name="T17" fmla="*/ 0 h 62"/>
                  <a:gd name="T18" fmla="*/ 0 w 26"/>
                  <a:gd name="T19" fmla="*/ 0 h 62"/>
                  <a:gd name="T20" fmla="*/ 0 w 26"/>
                  <a:gd name="T21" fmla="*/ 0 h 62"/>
                  <a:gd name="T22" fmla="*/ 0 w 26"/>
                  <a:gd name="T23" fmla="*/ 0 h 62"/>
                  <a:gd name="T24" fmla="*/ 0 w 26"/>
                  <a:gd name="T25" fmla="*/ 0 h 62"/>
                  <a:gd name="T26" fmla="*/ 0 w 26"/>
                  <a:gd name="T27" fmla="*/ 0 h 62"/>
                  <a:gd name="T28" fmla="*/ 0 w 26"/>
                  <a:gd name="T29" fmla="*/ 0 h 62"/>
                  <a:gd name="T30" fmla="*/ 0 w 26"/>
                  <a:gd name="T31" fmla="*/ 0 h 62"/>
                  <a:gd name="T32" fmla="*/ 0 w 26"/>
                  <a:gd name="T33" fmla="*/ 0 h 62"/>
                  <a:gd name="T34" fmla="*/ 0 w 26"/>
                  <a:gd name="T35" fmla="*/ 0 h 62"/>
                  <a:gd name="T36" fmla="*/ 0 w 26"/>
                  <a:gd name="T37" fmla="*/ 0 h 62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w 26"/>
                  <a:gd name="T58" fmla="*/ 0 h 62"/>
                  <a:gd name="T59" fmla="*/ 26 w 26"/>
                  <a:gd name="T60" fmla="*/ 62 h 62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T57" t="T58" r="T59" b="T60"/>
                <a:pathLst>
                  <a:path w="26" h="62">
                    <a:moveTo>
                      <a:pt x="24" y="9"/>
                    </a:moveTo>
                    <a:lnTo>
                      <a:pt x="21" y="1"/>
                    </a:lnTo>
                    <a:lnTo>
                      <a:pt x="15" y="0"/>
                    </a:lnTo>
                    <a:lnTo>
                      <a:pt x="6" y="2"/>
                    </a:lnTo>
                    <a:lnTo>
                      <a:pt x="3" y="10"/>
                    </a:lnTo>
                    <a:lnTo>
                      <a:pt x="0" y="21"/>
                    </a:lnTo>
                    <a:lnTo>
                      <a:pt x="1" y="35"/>
                    </a:lnTo>
                    <a:lnTo>
                      <a:pt x="3" y="46"/>
                    </a:lnTo>
                    <a:lnTo>
                      <a:pt x="8" y="56"/>
                    </a:lnTo>
                    <a:lnTo>
                      <a:pt x="12" y="62"/>
                    </a:lnTo>
                    <a:lnTo>
                      <a:pt x="21" y="62"/>
                    </a:lnTo>
                    <a:lnTo>
                      <a:pt x="24" y="58"/>
                    </a:lnTo>
                    <a:lnTo>
                      <a:pt x="26" y="53"/>
                    </a:lnTo>
                    <a:lnTo>
                      <a:pt x="26" y="46"/>
                    </a:lnTo>
                    <a:lnTo>
                      <a:pt x="26" y="38"/>
                    </a:lnTo>
                    <a:lnTo>
                      <a:pt x="25" y="28"/>
                    </a:lnTo>
                    <a:lnTo>
                      <a:pt x="25" y="21"/>
                    </a:lnTo>
                    <a:lnTo>
                      <a:pt x="24" y="14"/>
                    </a:lnTo>
                    <a:lnTo>
                      <a:pt x="24" y="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7962" name="Freeform 513">
              <a:extLst>
                <a:ext uri="{FF2B5EF4-FFF2-40B4-BE49-F238E27FC236}">
                  <a16:creationId xmlns:a16="http://schemas.microsoft.com/office/drawing/2014/main" id="{FC74767A-5346-4915-04A2-E7404C017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4" y="1517"/>
              <a:ext cx="5" cy="18"/>
            </a:xfrm>
            <a:custGeom>
              <a:avLst/>
              <a:gdLst>
                <a:gd name="T0" fmla="*/ 0 w 24"/>
                <a:gd name="T1" fmla="*/ 0 h 87"/>
                <a:gd name="T2" fmla="*/ 0 w 24"/>
                <a:gd name="T3" fmla="*/ 0 h 87"/>
                <a:gd name="T4" fmla="*/ 0 w 24"/>
                <a:gd name="T5" fmla="*/ 0 h 87"/>
                <a:gd name="T6" fmla="*/ 0 w 24"/>
                <a:gd name="T7" fmla="*/ 0 h 87"/>
                <a:gd name="T8" fmla="*/ 0 w 24"/>
                <a:gd name="T9" fmla="*/ 0 h 87"/>
                <a:gd name="T10" fmla="*/ 0 w 24"/>
                <a:gd name="T11" fmla="*/ 0 h 87"/>
                <a:gd name="T12" fmla="*/ 0 w 24"/>
                <a:gd name="T13" fmla="*/ 0 h 87"/>
                <a:gd name="T14" fmla="*/ 0 w 24"/>
                <a:gd name="T15" fmla="*/ 0 h 87"/>
                <a:gd name="T16" fmla="*/ 0 w 24"/>
                <a:gd name="T17" fmla="*/ 0 h 87"/>
                <a:gd name="T18" fmla="*/ 0 w 24"/>
                <a:gd name="T19" fmla="*/ 0 h 87"/>
                <a:gd name="T20" fmla="*/ 0 w 24"/>
                <a:gd name="T21" fmla="*/ 0 h 87"/>
                <a:gd name="T22" fmla="*/ 0 w 24"/>
                <a:gd name="T23" fmla="*/ 0 h 87"/>
                <a:gd name="T24" fmla="*/ 0 w 24"/>
                <a:gd name="T25" fmla="*/ 0 h 87"/>
                <a:gd name="T26" fmla="*/ 0 w 24"/>
                <a:gd name="T27" fmla="*/ 0 h 87"/>
                <a:gd name="T28" fmla="*/ 0 w 24"/>
                <a:gd name="T29" fmla="*/ 0 h 87"/>
                <a:gd name="T30" fmla="*/ 0 w 24"/>
                <a:gd name="T31" fmla="*/ 0 h 87"/>
                <a:gd name="T32" fmla="*/ 0 w 24"/>
                <a:gd name="T33" fmla="*/ 0 h 87"/>
                <a:gd name="T34" fmla="*/ 0 w 24"/>
                <a:gd name="T35" fmla="*/ 0 h 87"/>
                <a:gd name="T36" fmla="*/ 0 w 24"/>
                <a:gd name="T37" fmla="*/ 0 h 87"/>
                <a:gd name="T38" fmla="*/ 0 w 24"/>
                <a:gd name="T39" fmla="*/ 0 h 87"/>
                <a:gd name="T40" fmla="*/ 0 w 24"/>
                <a:gd name="T41" fmla="*/ 0 h 87"/>
                <a:gd name="T42" fmla="*/ 0 w 24"/>
                <a:gd name="T43" fmla="*/ 0 h 87"/>
                <a:gd name="T44" fmla="*/ 0 w 24"/>
                <a:gd name="T45" fmla="*/ 0 h 87"/>
                <a:gd name="T46" fmla="*/ 0 w 24"/>
                <a:gd name="T47" fmla="*/ 0 h 87"/>
                <a:gd name="T48" fmla="*/ 0 w 24"/>
                <a:gd name="T49" fmla="*/ 0 h 8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24"/>
                <a:gd name="T76" fmla="*/ 0 h 87"/>
                <a:gd name="T77" fmla="*/ 24 w 24"/>
                <a:gd name="T78" fmla="*/ 87 h 87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24" h="87">
                  <a:moveTo>
                    <a:pt x="24" y="9"/>
                  </a:moveTo>
                  <a:lnTo>
                    <a:pt x="20" y="2"/>
                  </a:lnTo>
                  <a:lnTo>
                    <a:pt x="14" y="0"/>
                  </a:lnTo>
                  <a:lnTo>
                    <a:pt x="7" y="2"/>
                  </a:lnTo>
                  <a:lnTo>
                    <a:pt x="4" y="9"/>
                  </a:lnTo>
                  <a:lnTo>
                    <a:pt x="3" y="17"/>
                  </a:lnTo>
                  <a:lnTo>
                    <a:pt x="3" y="26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0" y="52"/>
                  </a:lnTo>
                  <a:lnTo>
                    <a:pt x="0" y="60"/>
                  </a:lnTo>
                  <a:lnTo>
                    <a:pt x="0" y="69"/>
                  </a:lnTo>
                  <a:lnTo>
                    <a:pt x="0" y="79"/>
                  </a:lnTo>
                  <a:lnTo>
                    <a:pt x="3" y="85"/>
                  </a:lnTo>
                  <a:lnTo>
                    <a:pt x="10" y="87"/>
                  </a:lnTo>
                  <a:lnTo>
                    <a:pt x="17" y="85"/>
                  </a:lnTo>
                  <a:lnTo>
                    <a:pt x="20" y="79"/>
                  </a:lnTo>
                  <a:lnTo>
                    <a:pt x="20" y="69"/>
                  </a:lnTo>
                  <a:lnTo>
                    <a:pt x="20" y="60"/>
                  </a:lnTo>
                  <a:lnTo>
                    <a:pt x="20" y="52"/>
                  </a:lnTo>
                  <a:lnTo>
                    <a:pt x="22" y="43"/>
                  </a:lnTo>
                  <a:lnTo>
                    <a:pt x="22" y="34"/>
                  </a:lnTo>
                  <a:lnTo>
                    <a:pt x="23" y="26"/>
                  </a:lnTo>
                  <a:lnTo>
                    <a:pt x="23" y="17"/>
                  </a:lnTo>
                  <a:lnTo>
                    <a:pt x="24" y="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7757" name="Text Box 514">
            <a:extLst>
              <a:ext uri="{FF2B5EF4-FFF2-40B4-BE49-F238E27FC236}">
                <a16:creationId xmlns:a16="http://schemas.microsoft.com/office/drawing/2014/main" id="{97204952-8940-5573-CA4D-EB96472654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1" y="6091238"/>
            <a:ext cx="79978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u="sng">
                <a:solidFill>
                  <a:schemeClr val="tx1"/>
                </a:solidFill>
              </a:rPr>
              <a:t>All</a:t>
            </a:r>
            <a:r>
              <a:rPr lang="en-US" altLang="en-US">
                <a:solidFill>
                  <a:schemeClr val="tx1"/>
                </a:solidFill>
              </a:rPr>
              <a:t> defense mechanisms must work correctly and securely</a:t>
            </a:r>
          </a:p>
        </p:txBody>
      </p:sp>
      <p:sp>
        <p:nvSpPr>
          <p:cNvPr id="27758" name="Rectangle 5">
            <a:extLst>
              <a:ext uri="{FF2B5EF4-FFF2-40B4-BE49-F238E27FC236}">
                <a16:creationId xmlns:a16="http://schemas.microsoft.com/office/drawing/2014/main" id="{AAAEEA0B-F641-1312-A27A-7D8AF0E60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9788" y="1905000"/>
            <a:ext cx="3581400" cy="609600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>
                <a:solidFill>
                  <a:srgbClr val="000000"/>
                </a:solidFill>
              </a:rPr>
              <a:t>End uses</a:t>
            </a:r>
          </a:p>
        </p:txBody>
      </p:sp>
      <p:sp>
        <p:nvSpPr>
          <p:cNvPr id="27759" name="Text Box 8">
            <a:extLst>
              <a:ext uri="{FF2B5EF4-FFF2-40B4-BE49-F238E27FC236}">
                <a16:creationId xmlns:a16="http://schemas.microsoft.com/office/drawing/2014/main" id="{7A9CFBDB-D27B-B5D4-A606-B35C5505DD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8150" y="1905001"/>
            <a:ext cx="12890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 algn="ctr">
              <a:buFontTx/>
              <a:buNone/>
            </a:pPr>
            <a:r>
              <a:rPr lang="en-US" altLang="en-US" sz="1800" dirty="0">
                <a:solidFill>
                  <a:schemeClr val="tx1"/>
                </a:solidFill>
              </a:rPr>
              <a:t>People</a:t>
            </a:r>
          </a:p>
        </p:txBody>
      </p:sp>
      <p:sp>
        <p:nvSpPr>
          <p:cNvPr id="27760" name="AutoShape 10">
            <a:extLst>
              <a:ext uri="{FF2B5EF4-FFF2-40B4-BE49-F238E27FC236}">
                <a16:creationId xmlns:a16="http://schemas.microsoft.com/office/drawing/2014/main" id="{F41B387F-A685-7D75-DE35-960BEEA3A801}"/>
              </a:ext>
            </a:extLst>
          </p:cNvPr>
          <p:cNvSpPr>
            <a:spLocks noChangeArrowheads="1"/>
          </p:cNvSpPr>
          <p:nvPr/>
        </p:nvSpPr>
        <p:spPr bwMode="auto">
          <a:xfrm rot="5421991" flipH="1">
            <a:off x="6238082" y="2485232"/>
            <a:ext cx="360363" cy="419100"/>
          </a:xfrm>
          <a:prstGeom prst="rightArrow">
            <a:avLst>
              <a:gd name="adj1" fmla="val 50000"/>
              <a:gd name="adj2" fmla="val 25000"/>
            </a:avLst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27761" name="Text Box 112">
            <a:extLst>
              <a:ext uri="{FF2B5EF4-FFF2-40B4-BE49-F238E27FC236}">
                <a16:creationId xmlns:a16="http://schemas.microsoft.com/office/drawing/2014/main" id="{CC4A61C5-FD9D-1C9E-8996-089006FC4A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5800" y="1874839"/>
            <a:ext cx="2286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1pPr>
            <a:lvl2pPr marL="742950" indent="-28575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2pPr>
            <a:lvl3pPr marL="11430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3pPr>
            <a:lvl4pPr marL="16002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4pPr>
            <a:lvl5pPr marL="2057400" indent="-228600"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Char char="•"/>
              <a:defRPr sz="2400">
                <a:solidFill>
                  <a:schemeClr val="bg2"/>
                </a:solidFill>
                <a:latin typeface="Tahoma" panose="020B0604030504040204" pitchFamily="34" charset="0"/>
              </a:defRPr>
            </a:lvl9pPr>
          </a:lstStyle>
          <a:p>
            <a:pPr>
              <a:buFontTx/>
              <a:buNone/>
            </a:pPr>
            <a:r>
              <a:rPr lang="en-US" altLang="en-US" sz="1800" i="1">
                <a:solidFill>
                  <a:schemeClr val="tx1"/>
                </a:solidFill>
              </a:rPr>
              <a:t>Password managers, </a:t>
            </a:r>
          </a:p>
          <a:p>
            <a:pPr>
              <a:buFontTx/>
              <a:buNone/>
            </a:pPr>
            <a:r>
              <a:rPr lang="en-US" altLang="en-US" sz="1800" i="1">
                <a:solidFill>
                  <a:schemeClr val="tx1"/>
                </a:solidFill>
              </a:rPr>
              <a:t>company policies…</a:t>
            </a:r>
          </a:p>
        </p:txBody>
      </p:sp>
      <p:pic>
        <p:nvPicPr>
          <p:cNvPr id="27762" name="Picture 5" descr="PE03749_">
            <a:extLst>
              <a:ext uri="{FF2B5EF4-FFF2-40B4-BE49-F238E27FC236}">
                <a16:creationId xmlns:a16="http://schemas.microsoft.com/office/drawing/2014/main" id="{B7CB202F-033B-CF08-7861-CBEC1ACD1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7264" y="1676400"/>
            <a:ext cx="592137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FFC770E-7956-184D-2284-50684DBCC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do we need security and </a:t>
            </a:r>
            <a:r>
              <a:rPr lang="en-US" altLang="en-US" dirty="0">
                <a:solidFill>
                  <a:srgbClr val="C00000"/>
                </a:solidFill>
              </a:rPr>
              <a:t>HOW TO</a:t>
            </a:r>
            <a:r>
              <a:rPr lang="en-US" altLang="en-US" dirty="0"/>
              <a:t>?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19814C9-923C-E58B-4A2B-BB35BC6BA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600"/>
              </a:spcAft>
            </a:pPr>
            <a:r>
              <a:rPr lang="en-US" altLang="en-US" dirty="0"/>
              <a:t>Scenarios: Trade secrets, medical records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Requirements: Protect vital information secret while still allowing access to those who need it (</a:t>
            </a:r>
            <a:r>
              <a:rPr lang="en-US" altLang="en-US" b="1" dirty="0">
                <a:solidFill>
                  <a:srgbClr val="C00000"/>
                </a:solidFill>
              </a:rPr>
              <a:t>Confidentiality</a:t>
            </a:r>
            <a:r>
              <a:rPr lang="en-US" altLang="en-US" dirty="0"/>
              <a:t>)</a:t>
            </a:r>
          </a:p>
          <a:p>
            <a:pPr lvl="1">
              <a:spcAft>
                <a:spcPts val="600"/>
              </a:spcAft>
            </a:pPr>
            <a:r>
              <a:rPr lang="en-US" dirty="0"/>
              <a:t>How to: Encrypted communications, secure transactions</a:t>
            </a:r>
            <a:endParaRPr lang="en-US" altLang="en-US" dirty="0"/>
          </a:p>
          <a:p>
            <a:pPr>
              <a:spcAft>
                <a:spcPts val="600"/>
              </a:spcAft>
            </a:pPr>
            <a:r>
              <a:rPr lang="en-US" altLang="en-US" dirty="0"/>
              <a:t>Scenarios: Ensure data integrity and prevent unauthorized modification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Scenarios: Financial transactions, software updates, legal documents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Requirements: Ensure data </a:t>
            </a:r>
            <a:r>
              <a:rPr lang="en-US" altLang="en-US" b="1" dirty="0">
                <a:solidFill>
                  <a:srgbClr val="C00000"/>
                </a:solidFill>
              </a:rPr>
              <a:t>integrity</a:t>
            </a:r>
            <a:r>
              <a:rPr lang="en-US" altLang="en-US" dirty="0"/>
              <a:t> and prevent unauthorized modification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How to: Digital signatures, Message authentication codes (MAC)</a:t>
            </a:r>
          </a:p>
        </p:txBody>
      </p:sp>
    </p:spTree>
    <p:extLst>
      <p:ext uri="{BB962C8B-B14F-4D97-AF65-F5344CB8AC3E}">
        <p14:creationId xmlns:p14="http://schemas.microsoft.com/office/powerpoint/2010/main" val="8507688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9FFC770E-7956-184D-2284-50684DBCCD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Why do we need security and </a:t>
            </a:r>
            <a:r>
              <a:rPr lang="en-US" altLang="en-US" dirty="0">
                <a:solidFill>
                  <a:srgbClr val="C00000"/>
                </a:solidFill>
              </a:rPr>
              <a:t>HOW TO</a:t>
            </a:r>
            <a:r>
              <a:rPr lang="en-US" altLang="en-US" dirty="0"/>
              <a:t>?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B19814C9-923C-E58B-4A2B-BB35BC6BAB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altLang="en-US" dirty="0"/>
              <a:t>Scenarios: Online banking, confidential email access, restricted databases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Requirements: Provide </a:t>
            </a:r>
            <a:r>
              <a:rPr lang="en-US" altLang="en-US" b="1" dirty="0">
                <a:solidFill>
                  <a:srgbClr val="C00000"/>
                </a:solidFill>
              </a:rPr>
              <a:t>authentication</a:t>
            </a:r>
            <a:r>
              <a:rPr lang="en-US" altLang="en-US" dirty="0"/>
              <a:t> and access control for resources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How to: Multi-factor authentication (MFA), public key infrastructure (PKI), biometric verification</a:t>
            </a:r>
          </a:p>
          <a:p>
            <a:pPr>
              <a:spcAft>
                <a:spcPts val="600"/>
              </a:spcAft>
            </a:pPr>
            <a:r>
              <a:rPr lang="en-US" altLang="en-US" dirty="0"/>
              <a:t>Scenarios: Cloud services, e-commerce platforms, critical infrastructure systems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Requirements: Guarantee </a:t>
            </a:r>
            <a:r>
              <a:rPr lang="en-US" altLang="en-US" b="1" dirty="0">
                <a:solidFill>
                  <a:srgbClr val="C00000"/>
                </a:solidFill>
              </a:rPr>
              <a:t>availability</a:t>
            </a:r>
            <a:r>
              <a:rPr lang="en-US" altLang="en-US" dirty="0"/>
              <a:t> of resources</a:t>
            </a:r>
          </a:p>
          <a:p>
            <a:pPr lvl="1">
              <a:spcAft>
                <a:spcPts val="600"/>
              </a:spcAft>
            </a:pPr>
            <a:r>
              <a:rPr lang="en-US" altLang="en-US" dirty="0"/>
              <a:t>How to: Redundant systems, load balancing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</TotalTime>
  <Words>2608</Words>
  <Application>Microsoft Office PowerPoint</Application>
  <PresentationFormat>Widescreen</PresentationFormat>
  <Paragraphs>479</Paragraphs>
  <Slides>23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Aptos (Body)</vt:lpstr>
      <vt:lpstr>ＭＳ Ｐゴシック</vt:lpstr>
      <vt:lpstr>ZapfDingbats</vt:lpstr>
      <vt:lpstr>Aptos</vt:lpstr>
      <vt:lpstr>Aptos Display</vt:lpstr>
      <vt:lpstr>Arial</vt:lpstr>
      <vt:lpstr>Calibri</vt:lpstr>
      <vt:lpstr>Gill Sans MT</vt:lpstr>
      <vt:lpstr>Times New Roman</vt:lpstr>
      <vt:lpstr>Wingdings</vt:lpstr>
      <vt:lpstr>Office Theme</vt:lpstr>
      <vt:lpstr>CSC 3511 Security and Networking</vt:lpstr>
      <vt:lpstr>Course Personnel</vt:lpstr>
      <vt:lpstr>Course Materials </vt:lpstr>
      <vt:lpstr>What’s the “Internet”?</vt:lpstr>
      <vt:lpstr>What can “Internet” do?</vt:lpstr>
      <vt:lpstr>Postal System Analogy – Building Block 1: Something that moves data</vt:lpstr>
      <vt:lpstr>Postal System Analogy – Building Block 2: Talking to the apartment complex (Local Communication)</vt:lpstr>
      <vt:lpstr>Postal System Analogy – Building Block 3: Post offices connect complexes (Wide Communication)</vt:lpstr>
      <vt:lpstr>Postal System Analogy – Internet Scale: Connecting the whole world</vt:lpstr>
      <vt:lpstr>Internet: Layers of abstraction</vt:lpstr>
      <vt:lpstr>Internet layering</vt:lpstr>
      <vt:lpstr>Internet layering: OSI vs. TCP/IP model</vt:lpstr>
      <vt:lpstr>Internet layering: OSI vs. TCP/IP model</vt:lpstr>
      <vt:lpstr>The Internet: a “nuts and bolts” view</vt:lpstr>
      <vt:lpstr>What’s a protocol?</vt:lpstr>
      <vt:lpstr>What’s a protocol – A Human Analogy</vt:lpstr>
      <vt:lpstr>Network security</vt:lpstr>
      <vt:lpstr>Bad guys: packet interception</vt:lpstr>
      <vt:lpstr>Bad guys: denial of service</vt:lpstr>
      <vt:lpstr>Network Threats &amp; Attacks</vt:lpstr>
      <vt:lpstr>Network Defenses</vt:lpstr>
      <vt:lpstr>Why do we need security and HOW TO?</vt:lpstr>
      <vt:lpstr>Why do we need security and HOW TO?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Liao, Zhonghao</dc:creator>
  <cp:lastModifiedBy>Liao, Zhonghao</cp:lastModifiedBy>
  <cp:revision>182</cp:revision>
  <dcterms:created xsi:type="dcterms:W3CDTF">2024-11-04T19:47:12Z</dcterms:created>
  <dcterms:modified xsi:type="dcterms:W3CDTF">2025-09-01T22:06:34Z</dcterms:modified>
</cp:coreProperties>
</file>